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9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Lst>
  <p:sldSz cy="5143500" cx="9144000"/>
  <p:notesSz cx="6858000" cy="9144000"/>
  <p:embeddedFontLst>
    <p:embeddedFont>
      <p:font typeface="Raleway"/>
      <p:regular r:id="rId85"/>
      <p:bold r:id="rId86"/>
      <p:italic r:id="rId87"/>
      <p:boldItalic r:id="rId88"/>
    </p:embeddedFont>
    <p:embeddedFont>
      <p:font typeface="Alef"/>
      <p:regular r:id="rId89"/>
      <p:bold r:id="rId90"/>
    </p:embeddedFont>
    <p:embeddedFont>
      <p:font typeface="Saira SemiCondensed SemiBold"/>
      <p:regular r:id="rId91"/>
      <p:bold r:id="rId92"/>
    </p:embeddedFont>
    <p:embeddedFont>
      <p:font typeface="Fjalla One"/>
      <p:regular r:id="rId93"/>
    </p:embeddedFont>
    <p:embeddedFont>
      <p:font typeface="Roboto Condensed"/>
      <p:regular r:id="rId94"/>
      <p:bold r:id="rId95"/>
      <p:italic r:id="rId96"/>
      <p:boldItalic r:id="rId97"/>
    </p:embeddedFont>
    <p:embeddedFont>
      <p:font typeface="Pacifico"/>
      <p:regular r:id="rId98"/>
    </p:embeddedFont>
    <p:embeddedFont>
      <p:font typeface="Abel"/>
      <p:regular r:id="rId99"/>
    </p:embeddedFont>
    <p:embeddedFont>
      <p:font typeface="Roboto Condensed Light"/>
      <p:regular r:id="rId100"/>
      <p:bold r:id="rId101"/>
      <p:italic r:id="rId102"/>
      <p:boldItalic r:id="rId103"/>
    </p:embeddedFont>
    <p:embeddedFont>
      <p:font typeface="Lexend Deca"/>
      <p:regular r:id="rId104"/>
      <p:bold r:id="rId105"/>
    </p:embeddedFont>
    <p:embeddedFont>
      <p:font typeface="Comfortaa Medium"/>
      <p:regular r:id="rId106"/>
      <p:bold r:id="rId10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4989">
          <p15:clr>
            <a:srgbClr val="9AA0A6"/>
          </p15:clr>
        </p15:guide>
        <p15:guide id="2" orient="horz" pos="863">
          <p15:clr>
            <a:srgbClr val="9AA0A6"/>
          </p15:clr>
        </p15:guide>
        <p15:guide id="3" orient="horz" pos="2043">
          <p15:clr>
            <a:srgbClr val="9AA0A6"/>
          </p15:clr>
        </p15:guide>
        <p15:guide id="4" orient="horz" pos="2854">
          <p15:clr>
            <a:srgbClr val="9AA0A6"/>
          </p15:clr>
        </p15:guide>
        <p15:guide id="5" orient="horz" pos="1364">
          <p15:clr>
            <a:srgbClr val="9AA0A6"/>
          </p15:clr>
        </p15:guide>
        <p15:guide id="6" pos="2194">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E2523EC-8D93-478D-B652-976DB8C055D0}">
  <a:tblStyle styleId="{8E2523EC-8D93-478D-B652-976DB8C055D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989"/>
        <p:guide pos="863" orient="horz"/>
        <p:guide pos="2043" orient="horz"/>
        <p:guide pos="2854" orient="horz"/>
        <p:guide pos="1364" orient="horz"/>
        <p:guide pos="2194"/>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font" Target="fonts/ComfortaaMedium-bold.fntdata"/><Relationship Id="rId106" Type="http://schemas.openxmlformats.org/officeDocument/2006/relationships/font" Target="fonts/ComfortaaMedium-regular.fntdata"/><Relationship Id="rId105" Type="http://schemas.openxmlformats.org/officeDocument/2006/relationships/font" Target="fonts/LexendDeca-bold.fntdata"/><Relationship Id="rId104" Type="http://schemas.openxmlformats.org/officeDocument/2006/relationships/font" Target="fonts/LexendDeca-regular.fntdata"/><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font" Target="fonts/RobotoCondensedLight-boldItalic.fntdata"/><Relationship Id="rId102" Type="http://schemas.openxmlformats.org/officeDocument/2006/relationships/font" Target="fonts/RobotoCondensedLight-italic.fntdata"/><Relationship Id="rId101" Type="http://schemas.openxmlformats.org/officeDocument/2006/relationships/font" Target="fonts/RobotoCondensedLight-bold.fntdata"/><Relationship Id="rId100" Type="http://schemas.openxmlformats.org/officeDocument/2006/relationships/font" Target="fonts/RobotoCondensedLight-regular.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font" Target="fonts/RobotoCondensed-bold.fntdata"/><Relationship Id="rId94" Type="http://schemas.openxmlformats.org/officeDocument/2006/relationships/font" Target="fonts/RobotoCondensed-regular.fntdata"/><Relationship Id="rId97" Type="http://schemas.openxmlformats.org/officeDocument/2006/relationships/font" Target="fonts/RobotoCondensed-boldItalic.fntdata"/><Relationship Id="rId96" Type="http://schemas.openxmlformats.org/officeDocument/2006/relationships/font" Target="fonts/RobotoCondensed-italic.fntdata"/><Relationship Id="rId11" Type="http://schemas.openxmlformats.org/officeDocument/2006/relationships/slide" Target="slides/slide5.xml"/><Relationship Id="rId99" Type="http://schemas.openxmlformats.org/officeDocument/2006/relationships/font" Target="fonts/Abel-regular.fntdata"/><Relationship Id="rId10" Type="http://schemas.openxmlformats.org/officeDocument/2006/relationships/slide" Target="slides/slide4.xml"/><Relationship Id="rId98" Type="http://schemas.openxmlformats.org/officeDocument/2006/relationships/font" Target="fonts/Pacifico-regular.fntdata"/><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font" Target="fonts/SairaSemiCondensedSemiBold-regular.fntdata"/><Relationship Id="rId90" Type="http://schemas.openxmlformats.org/officeDocument/2006/relationships/font" Target="fonts/Alef-bold.fntdata"/><Relationship Id="rId93" Type="http://schemas.openxmlformats.org/officeDocument/2006/relationships/font" Target="fonts/FjallaOne-regular.fntdata"/><Relationship Id="rId92" Type="http://schemas.openxmlformats.org/officeDocument/2006/relationships/font" Target="fonts/SairaSemiCondensedSemiBold-bold.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font" Target="fonts/Raleway-bold.fntdata"/><Relationship Id="rId85" Type="http://schemas.openxmlformats.org/officeDocument/2006/relationships/font" Target="fonts/Raleway-regular.fntdata"/><Relationship Id="rId88" Type="http://schemas.openxmlformats.org/officeDocument/2006/relationships/font" Target="fonts/Raleway-boldItalic.fntdata"/><Relationship Id="rId87" Type="http://schemas.openxmlformats.org/officeDocument/2006/relationships/font" Target="fonts/Raleway-italic.fntdata"/><Relationship Id="rId89" Type="http://schemas.openxmlformats.org/officeDocument/2006/relationships/font" Target="fonts/Alef-regular.fntdata"/><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3" name="Shape 2953"/>
        <p:cNvGrpSpPr/>
        <p:nvPr/>
      </p:nvGrpSpPr>
      <p:grpSpPr>
        <a:xfrm>
          <a:off x="0" y="0"/>
          <a:ext cx="0" cy="0"/>
          <a:chOff x="0" y="0"/>
          <a:chExt cx="0" cy="0"/>
        </a:xfrm>
      </p:grpSpPr>
      <p:sp>
        <p:nvSpPr>
          <p:cNvPr id="2954" name="Google Shape;2954;gf0d4a34158_0_294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5" name="Google Shape;2955;gf0d4a34158_0_29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2" name="Shape 2962"/>
        <p:cNvGrpSpPr/>
        <p:nvPr/>
      </p:nvGrpSpPr>
      <p:grpSpPr>
        <a:xfrm>
          <a:off x="0" y="0"/>
          <a:ext cx="0" cy="0"/>
          <a:chOff x="0" y="0"/>
          <a:chExt cx="0" cy="0"/>
        </a:xfrm>
      </p:grpSpPr>
      <p:sp>
        <p:nvSpPr>
          <p:cNvPr id="2963" name="Google Shape;2963;gf0d4a34158_0_874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4" name="Google Shape;2964;gf0d4a34158_0_87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8" name="Shape 2968"/>
        <p:cNvGrpSpPr/>
        <p:nvPr/>
      </p:nvGrpSpPr>
      <p:grpSpPr>
        <a:xfrm>
          <a:off x="0" y="0"/>
          <a:ext cx="0" cy="0"/>
          <a:chOff x="0" y="0"/>
          <a:chExt cx="0" cy="0"/>
        </a:xfrm>
      </p:grpSpPr>
      <p:sp>
        <p:nvSpPr>
          <p:cNvPr id="2969" name="Google Shape;2969;g99aa77a7f1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70" name="Google Shape;2970;g99aa77a7f1_0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
              <a:t>A computer system is made up of various elements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Each of these elements affects the interaction</a:t>
            </a:r>
            <a:endParaRPr/>
          </a:p>
          <a:p>
            <a:pPr indent="-317500" lvl="0" marL="457200" rtl="0" algn="l">
              <a:spcBef>
                <a:spcPts val="0"/>
              </a:spcBef>
              <a:spcAft>
                <a:spcPts val="0"/>
              </a:spcAft>
              <a:buSzPts val="1400"/>
              <a:buChar char="-"/>
            </a:pPr>
            <a:r>
              <a:rPr lang="en"/>
              <a:t>Input devices : text entry and pointing</a:t>
            </a:r>
            <a:endParaRPr/>
          </a:p>
          <a:p>
            <a:pPr indent="-317500" lvl="0" marL="457200" rtl="0" algn="l">
              <a:spcBef>
                <a:spcPts val="0"/>
              </a:spcBef>
              <a:spcAft>
                <a:spcPts val="0"/>
              </a:spcAft>
              <a:buSzPts val="1400"/>
              <a:buChar char="-"/>
            </a:pPr>
            <a:r>
              <a:rPr lang="en"/>
              <a:t>Output devices : screen (small &amp; large), digital paper</a:t>
            </a:r>
            <a:endParaRPr/>
          </a:p>
          <a:p>
            <a:pPr indent="-317500" lvl="0" marL="457200" rtl="0" algn="l">
              <a:spcBef>
                <a:spcPts val="0"/>
              </a:spcBef>
              <a:spcAft>
                <a:spcPts val="0"/>
              </a:spcAft>
              <a:buSzPts val="1400"/>
              <a:buChar char="-"/>
            </a:pPr>
            <a:r>
              <a:rPr lang="en"/>
              <a:t>Virtual reality : speacial interaction and display devices</a:t>
            </a:r>
            <a:endParaRPr/>
          </a:p>
          <a:p>
            <a:pPr indent="-317500" lvl="0" marL="457200" rtl="0" algn="l">
              <a:spcBef>
                <a:spcPts val="0"/>
              </a:spcBef>
              <a:spcAft>
                <a:spcPts val="0"/>
              </a:spcAft>
              <a:buSzPts val="1400"/>
              <a:buChar char="-"/>
            </a:pPr>
            <a:r>
              <a:rPr lang="en"/>
              <a:t>Physical interaction : sound, haptic, bio-sensing</a:t>
            </a:r>
            <a:endParaRPr/>
          </a:p>
          <a:p>
            <a:pPr indent="-317500" lvl="0" marL="457200" rtl="0" algn="l">
              <a:spcBef>
                <a:spcPts val="0"/>
              </a:spcBef>
              <a:spcAft>
                <a:spcPts val="0"/>
              </a:spcAft>
              <a:buSzPts val="1400"/>
              <a:buChar char="-"/>
            </a:pPr>
            <a:r>
              <a:rPr lang="en"/>
              <a:t>Paper : as output (print) and input (scan)</a:t>
            </a:r>
            <a:endParaRPr/>
          </a:p>
          <a:p>
            <a:pPr indent="-317500" lvl="0" marL="457200" rtl="0" algn="l">
              <a:spcBef>
                <a:spcPts val="0"/>
              </a:spcBef>
              <a:spcAft>
                <a:spcPts val="0"/>
              </a:spcAft>
              <a:buSzPts val="1400"/>
              <a:buChar char="-"/>
            </a:pPr>
            <a:r>
              <a:rPr lang="en"/>
              <a:t>Memory : RAM &amp; permanent media, capacity &amp; access</a:t>
            </a:r>
            <a:endParaRPr/>
          </a:p>
          <a:p>
            <a:pPr indent="-317500" lvl="0" marL="457200" rtl="0" algn="l">
              <a:spcBef>
                <a:spcPts val="0"/>
              </a:spcBef>
              <a:spcAft>
                <a:spcPts val="0"/>
              </a:spcAft>
              <a:buSzPts val="1400"/>
              <a:buChar char="-"/>
            </a:pPr>
            <a:r>
              <a:rPr lang="en"/>
              <a:t>Processing : speed of processing, networks</a:t>
            </a:r>
            <a:endParaRPr/>
          </a:p>
        </p:txBody>
      </p:sp>
      <p:sp>
        <p:nvSpPr>
          <p:cNvPr id="2971" name="Google Shape;2971;g99aa77a7f1_0_1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0" name="Shape 2980"/>
        <p:cNvGrpSpPr/>
        <p:nvPr/>
      </p:nvGrpSpPr>
      <p:grpSpPr>
        <a:xfrm>
          <a:off x="0" y="0"/>
          <a:ext cx="0" cy="0"/>
          <a:chOff x="0" y="0"/>
          <a:chExt cx="0" cy="0"/>
        </a:xfrm>
      </p:grpSpPr>
      <p:sp>
        <p:nvSpPr>
          <p:cNvPr id="2981" name="Google Shape;2981;gf2bc29edaf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2" name="Google Shape;2982;gf2bc29edaf_0_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8" name="Shape 2988"/>
        <p:cNvGrpSpPr/>
        <p:nvPr/>
      </p:nvGrpSpPr>
      <p:grpSpPr>
        <a:xfrm>
          <a:off x="0" y="0"/>
          <a:ext cx="0" cy="0"/>
          <a:chOff x="0" y="0"/>
          <a:chExt cx="0" cy="0"/>
        </a:xfrm>
      </p:grpSpPr>
      <p:sp>
        <p:nvSpPr>
          <p:cNvPr id="2989" name="Google Shape;2989;g99aa77a7f1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90" name="Google Shape;2990;g99aa77a7f1_0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1" name="Google Shape;2991;g99aa77a7f1_0_1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5" name="Shape 2995"/>
        <p:cNvGrpSpPr/>
        <p:nvPr/>
      </p:nvGrpSpPr>
      <p:grpSpPr>
        <a:xfrm>
          <a:off x="0" y="0"/>
          <a:ext cx="0" cy="0"/>
          <a:chOff x="0" y="0"/>
          <a:chExt cx="0" cy="0"/>
        </a:xfrm>
      </p:grpSpPr>
      <p:sp>
        <p:nvSpPr>
          <p:cNvPr id="2996" name="Google Shape;2996;ga1b2bb6cc2_0_2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97" name="Google Shape;2997;ga1b2bb6cc2_0_2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
              <a:t>người dùng thiết lập mục tiêu</a:t>
            </a:r>
            <a:endParaRPr/>
          </a:p>
          <a:p>
            <a:pPr indent="0" lvl="0" marL="0" rtl="0" algn="l">
              <a:spcBef>
                <a:spcPts val="0"/>
              </a:spcBef>
              <a:spcAft>
                <a:spcPts val="0"/>
              </a:spcAft>
              <a:buClr>
                <a:schemeClr val="dk1"/>
              </a:buClr>
              <a:buSzPts val="1100"/>
              <a:buFont typeface="Arial"/>
              <a:buNone/>
            </a:pPr>
            <a:r>
              <a:rPr lang="en"/>
              <a:t>hình thành ý định</a:t>
            </a:r>
            <a:endParaRPr/>
          </a:p>
          <a:p>
            <a:pPr indent="0" lvl="0" marL="0" rtl="0" algn="l">
              <a:spcBef>
                <a:spcPts val="0"/>
              </a:spcBef>
              <a:spcAft>
                <a:spcPts val="0"/>
              </a:spcAft>
              <a:buClr>
                <a:schemeClr val="dk1"/>
              </a:buClr>
              <a:buSzPts val="1100"/>
              <a:buFont typeface="Arial"/>
              <a:buNone/>
            </a:pPr>
            <a:r>
              <a:rPr lang="en"/>
              <a:t>chỉ định các hành động tại giao diện</a:t>
            </a:r>
            <a:endParaRPr/>
          </a:p>
          <a:p>
            <a:pPr indent="0" lvl="0" marL="0" rtl="0" algn="l">
              <a:spcBef>
                <a:spcPts val="0"/>
              </a:spcBef>
              <a:spcAft>
                <a:spcPts val="0"/>
              </a:spcAft>
              <a:buClr>
                <a:schemeClr val="dk1"/>
              </a:buClr>
              <a:buSzPts val="1100"/>
              <a:buFont typeface="Arial"/>
              <a:buNone/>
            </a:pPr>
            <a:r>
              <a:rPr lang="en"/>
              <a:t>thực hiện hành động</a:t>
            </a:r>
            <a:endParaRPr/>
          </a:p>
          <a:p>
            <a:pPr indent="0" lvl="0" marL="0" rtl="0" algn="l">
              <a:spcBef>
                <a:spcPts val="0"/>
              </a:spcBef>
              <a:spcAft>
                <a:spcPts val="0"/>
              </a:spcAft>
              <a:buClr>
                <a:schemeClr val="dk1"/>
              </a:buClr>
              <a:buSzPts val="1100"/>
              <a:buFont typeface="Arial"/>
              <a:buNone/>
            </a:pPr>
            <a:r>
              <a:rPr lang="en"/>
              <a:t>nhận thức trạng thái hệ thống</a:t>
            </a:r>
            <a:endParaRPr/>
          </a:p>
          <a:p>
            <a:pPr indent="0" lvl="0" marL="0" rtl="0" algn="l">
              <a:spcBef>
                <a:spcPts val="0"/>
              </a:spcBef>
              <a:spcAft>
                <a:spcPts val="0"/>
              </a:spcAft>
              <a:buClr>
                <a:schemeClr val="dk1"/>
              </a:buClr>
              <a:buSzPts val="1100"/>
              <a:buFont typeface="Arial"/>
              <a:buNone/>
            </a:pPr>
            <a:r>
              <a:rPr lang="en"/>
              <a:t>diễn giải trạng thái hệ thống</a:t>
            </a:r>
            <a:endParaRPr/>
          </a:p>
          <a:p>
            <a:pPr indent="0" lvl="0" marL="0" rtl="0" algn="l">
              <a:spcBef>
                <a:spcPts val="0"/>
              </a:spcBef>
              <a:spcAft>
                <a:spcPts val="0"/>
              </a:spcAft>
              <a:buClr>
                <a:schemeClr val="dk1"/>
              </a:buClr>
              <a:buSzPts val="1100"/>
              <a:buFont typeface="Arial"/>
              <a:buNone/>
            </a:pPr>
            <a:r>
              <a:rPr lang="en"/>
              <a:t>đánh giá trạng thái hệ thống liên quan đến mục tiêu</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Mô hình của Norman tập trung vào cách nhìn của người dùng về giao diện</a:t>
            </a:r>
            <a:endParaRPr/>
          </a:p>
        </p:txBody>
      </p:sp>
      <p:sp>
        <p:nvSpPr>
          <p:cNvPr id="2998" name="Google Shape;2998;ga1b2bb6cc2_0_22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3" name="Shape 3003"/>
        <p:cNvGrpSpPr/>
        <p:nvPr/>
      </p:nvGrpSpPr>
      <p:grpSpPr>
        <a:xfrm>
          <a:off x="0" y="0"/>
          <a:ext cx="0" cy="0"/>
          <a:chOff x="0" y="0"/>
          <a:chExt cx="0" cy="0"/>
        </a:xfrm>
      </p:grpSpPr>
      <p:sp>
        <p:nvSpPr>
          <p:cNvPr id="3004" name="Google Shape;3004;g9fa5e9958e_0_94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
              <a:t>người dùng thiết lập mục tiêu</a:t>
            </a:r>
            <a:endParaRPr/>
          </a:p>
          <a:p>
            <a:pPr indent="0" lvl="0" marL="0" rtl="0" algn="l">
              <a:spcBef>
                <a:spcPts val="0"/>
              </a:spcBef>
              <a:spcAft>
                <a:spcPts val="0"/>
              </a:spcAft>
              <a:buClr>
                <a:schemeClr val="dk1"/>
              </a:buClr>
              <a:buSzPts val="1100"/>
              <a:buFont typeface="Arial"/>
              <a:buNone/>
            </a:pPr>
            <a:r>
              <a:rPr lang="en"/>
              <a:t>hình thành ý định</a:t>
            </a:r>
            <a:endParaRPr/>
          </a:p>
          <a:p>
            <a:pPr indent="0" lvl="0" marL="0" rtl="0" algn="l">
              <a:spcBef>
                <a:spcPts val="0"/>
              </a:spcBef>
              <a:spcAft>
                <a:spcPts val="0"/>
              </a:spcAft>
              <a:buClr>
                <a:schemeClr val="dk1"/>
              </a:buClr>
              <a:buSzPts val="1100"/>
              <a:buFont typeface="Arial"/>
              <a:buNone/>
            </a:pPr>
            <a:r>
              <a:rPr lang="en"/>
              <a:t>chỉ định các hành động tại giao diện</a:t>
            </a:r>
            <a:endParaRPr/>
          </a:p>
          <a:p>
            <a:pPr indent="0" lvl="0" marL="0" rtl="0" algn="l">
              <a:spcBef>
                <a:spcPts val="0"/>
              </a:spcBef>
              <a:spcAft>
                <a:spcPts val="0"/>
              </a:spcAft>
              <a:buClr>
                <a:schemeClr val="dk1"/>
              </a:buClr>
              <a:buSzPts val="1100"/>
              <a:buFont typeface="Arial"/>
              <a:buNone/>
            </a:pPr>
            <a:r>
              <a:rPr lang="en"/>
              <a:t>thực hiện hành động</a:t>
            </a:r>
            <a:endParaRPr/>
          </a:p>
          <a:p>
            <a:pPr indent="0" lvl="0" marL="0" rtl="0" algn="l">
              <a:spcBef>
                <a:spcPts val="0"/>
              </a:spcBef>
              <a:spcAft>
                <a:spcPts val="0"/>
              </a:spcAft>
              <a:buClr>
                <a:schemeClr val="dk1"/>
              </a:buClr>
              <a:buSzPts val="1100"/>
              <a:buFont typeface="Arial"/>
              <a:buNone/>
            </a:pPr>
            <a:r>
              <a:rPr lang="en"/>
              <a:t>nhận thức trạng thái hệ thống</a:t>
            </a:r>
            <a:endParaRPr/>
          </a:p>
          <a:p>
            <a:pPr indent="0" lvl="0" marL="0" rtl="0" algn="l">
              <a:spcBef>
                <a:spcPts val="0"/>
              </a:spcBef>
              <a:spcAft>
                <a:spcPts val="0"/>
              </a:spcAft>
              <a:buClr>
                <a:schemeClr val="dk1"/>
              </a:buClr>
              <a:buSzPts val="1100"/>
              <a:buFont typeface="Arial"/>
              <a:buNone/>
            </a:pPr>
            <a:r>
              <a:rPr lang="en"/>
              <a:t>diễn giải trạng thái hệ thống</a:t>
            </a:r>
            <a:endParaRPr/>
          </a:p>
          <a:p>
            <a:pPr indent="0" lvl="0" marL="0" rtl="0" algn="l">
              <a:spcBef>
                <a:spcPts val="0"/>
              </a:spcBef>
              <a:spcAft>
                <a:spcPts val="0"/>
              </a:spcAft>
              <a:buClr>
                <a:schemeClr val="dk1"/>
              </a:buClr>
              <a:buSzPts val="1100"/>
              <a:buFont typeface="Arial"/>
              <a:buNone/>
            </a:pPr>
            <a:r>
              <a:rPr lang="en"/>
              <a:t>đánh giá trạng thái hệ thống liên quan đến mục tiêu</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Mô hình của Norman tập trung vào cách nhìn của người dùng về giao diện</a:t>
            </a:r>
            <a:endParaRPr/>
          </a:p>
          <a:p>
            <a:pPr indent="0" lvl="0" marL="0" rtl="0" algn="l">
              <a:spcBef>
                <a:spcPts val="0"/>
              </a:spcBef>
              <a:spcAft>
                <a:spcPts val="0"/>
              </a:spcAft>
              <a:buNone/>
            </a:pPr>
            <a:r>
              <a:t/>
            </a:r>
            <a:endParaRPr/>
          </a:p>
        </p:txBody>
      </p:sp>
      <p:sp>
        <p:nvSpPr>
          <p:cNvPr id="3005" name="Google Shape;3005;g9fa5e9958e_0_9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2" name="Shape 3052"/>
        <p:cNvGrpSpPr/>
        <p:nvPr/>
      </p:nvGrpSpPr>
      <p:grpSpPr>
        <a:xfrm>
          <a:off x="0" y="0"/>
          <a:ext cx="0" cy="0"/>
          <a:chOff x="0" y="0"/>
          <a:chExt cx="0" cy="0"/>
        </a:xfrm>
      </p:grpSpPr>
      <p:sp>
        <p:nvSpPr>
          <p:cNvPr id="3053" name="Google Shape;3053;g9fa5e9958e_0_105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
              <a:t>người dùng thiết lập mục tiêu</a:t>
            </a:r>
            <a:endParaRPr/>
          </a:p>
          <a:p>
            <a:pPr indent="0" lvl="0" marL="0" rtl="0" algn="l">
              <a:spcBef>
                <a:spcPts val="0"/>
              </a:spcBef>
              <a:spcAft>
                <a:spcPts val="0"/>
              </a:spcAft>
              <a:buClr>
                <a:schemeClr val="dk1"/>
              </a:buClr>
              <a:buSzPts val="1100"/>
              <a:buFont typeface="Arial"/>
              <a:buNone/>
            </a:pPr>
            <a:r>
              <a:rPr lang="en"/>
              <a:t>hình thành ý định</a:t>
            </a:r>
            <a:endParaRPr/>
          </a:p>
          <a:p>
            <a:pPr indent="0" lvl="0" marL="0" rtl="0" algn="l">
              <a:spcBef>
                <a:spcPts val="0"/>
              </a:spcBef>
              <a:spcAft>
                <a:spcPts val="0"/>
              </a:spcAft>
              <a:buClr>
                <a:schemeClr val="dk1"/>
              </a:buClr>
              <a:buSzPts val="1100"/>
              <a:buFont typeface="Arial"/>
              <a:buNone/>
            </a:pPr>
            <a:r>
              <a:rPr lang="en"/>
              <a:t>chỉ định các hành động tại giao diện</a:t>
            </a:r>
            <a:endParaRPr/>
          </a:p>
          <a:p>
            <a:pPr indent="0" lvl="0" marL="0" rtl="0" algn="l">
              <a:spcBef>
                <a:spcPts val="0"/>
              </a:spcBef>
              <a:spcAft>
                <a:spcPts val="0"/>
              </a:spcAft>
              <a:buClr>
                <a:schemeClr val="dk1"/>
              </a:buClr>
              <a:buSzPts val="1100"/>
              <a:buFont typeface="Arial"/>
              <a:buNone/>
            </a:pPr>
            <a:r>
              <a:rPr lang="en"/>
              <a:t>thực hiện hành động</a:t>
            </a:r>
            <a:endParaRPr/>
          </a:p>
          <a:p>
            <a:pPr indent="0" lvl="0" marL="0" rtl="0" algn="l">
              <a:spcBef>
                <a:spcPts val="0"/>
              </a:spcBef>
              <a:spcAft>
                <a:spcPts val="0"/>
              </a:spcAft>
              <a:buClr>
                <a:schemeClr val="dk1"/>
              </a:buClr>
              <a:buSzPts val="1100"/>
              <a:buFont typeface="Arial"/>
              <a:buNone/>
            </a:pPr>
            <a:r>
              <a:rPr lang="en"/>
              <a:t>nhận thức trạng thái hệ thống</a:t>
            </a:r>
            <a:endParaRPr/>
          </a:p>
          <a:p>
            <a:pPr indent="0" lvl="0" marL="0" rtl="0" algn="l">
              <a:spcBef>
                <a:spcPts val="0"/>
              </a:spcBef>
              <a:spcAft>
                <a:spcPts val="0"/>
              </a:spcAft>
              <a:buClr>
                <a:schemeClr val="dk1"/>
              </a:buClr>
              <a:buSzPts val="1100"/>
              <a:buFont typeface="Arial"/>
              <a:buNone/>
            </a:pPr>
            <a:r>
              <a:rPr lang="en"/>
              <a:t>diễn giải trạng thái hệ thống</a:t>
            </a:r>
            <a:endParaRPr/>
          </a:p>
          <a:p>
            <a:pPr indent="0" lvl="0" marL="0" rtl="0" algn="l">
              <a:spcBef>
                <a:spcPts val="0"/>
              </a:spcBef>
              <a:spcAft>
                <a:spcPts val="0"/>
              </a:spcAft>
              <a:buClr>
                <a:schemeClr val="dk1"/>
              </a:buClr>
              <a:buSzPts val="1100"/>
              <a:buFont typeface="Arial"/>
              <a:buNone/>
            </a:pPr>
            <a:r>
              <a:rPr lang="en"/>
              <a:t>đánh giá trạng thái hệ thống liên quan đến mục tiêu</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Mô hình của Norman tập trung vào cách nhìn của người dùng về giao diện</a:t>
            </a:r>
            <a:endParaRPr/>
          </a:p>
          <a:p>
            <a:pPr indent="0" lvl="0" marL="0" rtl="0" algn="l">
              <a:spcBef>
                <a:spcPts val="0"/>
              </a:spcBef>
              <a:spcAft>
                <a:spcPts val="0"/>
              </a:spcAft>
              <a:buNone/>
            </a:pPr>
            <a:r>
              <a:t/>
            </a:r>
            <a:endParaRPr/>
          </a:p>
        </p:txBody>
      </p:sp>
      <p:sp>
        <p:nvSpPr>
          <p:cNvPr id="3054" name="Google Shape;3054;g9fa5e9958e_0_10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2" name="Shape 3102"/>
        <p:cNvGrpSpPr/>
        <p:nvPr/>
      </p:nvGrpSpPr>
      <p:grpSpPr>
        <a:xfrm>
          <a:off x="0" y="0"/>
          <a:ext cx="0" cy="0"/>
          <a:chOff x="0" y="0"/>
          <a:chExt cx="0" cy="0"/>
        </a:xfrm>
      </p:grpSpPr>
      <p:sp>
        <p:nvSpPr>
          <p:cNvPr id="3103" name="Google Shape;3103;g9fa5e9958e_0_110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
              <a:t>người dùng thiết lập mục tiêu</a:t>
            </a:r>
            <a:endParaRPr/>
          </a:p>
          <a:p>
            <a:pPr indent="0" lvl="0" marL="0" rtl="0" algn="l">
              <a:spcBef>
                <a:spcPts val="0"/>
              </a:spcBef>
              <a:spcAft>
                <a:spcPts val="0"/>
              </a:spcAft>
              <a:buClr>
                <a:schemeClr val="dk1"/>
              </a:buClr>
              <a:buSzPts val="1100"/>
              <a:buFont typeface="Arial"/>
              <a:buNone/>
            </a:pPr>
            <a:r>
              <a:rPr lang="en"/>
              <a:t>hình thành ý định</a:t>
            </a:r>
            <a:endParaRPr/>
          </a:p>
          <a:p>
            <a:pPr indent="0" lvl="0" marL="0" rtl="0" algn="l">
              <a:spcBef>
                <a:spcPts val="0"/>
              </a:spcBef>
              <a:spcAft>
                <a:spcPts val="0"/>
              </a:spcAft>
              <a:buClr>
                <a:schemeClr val="dk1"/>
              </a:buClr>
              <a:buSzPts val="1100"/>
              <a:buFont typeface="Arial"/>
              <a:buNone/>
            </a:pPr>
            <a:r>
              <a:rPr lang="en"/>
              <a:t>chỉ định các hành động tại giao diện</a:t>
            </a:r>
            <a:endParaRPr/>
          </a:p>
          <a:p>
            <a:pPr indent="0" lvl="0" marL="0" rtl="0" algn="l">
              <a:spcBef>
                <a:spcPts val="0"/>
              </a:spcBef>
              <a:spcAft>
                <a:spcPts val="0"/>
              </a:spcAft>
              <a:buClr>
                <a:schemeClr val="dk1"/>
              </a:buClr>
              <a:buSzPts val="1100"/>
              <a:buFont typeface="Arial"/>
              <a:buNone/>
            </a:pPr>
            <a:r>
              <a:rPr lang="en"/>
              <a:t>thực hiện hành động</a:t>
            </a:r>
            <a:endParaRPr/>
          </a:p>
          <a:p>
            <a:pPr indent="0" lvl="0" marL="0" rtl="0" algn="l">
              <a:spcBef>
                <a:spcPts val="0"/>
              </a:spcBef>
              <a:spcAft>
                <a:spcPts val="0"/>
              </a:spcAft>
              <a:buClr>
                <a:schemeClr val="dk1"/>
              </a:buClr>
              <a:buSzPts val="1100"/>
              <a:buFont typeface="Arial"/>
              <a:buNone/>
            </a:pPr>
            <a:r>
              <a:rPr lang="en"/>
              <a:t>nhận thức trạng thái hệ thống</a:t>
            </a:r>
            <a:endParaRPr/>
          </a:p>
          <a:p>
            <a:pPr indent="0" lvl="0" marL="0" rtl="0" algn="l">
              <a:spcBef>
                <a:spcPts val="0"/>
              </a:spcBef>
              <a:spcAft>
                <a:spcPts val="0"/>
              </a:spcAft>
              <a:buClr>
                <a:schemeClr val="dk1"/>
              </a:buClr>
              <a:buSzPts val="1100"/>
              <a:buFont typeface="Arial"/>
              <a:buNone/>
            </a:pPr>
            <a:r>
              <a:rPr lang="en"/>
              <a:t>diễn giải trạng thái hệ thống</a:t>
            </a:r>
            <a:endParaRPr/>
          </a:p>
          <a:p>
            <a:pPr indent="0" lvl="0" marL="0" rtl="0" algn="l">
              <a:spcBef>
                <a:spcPts val="0"/>
              </a:spcBef>
              <a:spcAft>
                <a:spcPts val="0"/>
              </a:spcAft>
              <a:buClr>
                <a:schemeClr val="dk1"/>
              </a:buClr>
              <a:buSzPts val="1100"/>
              <a:buFont typeface="Arial"/>
              <a:buNone/>
            </a:pPr>
            <a:r>
              <a:rPr lang="en"/>
              <a:t>đánh giá trạng thái hệ thống liên quan đến mục tiêu</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Mô hình của Norman tập trung vào cách nhìn của người dùng về giao diện</a:t>
            </a:r>
            <a:endParaRPr/>
          </a:p>
          <a:p>
            <a:pPr indent="0" lvl="0" marL="0" rtl="0" algn="l">
              <a:spcBef>
                <a:spcPts val="0"/>
              </a:spcBef>
              <a:spcAft>
                <a:spcPts val="0"/>
              </a:spcAft>
              <a:buNone/>
            </a:pPr>
            <a:r>
              <a:t/>
            </a:r>
            <a:endParaRPr/>
          </a:p>
        </p:txBody>
      </p:sp>
      <p:sp>
        <p:nvSpPr>
          <p:cNvPr id="3104" name="Google Shape;3104;g9fa5e9958e_0_1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3" name="Shape 3153"/>
        <p:cNvGrpSpPr/>
        <p:nvPr/>
      </p:nvGrpSpPr>
      <p:grpSpPr>
        <a:xfrm>
          <a:off x="0" y="0"/>
          <a:ext cx="0" cy="0"/>
          <a:chOff x="0" y="0"/>
          <a:chExt cx="0" cy="0"/>
        </a:xfrm>
      </p:grpSpPr>
      <p:sp>
        <p:nvSpPr>
          <p:cNvPr id="3154" name="Google Shape;3154;g9fa5e9958e_0_100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
              <a:t>người dùng thiết lập mục tiêu</a:t>
            </a:r>
            <a:endParaRPr/>
          </a:p>
          <a:p>
            <a:pPr indent="0" lvl="0" marL="0" rtl="0" algn="l">
              <a:spcBef>
                <a:spcPts val="0"/>
              </a:spcBef>
              <a:spcAft>
                <a:spcPts val="0"/>
              </a:spcAft>
              <a:buClr>
                <a:schemeClr val="dk1"/>
              </a:buClr>
              <a:buSzPts val="1100"/>
              <a:buFont typeface="Arial"/>
              <a:buNone/>
            </a:pPr>
            <a:r>
              <a:rPr lang="en"/>
              <a:t>hình thành ý định</a:t>
            </a:r>
            <a:endParaRPr/>
          </a:p>
          <a:p>
            <a:pPr indent="0" lvl="0" marL="0" rtl="0" algn="l">
              <a:spcBef>
                <a:spcPts val="0"/>
              </a:spcBef>
              <a:spcAft>
                <a:spcPts val="0"/>
              </a:spcAft>
              <a:buClr>
                <a:schemeClr val="dk1"/>
              </a:buClr>
              <a:buSzPts val="1100"/>
              <a:buFont typeface="Arial"/>
              <a:buNone/>
            </a:pPr>
            <a:r>
              <a:rPr lang="en"/>
              <a:t>chỉ định các hành động tại giao diện</a:t>
            </a:r>
            <a:endParaRPr/>
          </a:p>
          <a:p>
            <a:pPr indent="0" lvl="0" marL="0" rtl="0" algn="l">
              <a:spcBef>
                <a:spcPts val="0"/>
              </a:spcBef>
              <a:spcAft>
                <a:spcPts val="0"/>
              </a:spcAft>
              <a:buClr>
                <a:schemeClr val="dk1"/>
              </a:buClr>
              <a:buSzPts val="1100"/>
              <a:buFont typeface="Arial"/>
              <a:buNone/>
            </a:pPr>
            <a:r>
              <a:rPr lang="en"/>
              <a:t>thực hiện hành động</a:t>
            </a:r>
            <a:endParaRPr/>
          </a:p>
          <a:p>
            <a:pPr indent="0" lvl="0" marL="0" rtl="0" algn="l">
              <a:spcBef>
                <a:spcPts val="0"/>
              </a:spcBef>
              <a:spcAft>
                <a:spcPts val="0"/>
              </a:spcAft>
              <a:buClr>
                <a:schemeClr val="dk1"/>
              </a:buClr>
              <a:buSzPts val="1100"/>
              <a:buFont typeface="Arial"/>
              <a:buNone/>
            </a:pPr>
            <a:r>
              <a:rPr lang="en"/>
              <a:t>nhận thức trạng thái hệ thống</a:t>
            </a:r>
            <a:endParaRPr/>
          </a:p>
          <a:p>
            <a:pPr indent="0" lvl="0" marL="0" rtl="0" algn="l">
              <a:spcBef>
                <a:spcPts val="0"/>
              </a:spcBef>
              <a:spcAft>
                <a:spcPts val="0"/>
              </a:spcAft>
              <a:buClr>
                <a:schemeClr val="dk1"/>
              </a:buClr>
              <a:buSzPts val="1100"/>
              <a:buFont typeface="Arial"/>
              <a:buNone/>
            </a:pPr>
            <a:r>
              <a:rPr lang="en"/>
              <a:t>diễn giải trạng thái hệ thống</a:t>
            </a:r>
            <a:endParaRPr/>
          </a:p>
          <a:p>
            <a:pPr indent="0" lvl="0" marL="0" rtl="0" algn="l">
              <a:spcBef>
                <a:spcPts val="0"/>
              </a:spcBef>
              <a:spcAft>
                <a:spcPts val="0"/>
              </a:spcAft>
              <a:buClr>
                <a:schemeClr val="dk1"/>
              </a:buClr>
              <a:buSzPts val="1100"/>
              <a:buFont typeface="Arial"/>
              <a:buNone/>
            </a:pPr>
            <a:r>
              <a:rPr lang="en"/>
              <a:t>đánh giá trạng thái hệ thống liên quan đến mục tiêu</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Mô hình của Norman tập trung vào cách nhìn của người dùng về giao diện</a:t>
            </a:r>
            <a:endParaRPr/>
          </a:p>
          <a:p>
            <a:pPr indent="0" lvl="0" marL="0" rtl="0" algn="l">
              <a:spcBef>
                <a:spcPts val="0"/>
              </a:spcBef>
              <a:spcAft>
                <a:spcPts val="0"/>
              </a:spcAft>
              <a:buNone/>
            </a:pPr>
            <a:r>
              <a:t/>
            </a:r>
            <a:endParaRPr/>
          </a:p>
        </p:txBody>
      </p:sp>
      <p:sp>
        <p:nvSpPr>
          <p:cNvPr id="3155" name="Google Shape;3155;g9fa5e9958e_0_10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5" name="Shape 3205"/>
        <p:cNvGrpSpPr/>
        <p:nvPr/>
      </p:nvGrpSpPr>
      <p:grpSpPr>
        <a:xfrm>
          <a:off x="0" y="0"/>
          <a:ext cx="0" cy="0"/>
          <a:chOff x="0" y="0"/>
          <a:chExt cx="0" cy="0"/>
        </a:xfrm>
      </p:grpSpPr>
      <p:sp>
        <p:nvSpPr>
          <p:cNvPr id="3206" name="Google Shape;3206;g9fa5e9958e_0_47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
              <a:t>Vịnh thi hành</a:t>
            </a:r>
            <a:endParaRPr/>
          </a:p>
          <a:p>
            <a:pPr indent="0" lvl="0" marL="0" rtl="0" algn="l">
              <a:spcBef>
                <a:spcPts val="0"/>
              </a:spcBef>
              <a:spcAft>
                <a:spcPts val="0"/>
              </a:spcAft>
              <a:buClr>
                <a:schemeClr val="dk1"/>
              </a:buClr>
              <a:buSzPts val="1100"/>
              <a:buFont typeface="Arial"/>
              <a:buNone/>
            </a:pPr>
            <a:r>
              <a:rPr lang="en"/>
              <a:t>Công thức của người dùng về các hành động</a:t>
            </a:r>
            <a:endParaRPr/>
          </a:p>
          <a:p>
            <a:pPr indent="0" lvl="0" marL="0" rtl="0" algn="l">
              <a:spcBef>
                <a:spcPts val="0"/>
              </a:spcBef>
              <a:spcAft>
                <a:spcPts val="0"/>
              </a:spcAft>
              <a:buClr>
                <a:schemeClr val="dk1"/>
              </a:buClr>
              <a:buSzPts val="1100"/>
              <a:buFont typeface="Arial"/>
              <a:buNone/>
            </a:pPr>
            <a:r>
              <a:rPr lang="en"/>
              <a:t>≠ hành động được hệ thống cho phép</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Vịnh đánh giá</a:t>
            </a:r>
            <a:endParaRPr/>
          </a:p>
          <a:p>
            <a:pPr indent="0" lvl="0" marL="0" rtl="0" algn="l">
              <a:spcBef>
                <a:spcPts val="0"/>
              </a:spcBef>
              <a:spcAft>
                <a:spcPts val="0"/>
              </a:spcAft>
              <a:buClr>
                <a:schemeClr val="dk1"/>
              </a:buClr>
              <a:buSzPts val="1100"/>
              <a:buFont typeface="Arial"/>
              <a:buNone/>
            </a:pPr>
            <a:r>
              <a:rPr lang="en"/>
              <a:t>Kỳ vọng của người dùng về trạng thái hệ thống đã thay đổi</a:t>
            </a:r>
            <a:endParaRPr/>
          </a:p>
          <a:p>
            <a:pPr indent="0" lvl="0" marL="0" rtl="0" algn="l">
              <a:spcBef>
                <a:spcPts val="0"/>
              </a:spcBef>
              <a:spcAft>
                <a:spcPts val="0"/>
              </a:spcAft>
              <a:buClr>
                <a:schemeClr val="dk1"/>
              </a:buClr>
              <a:buSzPts val="1100"/>
              <a:buFont typeface="Arial"/>
              <a:buNone/>
            </a:pPr>
            <a:r>
              <a:rPr lang="en"/>
              <a:t>≠ trình bày thực tế của trạng thái này</a:t>
            </a:r>
            <a:endParaRPr/>
          </a:p>
          <a:p>
            <a:pPr indent="0" lvl="0" marL="0" rtl="0" algn="l">
              <a:spcBef>
                <a:spcPts val="0"/>
              </a:spcBef>
              <a:spcAft>
                <a:spcPts val="0"/>
              </a:spcAft>
              <a:buNone/>
            </a:pPr>
            <a:r>
              <a:t/>
            </a:r>
            <a:endParaRPr/>
          </a:p>
        </p:txBody>
      </p:sp>
      <p:sp>
        <p:nvSpPr>
          <p:cNvPr id="3207" name="Google Shape;3207;g9fa5e9958e_0_4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7" name="Shape 3257"/>
        <p:cNvGrpSpPr/>
        <p:nvPr/>
      </p:nvGrpSpPr>
      <p:grpSpPr>
        <a:xfrm>
          <a:off x="0" y="0"/>
          <a:ext cx="0" cy="0"/>
          <a:chOff x="0" y="0"/>
          <a:chExt cx="0" cy="0"/>
        </a:xfrm>
      </p:grpSpPr>
      <p:sp>
        <p:nvSpPr>
          <p:cNvPr id="3258" name="Google Shape;3258;g9fa5e9958e_0_57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9" name="Google Shape;3259;g9fa5e9958e_0_5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0" name="Shape 3290"/>
        <p:cNvGrpSpPr/>
        <p:nvPr/>
      </p:nvGrpSpPr>
      <p:grpSpPr>
        <a:xfrm>
          <a:off x="0" y="0"/>
          <a:ext cx="0" cy="0"/>
          <a:chOff x="0" y="0"/>
          <a:chExt cx="0" cy="0"/>
        </a:xfrm>
      </p:grpSpPr>
      <p:sp>
        <p:nvSpPr>
          <p:cNvPr id="3291" name="Google Shape;3291;g99335b3a3f_0_1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92" name="Google Shape;3292;g99335b3a3f_0_1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
              <a:t>Mở rộng Norman ...</a:t>
            </a:r>
            <a:endParaRPr/>
          </a:p>
          <a:p>
            <a:pPr indent="0" lvl="0" marL="0" rtl="0" algn="l">
              <a:spcBef>
                <a:spcPts val="0"/>
              </a:spcBef>
              <a:spcAft>
                <a:spcPts val="0"/>
              </a:spcAft>
              <a:buClr>
                <a:schemeClr val="dk1"/>
              </a:buClr>
              <a:buSzPts val="1100"/>
              <a:buFont typeface="Arial"/>
              <a:buNone/>
            </a:pPr>
            <a:r>
              <a:rPr lang="en"/>
              <a:t>Khung tương tác của họ có 4 phần: Người sử dụng - Đầu vào - Hệ thống - Đầu ra</a:t>
            </a:r>
            <a:endParaRPr/>
          </a:p>
          <a:p>
            <a:pPr indent="0" lvl="0" marL="0" rtl="0" algn="l">
              <a:spcBef>
                <a:spcPts val="0"/>
              </a:spcBef>
              <a:spcAft>
                <a:spcPts val="0"/>
              </a:spcAft>
              <a:buClr>
                <a:schemeClr val="dk1"/>
              </a:buClr>
              <a:buSzPts val="1100"/>
              <a:buFont typeface="Arial"/>
              <a:buNone/>
            </a:pPr>
            <a:r>
              <a:rPr lang="en"/>
              <a:t>Mỗi thứ đều có ngôn ngữ độc đáo của riêng mình</a:t>
            </a:r>
            <a:endParaRPr/>
          </a:p>
          <a:p>
            <a:pPr indent="0" lvl="0" marL="0" rtl="0" algn="l">
              <a:spcBef>
                <a:spcPts val="0"/>
              </a:spcBef>
              <a:spcAft>
                <a:spcPts val="0"/>
              </a:spcAft>
              <a:buClr>
                <a:schemeClr val="dk1"/>
              </a:buClr>
              <a:buSzPts val="1100"/>
              <a:buFont typeface="Arial"/>
              <a:buNone/>
            </a:pPr>
            <a:r>
              <a:rPr b="1" lang="en"/>
              <a:t>Tương tác ⇒ dịch giữa các ngôn ngữ</a:t>
            </a:r>
            <a:endParaRPr b="1"/>
          </a:p>
          <a:p>
            <a:pPr indent="0" lvl="0" marL="0" rtl="0" algn="l">
              <a:spcBef>
                <a:spcPts val="0"/>
              </a:spcBef>
              <a:spcAft>
                <a:spcPts val="0"/>
              </a:spcAft>
              <a:buClr>
                <a:schemeClr val="dk1"/>
              </a:buClr>
              <a:buSzPts val="1100"/>
              <a:buFont typeface="Arial"/>
              <a:buNone/>
            </a:pPr>
            <a:r>
              <a:rPr b="1" lang="en"/>
              <a:t>Vấn đề trong tương tác = vấn đề trong bản dịch</a:t>
            </a:r>
            <a:endParaRPr b="1"/>
          </a:p>
          <a:p>
            <a:pPr indent="0" lvl="0" marL="0" rtl="0" algn="l">
              <a:spcBef>
                <a:spcPts val="0"/>
              </a:spcBef>
              <a:spcAft>
                <a:spcPts val="0"/>
              </a:spcAft>
              <a:buNone/>
            </a:pPr>
            <a:r>
              <a:t/>
            </a:r>
            <a:endParaRPr/>
          </a:p>
        </p:txBody>
      </p:sp>
      <p:sp>
        <p:nvSpPr>
          <p:cNvPr id="3293" name="Google Shape;3293;g99335b3a3f_0_12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5" name="Shape 3315"/>
        <p:cNvGrpSpPr/>
        <p:nvPr/>
      </p:nvGrpSpPr>
      <p:grpSpPr>
        <a:xfrm>
          <a:off x="0" y="0"/>
          <a:ext cx="0" cy="0"/>
          <a:chOff x="0" y="0"/>
          <a:chExt cx="0" cy="0"/>
        </a:xfrm>
      </p:grpSpPr>
      <p:sp>
        <p:nvSpPr>
          <p:cNvPr id="3316" name="Google Shape;3316;ga70007918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17" name="Google Shape;3317;ga700079187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
              <a:t>Ý định của người dùng</a:t>
            </a:r>
            <a:endParaRPr/>
          </a:p>
          <a:p>
            <a:pPr indent="457200" lvl="0" marL="0" rtl="0" algn="l">
              <a:spcBef>
                <a:spcPts val="0"/>
              </a:spcBef>
              <a:spcAft>
                <a:spcPts val="0"/>
              </a:spcAft>
              <a:buClr>
                <a:schemeClr val="dk1"/>
              </a:buClr>
              <a:buSzPts val="1100"/>
              <a:buFont typeface="Arial"/>
              <a:buNone/>
            </a:pPr>
            <a:r>
              <a:rPr lang="en"/>
              <a:t>Được dịch thành các hành động tại giao diện</a:t>
            </a:r>
            <a:endParaRPr/>
          </a:p>
          <a:p>
            <a:pPr indent="457200" lvl="0" marL="0" rtl="0" algn="l">
              <a:spcBef>
                <a:spcPts val="0"/>
              </a:spcBef>
              <a:spcAft>
                <a:spcPts val="0"/>
              </a:spcAft>
              <a:buClr>
                <a:schemeClr val="dk1"/>
              </a:buClr>
              <a:buSzPts val="1100"/>
              <a:buFont typeface="Arial"/>
              <a:buNone/>
            </a:pPr>
            <a:r>
              <a:rPr lang="en"/>
              <a:t>Được dịch thành các thay đổi của trạng thái hệ thống</a:t>
            </a:r>
            <a:endParaRPr/>
          </a:p>
          <a:p>
            <a:pPr indent="457200" lvl="0" marL="0" rtl="0" algn="l">
              <a:spcBef>
                <a:spcPts val="0"/>
              </a:spcBef>
              <a:spcAft>
                <a:spcPts val="0"/>
              </a:spcAft>
              <a:buClr>
                <a:schemeClr val="dk1"/>
              </a:buClr>
              <a:buSzPts val="1100"/>
              <a:buFont typeface="Arial"/>
              <a:buNone/>
            </a:pPr>
            <a:r>
              <a:rPr lang="en"/>
              <a:t>Phản ánh trong màn hình đầu ra</a:t>
            </a:r>
            <a:endParaRPr/>
          </a:p>
          <a:p>
            <a:pPr indent="457200" lvl="0" marL="0" rtl="0" algn="l">
              <a:spcBef>
                <a:spcPts val="0"/>
              </a:spcBef>
              <a:spcAft>
                <a:spcPts val="0"/>
              </a:spcAft>
              <a:buClr>
                <a:schemeClr val="dk1"/>
              </a:buClr>
              <a:buSzPts val="1100"/>
              <a:buFont typeface="Arial"/>
              <a:buNone/>
            </a:pPr>
            <a:r>
              <a:rPr lang="en"/>
              <a:t>Người dùng thông dịch</a:t>
            </a:r>
            <a:endParaRPr/>
          </a:p>
          <a:p>
            <a:pPr indent="0" lvl="0" marL="0" rtl="0" algn="l">
              <a:spcBef>
                <a:spcPts val="0"/>
              </a:spcBef>
              <a:spcAft>
                <a:spcPts val="0"/>
              </a:spcAft>
              <a:buClr>
                <a:schemeClr val="dk1"/>
              </a:buClr>
              <a:buSzPts val="1100"/>
              <a:buFont typeface="Arial"/>
              <a:buNone/>
            </a:pPr>
            <a:r>
              <a:rPr lang="en"/>
              <a:t>Khuôn khổ chung để hiểu sự tương tác</a:t>
            </a:r>
            <a:endParaRPr/>
          </a:p>
          <a:p>
            <a:pPr indent="457200" lvl="0" marL="0" rtl="0" algn="l">
              <a:spcBef>
                <a:spcPts val="0"/>
              </a:spcBef>
              <a:spcAft>
                <a:spcPts val="0"/>
              </a:spcAft>
              <a:buClr>
                <a:schemeClr val="dk1"/>
              </a:buClr>
              <a:buSzPts val="1100"/>
              <a:buFont typeface="Arial"/>
              <a:buNone/>
            </a:pPr>
            <a:r>
              <a:rPr lang="en"/>
              <a:t>Không bị hạn chế đối với hệ thống máy tính điện tử</a:t>
            </a:r>
            <a:endParaRPr/>
          </a:p>
          <a:p>
            <a:pPr indent="457200" lvl="0" marL="0" rtl="0" algn="l">
              <a:spcBef>
                <a:spcPts val="0"/>
              </a:spcBef>
              <a:spcAft>
                <a:spcPts val="0"/>
              </a:spcAft>
              <a:buClr>
                <a:schemeClr val="dk1"/>
              </a:buClr>
              <a:buSzPts val="1100"/>
              <a:buFont typeface="Arial"/>
              <a:buNone/>
            </a:pPr>
            <a:r>
              <a:rPr lang="en"/>
              <a:t>Xác định tất cả các thành phần chính liên quan đến tương tác</a:t>
            </a:r>
            <a:endParaRPr/>
          </a:p>
          <a:p>
            <a:pPr indent="457200" lvl="0" marL="0" rtl="0" algn="l">
              <a:spcBef>
                <a:spcPts val="0"/>
              </a:spcBef>
              <a:spcAft>
                <a:spcPts val="0"/>
              </a:spcAft>
              <a:buClr>
                <a:schemeClr val="dk1"/>
              </a:buClr>
              <a:buSzPts val="1100"/>
              <a:buFont typeface="Arial"/>
              <a:buNone/>
            </a:pPr>
            <a:r>
              <a:rPr lang="en"/>
              <a:t>Một sự trừu tượng</a:t>
            </a:r>
            <a:endParaRPr/>
          </a:p>
          <a:p>
            <a:pPr indent="0" lvl="0" marL="0" rtl="0" algn="l">
              <a:spcBef>
                <a:spcPts val="0"/>
              </a:spcBef>
              <a:spcAft>
                <a:spcPts val="0"/>
              </a:spcAft>
              <a:buNone/>
            </a:pPr>
            <a:r>
              <a:t/>
            </a:r>
            <a:endParaRPr/>
          </a:p>
        </p:txBody>
      </p:sp>
      <p:sp>
        <p:nvSpPr>
          <p:cNvPr id="3318" name="Google Shape;3318;ga700079187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3" name="Shape 3323"/>
        <p:cNvGrpSpPr/>
        <p:nvPr/>
      </p:nvGrpSpPr>
      <p:grpSpPr>
        <a:xfrm>
          <a:off x="0" y="0"/>
          <a:ext cx="0" cy="0"/>
          <a:chOff x="0" y="0"/>
          <a:chExt cx="0" cy="0"/>
        </a:xfrm>
      </p:grpSpPr>
      <p:sp>
        <p:nvSpPr>
          <p:cNvPr id="3324" name="Google Shape;3324;g9cade28c2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25" name="Google Shape;3325;g9cade28c26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26" name="Google Shape;3326;g9cade28c26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2" name="Shape 3332"/>
        <p:cNvGrpSpPr/>
        <p:nvPr/>
      </p:nvGrpSpPr>
      <p:grpSpPr>
        <a:xfrm>
          <a:off x="0" y="0"/>
          <a:ext cx="0" cy="0"/>
          <a:chOff x="0" y="0"/>
          <a:chExt cx="0" cy="0"/>
        </a:xfrm>
      </p:grpSpPr>
      <p:sp>
        <p:nvSpPr>
          <p:cNvPr id="3333" name="Google Shape;3333;ga700079187_0_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
              <a:t>“Công thái học (hay yếu tố con người) là ngành khoa học liên quan đến sự hiểu biết về sự tương tác giữa con người và các yếu tố khác của hệ thống, và là ngành nghề áp dụng lý thuyết, nguyên tắc, dữ liệu và phương pháp để thiết kế nhằm tối ưu hóa sức khỏe con người và hiệu suất tổng thể của hệ thống. ”</a:t>
            </a:r>
            <a:endParaRPr/>
          </a:p>
        </p:txBody>
      </p:sp>
      <p:sp>
        <p:nvSpPr>
          <p:cNvPr id="3334" name="Google Shape;3334;ga700079187_0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1" name="Shape 3441"/>
        <p:cNvGrpSpPr/>
        <p:nvPr/>
      </p:nvGrpSpPr>
      <p:grpSpPr>
        <a:xfrm>
          <a:off x="0" y="0"/>
          <a:ext cx="0" cy="0"/>
          <a:chOff x="0" y="0"/>
          <a:chExt cx="0" cy="0"/>
        </a:xfrm>
      </p:grpSpPr>
      <p:sp>
        <p:nvSpPr>
          <p:cNvPr id="3442" name="Google Shape;3442;ga700079187_0_66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
              <a:t>• Nghiên cứu các đặc điểm vật lý</a:t>
            </a:r>
            <a:endParaRPr b="1"/>
          </a:p>
          <a:p>
            <a:pPr indent="0" lvl="0" marL="0" rtl="0" algn="l">
              <a:spcBef>
                <a:spcPts val="0"/>
              </a:spcBef>
              <a:spcAft>
                <a:spcPts val="0"/>
              </a:spcAft>
              <a:buClr>
                <a:schemeClr val="dk1"/>
              </a:buClr>
              <a:buSzPts val="1100"/>
              <a:buFont typeface="Arial"/>
              <a:buNone/>
            </a:pPr>
            <a:r>
              <a:rPr b="1" lang="en"/>
              <a:t>tương tác</a:t>
            </a:r>
            <a:endParaRPr b="1"/>
          </a:p>
          <a:p>
            <a:pPr indent="0" lvl="0" marL="0" rtl="0" algn="l">
              <a:spcBef>
                <a:spcPts val="0"/>
              </a:spcBef>
              <a:spcAft>
                <a:spcPts val="0"/>
              </a:spcAft>
              <a:buClr>
                <a:schemeClr val="dk1"/>
              </a:buClr>
              <a:buSzPts val="1100"/>
              <a:buFont typeface="Arial"/>
              <a:buNone/>
            </a:pPr>
            <a:r>
              <a:rPr b="1" lang="en"/>
              <a:t>• Còn được gọi là yếu tố con người - nhưng điều này cũng có thể được sử dụng để chỉ phần lớn HCI!</a:t>
            </a:r>
            <a:endParaRPr b="1"/>
          </a:p>
          <a:p>
            <a:pPr indent="0" lvl="0" marL="0" rtl="0" algn="l">
              <a:spcBef>
                <a:spcPts val="0"/>
              </a:spcBef>
              <a:spcAft>
                <a:spcPts val="0"/>
              </a:spcAft>
              <a:buClr>
                <a:schemeClr val="dk1"/>
              </a:buClr>
              <a:buSzPts val="1100"/>
              <a:buFont typeface="Arial"/>
              <a:buNone/>
            </a:pPr>
            <a:r>
              <a:rPr b="1" lang="en"/>
              <a:t>• Công thái học giỏi trong việc xác định các tiêu chuẩn và hướng dẫn để hạn chế cách chúng tôi thiết kế các khía cạnh nhất định của hệ thống</a:t>
            </a:r>
            <a:endParaRPr b="1"/>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examples</a:t>
            </a:r>
            <a:endParaRPr/>
          </a:p>
          <a:p>
            <a:pPr indent="0" lvl="0" marL="0" rtl="0" algn="l">
              <a:spcBef>
                <a:spcPts val="0"/>
              </a:spcBef>
              <a:spcAft>
                <a:spcPts val="0"/>
              </a:spcAft>
              <a:buNone/>
            </a:pPr>
            <a:r>
              <a:rPr lang="en"/>
              <a:t>• arrangement of controls and displays</a:t>
            </a:r>
            <a:endParaRPr/>
          </a:p>
          <a:p>
            <a:pPr indent="0" lvl="0" marL="0" rtl="0" algn="l">
              <a:spcBef>
                <a:spcPts val="0"/>
              </a:spcBef>
              <a:spcAft>
                <a:spcPts val="0"/>
              </a:spcAft>
              <a:buClr>
                <a:schemeClr val="dk1"/>
              </a:buClr>
              <a:buSzPts val="1100"/>
              <a:buFont typeface="Arial"/>
              <a:buNone/>
            </a:pPr>
            <a:r>
              <a:rPr lang="en"/>
              <a:t>e.g. controls grouped according to function or</a:t>
            </a:r>
            <a:endParaRPr/>
          </a:p>
          <a:p>
            <a:pPr indent="0" lvl="0" marL="0" rtl="0" algn="l">
              <a:spcBef>
                <a:spcPts val="0"/>
              </a:spcBef>
              <a:spcAft>
                <a:spcPts val="0"/>
              </a:spcAft>
              <a:buClr>
                <a:schemeClr val="dk1"/>
              </a:buClr>
              <a:buSzPts val="1100"/>
              <a:buFont typeface="Arial"/>
              <a:buNone/>
            </a:pPr>
            <a:r>
              <a:rPr lang="en"/>
              <a:t>frequency of use, or sequentially</a:t>
            </a:r>
            <a:endParaRPr/>
          </a:p>
          <a:p>
            <a:pPr indent="0" lvl="0" marL="0" rtl="0" algn="l">
              <a:spcBef>
                <a:spcPts val="0"/>
              </a:spcBef>
              <a:spcAft>
                <a:spcPts val="0"/>
              </a:spcAft>
              <a:buClr>
                <a:schemeClr val="dk1"/>
              </a:buClr>
              <a:buSzPts val="1100"/>
              <a:buFont typeface="Arial"/>
              <a:buNone/>
            </a:pPr>
            <a:r>
              <a:rPr lang="en"/>
              <a:t>• surrounding environment</a:t>
            </a:r>
            <a:endParaRPr/>
          </a:p>
          <a:p>
            <a:pPr indent="0" lvl="0" marL="0" rtl="0" algn="l">
              <a:spcBef>
                <a:spcPts val="0"/>
              </a:spcBef>
              <a:spcAft>
                <a:spcPts val="0"/>
              </a:spcAft>
              <a:buClr>
                <a:schemeClr val="dk1"/>
              </a:buClr>
              <a:buSzPts val="1100"/>
              <a:buFont typeface="Arial"/>
              <a:buNone/>
            </a:pPr>
            <a:r>
              <a:rPr lang="en"/>
              <a:t>e.g. seating arrangements adaptable to cope with all</a:t>
            </a:r>
            <a:endParaRPr/>
          </a:p>
          <a:p>
            <a:pPr indent="0" lvl="0" marL="0" rtl="0" algn="l">
              <a:spcBef>
                <a:spcPts val="0"/>
              </a:spcBef>
              <a:spcAft>
                <a:spcPts val="0"/>
              </a:spcAft>
              <a:buClr>
                <a:schemeClr val="dk1"/>
              </a:buClr>
              <a:buSzPts val="1100"/>
              <a:buFont typeface="Arial"/>
              <a:buNone/>
            </a:pPr>
            <a:r>
              <a:rPr lang="en"/>
              <a:t>sizes of user</a:t>
            </a:r>
            <a:endParaRPr/>
          </a:p>
          <a:p>
            <a:pPr indent="0" lvl="0" marL="0" rtl="0" algn="l">
              <a:spcBef>
                <a:spcPts val="0"/>
              </a:spcBef>
              <a:spcAft>
                <a:spcPts val="0"/>
              </a:spcAft>
              <a:buClr>
                <a:schemeClr val="dk1"/>
              </a:buClr>
              <a:buSzPts val="1100"/>
              <a:buFont typeface="Arial"/>
              <a:buNone/>
            </a:pPr>
            <a:r>
              <a:rPr lang="en"/>
              <a:t>• health issues</a:t>
            </a:r>
            <a:endParaRPr/>
          </a:p>
          <a:p>
            <a:pPr indent="0" lvl="0" marL="0" rtl="0" algn="l">
              <a:spcBef>
                <a:spcPts val="0"/>
              </a:spcBef>
              <a:spcAft>
                <a:spcPts val="0"/>
              </a:spcAft>
              <a:buClr>
                <a:schemeClr val="dk1"/>
              </a:buClr>
              <a:buSzPts val="1100"/>
              <a:buFont typeface="Arial"/>
              <a:buNone/>
            </a:pPr>
            <a:r>
              <a:rPr lang="en"/>
              <a:t>e.g. physical position, environmental conditions</a:t>
            </a:r>
            <a:endParaRPr/>
          </a:p>
          <a:p>
            <a:pPr indent="0" lvl="0" marL="0" rtl="0" algn="l">
              <a:spcBef>
                <a:spcPts val="0"/>
              </a:spcBef>
              <a:spcAft>
                <a:spcPts val="0"/>
              </a:spcAft>
              <a:buClr>
                <a:schemeClr val="dk1"/>
              </a:buClr>
              <a:buSzPts val="1100"/>
              <a:buFont typeface="Arial"/>
              <a:buNone/>
            </a:pPr>
            <a:r>
              <a:rPr lang="en"/>
              <a:t>(temperature, humidity), lighting, noise,</a:t>
            </a:r>
            <a:endParaRPr/>
          </a:p>
          <a:p>
            <a:pPr indent="0" lvl="0" marL="0" rtl="0" algn="l">
              <a:spcBef>
                <a:spcPts val="0"/>
              </a:spcBef>
              <a:spcAft>
                <a:spcPts val="0"/>
              </a:spcAft>
              <a:buClr>
                <a:schemeClr val="dk1"/>
              </a:buClr>
              <a:buSzPts val="1100"/>
              <a:buFont typeface="Arial"/>
              <a:buNone/>
            </a:pPr>
            <a:r>
              <a:rPr lang="en"/>
              <a:t>• use of colour</a:t>
            </a:r>
            <a:endParaRPr/>
          </a:p>
          <a:p>
            <a:pPr indent="0" lvl="0" marL="0" rtl="0" algn="l">
              <a:spcBef>
                <a:spcPts val="0"/>
              </a:spcBef>
              <a:spcAft>
                <a:spcPts val="0"/>
              </a:spcAft>
              <a:buClr>
                <a:schemeClr val="dk1"/>
              </a:buClr>
              <a:buSzPts val="1100"/>
              <a:buFont typeface="Arial"/>
              <a:buNone/>
            </a:pPr>
            <a:r>
              <a:rPr lang="en"/>
              <a:t>e.g. use of red for warning, green for okay,</a:t>
            </a:r>
            <a:endParaRPr/>
          </a:p>
          <a:p>
            <a:pPr indent="0" lvl="0" marL="0" rtl="0" algn="l">
              <a:spcBef>
                <a:spcPts val="0"/>
              </a:spcBef>
              <a:spcAft>
                <a:spcPts val="0"/>
              </a:spcAft>
              <a:buClr>
                <a:schemeClr val="dk1"/>
              </a:buClr>
              <a:buSzPts val="1100"/>
              <a:buFont typeface="Arial"/>
              <a:buNone/>
            </a:pPr>
            <a:r>
              <a:rPr lang="en"/>
              <a:t>awareness of colour-blindness etc.</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3443" name="Google Shape;3443;ga700079187_0_6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2" name="Shape 3472"/>
        <p:cNvGrpSpPr/>
        <p:nvPr/>
      </p:nvGrpSpPr>
      <p:grpSpPr>
        <a:xfrm>
          <a:off x="0" y="0"/>
          <a:ext cx="0" cy="0"/>
          <a:chOff x="0" y="0"/>
          <a:chExt cx="0" cy="0"/>
        </a:xfrm>
      </p:grpSpPr>
      <p:sp>
        <p:nvSpPr>
          <p:cNvPr id="3473" name="Google Shape;3473;ga700079187_0_5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74" name="Google Shape;3474;ga700079187_0_57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5" name="Google Shape;3475;ga700079187_0_57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3" name="Shape 3513"/>
        <p:cNvGrpSpPr/>
        <p:nvPr/>
      </p:nvGrpSpPr>
      <p:grpSpPr>
        <a:xfrm>
          <a:off x="0" y="0"/>
          <a:ext cx="0" cy="0"/>
          <a:chOff x="0" y="0"/>
          <a:chExt cx="0" cy="0"/>
        </a:xfrm>
      </p:grpSpPr>
      <p:sp>
        <p:nvSpPr>
          <p:cNvPr id="3514" name="Google Shape;3514;ga700079187_0_3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515" name="Google Shape;3515;ga700079187_0_3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6" name="Google Shape;3516;ga700079187_0_32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7" name="Shape 3557"/>
        <p:cNvGrpSpPr/>
        <p:nvPr/>
      </p:nvGrpSpPr>
      <p:grpSpPr>
        <a:xfrm>
          <a:off x="0" y="0"/>
          <a:ext cx="0" cy="0"/>
          <a:chOff x="0" y="0"/>
          <a:chExt cx="0" cy="0"/>
        </a:xfrm>
      </p:grpSpPr>
      <p:sp>
        <p:nvSpPr>
          <p:cNvPr id="3558" name="Google Shape;3558;ga700079187_0_6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559" name="Google Shape;3559;ga700079187_0_6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0" name="Google Shape;3560;ga700079187_0_61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4" name="Shape 3604"/>
        <p:cNvGrpSpPr/>
        <p:nvPr/>
      </p:nvGrpSpPr>
      <p:grpSpPr>
        <a:xfrm>
          <a:off x="0" y="0"/>
          <a:ext cx="0" cy="0"/>
          <a:chOff x="0" y="0"/>
          <a:chExt cx="0" cy="0"/>
        </a:xfrm>
      </p:grpSpPr>
      <p:sp>
        <p:nvSpPr>
          <p:cNvPr id="3605" name="Google Shape;3605;ga700079187_0_8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606" name="Google Shape;3606;ga700079187_0_8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7" name="Google Shape;3607;ga700079187_0_82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9" name="Shape 3629"/>
        <p:cNvGrpSpPr/>
        <p:nvPr/>
      </p:nvGrpSpPr>
      <p:grpSpPr>
        <a:xfrm>
          <a:off x="0" y="0"/>
          <a:ext cx="0" cy="0"/>
          <a:chOff x="0" y="0"/>
          <a:chExt cx="0" cy="0"/>
        </a:xfrm>
      </p:grpSpPr>
      <p:sp>
        <p:nvSpPr>
          <p:cNvPr id="3630" name="Google Shape;3630;ga700079187_0_107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1" name="Google Shape;3631;ga700079187_0_10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3" name="Shape 3663"/>
        <p:cNvGrpSpPr/>
        <p:nvPr/>
      </p:nvGrpSpPr>
      <p:grpSpPr>
        <a:xfrm>
          <a:off x="0" y="0"/>
          <a:ext cx="0" cy="0"/>
          <a:chOff x="0" y="0"/>
          <a:chExt cx="0" cy="0"/>
        </a:xfrm>
      </p:grpSpPr>
      <p:sp>
        <p:nvSpPr>
          <p:cNvPr id="3664" name="Google Shape;3664;ga700079187_0_12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5" name="Google Shape;3665;ga700079187_0_12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8" name="Shape 3698"/>
        <p:cNvGrpSpPr/>
        <p:nvPr/>
      </p:nvGrpSpPr>
      <p:grpSpPr>
        <a:xfrm>
          <a:off x="0" y="0"/>
          <a:ext cx="0" cy="0"/>
          <a:chOff x="0" y="0"/>
          <a:chExt cx="0" cy="0"/>
        </a:xfrm>
      </p:grpSpPr>
      <p:sp>
        <p:nvSpPr>
          <p:cNvPr id="3699" name="Google Shape;3699;ga700079187_0_128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00" name="Google Shape;3700;ga700079187_0_12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3" name="Shape 3733"/>
        <p:cNvGrpSpPr/>
        <p:nvPr/>
      </p:nvGrpSpPr>
      <p:grpSpPr>
        <a:xfrm>
          <a:off x="0" y="0"/>
          <a:ext cx="0" cy="0"/>
          <a:chOff x="0" y="0"/>
          <a:chExt cx="0" cy="0"/>
        </a:xfrm>
      </p:grpSpPr>
      <p:sp>
        <p:nvSpPr>
          <p:cNvPr id="3734" name="Google Shape;3734;ga700079187_0_118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35" name="Google Shape;3735;ga700079187_0_11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7" name="Shape 3767"/>
        <p:cNvGrpSpPr/>
        <p:nvPr/>
      </p:nvGrpSpPr>
      <p:grpSpPr>
        <a:xfrm>
          <a:off x="0" y="0"/>
          <a:ext cx="0" cy="0"/>
          <a:chOff x="0" y="0"/>
          <a:chExt cx="0" cy="0"/>
        </a:xfrm>
      </p:grpSpPr>
      <p:sp>
        <p:nvSpPr>
          <p:cNvPr id="3768" name="Google Shape;3768;ga700079187_0_139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9" name="Google Shape;3769;ga700079187_0_13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2" name="Shape 3802"/>
        <p:cNvGrpSpPr/>
        <p:nvPr/>
      </p:nvGrpSpPr>
      <p:grpSpPr>
        <a:xfrm>
          <a:off x="0" y="0"/>
          <a:ext cx="0" cy="0"/>
          <a:chOff x="0" y="0"/>
          <a:chExt cx="0" cy="0"/>
        </a:xfrm>
      </p:grpSpPr>
      <p:sp>
        <p:nvSpPr>
          <p:cNvPr id="3803" name="Google Shape;3803;ga700079187_0_142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4" name="Google Shape;3804;ga700079187_0_14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8" name="Shape 3878"/>
        <p:cNvGrpSpPr/>
        <p:nvPr/>
      </p:nvGrpSpPr>
      <p:grpSpPr>
        <a:xfrm>
          <a:off x="0" y="0"/>
          <a:ext cx="0" cy="0"/>
          <a:chOff x="0" y="0"/>
          <a:chExt cx="0" cy="0"/>
        </a:xfrm>
      </p:grpSpPr>
      <p:sp>
        <p:nvSpPr>
          <p:cNvPr id="3879" name="Google Shape;3879;ga700079187_0_167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80" name="Google Shape;3880;ga700079187_0_16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5" name="Shape 3965"/>
        <p:cNvGrpSpPr/>
        <p:nvPr/>
      </p:nvGrpSpPr>
      <p:grpSpPr>
        <a:xfrm>
          <a:off x="0" y="0"/>
          <a:ext cx="0" cy="0"/>
          <a:chOff x="0" y="0"/>
          <a:chExt cx="0" cy="0"/>
        </a:xfrm>
      </p:grpSpPr>
      <p:sp>
        <p:nvSpPr>
          <p:cNvPr id="3966" name="Google Shape;3966;g99335b3a3f_0_14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7" name="Google Shape;3967;g99335b3a3f_0_1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7" name="Shape 4117"/>
        <p:cNvGrpSpPr/>
        <p:nvPr/>
      </p:nvGrpSpPr>
      <p:grpSpPr>
        <a:xfrm>
          <a:off x="0" y="0"/>
          <a:ext cx="0" cy="0"/>
          <a:chOff x="0" y="0"/>
          <a:chExt cx="0" cy="0"/>
        </a:xfrm>
      </p:grpSpPr>
      <p:sp>
        <p:nvSpPr>
          <p:cNvPr id="4118" name="Google Shape;4118;ga700079187_0_18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119" name="Google Shape;4119;ga700079187_0_184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
              <a:t>A computer system is made up of various elements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Each of these elements affects the interaction</a:t>
            </a:r>
            <a:endParaRPr/>
          </a:p>
          <a:p>
            <a:pPr indent="-317500" lvl="0" marL="457200" rtl="0" algn="l">
              <a:spcBef>
                <a:spcPts val="0"/>
              </a:spcBef>
              <a:spcAft>
                <a:spcPts val="0"/>
              </a:spcAft>
              <a:buSzPts val="1400"/>
              <a:buChar char="-"/>
            </a:pPr>
            <a:r>
              <a:rPr lang="en"/>
              <a:t>Input devices : text entry and pointing</a:t>
            </a:r>
            <a:endParaRPr/>
          </a:p>
          <a:p>
            <a:pPr indent="-317500" lvl="0" marL="457200" rtl="0" algn="l">
              <a:spcBef>
                <a:spcPts val="0"/>
              </a:spcBef>
              <a:spcAft>
                <a:spcPts val="0"/>
              </a:spcAft>
              <a:buSzPts val="1400"/>
              <a:buChar char="-"/>
            </a:pPr>
            <a:r>
              <a:rPr lang="en"/>
              <a:t>Output devices : screen (small &amp; large), digital paper</a:t>
            </a:r>
            <a:endParaRPr/>
          </a:p>
          <a:p>
            <a:pPr indent="-317500" lvl="0" marL="457200" rtl="0" algn="l">
              <a:spcBef>
                <a:spcPts val="0"/>
              </a:spcBef>
              <a:spcAft>
                <a:spcPts val="0"/>
              </a:spcAft>
              <a:buSzPts val="1400"/>
              <a:buChar char="-"/>
            </a:pPr>
            <a:r>
              <a:rPr lang="en"/>
              <a:t>Virtual reality : speacial interaction and display devices</a:t>
            </a:r>
            <a:endParaRPr/>
          </a:p>
          <a:p>
            <a:pPr indent="-317500" lvl="0" marL="457200" rtl="0" algn="l">
              <a:spcBef>
                <a:spcPts val="0"/>
              </a:spcBef>
              <a:spcAft>
                <a:spcPts val="0"/>
              </a:spcAft>
              <a:buSzPts val="1400"/>
              <a:buChar char="-"/>
            </a:pPr>
            <a:r>
              <a:rPr lang="en"/>
              <a:t>Physical interaction : sound, haptic, bio-sensing</a:t>
            </a:r>
            <a:endParaRPr/>
          </a:p>
          <a:p>
            <a:pPr indent="-317500" lvl="0" marL="457200" rtl="0" algn="l">
              <a:spcBef>
                <a:spcPts val="0"/>
              </a:spcBef>
              <a:spcAft>
                <a:spcPts val="0"/>
              </a:spcAft>
              <a:buSzPts val="1400"/>
              <a:buChar char="-"/>
            </a:pPr>
            <a:r>
              <a:rPr lang="en"/>
              <a:t>Paper : as output (print) and input (scan)</a:t>
            </a:r>
            <a:endParaRPr/>
          </a:p>
          <a:p>
            <a:pPr indent="-317500" lvl="0" marL="457200" rtl="0" algn="l">
              <a:spcBef>
                <a:spcPts val="0"/>
              </a:spcBef>
              <a:spcAft>
                <a:spcPts val="0"/>
              </a:spcAft>
              <a:buSzPts val="1400"/>
              <a:buChar char="-"/>
            </a:pPr>
            <a:r>
              <a:rPr lang="en"/>
              <a:t>Memory : RAM &amp; permanent media, capacity &amp; access</a:t>
            </a:r>
            <a:endParaRPr/>
          </a:p>
          <a:p>
            <a:pPr indent="-317500" lvl="0" marL="457200" rtl="0" algn="l">
              <a:spcBef>
                <a:spcPts val="0"/>
              </a:spcBef>
              <a:spcAft>
                <a:spcPts val="0"/>
              </a:spcAft>
              <a:buSzPts val="1400"/>
              <a:buChar char="-"/>
            </a:pPr>
            <a:r>
              <a:rPr lang="en"/>
              <a:t>Processing : speed of processing, networks</a:t>
            </a:r>
            <a:endParaRPr/>
          </a:p>
        </p:txBody>
      </p:sp>
      <p:sp>
        <p:nvSpPr>
          <p:cNvPr id="4120" name="Google Shape;4120;ga700079187_0_184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4" name="Shape 4124"/>
        <p:cNvGrpSpPr/>
        <p:nvPr/>
      </p:nvGrpSpPr>
      <p:grpSpPr>
        <a:xfrm>
          <a:off x="0" y="0"/>
          <a:ext cx="0" cy="0"/>
          <a:chOff x="0" y="0"/>
          <a:chExt cx="0" cy="0"/>
        </a:xfrm>
      </p:grpSpPr>
      <p:sp>
        <p:nvSpPr>
          <p:cNvPr id="4125" name="Google Shape;4125;ga700079187_0_18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126" name="Google Shape;4126;ga700079187_0_186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27" name="Google Shape;4127;ga700079187_0_186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1" name="Shape 4131"/>
        <p:cNvGrpSpPr/>
        <p:nvPr/>
      </p:nvGrpSpPr>
      <p:grpSpPr>
        <a:xfrm>
          <a:off x="0" y="0"/>
          <a:ext cx="0" cy="0"/>
          <a:chOff x="0" y="0"/>
          <a:chExt cx="0" cy="0"/>
        </a:xfrm>
      </p:grpSpPr>
      <p:sp>
        <p:nvSpPr>
          <p:cNvPr id="4132" name="Google Shape;4132;g100f7ee49a4_1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133" name="Google Shape;4133;g100f7ee49a4_1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34" name="Google Shape;4134;g100f7ee49a4_1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8" name="Shape 4138"/>
        <p:cNvGrpSpPr/>
        <p:nvPr/>
      </p:nvGrpSpPr>
      <p:grpSpPr>
        <a:xfrm>
          <a:off x="0" y="0"/>
          <a:ext cx="0" cy="0"/>
          <a:chOff x="0" y="0"/>
          <a:chExt cx="0" cy="0"/>
        </a:xfrm>
      </p:grpSpPr>
      <p:sp>
        <p:nvSpPr>
          <p:cNvPr id="4139" name="Google Shape;4139;ga700079187_0_18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140" name="Google Shape;4140;ga700079187_0_187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41" name="Google Shape;4141;ga700079187_0_187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5" name="Shape 4145"/>
        <p:cNvGrpSpPr/>
        <p:nvPr/>
      </p:nvGrpSpPr>
      <p:grpSpPr>
        <a:xfrm>
          <a:off x="0" y="0"/>
          <a:ext cx="0" cy="0"/>
          <a:chOff x="0" y="0"/>
          <a:chExt cx="0" cy="0"/>
        </a:xfrm>
      </p:grpSpPr>
      <p:sp>
        <p:nvSpPr>
          <p:cNvPr id="4146" name="Google Shape;4146;ga700079187_0_18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147" name="Google Shape;4147;ga700079187_0_188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48" name="Google Shape;4148;ga700079187_0_188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2" name="Shape 4152"/>
        <p:cNvGrpSpPr/>
        <p:nvPr/>
      </p:nvGrpSpPr>
      <p:grpSpPr>
        <a:xfrm>
          <a:off x="0" y="0"/>
          <a:ext cx="0" cy="0"/>
          <a:chOff x="0" y="0"/>
          <a:chExt cx="0" cy="0"/>
        </a:xfrm>
      </p:grpSpPr>
      <p:sp>
        <p:nvSpPr>
          <p:cNvPr id="4153" name="Google Shape;4153;ga700079187_0_18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154" name="Google Shape;4154;ga700079187_0_189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5" name="Google Shape;4155;ga700079187_0_189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9" name="Shape 4159"/>
        <p:cNvGrpSpPr/>
        <p:nvPr/>
      </p:nvGrpSpPr>
      <p:grpSpPr>
        <a:xfrm>
          <a:off x="0" y="0"/>
          <a:ext cx="0" cy="0"/>
          <a:chOff x="0" y="0"/>
          <a:chExt cx="0" cy="0"/>
        </a:xfrm>
      </p:grpSpPr>
      <p:sp>
        <p:nvSpPr>
          <p:cNvPr id="4160" name="Google Shape;4160;g100f7ee49a4_1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161" name="Google Shape;4161;g100f7ee49a4_1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62" name="Google Shape;4162;g100f7ee49a4_1_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6" name="Shape 4166"/>
        <p:cNvGrpSpPr/>
        <p:nvPr/>
      </p:nvGrpSpPr>
      <p:grpSpPr>
        <a:xfrm>
          <a:off x="0" y="0"/>
          <a:ext cx="0" cy="0"/>
          <a:chOff x="0" y="0"/>
          <a:chExt cx="0" cy="0"/>
        </a:xfrm>
      </p:grpSpPr>
      <p:sp>
        <p:nvSpPr>
          <p:cNvPr id="4167" name="Google Shape;4167;ga700079187_0_18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168" name="Google Shape;4168;ga700079187_0_189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69" name="Google Shape;4169;ga700079187_0_189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4" name="Shape 4174"/>
        <p:cNvGrpSpPr/>
        <p:nvPr/>
      </p:nvGrpSpPr>
      <p:grpSpPr>
        <a:xfrm>
          <a:off x="0" y="0"/>
          <a:ext cx="0" cy="0"/>
          <a:chOff x="0" y="0"/>
          <a:chExt cx="0" cy="0"/>
        </a:xfrm>
      </p:grpSpPr>
      <p:sp>
        <p:nvSpPr>
          <p:cNvPr id="4175" name="Google Shape;4175;ga700079187_0_19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176" name="Google Shape;4176;ga700079187_0_190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77" name="Google Shape;4177;ga700079187_0_190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1" name="Shape 4181"/>
        <p:cNvGrpSpPr/>
        <p:nvPr/>
      </p:nvGrpSpPr>
      <p:grpSpPr>
        <a:xfrm>
          <a:off x="0" y="0"/>
          <a:ext cx="0" cy="0"/>
          <a:chOff x="0" y="0"/>
          <a:chExt cx="0" cy="0"/>
        </a:xfrm>
      </p:grpSpPr>
      <p:sp>
        <p:nvSpPr>
          <p:cNvPr id="4182" name="Google Shape;4182;ga700079187_0_19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183" name="Google Shape;4183;ga700079187_0_19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84" name="Google Shape;4184;ga700079187_0_191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0" name="Shape 4190"/>
        <p:cNvGrpSpPr/>
        <p:nvPr/>
      </p:nvGrpSpPr>
      <p:grpSpPr>
        <a:xfrm>
          <a:off x="0" y="0"/>
          <a:ext cx="0" cy="0"/>
          <a:chOff x="0" y="0"/>
          <a:chExt cx="0" cy="0"/>
        </a:xfrm>
      </p:grpSpPr>
      <p:sp>
        <p:nvSpPr>
          <p:cNvPr id="4191" name="Google Shape;4191;g100f7ee49a4_1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192" name="Google Shape;4192;g100f7ee49a4_1_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93" name="Google Shape;4193;g100f7ee49a4_1_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9" name="Shape 4199"/>
        <p:cNvGrpSpPr/>
        <p:nvPr/>
      </p:nvGrpSpPr>
      <p:grpSpPr>
        <a:xfrm>
          <a:off x="0" y="0"/>
          <a:ext cx="0" cy="0"/>
          <a:chOff x="0" y="0"/>
          <a:chExt cx="0" cy="0"/>
        </a:xfrm>
      </p:grpSpPr>
      <p:sp>
        <p:nvSpPr>
          <p:cNvPr id="4200" name="Google Shape;4200;ga700079187_0_19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201" name="Google Shape;4201;ga700079187_0_19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02" name="Google Shape;4202;ga700079187_0_192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6" name="Shape 4206"/>
        <p:cNvGrpSpPr/>
        <p:nvPr/>
      </p:nvGrpSpPr>
      <p:grpSpPr>
        <a:xfrm>
          <a:off x="0" y="0"/>
          <a:ext cx="0" cy="0"/>
          <a:chOff x="0" y="0"/>
          <a:chExt cx="0" cy="0"/>
        </a:xfrm>
      </p:grpSpPr>
      <p:sp>
        <p:nvSpPr>
          <p:cNvPr id="4207" name="Google Shape;4207;ga700079187_0_19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208" name="Google Shape;4208;ga700079187_0_193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09" name="Google Shape;4209;ga700079187_0_193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3" name="Shape 4213"/>
        <p:cNvGrpSpPr/>
        <p:nvPr/>
      </p:nvGrpSpPr>
      <p:grpSpPr>
        <a:xfrm>
          <a:off x="0" y="0"/>
          <a:ext cx="0" cy="0"/>
          <a:chOff x="0" y="0"/>
          <a:chExt cx="0" cy="0"/>
        </a:xfrm>
      </p:grpSpPr>
      <p:sp>
        <p:nvSpPr>
          <p:cNvPr id="4214" name="Google Shape;4214;ga700079187_0_19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215" name="Google Shape;4215;ga700079187_0_194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16" name="Google Shape;4216;ga700079187_0_194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2" name="Shape 4222"/>
        <p:cNvGrpSpPr/>
        <p:nvPr/>
      </p:nvGrpSpPr>
      <p:grpSpPr>
        <a:xfrm>
          <a:off x="0" y="0"/>
          <a:ext cx="0" cy="0"/>
          <a:chOff x="0" y="0"/>
          <a:chExt cx="0" cy="0"/>
        </a:xfrm>
      </p:grpSpPr>
      <p:sp>
        <p:nvSpPr>
          <p:cNvPr id="4223" name="Google Shape;4223;ga700079187_0_19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224" name="Google Shape;4224;ga700079187_0_196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25" name="Google Shape;4225;ga700079187_0_196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1" name="Shape 4231"/>
        <p:cNvGrpSpPr/>
        <p:nvPr/>
      </p:nvGrpSpPr>
      <p:grpSpPr>
        <a:xfrm>
          <a:off x="0" y="0"/>
          <a:ext cx="0" cy="0"/>
          <a:chOff x="0" y="0"/>
          <a:chExt cx="0" cy="0"/>
        </a:xfrm>
      </p:grpSpPr>
      <p:sp>
        <p:nvSpPr>
          <p:cNvPr id="4232" name="Google Shape;4232;ga700079187_0_19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233" name="Google Shape;4233;ga700079187_0_197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34" name="Google Shape;4234;ga700079187_0_197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1" name="Shape 4241"/>
        <p:cNvGrpSpPr/>
        <p:nvPr/>
      </p:nvGrpSpPr>
      <p:grpSpPr>
        <a:xfrm>
          <a:off x="0" y="0"/>
          <a:ext cx="0" cy="0"/>
          <a:chOff x="0" y="0"/>
          <a:chExt cx="0" cy="0"/>
        </a:xfrm>
      </p:grpSpPr>
      <p:sp>
        <p:nvSpPr>
          <p:cNvPr id="4242" name="Google Shape;4242;ga700079187_0_19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243" name="Google Shape;4243;ga700079187_0_198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44" name="Google Shape;4244;ga700079187_0_198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1" name="Shape 4251"/>
        <p:cNvGrpSpPr/>
        <p:nvPr/>
      </p:nvGrpSpPr>
      <p:grpSpPr>
        <a:xfrm>
          <a:off x="0" y="0"/>
          <a:ext cx="0" cy="0"/>
          <a:chOff x="0" y="0"/>
          <a:chExt cx="0" cy="0"/>
        </a:xfrm>
      </p:grpSpPr>
      <p:sp>
        <p:nvSpPr>
          <p:cNvPr id="4252" name="Google Shape;4252;ga700079187_0_19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253" name="Google Shape;4253;ga700079187_0_199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54" name="Google Shape;4254;ga700079187_0_199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0" name="Shape 4260"/>
        <p:cNvGrpSpPr/>
        <p:nvPr/>
      </p:nvGrpSpPr>
      <p:grpSpPr>
        <a:xfrm>
          <a:off x="0" y="0"/>
          <a:ext cx="0" cy="0"/>
          <a:chOff x="0" y="0"/>
          <a:chExt cx="0" cy="0"/>
        </a:xfrm>
      </p:grpSpPr>
      <p:sp>
        <p:nvSpPr>
          <p:cNvPr id="4261" name="Google Shape;4261;ga700079187_0_20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262" name="Google Shape;4262;ga700079187_0_200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63" name="Google Shape;4263;ga700079187_0_200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9" name="Shape 4269"/>
        <p:cNvGrpSpPr/>
        <p:nvPr/>
      </p:nvGrpSpPr>
      <p:grpSpPr>
        <a:xfrm>
          <a:off x="0" y="0"/>
          <a:ext cx="0" cy="0"/>
          <a:chOff x="0" y="0"/>
          <a:chExt cx="0" cy="0"/>
        </a:xfrm>
      </p:grpSpPr>
      <p:sp>
        <p:nvSpPr>
          <p:cNvPr id="4270" name="Google Shape;4270;ga700079187_0_20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271" name="Google Shape;4271;ga700079187_0_20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72" name="Google Shape;4272;ga700079187_0_201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8" name="Shape 4278"/>
        <p:cNvGrpSpPr/>
        <p:nvPr/>
      </p:nvGrpSpPr>
      <p:grpSpPr>
        <a:xfrm>
          <a:off x="0" y="0"/>
          <a:ext cx="0" cy="0"/>
          <a:chOff x="0" y="0"/>
          <a:chExt cx="0" cy="0"/>
        </a:xfrm>
      </p:grpSpPr>
      <p:sp>
        <p:nvSpPr>
          <p:cNvPr id="4279" name="Google Shape;4279;ga700079187_0_20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280" name="Google Shape;4280;ga700079187_0_203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81" name="Google Shape;4281;ga700079187_0_203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8" name="Shape 4288"/>
        <p:cNvGrpSpPr/>
        <p:nvPr/>
      </p:nvGrpSpPr>
      <p:grpSpPr>
        <a:xfrm>
          <a:off x="0" y="0"/>
          <a:ext cx="0" cy="0"/>
          <a:chOff x="0" y="0"/>
          <a:chExt cx="0" cy="0"/>
        </a:xfrm>
      </p:grpSpPr>
      <p:sp>
        <p:nvSpPr>
          <p:cNvPr id="4289" name="Google Shape;4289;ga700079187_0_20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290" name="Google Shape;4290;ga700079187_0_204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91" name="Google Shape;4291;ga700079187_0_204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7" name="Shape 4297"/>
        <p:cNvGrpSpPr/>
        <p:nvPr/>
      </p:nvGrpSpPr>
      <p:grpSpPr>
        <a:xfrm>
          <a:off x="0" y="0"/>
          <a:ext cx="0" cy="0"/>
          <a:chOff x="0" y="0"/>
          <a:chExt cx="0" cy="0"/>
        </a:xfrm>
      </p:grpSpPr>
      <p:sp>
        <p:nvSpPr>
          <p:cNvPr id="4298" name="Google Shape;4298;ga700079187_0_20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299" name="Google Shape;4299;ga700079187_0_205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00" name="Google Shape;4300;ga700079187_0_205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6" name="Shape 4306"/>
        <p:cNvGrpSpPr/>
        <p:nvPr/>
      </p:nvGrpSpPr>
      <p:grpSpPr>
        <a:xfrm>
          <a:off x="0" y="0"/>
          <a:ext cx="0" cy="0"/>
          <a:chOff x="0" y="0"/>
          <a:chExt cx="0" cy="0"/>
        </a:xfrm>
      </p:grpSpPr>
      <p:sp>
        <p:nvSpPr>
          <p:cNvPr id="4307" name="Google Shape;4307;ga700079187_0_20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308" name="Google Shape;4308;ga700079187_0_206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09" name="Google Shape;4309;ga700079187_0_206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5" name="Shape 4315"/>
        <p:cNvGrpSpPr/>
        <p:nvPr/>
      </p:nvGrpSpPr>
      <p:grpSpPr>
        <a:xfrm>
          <a:off x="0" y="0"/>
          <a:ext cx="0" cy="0"/>
          <a:chOff x="0" y="0"/>
          <a:chExt cx="0" cy="0"/>
        </a:xfrm>
      </p:grpSpPr>
      <p:sp>
        <p:nvSpPr>
          <p:cNvPr id="4316" name="Google Shape;4316;ga700079187_0_20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317" name="Google Shape;4317;ga700079187_0_207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solidFill>
                <a:srgbClr val="222222"/>
              </a:solidFill>
              <a:highlight>
                <a:srgbClr val="FFFFFF"/>
              </a:highlight>
              <a:latin typeface="Arial"/>
              <a:ea typeface="Arial"/>
              <a:cs typeface="Arial"/>
              <a:sym typeface="Arial"/>
            </a:endParaRPr>
          </a:p>
        </p:txBody>
      </p:sp>
      <p:sp>
        <p:nvSpPr>
          <p:cNvPr id="4318" name="Google Shape;4318;ga700079187_0_207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1" name="Shape 4541"/>
        <p:cNvGrpSpPr/>
        <p:nvPr/>
      </p:nvGrpSpPr>
      <p:grpSpPr>
        <a:xfrm>
          <a:off x="0" y="0"/>
          <a:ext cx="0" cy="0"/>
          <a:chOff x="0" y="0"/>
          <a:chExt cx="0" cy="0"/>
        </a:xfrm>
      </p:grpSpPr>
      <p:sp>
        <p:nvSpPr>
          <p:cNvPr id="4542" name="Google Shape;4542;ga700079187_0_23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543" name="Google Shape;4543;ga700079187_0_230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44" name="Google Shape;4544;ga700079187_0_230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8" name="Shape 4548"/>
        <p:cNvGrpSpPr/>
        <p:nvPr/>
      </p:nvGrpSpPr>
      <p:grpSpPr>
        <a:xfrm>
          <a:off x="0" y="0"/>
          <a:ext cx="0" cy="0"/>
          <a:chOff x="0" y="0"/>
          <a:chExt cx="0" cy="0"/>
        </a:xfrm>
      </p:grpSpPr>
      <p:sp>
        <p:nvSpPr>
          <p:cNvPr id="4549" name="Google Shape;4549;ga700079187_0_23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550" name="Google Shape;4550;ga700079187_0_23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51" name="Google Shape;4551;ga700079187_0_23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5" name="Shape 4555"/>
        <p:cNvGrpSpPr/>
        <p:nvPr/>
      </p:nvGrpSpPr>
      <p:grpSpPr>
        <a:xfrm>
          <a:off x="0" y="0"/>
          <a:ext cx="0" cy="0"/>
          <a:chOff x="0" y="0"/>
          <a:chExt cx="0" cy="0"/>
        </a:xfrm>
      </p:grpSpPr>
      <p:sp>
        <p:nvSpPr>
          <p:cNvPr id="4556" name="Google Shape;4556;ga700079187_0_23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557" name="Google Shape;4557;ga700079187_0_23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58" name="Google Shape;4558;ga700079187_0_232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2" name="Shape 4562"/>
        <p:cNvGrpSpPr/>
        <p:nvPr/>
      </p:nvGrpSpPr>
      <p:grpSpPr>
        <a:xfrm>
          <a:off x="0" y="0"/>
          <a:ext cx="0" cy="0"/>
          <a:chOff x="0" y="0"/>
          <a:chExt cx="0" cy="0"/>
        </a:xfrm>
      </p:grpSpPr>
      <p:sp>
        <p:nvSpPr>
          <p:cNvPr id="4563" name="Google Shape;4563;ga700079187_0_23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564" name="Google Shape;4564;ga700079187_0_233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65" name="Google Shape;4565;ga700079187_0_233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0" name="Shape 4570"/>
        <p:cNvGrpSpPr/>
        <p:nvPr/>
      </p:nvGrpSpPr>
      <p:grpSpPr>
        <a:xfrm>
          <a:off x="0" y="0"/>
          <a:ext cx="0" cy="0"/>
          <a:chOff x="0" y="0"/>
          <a:chExt cx="0" cy="0"/>
        </a:xfrm>
      </p:grpSpPr>
      <p:sp>
        <p:nvSpPr>
          <p:cNvPr id="4571" name="Google Shape;4571;ga700079187_0_23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572" name="Google Shape;4572;ga700079187_0_234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73" name="Google Shape;4573;ga700079187_0_234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7" name="Shape 4577"/>
        <p:cNvGrpSpPr/>
        <p:nvPr/>
      </p:nvGrpSpPr>
      <p:grpSpPr>
        <a:xfrm>
          <a:off x="0" y="0"/>
          <a:ext cx="0" cy="0"/>
          <a:chOff x="0" y="0"/>
          <a:chExt cx="0" cy="0"/>
        </a:xfrm>
      </p:grpSpPr>
      <p:sp>
        <p:nvSpPr>
          <p:cNvPr id="4578" name="Google Shape;4578;ga700079187_0_23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579" name="Google Shape;4579;ga700079187_0_235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solidFill>
                <a:srgbClr val="222222"/>
              </a:solidFill>
              <a:highlight>
                <a:srgbClr val="FFFFFF"/>
              </a:highlight>
              <a:latin typeface="Arial"/>
              <a:ea typeface="Arial"/>
              <a:cs typeface="Arial"/>
              <a:sym typeface="Arial"/>
            </a:endParaRPr>
          </a:p>
        </p:txBody>
      </p:sp>
      <p:sp>
        <p:nvSpPr>
          <p:cNvPr id="4580" name="Google Shape;4580;ga700079187_0_235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6" name="Shape 4866"/>
        <p:cNvGrpSpPr/>
        <p:nvPr/>
      </p:nvGrpSpPr>
      <p:grpSpPr>
        <a:xfrm>
          <a:off x="0" y="0"/>
          <a:ext cx="0" cy="0"/>
          <a:chOff x="0" y="0"/>
          <a:chExt cx="0" cy="0"/>
        </a:xfrm>
      </p:grpSpPr>
      <p:sp>
        <p:nvSpPr>
          <p:cNvPr id="4867" name="Google Shape;4867;ga700079187_0_29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868" name="Google Shape;4868;ga700079187_0_290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69" name="Google Shape;4869;ga700079187_0_290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3" name="Shape 4873"/>
        <p:cNvGrpSpPr/>
        <p:nvPr/>
      </p:nvGrpSpPr>
      <p:grpSpPr>
        <a:xfrm>
          <a:off x="0" y="0"/>
          <a:ext cx="0" cy="0"/>
          <a:chOff x="0" y="0"/>
          <a:chExt cx="0" cy="0"/>
        </a:xfrm>
      </p:grpSpPr>
      <p:sp>
        <p:nvSpPr>
          <p:cNvPr id="4874" name="Google Shape;4874;ga700079187_0_29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875" name="Google Shape;4875;ga700079187_0_29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76" name="Google Shape;4876;ga700079187_0_291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2" name="Shape 4882"/>
        <p:cNvGrpSpPr/>
        <p:nvPr/>
      </p:nvGrpSpPr>
      <p:grpSpPr>
        <a:xfrm>
          <a:off x="0" y="0"/>
          <a:ext cx="0" cy="0"/>
          <a:chOff x="0" y="0"/>
          <a:chExt cx="0" cy="0"/>
        </a:xfrm>
      </p:grpSpPr>
      <p:sp>
        <p:nvSpPr>
          <p:cNvPr id="4883" name="Google Shape;4883;ga700079187_0_29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884" name="Google Shape;4884;ga700079187_0_29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85" name="Google Shape;4885;ga700079187_0_292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9" name="Shape 4889"/>
        <p:cNvGrpSpPr/>
        <p:nvPr/>
      </p:nvGrpSpPr>
      <p:grpSpPr>
        <a:xfrm>
          <a:off x="0" y="0"/>
          <a:ext cx="0" cy="0"/>
          <a:chOff x="0" y="0"/>
          <a:chExt cx="0" cy="0"/>
        </a:xfrm>
      </p:grpSpPr>
      <p:sp>
        <p:nvSpPr>
          <p:cNvPr id="4890" name="Google Shape;4890;ga70855dcd8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891" name="Google Shape;4891;ga70855dcd8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92" name="Google Shape;4892;ga70855dcd8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3" name="Shape 4913"/>
        <p:cNvGrpSpPr/>
        <p:nvPr/>
      </p:nvGrpSpPr>
      <p:grpSpPr>
        <a:xfrm>
          <a:off x="0" y="0"/>
          <a:ext cx="0" cy="0"/>
          <a:chOff x="0" y="0"/>
          <a:chExt cx="0" cy="0"/>
        </a:xfrm>
      </p:grpSpPr>
      <p:sp>
        <p:nvSpPr>
          <p:cNvPr id="4914" name="Google Shape;4914;ga700079187_0_29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915" name="Google Shape;4915;ga700079187_0_29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16" name="Google Shape;4916;ga700079187_0_293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0" name="Shape 4920"/>
        <p:cNvGrpSpPr/>
        <p:nvPr/>
      </p:nvGrpSpPr>
      <p:grpSpPr>
        <a:xfrm>
          <a:off x="0" y="0"/>
          <a:ext cx="0" cy="0"/>
          <a:chOff x="0" y="0"/>
          <a:chExt cx="0" cy="0"/>
        </a:xfrm>
      </p:grpSpPr>
      <p:sp>
        <p:nvSpPr>
          <p:cNvPr id="4921" name="Google Shape;4921;ga70855dcd8_0_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922" name="Google Shape;4922;ga70855dcd8_0_4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23" name="Google Shape;4923;ga70855dcd8_0_4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7" name="Shape 4927"/>
        <p:cNvGrpSpPr/>
        <p:nvPr/>
      </p:nvGrpSpPr>
      <p:grpSpPr>
        <a:xfrm>
          <a:off x="0" y="0"/>
          <a:ext cx="0" cy="0"/>
          <a:chOff x="0" y="0"/>
          <a:chExt cx="0" cy="0"/>
        </a:xfrm>
      </p:grpSpPr>
      <p:sp>
        <p:nvSpPr>
          <p:cNvPr id="4928" name="Google Shape;4928;g9f620e1ad8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929" name="Google Shape;4929;g9f620e1ad8_0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
              <a:t>Fluidity : tính linh hoạt</a:t>
            </a:r>
            <a:endParaRPr/>
          </a:p>
          <a:p>
            <a:pPr indent="0" lvl="0" marL="0" rtl="0" algn="l">
              <a:spcBef>
                <a:spcPts val="0"/>
              </a:spcBef>
              <a:spcAft>
                <a:spcPts val="0"/>
              </a:spcAft>
              <a:buNone/>
            </a:pPr>
            <a:r>
              <a:rPr lang="en"/>
              <a:t>Affordance: khả năng phản hồi</a:t>
            </a:r>
            <a:endParaRPr/>
          </a:p>
        </p:txBody>
      </p:sp>
      <p:sp>
        <p:nvSpPr>
          <p:cNvPr id="4930" name="Google Shape;4930;g9f620e1ad8_0_1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4" name="Shape 4934"/>
        <p:cNvGrpSpPr/>
        <p:nvPr/>
      </p:nvGrpSpPr>
      <p:grpSpPr>
        <a:xfrm>
          <a:off x="0" y="0"/>
          <a:ext cx="0" cy="0"/>
          <a:chOff x="0" y="0"/>
          <a:chExt cx="0" cy="0"/>
        </a:xfrm>
      </p:grpSpPr>
      <p:sp>
        <p:nvSpPr>
          <p:cNvPr id="4935" name="Google Shape;4935;g9f620e1ad8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936" name="Google Shape;4936;g9f620e1ad8_0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37" name="Google Shape;4937;g9f620e1ad8_0_1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6" name="Shape 4946"/>
        <p:cNvGrpSpPr/>
        <p:nvPr/>
      </p:nvGrpSpPr>
      <p:grpSpPr>
        <a:xfrm>
          <a:off x="0" y="0"/>
          <a:ext cx="0" cy="0"/>
          <a:chOff x="0" y="0"/>
          <a:chExt cx="0" cy="0"/>
        </a:xfrm>
      </p:grpSpPr>
      <p:sp>
        <p:nvSpPr>
          <p:cNvPr id="4947" name="Google Shape;4947;g9f620e1ad8_0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948" name="Google Shape;4948;g9f620e1ad8_0_3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49" name="Google Shape;4949;g9f620e1ad8_0_3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8" name="Shape 4958"/>
        <p:cNvGrpSpPr/>
        <p:nvPr/>
      </p:nvGrpSpPr>
      <p:grpSpPr>
        <a:xfrm>
          <a:off x="0" y="0"/>
          <a:ext cx="0" cy="0"/>
          <a:chOff x="0" y="0"/>
          <a:chExt cx="0" cy="0"/>
        </a:xfrm>
      </p:grpSpPr>
      <p:sp>
        <p:nvSpPr>
          <p:cNvPr id="4959" name="Google Shape;4959;g9f620e1ad8_0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960" name="Google Shape;4960;g9f620e1ad8_0_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61" name="Google Shape;4961;g9f620e1ad8_0_4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3" name="Shape 4973"/>
        <p:cNvGrpSpPr/>
        <p:nvPr/>
      </p:nvGrpSpPr>
      <p:grpSpPr>
        <a:xfrm>
          <a:off x="0" y="0"/>
          <a:ext cx="0" cy="0"/>
          <a:chOff x="0" y="0"/>
          <a:chExt cx="0" cy="0"/>
        </a:xfrm>
      </p:grpSpPr>
      <p:sp>
        <p:nvSpPr>
          <p:cNvPr id="4974" name="Google Shape;4974;g9f620e1ad8_0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975" name="Google Shape;4975;g9f620e1ad8_0_6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76" name="Google Shape;4976;g9f620e1ad8_0_6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1" name="Shape 4981"/>
        <p:cNvGrpSpPr/>
        <p:nvPr/>
      </p:nvGrpSpPr>
      <p:grpSpPr>
        <a:xfrm>
          <a:off x="0" y="0"/>
          <a:ext cx="0" cy="0"/>
          <a:chOff x="0" y="0"/>
          <a:chExt cx="0" cy="0"/>
        </a:xfrm>
      </p:grpSpPr>
      <p:sp>
        <p:nvSpPr>
          <p:cNvPr id="4982" name="Google Shape;4982;g9f620e1ad8_0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983" name="Google Shape;4983;g9f620e1ad8_0_7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84" name="Google Shape;4984;g9f620e1ad8_0_7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6" name="Shape 4996"/>
        <p:cNvGrpSpPr/>
        <p:nvPr/>
      </p:nvGrpSpPr>
      <p:grpSpPr>
        <a:xfrm>
          <a:off x="0" y="0"/>
          <a:ext cx="0" cy="0"/>
          <a:chOff x="0" y="0"/>
          <a:chExt cx="0" cy="0"/>
        </a:xfrm>
      </p:grpSpPr>
      <p:sp>
        <p:nvSpPr>
          <p:cNvPr id="4997" name="Google Shape;4997;g9f620e1ad8_0_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998" name="Google Shape;4998;g9f620e1ad8_0_9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99" name="Google Shape;4999;g9f620e1ad8_0_9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3" name="Shape 5003"/>
        <p:cNvGrpSpPr/>
        <p:nvPr/>
      </p:nvGrpSpPr>
      <p:grpSpPr>
        <a:xfrm>
          <a:off x="0" y="0"/>
          <a:ext cx="0" cy="0"/>
          <a:chOff x="0" y="0"/>
          <a:chExt cx="0" cy="0"/>
        </a:xfrm>
      </p:grpSpPr>
      <p:sp>
        <p:nvSpPr>
          <p:cNvPr id="5004" name="Google Shape;5004;g9f620e1ad8_0_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005" name="Google Shape;5005;g9f620e1ad8_0_10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06" name="Google Shape;5006;g9f620e1ad8_0_10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0" name="Shape 5010"/>
        <p:cNvGrpSpPr/>
        <p:nvPr/>
      </p:nvGrpSpPr>
      <p:grpSpPr>
        <a:xfrm>
          <a:off x="0" y="0"/>
          <a:ext cx="0" cy="0"/>
          <a:chOff x="0" y="0"/>
          <a:chExt cx="0" cy="0"/>
        </a:xfrm>
      </p:grpSpPr>
      <p:sp>
        <p:nvSpPr>
          <p:cNvPr id="5011" name="Google Shape;5011;g9f620e1ad8_0_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012" name="Google Shape;5012;g9f620e1ad8_0_1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13" name="Google Shape;5013;g9f620e1ad8_0_1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7" name="Shape 5017"/>
        <p:cNvGrpSpPr/>
        <p:nvPr/>
      </p:nvGrpSpPr>
      <p:grpSpPr>
        <a:xfrm>
          <a:off x="0" y="0"/>
          <a:ext cx="0" cy="0"/>
          <a:chOff x="0" y="0"/>
          <a:chExt cx="0" cy="0"/>
        </a:xfrm>
      </p:grpSpPr>
      <p:sp>
        <p:nvSpPr>
          <p:cNvPr id="5018" name="Google Shape;5018;g9f620e1ad8_0_1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019" name="Google Shape;5019;g9f620e1ad8_0_13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20" name="Google Shape;5020;g9f620e1ad8_0_13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4" name="Shape 5024"/>
        <p:cNvGrpSpPr/>
        <p:nvPr/>
      </p:nvGrpSpPr>
      <p:grpSpPr>
        <a:xfrm>
          <a:off x="0" y="0"/>
          <a:ext cx="0" cy="0"/>
          <a:chOff x="0" y="0"/>
          <a:chExt cx="0" cy="0"/>
        </a:xfrm>
      </p:grpSpPr>
      <p:sp>
        <p:nvSpPr>
          <p:cNvPr id="5025" name="Google Shape;5025;g9f620e1ad8_0_1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026" name="Google Shape;5026;g9f620e1ad8_0_1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27" name="Google Shape;5027;g9f620e1ad8_0_14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1" name="Shape 5031"/>
        <p:cNvGrpSpPr/>
        <p:nvPr/>
      </p:nvGrpSpPr>
      <p:grpSpPr>
        <a:xfrm>
          <a:off x="0" y="0"/>
          <a:ext cx="0" cy="0"/>
          <a:chOff x="0" y="0"/>
          <a:chExt cx="0" cy="0"/>
        </a:xfrm>
      </p:grpSpPr>
      <p:sp>
        <p:nvSpPr>
          <p:cNvPr id="5032" name="Google Shape;5032;gf0d4a34158_0_146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3" name="Google Shape;5033;gf0d4a34158_0_1460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2"/>
          <p:cNvSpPr/>
          <p:nvPr/>
        </p:nvSpPr>
        <p:spPr>
          <a:xfrm flipH="1">
            <a:off x="0" y="0"/>
            <a:ext cx="39234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543920" y="3918830"/>
            <a:ext cx="939900" cy="939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1384585" y="-1156347"/>
            <a:ext cx="2433600" cy="243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3610297" y="447878"/>
            <a:ext cx="429300" cy="42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 name="Google Shape;17;p2"/>
          <p:cNvGrpSpPr/>
          <p:nvPr/>
        </p:nvGrpSpPr>
        <p:grpSpPr>
          <a:xfrm>
            <a:off x="-2557002" y="-12"/>
            <a:ext cx="6861861" cy="5143530"/>
            <a:chOff x="-3799077" y="-5268675"/>
            <a:chExt cx="6861861" cy="5143530"/>
          </a:xfrm>
        </p:grpSpPr>
        <p:sp>
          <p:nvSpPr>
            <p:cNvPr id="18" name="Google Shape;18;p2"/>
            <p:cNvSpPr/>
            <p:nvPr/>
          </p:nvSpPr>
          <p:spPr>
            <a:xfrm flipH="1">
              <a:off x="-3052066" y="-2688483"/>
              <a:ext cx="1596439" cy="1802961"/>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flipH="1">
              <a:off x="-3799077" y="-5170503"/>
              <a:ext cx="6754688" cy="4497143"/>
            </a:xfrm>
            <a:custGeom>
              <a:rect b="b" l="l" r="r" t="t"/>
              <a:pathLst>
                <a:path extrusionOk="0" h="80439" w="120819">
                  <a:moveTo>
                    <a:pt x="94887" y="81"/>
                  </a:moveTo>
                  <a:lnTo>
                    <a:pt x="96400" y="122"/>
                  </a:lnTo>
                  <a:lnTo>
                    <a:pt x="97914" y="182"/>
                  </a:lnTo>
                  <a:lnTo>
                    <a:pt x="99427" y="283"/>
                  </a:lnTo>
                  <a:lnTo>
                    <a:pt x="100941" y="424"/>
                  </a:lnTo>
                  <a:lnTo>
                    <a:pt x="102454" y="586"/>
                  </a:lnTo>
                  <a:lnTo>
                    <a:pt x="103968" y="788"/>
                  </a:lnTo>
                  <a:lnTo>
                    <a:pt x="105481" y="1030"/>
                  </a:lnTo>
                  <a:lnTo>
                    <a:pt x="106894" y="1272"/>
                  </a:lnTo>
                  <a:lnTo>
                    <a:pt x="107620" y="1413"/>
                  </a:lnTo>
                  <a:lnTo>
                    <a:pt x="108367" y="1595"/>
                  </a:lnTo>
                  <a:lnTo>
                    <a:pt x="109114" y="1777"/>
                  </a:lnTo>
                  <a:lnTo>
                    <a:pt x="109860" y="1998"/>
                  </a:lnTo>
                  <a:lnTo>
                    <a:pt x="110607" y="2241"/>
                  </a:lnTo>
                  <a:lnTo>
                    <a:pt x="111354" y="2503"/>
                  </a:lnTo>
                  <a:lnTo>
                    <a:pt x="112100" y="2806"/>
                  </a:lnTo>
                  <a:lnTo>
                    <a:pt x="112827" y="3129"/>
                  </a:lnTo>
                  <a:lnTo>
                    <a:pt x="113533" y="3492"/>
                  </a:lnTo>
                  <a:lnTo>
                    <a:pt x="114219" y="3895"/>
                  </a:lnTo>
                  <a:lnTo>
                    <a:pt x="114562" y="4117"/>
                  </a:lnTo>
                  <a:lnTo>
                    <a:pt x="114885" y="4339"/>
                  </a:lnTo>
                  <a:lnTo>
                    <a:pt x="115208" y="4582"/>
                  </a:lnTo>
                  <a:lnTo>
                    <a:pt x="115531" y="4824"/>
                  </a:lnTo>
                  <a:lnTo>
                    <a:pt x="115834" y="5086"/>
                  </a:lnTo>
                  <a:lnTo>
                    <a:pt x="116136" y="5369"/>
                  </a:lnTo>
                  <a:lnTo>
                    <a:pt x="116419" y="5651"/>
                  </a:lnTo>
                  <a:lnTo>
                    <a:pt x="116701" y="5934"/>
                  </a:lnTo>
                  <a:lnTo>
                    <a:pt x="117044" y="6317"/>
                  </a:lnTo>
                  <a:lnTo>
                    <a:pt x="117367" y="6721"/>
                  </a:lnTo>
                  <a:lnTo>
                    <a:pt x="117690" y="7165"/>
                  </a:lnTo>
                  <a:lnTo>
                    <a:pt x="118033" y="7669"/>
                  </a:lnTo>
                  <a:lnTo>
                    <a:pt x="118336" y="8194"/>
                  </a:lnTo>
                  <a:lnTo>
                    <a:pt x="118659" y="8799"/>
                  </a:lnTo>
                  <a:lnTo>
                    <a:pt x="118941" y="9445"/>
                  </a:lnTo>
                  <a:lnTo>
                    <a:pt x="119224" y="10171"/>
                  </a:lnTo>
                  <a:lnTo>
                    <a:pt x="119486" y="10958"/>
                  </a:lnTo>
                  <a:lnTo>
                    <a:pt x="119728" y="11826"/>
                  </a:lnTo>
                  <a:lnTo>
                    <a:pt x="119950" y="12795"/>
                  </a:lnTo>
                  <a:lnTo>
                    <a:pt x="120152" y="13824"/>
                  </a:lnTo>
                  <a:lnTo>
                    <a:pt x="120334" y="14974"/>
                  </a:lnTo>
                  <a:lnTo>
                    <a:pt x="120475" y="16205"/>
                  </a:lnTo>
                  <a:lnTo>
                    <a:pt x="120576" y="17557"/>
                  </a:lnTo>
                  <a:lnTo>
                    <a:pt x="120657" y="19010"/>
                  </a:lnTo>
                  <a:lnTo>
                    <a:pt x="120697" y="20241"/>
                  </a:lnTo>
                  <a:lnTo>
                    <a:pt x="120717" y="21472"/>
                  </a:lnTo>
                  <a:lnTo>
                    <a:pt x="120737" y="22683"/>
                  </a:lnTo>
                  <a:lnTo>
                    <a:pt x="120737" y="23914"/>
                  </a:lnTo>
                  <a:lnTo>
                    <a:pt x="120717" y="25145"/>
                  </a:lnTo>
                  <a:lnTo>
                    <a:pt x="120697" y="26376"/>
                  </a:lnTo>
                  <a:lnTo>
                    <a:pt x="120657" y="27607"/>
                  </a:lnTo>
                  <a:lnTo>
                    <a:pt x="120616" y="28838"/>
                  </a:lnTo>
                  <a:lnTo>
                    <a:pt x="120536" y="30049"/>
                  </a:lnTo>
                  <a:lnTo>
                    <a:pt x="120455" y="31280"/>
                  </a:lnTo>
                  <a:lnTo>
                    <a:pt x="120374" y="32511"/>
                  </a:lnTo>
                  <a:lnTo>
                    <a:pt x="120253" y="33722"/>
                  </a:lnTo>
                  <a:lnTo>
                    <a:pt x="120152" y="34953"/>
                  </a:lnTo>
                  <a:lnTo>
                    <a:pt x="120011" y="36163"/>
                  </a:lnTo>
                  <a:lnTo>
                    <a:pt x="119870" y="37394"/>
                  </a:lnTo>
                  <a:lnTo>
                    <a:pt x="119708" y="38605"/>
                  </a:lnTo>
                  <a:lnTo>
                    <a:pt x="119567" y="39533"/>
                  </a:lnTo>
                  <a:lnTo>
                    <a:pt x="119405" y="40462"/>
                  </a:lnTo>
                  <a:lnTo>
                    <a:pt x="119224" y="41390"/>
                  </a:lnTo>
                  <a:lnTo>
                    <a:pt x="119103" y="41834"/>
                  </a:lnTo>
                  <a:lnTo>
                    <a:pt x="118982" y="42278"/>
                  </a:lnTo>
                  <a:lnTo>
                    <a:pt x="118820" y="42722"/>
                  </a:lnTo>
                  <a:lnTo>
                    <a:pt x="118659" y="43166"/>
                  </a:lnTo>
                  <a:lnTo>
                    <a:pt x="118497" y="43590"/>
                  </a:lnTo>
                  <a:lnTo>
                    <a:pt x="118296" y="43993"/>
                  </a:lnTo>
                  <a:lnTo>
                    <a:pt x="118074" y="44397"/>
                  </a:lnTo>
                  <a:lnTo>
                    <a:pt x="117831" y="44800"/>
                  </a:lnTo>
                  <a:lnTo>
                    <a:pt x="117549" y="45164"/>
                  </a:lnTo>
                  <a:lnTo>
                    <a:pt x="117266" y="45527"/>
                  </a:lnTo>
                  <a:lnTo>
                    <a:pt x="117105" y="45709"/>
                  </a:lnTo>
                  <a:lnTo>
                    <a:pt x="116943" y="45870"/>
                  </a:lnTo>
                  <a:lnTo>
                    <a:pt x="116782" y="45991"/>
                  </a:lnTo>
                  <a:lnTo>
                    <a:pt x="116621" y="46112"/>
                  </a:lnTo>
                  <a:lnTo>
                    <a:pt x="116459" y="46193"/>
                  </a:lnTo>
                  <a:lnTo>
                    <a:pt x="116298" y="46253"/>
                  </a:lnTo>
                  <a:lnTo>
                    <a:pt x="116136" y="46294"/>
                  </a:lnTo>
                  <a:lnTo>
                    <a:pt x="115975" y="46314"/>
                  </a:lnTo>
                  <a:lnTo>
                    <a:pt x="115813" y="46314"/>
                  </a:lnTo>
                  <a:lnTo>
                    <a:pt x="115632" y="46294"/>
                  </a:lnTo>
                  <a:lnTo>
                    <a:pt x="115490" y="46253"/>
                  </a:lnTo>
                  <a:lnTo>
                    <a:pt x="115349" y="46193"/>
                  </a:lnTo>
                  <a:lnTo>
                    <a:pt x="115228" y="46092"/>
                  </a:lnTo>
                  <a:lnTo>
                    <a:pt x="115107" y="45991"/>
                  </a:lnTo>
                  <a:lnTo>
                    <a:pt x="115006" y="45890"/>
                  </a:lnTo>
                  <a:lnTo>
                    <a:pt x="114905" y="45749"/>
                  </a:lnTo>
                  <a:lnTo>
                    <a:pt x="114724" y="45446"/>
                  </a:lnTo>
                  <a:lnTo>
                    <a:pt x="114562" y="45103"/>
                  </a:lnTo>
                  <a:lnTo>
                    <a:pt x="114441" y="44740"/>
                  </a:lnTo>
                  <a:lnTo>
                    <a:pt x="114300" y="44336"/>
                  </a:lnTo>
                  <a:lnTo>
                    <a:pt x="114360" y="44316"/>
                  </a:lnTo>
                  <a:lnTo>
                    <a:pt x="114199" y="43751"/>
                  </a:lnTo>
                  <a:lnTo>
                    <a:pt x="114017" y="43186"/>
                  </a:lnTo>
                  <a:lnTo>
                    <a:pt x="113816" y="42641"/>
                  </a:lnTo>
                  <a:lnTo>
                    <a:pt x="113594" y="42096"/>
                  </a:lnTo>
                  <a:lnTo>
                    <a:pt x="113331" y="41551"/>
                  </a:lnTo>
                  <a:lnTo>
                    <a:pt x="113049" y="41027"/>
                  </a:lnTo>
                  <a:lnTo>
                    <a:pt x="112746" y="40522"/>
                  </a:lnTo>
                  <a:lnTo>
                    <a:pt x="112403" y="40018"/>
                  </a:lnTo>
                  <a:lnTo>
                    <a:pt x="112040" y="39533"/>
                  </a:lnTo>
                  <a:lnTo>
                    <a:pt x="111656" y="39049"/>
                  </a:lnTo>
                  <a:lnTo>
                    <a:pt x="111253" y="38605"/>
                  </a:lnTo>
                  <a:lnTo>
                    <a:pt x="110829" y="38161"/>
                  </a:lnTo>
                  <a:lnTo>
                    <a:pt x="110365" y="37717"/>
                  </a:lnTo>
                  <a:lnTo>
                    <a:pt x="109901" y="37314"/>
                  </a:lnTo>
                  <a:lnTo>
                    <a:pt x="109396" y="36910"/>
                  </a:lnTo>
                  <a:lnTo>
                    <a:pt x="108892" y="36547"/>
                  </a:lnTo>
                  <a:lnTo>
                    <a:pt x="108367" y="36184"/>
                  </a:lnTo>
                  <a:lnTo>
                    <a:pt x="107822" y="35861"/>
                  </a:lnTo>
                  <a:lnTo>
                    <a:pt x="107277" y="35558"/>
                  </a:lnTo>
                  <a:lnTo>
                    <a:pt x="106712" y="35275"/>
                  </a:lnTo>
                  <a:lnTo>
                    <a:pt x="106147" y="35033"/>
                  </a:lnTo>
                  <a:lnTo>
                    <a:pt x="105582" y="34811"/>
                  </a:lnTo>
                  <a:lnTo>
                    <a:pt x="104997" y="34610"/>
                  </a:lnTo>
                  <a:lnTo>
                    <a:pt x="104412" y="34428"/>
                  </a:lnTo>
                  <a:lnTo>
                    <a:pt x="103826" y="34287"/>
                  </a:lnTo>
                  <a:lnTo>
                    <a:pt x="103241" y="34166"/>
                  </a:lnTo>
                  <a:lnTo>
                    <a:pt x="102636" y="34065"/>
                  </a:lnTo>
                  <a:lnTo>
                    <a:pt x="102051" y="34004"/>
                  </a:lnTo>
                  <a:lnTo>
                    <a:pt x="101445" y="33964"/>
                  </a:lnTo>
                  <a:lnTo>
                    <a:pt x="100860" y="33944"/>
                  </a:lnTo>
                  <a:lnTo>
                    <a:pt x="100255" y="33964"/>
                  </a:lnTo>
                  <a:lnTo>
                    <a:pt x="99669" y="34004"/>
                  </a:lnTo>
                  <a:lnTo>
                    <a:pt x="99084" y="34085"/>
                  </a:lnTo>
                  <a:lnTo>
                    <a:pt x="98499" y="34166"/>
                  </a:lnTo>
                  <a:lnTo>
                    <a:pt x="97914" y="34307"/>
                  </a:lnTo>
                  <a:lnTo>
                    <a:pt x="97349" y="34448"/>
                  </a:lnTo>
                  <a:lnTo>
                    <a:pt x="96763" y="34630"/>
                  </a:lnTo>
                  <a:lnTo>
                    <a:pt x="96198" y="34831"/>
                  </a:lnTo>
                  <a:lnTo>
                    <a:pt x="95654" y="35053"/>
                  </a:lnTo>
                  <a:lnTo>
                    <a:pt x="95109" y="35296"/>
                  </a:lnTo>
                  <a:lnTo>
                    <a:pt x="94564" y="35578"/>
                  </a:lnTo>
                  <a:lnTo>
                    <a:pt x="94019" y="35861"/>
                  </a:lnTo>
                  <a:lnTo>
                    <a:pt x="93494" y="36184"/>
                  </a:lnTo>
                  <a:lnTo>
                    <a:pt x="92990" y="36527"/>
                  </a:lnTo>
                  <a:lnTo>
                    <a:pt x="92485" y="36910"/>
                  </a:lnTo>
                  <a:lnTo>
                    <a:pt x="92001" y="37293"/>
                  </a:lnTo>
                  <a:lnTo>
                    <a:pt x="91517" y="37697"/>
                  </a:lnTo>
                  <a:lnTo>
                    <a:pt x="91052" y="38141"/>
                  </a:lnTo>
                  <a:lnTo>
                    <a:pt x="90609" y="38585"/>
                  </a:lnTo>
                  <a:lnTo>
                    <a:pt x="90185" y="39049"/>
                  </a:lnTo>
                  <a:lnTo>
                    <a:pt x="89781" y="39513"/>
                  </a:lnTo>
                  <a:lnTo>
                    <a:pt x="89398" y="40018"/>
                  </a:lnTo>
                  <a:lnTo>
                    <a:pt x="89055" y="40502"/>
                  </a:lnTo>
                  <a:lnTo>
                    <a:pt x="88712" y="41027"/>
                  </a:lnTo>
                  <a:lnTo>
                    <a:pt x="88389" y="41551"/>
                  </a:lnTo>
                  <a:lnTo>
                    <a:pt x="88086" y="42076"/>
                  </a:lnTo>
                  <a:lnTo>
                    <a:pt x="87824" y="42621"/>
                  </a:lnTo>
                  <a:lnTo>
                    <a:pt x="87561" y="43186"/>
                  </a:lnTo>
                  <a:lnTo>
                    <a:pt x="87339" y="43751"/>
                  </a:lnTo>
                  <a:lnTo>
                    <a:pt x="87138" y="44316"/>
                  </a:lnTo>
                  <a:lnTo>
                    <a:pt x="86956" y="44881"/>
                  </a:lnTo>
                  <a:lnTo>
                    <a:pt x="86815" y="45466"/>
                  </a:lnTo>
                  <a:lnTo>
                    <a:pt x="86673" y="46052"/>
                  </a:lnTo>
                  <a:lnTo>
                    <a:pt x="86573" y="46637"/>
                  </a:lnTo>
                  <a:lnTo>
                    <a:pt x="86492" y="47283"/>
                  </a:lnTo>
                  <a:lnTo>
                    <a:pt x="86411" y="47928"/>
                  </a:lnTo>
                  <a:lnTo>
                    <a:pt x="86290" y="49240"/>
                  </a:lnTo>
                  <a:lnTo>
                    <a:pt x="86209" y="50330"/>
                  </a:lnTo>
                  <a:lnTo>
                    <a:pt x="86088" y="51399"/>
                  </a:lnTo>
                  <a:lnTo>
                    <a:pt x="86007" y="51924"/>
                  </a:lnTo>
                  <a:lnTo>
                    <a:pt x="85927" y="52449"/>
                  </a:lnTo>
                  <a:lnTo>
                    <a:pt x="85806" y="52973"/>
                  </a:lnTo>
                  <a:lnTo>
                    <a:pt x="85685" y="53458"/>
                  </a:lnTo>
                  <a:lnTo>
                    <a:pt x="85543" y="53962"/>
                  </a:lnTo>
                  <a:lnTo>
                    <a:pt x="85362" y="54426"/>
                  </a:lnTo>
                  <a:lnTo>
                    <a:pt x="85160" y="54870"/>
                  </a:lnTo>
                  <a:lnTo>
                    <a:pt x="84918" y="55314"/>
                  </a:lnTo>
                  <a:lnTo>
                    <a:pt x="84655" y="55718"/>
                  </a:lnTo>
                  <a:lnTo>
                    <a:pt x="84353" y="56101"/>
                  </a:lnTo>
                  <a:lnTo>
                    <a:pt x="84171" y="56303"/>
                  </a:lnTo>
                  <a:lnTo>
                    <a:pt x="84010" y="56465"/>
                  </a:lnTo>
                  <a:lnTo>
                    <a:pt x="83808" y="56646"/>
                  </a:lnTo>
                  <a:lnTo>
                    <a:pt x="83606" y="56808"/>
                  </a:lnTo>
                  <a:lnTo>
                    <a:pt x="83344" y="56989"/>
                  </a:lnTo>
                  <a:lnTo>
                    <a:pt x="83041" y="57191"/>
                  </a:lnTo>
                  <a:lnTo>
                    <a:pt x="82658" y="57393"/>
                  </a:lnTo>
                  <a:lnTo>
                    <a:pt x="82173" y="57595"/>
                  </a:lnTo>
                  <a:lnTo>
                    <a:pt x="81628" y="57776"/>
                  </a:lnTo>
                  <a:lnTo>
                    <a:pt x="81326" y="57877"/>
                  </a:lnTo>
                  <a:lnTo>
                    <a:pt x="80983" y="57958"/>
                  </a:lnTo>
                  <a:lnTo>
                    <a:pt x="80599" y="58018"/>
                  </a:lnTo>
                  <a:lnTo>
                    <a:pt x="80216" y="58099"/>
                  </a:lnTo>
                  <a:lnTo>
                    <a:pt x="79792" y="58160"/>
                  </a:lnTo>
                  <a:lnTo>
                    <a:pt x="79328" y="58200"/>
                  </a:lnTo>
                  <a:lnTo>
                    <a:pt x="78642" y="58261"/>
                  </a:lnTo>
                  <a:lnTo>
                    <a:pt x="77935" y="58281"/>
                  </a:lnTo>
                  <a:lnTo>
                    <a:pt x="77249" y="58301"/>
                  </a:lnTo>
                  <a:lnTo>
                    <a:pt x="76543" y="58301"/>
                  </a:lnTo>
                  <a:lnTo>
                    <a:pt x="75837" y="58281"/>
                  </a:lnTo>
                  <a:lnTo>
                    <a:pt x="75151" y="58240"/>
                  </a:lnTo>
                  <a:lnTo>
                    <a:pt x="74444" y="58180"/>
                  </a:lnTo>
                  <a:lnTo>
                    <a:pt x="73758" y="58119"/>
                  </a:lnTo>
                  <a:lnTo>
                    <a:pt x="72366" y="57958"/>
                  </a:lnTo>
                  <a:lnTo>
                    <a:pt x="70994" y="57776"/>
                  </a:lnTo>
                  <a:lnTo>
                    <a:pt x="69601" y="57574"/>
                  </a:lnTo>
                  <a:lnTo>
                    <a:pt x="68249" y="57352"/>
                  </a:lnTo>
                  <a:lnTo>
                    <a:pt x="66937" y="57151"/>
                  </a:lnTo>
                  <a:lnTo>
                    <a:pt x="65605" y="56949"/>
                  </a:lnTo>
                  <a:lnTo>
                    <a:pt x="64294" y="56767"/>
                  </a:lnTo>
                  <a:lnTo>
                    <a:pt x="62962" y="56606"/>
                  </a:lnTo>
                  <a:lnTo>
                    <a:pt x="61771" y="56505"/>
                  </a:lnTo>
                  <a:lnTo>
                    <a:pt x="60581" y="56424"/>
                  </a:lnTo>
                  <a:lnTo>
                    <a:pt x="59390" y="56384"/>
                  </a:lnTo>
                  <a:lnTo>
                    <a:pt x="58179" y="56364"/>
                  </a:lnTo>
                  <a:lnTo>
                    <a:pt x="56968" y="56384"/>
                  </a:lnTo>
                  <a:lnTo>
                    <a:pt x="55778" y="56444"/>
                  </a:lnTo>
                  <a:lnTo>
                    <a:pt x="54567" y="56525"/>
                  </a:lnTo>
                  <a:lnTo>
                    <a:pt x="53356" y="56646"/>
                  </a:lnTo>
                  <a:lnTo>
                    <a:pt x="52145" y="56787"/>
                  </a:lnTo>
                  <a:lnTo>
                    <a:pt x="50935" y="56949"/>
                  </a:lnTo>
                  <a:lnTo>
                    <a:pt x="49744" y="57151"/>
                  </a:lnTo>
                  <a:lnTo>
                    <a:pt x="48553" y="57393"/>
                  </a:lnTo>
                  <a:lnTo>
                    <a:pt x="47343" y="57655"/>
                  </a:lnTo>
                  <a:lnTo>
                    <a:pt x="46172" y="57958"/>
                  </a:lnTo>
                  <a:lnTo>
                    <a:pt x="44981" y="58281"/>
                  </a:lnTo>
                  <a:lnTo>
                    <a:pt x="43811" y="58644"/>
                  </a:lnTo>
                  <a:lnTo>
                    <a:pt x="42661" y="59027"/>
                  </a:lnTo>
                  <a:lnTo>
                    <a:pt x="41510" y="59451"/>
                  </a:lnTo>
                  <a:lnTo>
                    <a:pt x="40380" y="59895"/>
                  </a:lnTo>
                  <a:lnTo>
                    <a:pt x="39250" y="60359"/>
                  </a:lnTo>
                  <a:lnTo>
                    <a:pt x="38140" y="60864"/>
                  </a:lnTo>
                  <a:lnTo>
                    <a:pt x="37031" y="61409"/>
                  </a:lnTo>
                  <a:lnTo>
                    <a:pt x="35961" y="61954"/>
                  </a:lnTo>
                  <a:lnTo>
                    <a:pt x="34891" y="62539"/>
                  </a:lnTo>
                  <a:lnTo>
                    <a:pt x="33842" y="63144"/>
                  </a:lnTo>
                  <a:lnTo>
                    <a:pt x="32813" y="63790"/>
                  </a:lnTo>
                  <a:lnTo>
                    <a:pt x="31784" y="64436"/>
                  </a:lnTo>
                  <a:lnTo>
                    <a:pt x="30795" y="65122"/>
                  </a:lnTo>
                  <a:lnTo>
                    <a:pt x="29826" y="65828"/>
                  </a:lnTo>
                  <a:lnTo>
                    <a:pt x="28878" y="66555"/>
                  </a:lnTo>
                  <a:lnTo>
                    <a:pt x="27950" y="67321"/>
                  </a:lnTo>
                  <a:lnTo>
                    <a:pt x="27041" y="68088"/>
                  </a:lnTo>
                  <a:lnTo>
                    <a:pt x="26113" y="68916"/>
                  </a:lnTo>
                  <a:lnTo>
                    <a:pt x="25205" y="69763"/>
                  </a:lnTo>
                  <a:lnTo>
                    <a:pt x="23429" y="71499"/>
                  </a:lnTo>
                  <a:lnTo>
                    <a:pt x="22279" y="72609"/>
                  </a:lnTo>
                  <a:lnTo>
                    <a:pt x="21129" y="73719"/>
                  </a:lnTo>
                  <a:lnTo>
                    <a:pt x="19938" y="74788"/>
                  </a:lnTo>
                  <a:lnTo>
                    <a:pt x="19333" y="75313"/>
                  </a:lnTo>
                  <a:lnTo>
                    <a:pt x="18707" y="75837"/>
                  </a:lnTo>
                  <a:lnTo>
                    <a:pt x="18081" y="76342"/>
                  </a:lnTo>
                  <a:lnTo>
                    <a:pt x="17456" y="76826"/>
                  </a:lnTo>
                  <a:lnTo>
                    <a:pt x="16810" y="77290"/>
                  </a:lnTo>
                  <a:lnTo>
                    <a:pt x="16144" y="77734"/>
                  </a:lnTo>
                  <a:lnTo>
                    <a:pt x="15458" y="78158"/>
                  </a:lnTo>
                  <a:lnTo>
                    <a:pt x="14772" y="78542"/>
                  </a:lnTo>
                  <a:lnTo>
                    <a:pt x="14066" y="78925"/>
                  </a:lnTo>
                  <a:lnTo>
                    <a:pt x="13339" y="79268"/>
                  </a:lnTo>
                  <a:lnTo>
                    <a:pt x="12915" y="79450"/>
                  </a:lnTo>
                  <a:lnTo>
                    <a:pt x="12492" y="79611"/>
                  </a:lnTo>
                  <a:lnTo>
                    <a:pt x="12048" y="79752"/>
                  </a:lnTo>
                  <a:lnTo>
                    <a:pt x="11604" y="79894"/>
                  </a:lnTo>
                  <a:lnTo>
                    <a:pt x="11160" y="79995"/>
                  </a:lnTo>
                  <a:lnTo>
                    <a:pt x="10716" y="80095"/>
                  </a:lnTo>
                  <a:lnTo>
                    <a:pt x="10252" y="80196"/>
                  </a:lnTo>
                  <a:lnTo>
                    <a:pt x="9787" y="80257"/>
                  </a:lnTo>
                  <a:lnTo>
                    <a:pt x="9344" y="80297"/>
                  </a:lnTo>
                  <a:lnTo>
                    <a:pt x="8879" y="80338"/>
                  </a:lnTo>
                  <a:lnTo>
                    <a:pt x="8415" y="80358"/>
                  </a:lnTo>
                  <a:lnTo>
                    <a:pt x="7951" y="80358"/>
                  </a:lnTo>
                  <a:lnTo>
                    <a:pt x="7507" y="80338"/>
                  </a:lnTo>
                  <a:lnTo>
                    <a:pt x="7063" y="80317"/>
                  </a:lnTo>
                  <a:lnTo>
                    <a:pt x="6619" y="80257"/>
                  </a:lnTo>
                  <a:lnTo>
                    <a:pt x="6175" y="80196"/>
                  </a:lnTo>
                  <a:lnTo>
                    <a:pt x="5691" y="80095"/>
                  </a:lnTo>
                  <a:lnTo>
                    <a:pt x="5247" y="79974"/>
                  </a:lnTo>
                  <a:lnTo>
                    <a:pt x="4803" y="79853"/>
                  </a:lnTo>
                  <a:lnTo>
                    <a:pt x="4379" y="79692"/>
                  </a:lnTo>
                  <a:lnTo>
                    <a:pt x="3955" y="79510"/>
                  </a:lnTo>
                  <a:lnTo>
                    <a:pt x="3572" y="79329"/>
                  </a:lnTo>
                  <a:lnTo>
                    <a:pt x="3189" y="79107"/>
                  </a:lnTo>
                  <a:lnTo>
                    <a:pt x="2846" y="78885"/>
                  </a:lnTo>
                  <a:lnTo>
                    <a:pt x="2502" y="78642"/>
                  </a:lnTo>
                  <a:lnTo>
                    <a:pt x="2180" y="78380"/>
                  </a:lnTo>
                  <a:lnTo>
                    <a:pt x="1897" y="78098"/>
                  </a:lnTo>
                  <a:lnTo>
                    <a:pt x="1615" y="77795"/>
                  </a:lnTo>
                  <a:lnTo>
                    <a:pt x="1352" y="77472"/>
                  </a:lnTo>
                  <a:lnTo>
                    <a:pt x="1130" y="77149"/>
                  </a:lnTo>
                  <a:lnTo>
                    <a:pt x="908" y="76806"/>
                  </a:lnTo>
                  <a:lnTo>
                    <a:pt x="727" y="76443"/>
                  </a:lnTo>
                  <a:lnTo>
                    <a:pt x="585" y="76180"/>
                  </a:lnTo>
                  <a:lnTo>
                    <a:pt x="484" y="75898"/>
                  </a:lnTo>
                  <a:lnTo>
                    <a:pt x="384" y="75636"/>
                  </a:lnTo>
                  <a:lnTo>
                    <a:pt x="303" y="75353"/>
                  </a:lnTo>
                  <a:lnTo>
                    <a:pt x="242" y="75050"/>
                  </a:lnTo>
                  <a:lnTo>
                    <a:pt x="182" y="74768"/>
                  </a:lnTo>
                  <a:lnTo>
                    <a:pt x="141" y="74465"/>
                  </a:lnTo>
                  <a:lnTo>
                    <a:pt x="101" y="74162"/>
                  </a:lnTo>
                  <a:lnTo>
                    <a:pt x="81" y="73860"/>
                  </a:lnTo>
                  <a:lnTo>
                    <a:pt x="81" y="73557"/>
                  </a:lnTo>
                  <a:lnTo>
                    <a:pt x="101" y="73254"/>
                  </a:lnTo>
                  <a:lnTo>
                    <a:pt x="121" y="72952"/>
                  </a:lnTo>
                  <a:lnTo>
                    <a:pt x="162" y="72629"/>
                  </a:lnTo>
                  <a:lnTo>
                    <a:pt x="202" y="72306"/>
                  </a:lnTo>
                  <a:lnTo>
                    <a:pt x="262" y="71983"/>
                  </a:lnTo>
                  <a:lnTo>
                    <a:pt x="343" y="71680"/>
                  </a:lnTo>
                  <a:lnTo>
                    <a:pt x="525" y="71075"/>
                  </a:lnTo>
                  <a:lnTo>
                    <a:pt x="727" y="70490"/>
                  </a:lnTo>
                  <a:lnTo>
                    <a:pt x="989" y="69925"/>
                  </a:lnTo>
                  <a:lnTo>
                    <a:pt x="1292" y="69380"/>
                  </a:lnTo>
                  <a:lnTo>
                    <a:pt x="1615" y="68835"/>
                  </a:lnTo>
                  <a:lnTo>
                    <a:pt x="1998" y="68330"/>
                  </a:lnTo>
                  <a:lnTo>
                    <a:pt x="2381" y="67846"/>
                  </a:lnTo>
                  <a:lnTo>
                    <a:pt x="2825" y="67382"/>
                  </a:lnTo>
                  <a:lnTo>
                    <a:pt x="3209" y="67019"/>
                  </a:lnTo>
                  <a:lnTo>
                    <a:pt x="3612" y="66676"/>
                  </a:lnTo>
                  <a:lnTo>
                    <a:pt x="4036" y="66353"/>
                  </a:lnTo>
                  <a:lnTo>
                    <a:pt x="4500" y="66030"/>
                  </a:lnTo>
                  <a:lnTo>
                    <a:pt x="4964" y="65727"/>
                  </a:lnTo>
                  <a:lnTo>
                    <a:pt x="5449" y="65445"/>
                  </a:lnTo>
                  <a:lnTo>
                    <a:pt x="5973" y="65162"/>
                  </a:lnTo>
                  <a:lnTo>
                    <a:pt x="6518" y="64900"/>
                  </a:lnTo>
                  <a:lnTo>
                    <a:pt x="7063" y="64658"/>
                  </a:lnTo>
                  <a:lnTo>
                    <a:pt x="7669" y="64415"/>
                  </a:lnTo>
                  <a:lnTo>
                    <a:pt x="8274" y="64194"/>
                  </a:lnTo>
                  <a:lnTo>
                    <a:pt x="8920" y="63992"/>
                  </a:lnTo>
                  <a:lnTo>
                    <a:pt x="9586" y="63790"/>
                  </a:lnTo>
                  <a:lnTo>
                    <a:pt x="10272" y="63608"/>
                  </a:lnTo>
                  <a:lnTo>
                    <a:pt x="10978" y="63427"/>
                  </a:lnTo>
                  <a:lnTo>
                    <a:pt x="11745" y="63265"/>
                  </a:lnTo>
                  <a:lnTo>
                    <a:pt x="12673" y="63084"/>
                  </a:lnTo>
                  <a:lnTo>
                    <a:pt x="13460" y="62942"/>
                  </a:lnTo>
                  <a:lnTo>
                    <a:pt x="14227" y="62781"/>
                  </a:lnTo>
                  <a:lnTo>
                    <a:pt x="15014" y="62579"/>
                  </a:lnTo>
                  <a:lnTo>
                    <a:pt x="15761" y="62377"/>
                  </a:lnTo>
                  <a:lnTo>
                    <a:pt x="16144" y="62256"/>
                  </a:lnTo>
                  <a:lnTo>
                    <a:pt x="16507" y="62115"/>
                  </a:lnTo>
                  <a:lnTo>
                    <a:pt x="16871" y="61974"/>
                  </a:lnTo>
                  <a:lnTo>
                    <a:pt x="17234" y="61812"/>
                  </a:lnTo>
                  <a:lnTo>
                    <a:pt x="17577" y="61631"/>
                  </a:lnTo>
                  <a:lnTo>
                    <a:pt x="17920" y="61429"/>
                  </a:lnTo>
                  <a:lnTo>
                    <a:pt x="18243" y="61227"/>
                  </a:lnTo>
                  <a:lnTo>
                    <a:pt x="18566" y="61005"/>
                  </a:lnTo>
                  <a:lnTo>
                    <a:pt x="18909" y="60723"/>
                  </a:lnTo>
                  <a:lnTo>
                    <a:pt x="19232" y="60420"/>
                  </a:lnTo>
                  <a:lnTo>
                    <a:pt x="19534" y="60097"/>
                  </a:lnTo>
                  <a:lnTo>
                    <a:pt x="19817" y="59754"/>
                  </a:lnTo>
                  <a:lnTo>
                    <a:pt x="20099" y="59391"/>
                  </a:lnTo>
                  <a:lnTo>
                    <a:pt x="20362" y="59007"/>
                  </a:lnTo>
                  <a:lnTo>
                    <a:pt x="20604" y="58604"/>
                  </a:lnTo>
                  <a:lnTo>
                    <a:pt x="20826" y="58160"/>
                  </a:lnTo>
                  <a:lnTo>
                    <a:pt x="21028" y="57716"/>
                  </a:lnTo>
                  <a:lnTo>
                    <a:pt x="21230" y="57252"/>
                  </a:lnTo>
                  <a:lnTo>
                    <a:pt x="21391" y="56767"/>
                  </a:lnTo>
                  <a:lnTo>
                    <a:pt x="21552" y="56263"/>
                  </a:lnTo>
                  <a:lnTo>
                    <a:pt x="21694" y="55738"/>
                  </a:lnTo>
                  <a:lnTo>
                    <a:pt x="21795" y="55213"/>
                  </a:lnTo>
                  <a:lnTo>
                    <a:pt x="21895" y="54648"/>
                  </a:lnTo>
                  <a:lnTo>
                    <a:pt x="21976" y="54083"/>
                  </a:lnTo>
                  <a:lnTo>
                    <a:pt x="22037" y="53478"/>
                  </a:lnTo>
                  <a:lnTo>
                    <a:pt x="22077" y="52872"/>
                  </a:lnTo>
                  <a:lnTo>
                    <a:pt x="22097" y="52267"/>
                  </a:lnTo>
                  <a:lnTo>
                    <a:pt x="22117" y="51662"/>
                  </a:lnTo>
                  <a:lnTo>
                    <a:pt x="22097" y="51056"/>
                  </a:lnTo>
                  <a:lnTo>
                    <a:pt x="22077" y="50451"/>
                  </a:lnTo>
                  <a:lnTo>
                    <a:pt x="21996" y="49240"/>
                  </a:lnTo>
                  <a:lnTo>
                    <a:pt x="21875" y="48029"/>
                  </a:lnTo>
                  <a:lnTo>
                    <a:pt x="21734" y="46818"/>
                  </a:lnTo>
                  <a:lnTo>
                    <a:pt x="21552" y="45608"/>
                  </a:lnTo>
                  <a:lnTo>
                    <a:pt x="21371" y="44417"/>
                  </a:lnTo>
                  <a:lnTo>
                    <a:pt x="21068" y="42359"/>
                  </a:lnTo>
                  <a:lnTo>
                    <a:pt x="20927" y="41309"/>
                  </a:lnTo>
                  <a:lnTo>
                    <a:pt x="20806" y="40280"/>
                  </a:lnTo>
                  <a:lnTo>
                    <a:pt x="20745" y="39493"/>
                  </a:lnTo>
                  <a:lnTo>
                    <a:pt x="20685" y="38706"/>
                  </a:lnTo>
                  <a:lnTo>
                    <a:pt x="20665" y="37879"/>
                  </a:lnTo>
                  <a:lnTo>
                    <a:pt x="20665" y="37031"/>
                  </a:lnTo>
                  <a:lnTo>
                    <a:pt x="20685" y="36184"/>
                  </a:lnTo>
                  <a:lnTo>
                    <a:pt x="20765" y="35316"/>
                  </a:lnTo>
                  <a:lnTo>
                    <a:pt x="20866" y="34448"/>
                  </a:lnTo>
                  <a:lnTo>
                    <a:pt x="21008" y="33560"/>
                  </a:lnTo>
                  <a:lnTo>
                    <a:pt x="21088" y="33136"/>
                  </a:lnTo>
                  <a:lnTo>
                    <a:pt x="21189" y="32713"/>
                  </a:lnTo>
                  <a:lnTo>
                    <a:pt x="21290" y="32269"/>
                  </a:lnTo>
                  <a:lnTo>
                    <a:pt x="21431" y="31845"/>
                  </a:lnTo>
                  <a:lnTo>
                    <a:pt x="21552" y="31441"/>
                  </a:lnTo>
                  <a:lnTo>
                    <a:pt x="21714" y="31017"/>
                  </a:lnTo>
                  <a:lnTo>
                    <a:pt x="21875" y="30614"/>
                  </a:lnTo>
                  <a:lnTo>
                    <a:pt x="22057" y="30210"/>
                  </a:lnTo>
                  <a:lnTo>
                    <a:pt x="22259" y="29807"/>
                  </a:lnTo>
                  <a:lnTo>
                    <a:pt x="22461" y="29423"/>
                  </a:lnTo>
                  <a:lnTo>
                    <a:pt x="22703" y="29040"/>
                  </a:lnTo>
                  <a:lnTo>
                    <a:pt x="22945" y="28677"/>
                  </a:lnTo>
                  <a:lnTo>
                    <a:pt x="23207" y="28313"/>
                  </a:lnTo>
                  <a:lnTo>
                    <a:pt x="23470" y="27950"/>
                  </a:lnTo>
                  <a:lnTo>
                    <a:pt x="23772" y="27607"/>
                  </a:lnTo>
                  <a:lnTo>
                    <a:pt x="24095" y="27284"/>
                  </a:lnTo>
                  <a:lnTo>
                    <a:pt x="24458" y="26921"/>
                  </a:lnTo>
                  <a:lnTo>
                    <a:pt x="24862" y="26578"/>
                  </a:lnTo>
                  <a:lnTo>
                    <a:pt x="25266" y="26275"/>
                  </a:lnTo>
                  <a:lnTo>
                    <a:pt x="25710" y="25972"/>
                  </a:lnTo>
                  <a:lnTo>
                    <a:pt x="26153" y="25690"/>
                  </a:lnTo>
                  <a:lnTo>
                    <a:pt x="26597" y="25448"/>
                  </a:lnTo>
                  <a:lnTo>
                    <a:pt x="27082" y="25226"/>
                  </a:lnTo>
                  <a:lnTo>
                    <a:pt x="27586" y="25004"/>
                  </a:lnTo>
                  <a:lnTo>
                    <a:pt x="28091" y="24822"/>
                  </a:lnTo>
                  <a:lnTo>
                    <a:pt x="28615" y="24661"/>
                  </a:lnTo>
                  <a:lnTo>
                    <a:pt x="29160" y="24519"/>
                  </a:lnTo>
                  <a:lnTo>
                    <a:pt x="29705" y="24398"/>
                  </a:lnTo>
                  <a:lnTo>
                    <a:pt x="30290" y="24297"/>
                  </a:lnTo>
                  <a:lnTo>
                    <a:pt x="30876" y="24217"/>
                  </a:lnTo>
                  <a:lnTo>
                    <a:pt x="31481" y="24176"/>
                  </a:lnTo>
                  <a:lnTo>
                    <a:pt x="32086" y="24136"/>
                  </a:lnTo>
                  <a:lnTo>
                    <a:pt x="33297" y="24136"/>
                  </a:lnTo>
                  <a:lnTo>
                    <a:pt x="33903" y="24176"/>
                  </a:lnTo>
                  <a:lnTo>
                    <a:pt x="34508" y="24217"/>
                  </a:lnTo>
                  <a:lnTo>
                    <a:pt x="35113" y="24277"/>
                  </a:lnTo>
                  <a:lnTo>
                    <a:pt x="35699" y="24358"/>
                  </a:lnTo>
                  <a:lnTo>
                    <a:pt x="36264" y="24459"/>
                  </a:lnTo>
                  <a:lnTo>
                    <a:pt x="36829" y="24580"/>
                  </a:lnTo>
                  <a:lnTo>
                    <a:pt x="37394" y="24681"/>
                  </a:lnTo>
                  <a:lnTo>
                    <a:pt x="38443" y="24943"/>
                  </a:lnTo>
                  <a:lnTo>
                    <a:pt x="39412" y="25246"/>
                  </a:lnTo>
                  <a:lnTo>
                    <a:pt x="40320" y="25549"/>
                  </a:lnTo>
                  <a:lnTo>
                    <a:pt x="41147" y="25851"/>
                  </a:lnTo>
                  <a:lnTo>
                    <a:pt x="41874" y="26134"/>
                  </a:lnTo>
                  <a:lnTo>
                    <a:pt x="42600" y="26437"/>
                  </a:lnTo>
                  <a:lnTo>
                    <a:pt x="43327" y="26759"/>
                  </a:lnTo>
                  <a:lnTo>
                    <a:pt x="44033" y="27082"/>
                  </a:lnTo>
                  <a:lnTo>
                    <a:pt x="45466" y="27768"/>
                  </a:lnTo>
                  <a:lnTo>
                    <a:pt x="46878" y="28495"/>
                  </a:lnTo>
                  <a:lnTo>
                    <a:pt x="48271" y="29242"/>
                  </a:lnTo>
                  <a:lnTo>
                    <a:pt x="49643" y="30008"/>
                  </a:lnTo>
                  <a:lnTo>
                    <a:pt x="52367" y="31542"/>
                  </a:lnTo>
                  <a:lnTo>
                    <a:pt x="54486" y="32753"/>
                  </a:lnTo>
                  <a:lnTo>
                    <a:pt x="56646" y="33944"/>
                  </a:lnTo>
                  <a:lnTo>
                    <a:pt x="57735" y="34529"/>
                  </a:lnTo>
                  <a:lnTo>
                    <a:pt x="58825" y="35094"/>
                  </a:lnTo>
                  <a:lnTo>
                    <a:pt x="59935" y="35639"/>
                  </a:lnTo>
                  <a:lnTo>
                    <a:pt x="61045" y="36163"/>
                  </a:lnTo>
                  <a:lnTo>
                    <a:pt x="61953" y="36547"/>
                  </a:lnTo>
                  <a:lnTo>
                    <a:pt x="62821" y="36890"/>
                  </a:lnTo>
                  <a:lnTo>
                    <a:pt x="63668" y="37193"/>
                  </a:lnTo>
                  <a:lnTo>
                    <a:pt x="64496" y="37435"/>
                  </a:lnTo>
                  <a:lnTo>
                    <a:pt x="65283" y="37637"/>
                  </a:lnTo>
                  <a:lnTo>
                    <a:pt x="66049" y="37798"/>
                  </a:lnTo>
                  <a:lnTo>
                    <a:pt x="66816" y="37899"/>
                  </a:lnTo>
                  <a:lnTo>
                    <a:pt x="67523" y="37959"/>
                  </a:lnTo>
                  <a:lnTo>
                    <a:pt x="68229" y="37980"/>
                  </a:lnTo>
                  <a:lnTo>
                    <a:pt x="68552" y="37959"/>
                  </a:lnTo>
                  <a:lnTo>
                    <a:pt x="68895" y="37939"/>
                  </a:lnTo>
                  <a:lnTo>
                    <a:pt x="69218" y="37899"/>
                  </a:lnTo>
                  <a:lnTo>
                    <a:pt x="69541" y="37859"/>
                  </a:lnTo>
                  <a:lnTo>
                    <a:pt x="69843" y="37798"/>
                  </a:lnTo>
                  <a:lnTo>
                    <a:pt x="70166" y="37737"/>
                  </a:lnTo>
                  <a:lnTo>
                    <a:pt x="70449" y="37657"/>
                  </a:lnTo>
                  <a:lnTo>
                    <a:pt x="70751" y="37556"/>
                  </a:lnTo>
                  <a:lnTo>
                    <a:pt x="71034" y="37455"/>
                  </a:lnTo>
                  <a:lnTo>
                    <a:pt x="71316" y="37334"/>
                  </a:lnTo>
                  <a:lnTo>
                    <a:pt x="71579" y="37193"/>
                  </a:lnTo>
                  <a:lnTo>
                    <a:pt x="71861" y="37051"/>
                  </a:lnTo>
                  <a:lnTo>
                    <a:pt x="72103" y="36890"/>
                  </a:lnTo>
                  <a:lnTo>
                    <a:pt x="72366" y="36728"/>
                  </a:lnTo>
                  <a:lnTo>
                    <a:pt x="72628" y="36547"/>
                  </a:lnTo>
                  <a:lnTo>
                    <a:pt x="72870" y="36345"/>
                  </a:lnTo>
                  <a:lnTo>
                    <a:pt x="73112" y="36143"/>
                  </a:lnTo>
                  <a:lnTo>
                    <a:pt x="73355" y="35921"/>
                  </a:lnTo>
                  <a:lnTo>
                    <a:pt x="73577" y="35679"/>
                  </a:lnTo>
                  <a:lnTo>
                    <a:pt x="73778" y="35437"/>
                  </a:lnTo>
                  <a:lnTo>
                    <a:pt x="74000" y="35195"/>
                  </a:lnTo>
                  <a:lnTo>
                    <a:pt x="74182" y="34912"/>
                  </a:lnTo>
                  <a:lnTo>
                    <a:pt x="74384" y="34650"/>
                  </a:lnTo>
                  <a:lnTo>
                    <a:pt x="74565" y="34347"/>
                  </a:lnTo>
                  <a:lnTo>
                    <a:pt x="74727" y="34065"/>
                  </a:lnTo>
                  <a:lnTo>
                    <a:pt x="74888" y="33742"/>
                  </a:lnTo>
                  <a:lnTo>
                    <a:pt x="75050" y="33419"/>
                  </a:lnTo>
                  <a:lnTo>
                    <a:pt x="75191" y="33096"/>
                  </a:lnTo>
                  <a:lnTo>
                    <a:pt x="75312" y="32753"/>
                  </a:lnTo>
                  <a:lnTo>
                    <a:pt x="75433" y="32410"/>
                  </a:lnTo>
                  <a:lnTo>
                    <a:pt x="75635" y="31784"/>
                  </a:lnTo>
                  <a:lnTo>
                    <a:pt x="75796" y="31139"/>
                  </a:lnTo>
                  <a:lnTo>
                    <a:pt x="75917" y="30473"/>
                  </a:lnTo>
                  <a:lnTo>
                    <a:pt x="76018" y="29786"/>
                  </a:lnTo>
                  <a:lnTo>
                    <a:pt x="76099" y="29080"/>
                  </a:lnTo>
                  <a:lnTo>
                    <a:pt x="76139" y="28374"/>
                  </a:lnTo>
                  <a:lnTo>
                    <a:pt x="76139" y="27627"/>
                  </a:lnTo>
                  <a:lnTo>
                    <a:pt x="76119" y="26901"/>
                  </a:lnTo>
                  <a:lnTo>
                    <a:pt x="76059" y="25791"/>
                  </a:lnTo>
                  <a:lnTo>
                    <a:pt x="75998" y="24721"/>
                  </a:lnTo>
                  <a:lnTo>
                    <a:pt x="75837" y="22703"/>
                  </a:lnTo>
                  <a:lnTo>
                    <a:pt x="75655" y="20786"/>
                  </a:lnTo>
                  <a:lnTo>
                    <a:pt x="75453" y="18950"/>
                  </a:lnTo>
                  <a:lnTo>
                    <a:pt x="75252" y="16932"/>
                  </a:lnTo>
                  <a:lnTo>
                    <a:pt x="75050" y="14833"/>
                  </a:lnTo>
                  <a:lnTo>
                    <a:pt x="74929" y="13642"/>
                  </a:lnTo>
                  <a:lnTo>
                    <a:pt x="74787" y="12452"/>
                  </a:lnTo>
                  <a:lnTo>
                    <a:pt x="74606" y="11140"/>
                  </a:lnTo>
                  <a:lnTo>
                    <a:pt x="74545" y="10494"/>
                  </a:lnTo>
                  <a:lnTo>
                    <a:pt x="74485" y="9849"/>
                  </a:lnTo>
                  <a:lnTo>
                    <a:pt x="74444" y="9203"/>
                  </a:lnTo>
                  <a:lnTo>
                    <a:pt x="74424" y="8577"/>
                  </a:lnTo>
                  <a:lnTo>
                    <a:pt x="74424" y="7952"/>
                  </a:lnTo>
                  <a:lnTo>
                    <a:pt x="74464" y="7346"/>
                  </a:lnTo>
                  <a:lnTo>
                    <a:pt x="74525" y="6741"/>
                  </a:lnTo>
                  <a:lnTo>
                    <a:pt x="74646" y="6176"/>
                  </a:lnTo>
                  <a:lnTo>
                    <a:pt x="74707" y="5893"/>
                  </a:lnTo>
                  <a:lnTo>
                    <a:pt x="74787" y="5611"/>
                  </a:lnTo>
                  <a:lnTo>
                    <a:pt x="74888" y="5348"/>
                  </a:lnTo>
                  <a:lnTo>
                    <a:pt x="74989" y="5066"/>
                  </a:lnTo>
                  <a:lnTo>
                    <a:pt x="75110" y="4824"/>
                  </a:lnTo>
                  <a:lnTo>
                    <a:pt x="75231" y="4561"/>
                  </a:lnTo>
                  <a:lnTo>
                    <a:pt x="75393" y="4319"/>
                  </a:lnTo>
                  <a:lnTo>
                    <a:pt x="75554" y="4077"/>
                  </a:lnTo>
                  <a:lnTo>
                    <a:pt x="75716" y="3835"/>
                  </a:lnTo>
                  <a:lnTo>
                    <a:pt x="75917" y="3613"/>
                  </a:lnTo>
                  <a:lnTo>
                    <a:pt x="76119" y="3391"/>
                  </a:lnTo>
                  <a:lnTo>
                    <a:pt x="76341" y="3189"/>
                  </a:lnTo>
                  <a:lnTo>
                    <a:pt x="76604" y="2967"/>
                  </a:lnTo>
                  <a:lnTo>
                    <a:pt x="76886" y="2765"/>
                  </a:lnTo>
                  <a:lnTo>
                    <a:pt x="77169" y="2584"/>
                  </a:lnTo>
                  <a:lnTo>
                    <a:pt x="77471" y="2422"/>
                  </a:lnTo>
                  <a:lnTo>
                    <a:pt x="77754" y="2261"/>
                  </a:lnTo>
                  <a:lnTo>
                    <a:pt x="78077" y="2120"/>
                  </a:lnTo>
                  <a:lnTo>
                    <a:pt x="78379" y="1998"/>
                  </a:lnTo>
                  <a:lnTo>
                    <a:pt x="78702" y="1877"/>
                  </a:lnTo>
                  <a:lnTo>
                    <a:pt x="79348" y="1676"/>
                  </a:lnTo>
                  <a:lnTo>
                    <a:pt x="80014" y="1514"/>
                  </a:lnTo>
                  <a:lnTo>
                    <a:pt x="80660" y="1373"/>
                  </a:lnTo>
                  <a:lnTo>
                    <a:pt x="81306" y="1232"/>
                  </a:lnTo>
                  <a:lnTo>
                    <a:pt x="82799" y="989"/>
                  </a:lnTo>
                  <a:lnTo>
                    <a:pt x="84312" y="747"/>
                  </a:lnTo>
                  <a:lnTo>
                    <a:pt x="85826" y="566"/>
                  </a:lnTo>
                  <a:lnTo>
                    <a:pt x="87319" y="404"/>
                  </a:lnTo>
                  <a:lnTo>
                    <a:pt x="88833" y="283"/>
                  </a:lnTo>
                  <a:lnTo>
                    <a:pt x="90346" y="182"/>
                  </a:lnTo>
                  <a:lnTo>
                    <a:pt x="91860" y="122"/>
                  </a:lnTo>
                  <a:lnTo>
                    <a:pt x="93373" y="81"/>
                  </a:lnTo>
                  <a:close/>
                  <a:moveTo>
                    <a:pt x="93373" y="1"/>
                  </a:moveTo>
                  <a:lnTo>
                    <a:pt x="91860" y="41"/>
                  </a:lnTo>
                  <a:lnTo>
                    <a:pt x="90346" y="102"/>
                  </a:lnTo>
                  <a:lnTo>
                    <a:pt x="88833" y="202"/>
                  </a:lnTo>
                  <a:lnTo>
                    <a:pt x="87319" y="324"/>
                  </a:lnTo>
                  <a:lnTo>
                    <a:pt x="85806" y="485"/>
                  </a:lnTo>
                  <a:lnTo>
                    <a:pt x="84292" y="667"/>
                  </a:lnTo>
                  <a:lnTo>
                    <a:pt x="82799" y="909"/>
                  </a:lnTo>
                  <a:lnTo>
                    <a:pt x="81285" y="1171"/>
                  </a:lnTo>
                  <a:lnTo>
                    <a:pt x="80640" y="1292"/>
                  </a:lnTo>
                  <a:lnTo>
                    <a:pt x="79994" y="1433"/>
                  </a:lnTo>
                  <a:lnTo>
                    <a:pt x="79328" y="1595"/>
                  </a:lnTo>
                  <a:lnTo>
                    <a:pt x="78682" y="1797"/>
                  </a:lnTo>
                  <a:lnTo>
                    <a:pt x="78359" y="1918"/>
                  </a:lnTo>
                  <a:lnTo>
                    <a:pt x="78036" y="2059"/>
                  </a:lnTo>
                  <a:lnTo>
                    <a:pt x="77734" y="2200"/>
                  </a:lnTo>
                  <a:lnTo>
                    <a:pt x="77411" y="2342"/>
                  </a:lnTo>
                  <a:lnTo>
                    <a:pt x="77128" y="2523"/>
                  </a:lnTo>
                  <a:lnTo>
                    <a:pt x="76846" y="2705"/>
                  </a:lnTo>
                  <a:lnTo>
                    <a:pt x="76563" y="2907"/>
                  </a:lnTo>
                  <a:lnTo>
                    <a:pt x="76301" y="3129"/>
                  </a:lnTo>
                  <a:lnTo>
                    <a:pt x="76059" y="3330"/>
                  </a:lnTo>
                  <a:lnTo>
                    <a:pt x="75857" y="3552"/>
                  </a:lnTo>
                  <a:lnTo>
                    <a:pt x="75655" y="3795"/>
                  </a:lnTo>
                  <a:lnTo>
                    <a:pt x="75473" y="4017"/>
                  </a:lnTo>
                  <a:lnTo>
                    <a:pt x="75312" y="4259"/>
                  </a:lnTo>
                  <a:lnTo>
                    <a:pt x="75171" y="4521"/>
                  </a:lnTo>
                  <a:lnTo>
                    <a:pt x="75030" y="4763"/>
                  </a:lnTo>
                  <a:lnTo>
                    <a:pt x="74908" y="5026"/>
                  </a:lnTo>
                  <a:lnTo>
                    <a:pt x="74808" y="5308"/>
                  </a:lnTo>
                  <a:lnTo>
                    <a:pt x="74707" y="5570"/>
                  </a:lnTo>
                  <a:lnTo>
                    <a:pt x="74626" y="5853"/>
                  </a:lnTo>
                  <a:lnTo>
                    <a:pt x="74565" y="6135"/>
                  </a:lnTo>
                  <a:lnTo>
                    <a:pt x="74444" y="6721"/>
                  </a:lnTo>
                  <a:lnTo>
                    <a:pt x="74384" y="7326"/>
                  </a:lnTo>
                  <a:lnTo>
                    <a:pt x="74343" y="7931"/>
                  </a:lnTo>
                  <a:lnTo>
                    <a:pt x="74343" y="8557"/>
                  </a:lnTo>
                  <a:lnTo>
                    <a:pt x="74364" y="9203"/>
                  </a:lnTo>
                  <a:lnTo>
                    <a:pt x="74404" y="9849"/>
                  </a:lnTo>
                  <a:lnTo>
                    <a:pt x="74464" y="10494"/>
                  </a:lnTo>
                  <a:lnTo>
                    <a:pt x="74525" y="11160"/>
                  </a:lnTo>
                  <a:lnTo>
                    <a:pt x="74707" y="12472"/>
                  </a:lnTo>
                  <a:lnTo>
                    <a:pt x="74848" y="13663"/>
                  </a:lnTo>
                  <a:lnTo>
                    <a:pt x="74969" y="14833"/>
                  </a:lnTo>
                  <a:lnTo>
                    <a:pt x="75171" y="16932"/>
                  </a:lnTo>
                  <a:lnTo>
                    <a:pt x="75373" y="18950"/>
                  </a:lnTo>
                  <a:lnTo>
                    <a:pt x="75574" y="20806"/>
                  </a:lnTo>
                  <a:lnTo>
                    <a:pt x="75756" y="22703"/>
                  </a:lnTo>
                  <a:lnTo>
                    <a:pt x="75917" y="24741"/>
                  </a:lnTo>
                  <a:lnTo>
                    <a:pt x="75978" y="25791"/>
                  </a:lnTo>
                  <a:lnTo>
                    <a:pt x="76039" y="26901"/>
                  </a:lnTo>
                  <a:lnTo>
                    <a:pt x="76059" y="27627"/>
                  </a:lnTo>
                  <a:lnTo>
                    <a:pt x="76059" y="28354"/>
                  </a:lnTo>
                  <a:lnTo>
                    <a:pt x="76018" y="29080"/>
                  </a:lnTo>
                  <a:lnTo>
                    <a:pt x="75938" y="29766"/>
                  </a:lnTo>
                  <a:lnTo>
                    <a:pt x="75837" y="30452"/>
                  </a:lnTo>
                  <a:lnTo>
                    <a:pt x="75716" y="31118"/>
                  </a:lnTo>
                  <a:lnTo>
                    <a:pt x="75554" y="31764"/>
                  </a:lnTo>
                  <a:lnTo>
                    <a:pt x="75373" y="32370"/>
                  </a:lnTo>
                  <a:lnTo>
                    <a:pt x="75252" y="32733"/>
                  </a:lnTo>
                  <a:lnTo>
                    <a:pt x="75110" y="33056"/>
                  </a:lnTo>
                  <a:lnTo>
                    <a:pt x="74969" y="33399"/>
                  </a:lnTo>
                  <a:lnTo>
                    <a:pt x="74808" y="33701"/>
                  </a:lnTo>
                  <a:lnTo>
                    <a:pt x="74666" y="34024"/>
                  </a:lnTo>
                  <a:lnTo>
                    <a:pt x="74485" y="34307"/>
                  </a:lnTo>
                  <a:lnTo>
                    <a:pt x="74303" y="34589"/>
                  </a:lnTo>
                  <a:lnTo>
                    <a:pt x="74121" y="34872"/>
                  </a:lnTo>
                  <a:lnTo>
                    <a:pt x="73920" y="35134"/>
                  </a:lnTo>
                  <a:lnTo>
                    <a:pt x="73718" y="35397"/>
                  </a:lnTo>
                  <a:lnTo>
                    <a:pt x="73516" y="35639"/>
                  </a:lnTo>
                  <a:lnTo>
                    <a:pt x="73294" y="35861"/>
                  </a:lnTo>
                  <a:lnTo>
                    <a:pt x="73052" y="36083"/>
                  </a:lnTo>
                  <a:lnTo>
                    <a:pt x="72830" y="36284"/>
                  </a:lnTo>
                  <a:lnTo>
                    <a:pt x="72568" y="36486"/>
                  </a:lnTo>
                  <a:lnTo>
                    <a:pt x="72325" y="36668"/>
                  </a:lnTo>
                  <a:lnTo>
                    <a:pt x="72063" y="36829"/>
                  </a:lnTo>
                  <a:lnTo>
                    <a:pt x="71821" y="36991"/>
                  </a:lnTo>
                  <a:lnTo>
                    <a:pt x="71538" y="37132"/>
                  </a:lnTo>
                  <a:lnTo>
                    <a:pt x="71276" y="37253"/>
                  </a:lnTo>
                  <a:lnTo>
                    <a:pt x="70994" y="37374"/>
                  </a:lnTo>
                  <a:lnTo>
                    <a:pt x="70711" y="37475"/>
                  </a:lnTo>
                  <a:lnTo>
                    <a:pt x="70428" y="37576"/>
                  </a:lnTo>
                  <a:lnTo>
                    <a:pt x="70126" y="37657"/>
                  </a:lnTo>
                  <a:lnTo>
                    <a:pt x="69823" y="37717"/>
                  </a:lnTo>
                  <a:lnTo>
                    <a:pt x="69520" y="37778"/>
                  </a:lnTo>
                  <a:lnTo>
                    <a:pt x="69197" y="37838"/>
                  </a:lnTo>
                  <a:lnTo>
                    <a:pt x="68875" y="37859"/>
                  </a:lnTo>
                  <a:lnTo>
                    <a:pt x="68209" y="37899"/>
                  </a:lnTo>
                  <a:lnTo>
                    <a:pt x="67523" y="37879"/>
                  </a:lnTo>
                  <a:lnTo>
                    <a:pt x="66796" y="37818"/>
                  </a:lnTo>
                  <a:lnTo>
                    <a:pt x="66070" y="37717"/>
                  </a:lnTo>
                  <a:lnTo>
                    <a:pt x="65303" y="37556"/>
                  </a:lnTo>
                  <a:lnTo>
                    <a:pt x="64496" y="37354"/>
                  </a:lnTo>
                  <a:lnTo>
                    <a:pt x="63688" y="37112"/>
                  </a:lnTo>
                  <a:lnTo>
                    <a:pt x="62841" y="36829"/>
                  </a:lnTo>
                  <a:lnTo>
                    <a:pt x="61973" y="36486"/>
                  </a:lnTo>
                  <a:lnTo>
                    <a:pt x="61085" y="36083"/>
                  </a:lnTo>
                  <a:lnTo>
                    <a:pt x="59975" y="35558"/>
                  </a:lnTo>
                  <a:lnTo>
                    <a:pt x="58865" y="35013"/>
                  </a:lnTo>
                  <a:lnTo>
                    <a:pt x="57776" y="34448"/>
                  </a:lnTo>
                  <a:lnTo>
                    <a:pt x="56686" y="33863"/>
                  </a:lnTo>
                  <a:lnTo>
                    <a:pt x="54527" y="32672"/>
                  </a:lnTo>
                  <a:lnTo>
                    <a:pt x="52408" y="31461"/>
                  </a:lnTo>
                  <a:lnTo>
                    <a:pt x="49683" y="29928"/>
                  </a:lnTo>
                  <a:lnTo>
                    <a:pt x="48311" y="29161"/>
                  </a:lnTo>
                  <a:lnTo>
                    <a:pt x="46919" y="28414"/>
                  </a:lnTo>
                  <a:lnTo>
                    <a:pt x="45506" y="27708"/>
                  </a:lnTo>
                  <a:lnTo>
                    <a:pt x="44073" y="27022"/>
                  </a:lnTo>
                  <a:lnTo>
                    <a:pt x="43347" y="26679"/>
                  </a:lnTo>
                  <a:lnTo>
                    <a:pt x="42641" y="26376"/>
                  </a:lnTo>
                  <a:lnTo>
                    <a:pt x="41894" y="26053"/>
                  </a:lnTo>
                  <a:lnTo>
                    <a:pt x="41167" y="25771"/>
                  </a:lnTo>
                  <a:lnTo>
                    <a:pt x="40300" y="25448"/>
                  </a:lnTo>
                  <a:lnTo>
                    <a:pt x="39331" y="25125"/>
                  </a:lnTo>
                  <a:lnTo>
                    <a:pt x="38282" y="24822"/>
                  </a:lnTo>
                  <a:lnTo>
                    <a:pt x="37717" y="24681"/>
                  </a:lnTo>
                  <a:lnTo>
                    <a:pt x="37152" y="24560"/>
                  </a:lnTo>
                  <a:lnTo>
                    <a:pt x="36566" y="24439"/>
                  </a:lnTo>
                  <a:lnTo>
                    <a:pt x="35961" y="24318"/>
                  </a:lnTo>
                  <a:lnTo>
                    <a:pt x="35335" y="24237"/>
                  </a:lnTo>
                  <a:lnTo>
                    <a:pt x="34710" y="24156"/>
                  </a:lnTo>
                  <a:lnTo>
                    <a:pt x="34064" y="24096"/>
                  </a:lnTo>
                  <a:lnTo>
                    <a:pt x="33418" y="24055"/>
                  </a:lnTo>
                  <a:lnTo>
                    <a:pt x="32086" y="24055"/>
                  </a:lnTo>
                  <a:lnTo>
                    <a:pt x="31461" y="24096"/>
                  </a:lnTo>
                  <a:lnTo>
                    <a:pt x="30855" y="24136"/>
                  </a:lnTo>
                  <a:lnTo>
                    <a:pt x="30270" y="24217"/>
                  </a:lnTo>
                  <a:lnTo>
                    <a:pt x="29685" y="24318"/>
                  </a:lnTo>
                  <a:lnTo>
                    <a:pt x="29140" y="24439"/>
                  </a:lnTo>
                  <a:lnTo>
                    <a:pt x="28595" y="24580"/>
                  </a:lnTo>
                  <a:lnTo>
                    <a:pt x="28050" y="24741"/>
                  </a:lnTo>
                  <a:lnTo>
                    <a:pt x="27546" y="24943"/>
                  </a:lnTo>
                  <a:lnTo>
                    <a:pt x="27041" y="25145"/>
                  </a:lnTo>
                  <a:lnTo>
                    <a:pt x="26577" y="25367"/>
                  </a:lnTo>
                  <a:lnTo>
                    <a:pt x="26113" y="25629"/>
                  </a:lnTo>
                  <a:lnTo>
                    <a:pt x="25649" y="25912"/>
                  </a:lnTo>
                  <a:lnTo>
                    <a:pt x="25225" y="26194"/>
                  </a:lnTo>
                  <a:lnTo>
                    <a:pt x="24801" y="26517"/>
                  </a:lnTo>
                  <a:lnTo>
                    <a:pt x="24418" y="26860"/>
                  </a:lnTo>
                  <a:lnTo>
                    <a:pt x="24035" y="27224"/>
                  </a:lnTo>
                  <a:lnTo>
                    <a:pt x="23712" y="27546"/>
                  </a:lnTo>
                  <a:lnTo>
                    <a:pt x="23409" y="27890"/>
                  </a:lnTo>
                  <a:lnTo>
                    <a:pt x="23147" y="28253"/>
                  </a:lnTo>
                  <a:lnTo>
                    <a:pt x="22884" y="28616"/>
                  </a:lnTo>
                  <a:lnTo>
                    <a:pt x="22622" y="28999"/>
                  </a:lnTo>
                  <a:lnTo>
                    <a:pt x="22400" y="29383"/>
                  </a:lnTo>
                  <a:lnTo>
                    <a:pt x="22178" y="29766"/>
                  </a:lnTo>
                  <a:lnTo>
                    <a:pt x="21996" y="30170"/>
                  </a:lnTo>
                  <a:lnTo>
                    <a:pt x="21815" y="30573"/>
                  </a:lnTo>
                  <a:lnTo>
                    <a:pt x="21633" y="30977"/>
                  </a:lnTo>
                  <a:lnTo>
                    <a:pt x="21492" y="31401"/>
                  </a:lnTo>
                  <a:lnTo>
                    <a:pt x="21351" y="31825"/>
                  </a:lnTo>
                  <a:lnTo>
                    <a:pt x="21230" y="32248"/>
                  </a:lnTo>
                  <a:lnTo>
                    <a:pt x="21108" y="32672"/>
                  </a:lnTo>
                  <a:lnTo>
                    <a:pt x="21008" y="33116"/>
                  </a:lnTo>
                  <a:lnTo>
                    <a:pt x="20927" y="33540"/>
                  </a:lnTo>
                  <a:lnTo>
                    <a:pt x="20786" y="34428"/>
                  </a:lnTo>
                  <a:lnTo>
                    <a:pt x="20685" y="35296"/>
                  </a:lnTo>
                  <a:lnTo>
                    <a:pt x="20604" y="36163"/>
                  </a:lnTo>
                  <a:lnTo>
                    <a:pt x="20584" y="37031"/>
                  </a:lnTo>
                  <a:lnTo>
                    <a:pt x="20584" y="37879"/>
                  </a:lnTo>
                  <a:lnTo>
                    <a:pt x="20604" y="38706"/>
                  </a:lnTo>
                  <a:lnTo>
                    <a:pt x="20665" y="39513"/>
                  </a:lnTo>
                  <a:lnTo>
                    <a:pt x="20725" y="40280"/>
                  </a:lnTo>
                  <a:lnTo>
                    <a:pt x="20846" y="41329"/>
                  </a:lnTo>
                  <a:lnTo>
                    <a:pt x="20987" y="42359"/>
                  </a:lnTo>
                  <a:lnTo>
                    <a:pt x="21290" y="44437"/>
                  </a:lnTo>
                  <a:lnTo>
                    <a:pt x="21472" y="45628"/>
                  </a:lnTo>
                  <a:lnTo>
                    <a:pt x="21653" y="46818"/>
                  </a:lnTo>
                  <a:lnTo>
                    <a:pt x="21795" y="48029"/>
                  </a:lnTo>
                  <a:lnTo>
                    <a:pt x="21916" y="49240"/>
                  </a:lnTo>
                  <a:lnTo>
                    <a:pt x="21996" y="50451"/>
                  </a:lnTo>
                  <a:lnTo>
                    <a:pt x="22017" y="51056"/>
                  </a:lnTo>
                  <a:lnTo>
                    <a:pt x="22037" y="51662"/>
                  </a:lnTo>
                  <a:lnTo>
                    <a:pt x="22017" y="52267"/>
                  </a:lnTo>
                  <a:lnTo>
                    <a:pt x="21996" y="52872"/>
                  </a:lnTo>
                  <a:lnTo>
                    <a:pt x="21956" y="53478"/>
                  </a:lnTo>
                  <a:lnTo>
                    <a:pt x="21895" y="54083"/>
                  </a:lnTo>
                  <a:lnTo>
                    <a:pt x="21815" y="54648"/>
                  </a:lnTo>
                  <a:lnTo>
                    <a:pt x="21734" y="55193"/>
                  </a:lnTo>
                  <a:lnTo>
                    <a:pt x="21613" y="55718"/>
                  </a:lnTo>
                  <a:lnTo>
                    <a:pt x="21472" y="56243"/>
                  </a:lnTo>
                  <a:lnTo>
                    <a:pt x="21330" y="56727"/>
                  </a:lnTo>
                  <a:lnTo>
                    <a:pt x="21149" y="57211"/>
                  </a:lnTo>
                  <a:lnTo>
                    <a:pt x="20967" y="57675"/>
                  </a:lnTo>
                  <a:lnTo>
                    <a:pt x="20745" y="58119"/>
                  </a:lnTo>
                  <a:lnTo>
                    <a:pt x="20523" y="58543"/>
                  </a:lnTo>
                  <a:lnTo>
                    <a:pt x="20281" y="58967"/>
                  </a:lnTo>
                  <a:lnTo>
                    <a:pt x="20039" y="59350"/>
                  </a:lnTo>
                  <a:lnTo>
                    <a:pt x="19756" y="59714"/>
                  </a:lnTo>
                  <a:lnTo>
                    <a:pt x="19474" y="60057"/>
                  </a:lnTo>
                  <a:lnTo>
                    <a:pt x="19171" y="60359"/>
                  </a:lnTo>
                  <a:lnTo>
                    <a:pt x="18848" y="60662"/>
                  </a:lnTo>
                  <a:lnTo>
                    <a:pt x="18505" y="60945"/>
                  </a:lnTo>
                  <a:lnTo>
                    <a:pt x="18203" y="61167"/>
                  </a:lnTo>
                  <a:lnTo>
                    <a:pt x="17880" y="61368"/>
                  </a:lnTo>
                  <a:lnTo>
                    <a:pt x="17537" y="61570"/>
                  </a:lnTo>
                  <a:lnTo>
                    <a:pt x="17194" y="61732"/>
                  </a:lnTo>
                  <a:lnTo>
                    <a:pt x="16830" y="61893"/>
                  </a:lnTo>
                  <a:lnTo>
                    <a:pt x="16467" y="62034"/>
                  </a:lnTo>
                  <a:lnTo>
                    <a:pt x="16104" y="62176"/>
                  </a:lnTo>
                  <a:lnTo>
                    <a:pt x="15741" y="62297"/>
                  </a:lnTo>
                  <a:lnTo>
                    <a:pt x="14974" y="62519"/>
                  </a:lnTo>
                  <a:lnTo>
                    <a:pt x="14207" y="62700"/>
                  </a:lnTo>
                  <a:lnTo>
                    <a:pt x="13440" y="62862"/>
                  </a:lnTo>
                  <a:lnTo>
                    <a:pt x="12653" y="63003"/>
                  </a:lnTo>
                  <a:lnTo>
                    <a:pt x="11725" y="63185"/>
                  </a:lnTo>
                  <a:lnTo>
                    <a:pt x="10978" y="63346"/>
                  </a:lnTo>
                  <a:lnTo>
                    <a:pt x="10252" y="63528"/>
                  </a:lnTo>
                  <a:lnTo>
                    <a:pt x="9545" y="63709"/>
                  </a:lnTo>
                  <a:lnTo>
                    <a:pt x="8879" y="63911"/>
                  </a:lnTo>
                  <a:lnTo>
                    <a:pt x="8234" y="64113"/>
                  </a:lnTo>
                  <a:lnTo>
                    <a:pt x="7628" y="64335"/>
                  </a:lnTo>
                  <a:lnTo>
                    <a:pt x="7043" y="64577"/>
                  </a:lnTo>
                  <a:lnTo>
                    <a:pt x="6478" y="64819"/>
                  </a:lnTo>
                  <a:lnTo>
                    <a:pt x="5933" y="65081"/>
                  </a:lnTo>
                  <a:lnTo>
                    <a:pt x="5408" y="65364"/>
                  </a:lnTo>
                  <a:lnTo>
                    <a:pt x="4924" y="65646"/>
                  </a:lnTo>
                  <a:lnTo>
                    <a:pt x="4440" y="65969"/>
                  </a:lnTo>
                  <a:lnTo>
                    <a:pt x="3996" y="66272"/>
                  </a:lnTo>
                  <a:lnTo>
                    <a:pt x="3572" y="66615"/>
                  </a:lnTo>
                  <a:lnTo>
                    <a:pt x="3148" y="66958"/>
                  </a:lnTo>
                  <a:lnTo>
                    <a:pt x="2765" y="67321"/>
                  </a:lnTo>
                  <a:lnTo>
                    <a:pt x="2321" y="67786"/>
                  </a:lnTo>
                  <a:lnTo>
                    <a:pt x="1917" y="68270"/>
                  </a:lnTo>
                  <a:lnTo>
                    <a:pt x="1554" y="68795"/>
                  </a:lnTo>
                  <a:lnTo>
                    <a:pt x="1211" y="69339"/>
                  </a:lnTo>
                  <a:lnTo>
                    <a:pt x="928" y="69884"/>
                  </a:lnTo>
                  <a:lnTo>
                    <a:pt x="666" y="70470"/>
                  </a:lnTo>
                  <a:lnTo>
                    <a:pt x="444" y="71055"/>
                  </a:lnTo>
                  <a:lnTo>
                    <a:pt x="262" y="71660"/>
                  </a:lnTo>
                  <a:lnTo>
                    <a:pt x="182" y="71983"/>
                  </a:lnTo>
                  <a:lnTo>
                    <a:pt x="121" y="72306"/>
                  </a:lnTo>
                  <a:lnTo>
                    <a:pt x="81" y="72609"/>
                  </a:lnTo>
                  <a:lnTo>
                    <a:pt x="41" y="72931"/>
                  </a:lnTo>
                  <a:lnTo>
                    <a:pt x="20" y="73254"/>
                  </a:lnTo>
                  <a:lnTo>
                    <a:pt x="0" y="73557"/>
                  </a:lnTo>
                  <a:lnTo>
                    <a:pt x="0" y="73880"/>
                  </a:lnTo>
                  <a:lnTo>
                    <a:pt x="20" y="74183"/>
                  </a:lnTo>
                  <a:lnTo>
                    <a:pt x="61" y="74485"/>
                  </a:lnTo>
                  <a:lnTo>
                    <a:pt x="101" y="74788"/>
                  </a:lnTo>
                  <a:lnTo>
                    <a:pt x="162" y="75071"/>
                  </a:lnTo>
                  <a:lnTo>
                    <a:pt x="222" y="75373"/>
                  </a:lnTo>
                  <a:lnTo>
                    <a:pt x="323" y="75656"/>
                  </a:lnTo>
                  <a:lnTo>
                    <a:pt x="404" y="75938"/>
                  </a:lnTo>
                  <a:lnTo>
                    <a:pt x="525" y="76201"/>
                  </a:lnTo>
                  <a:lnTo>
                    <a:pt x="646" y="76483"/>
                  </a:lnTo>
                  <a:lnTo>
                    <a:pt x="828" y="76846"/>
                  </a:lnTo>
                  <a:lnTo>
                    <a:pt x="1050" y="77189"/>
                  </a:lnTo>
                  <a:lnTo>
                    <a:pt x="1292" y="77533"/>
                  </a:lnTo>
                  <a:lnTo>
                    <a:pt x="1554" y="77855"/>
                  </a:lnTo>
                  <a:lnTo>
                    <a:pt x="1837" y="78158"/>
                  </a:lnTo>
                  <a:lnTo>
                    <a:pt x="2139" y="78441"/>
                  </a:lnTo>
                  <a:lnTo>
                    <a:pt x="2462" y="78703"/>
                  </a:lnTo>
                  <a:lnTo>
                    <a:pt x="2785" y="78945"/>
                  </a:lnTo>
                  <a:lnTo>
                    <a:pt x="3148" y="79187"/>
                  </a:lnTo>
                  <a:lnTo>
                    <a:pt x="3532" y="79389"/>
                  </a:lnTo>
                  <a:lnTo>
                    <a:pt x="3935" y="79591"/>
                  </a:lnTo>
                  <a:lnTo>
                    <a:pt x="4339" y="79773"/>
                  </a:lnTo>
                  <a:lnTo>
                    <a:pt x="4763" y="79914"/>
                  </a:lnTo>
                  <a:lnTo>
                    <a:pt x="5227" y="80055"/>
                  </a:lnTo>
                  <a:lnTo>
                    <a:pt x="5691" y="80176"/>
                  </a:lnTo>
                  <a:lnTo>
                    <a:pt x="6155" y="80277"/>
                  </a:lnTo>
                  <a:lnTo>
                    <a:pt x="6660" y="80338"/>
                  </a:lnTo>
                  <a:lnTo>
                    <a:pt x="7144" y="80398"/>
                  </a:lnTo>
                  <a:lnTo>
                    <a:pt x="7648" y="80438"/>
                  </a:lnTo>
                  <a:lnTo>
                    <a:pt x="8153" y="80438"/>
                  </a:lnTo>
                  <a:lnTo>
                    <a:pt x="8819" y="80418"/>
                  </a:lnTo>
                  <a:lnTo>
                    <a:pt x="9485" y="80378"/>
                  </a:lnTo>
                  <a:lnTo>
                    <a:pt x="10171" y="80277"/>
                  </a:lnTo>
                  <a:lnTo>
                    <a:pt x="10817" y="80156"/>
                  </a:lnTo>
                  <a:lnTo>
                    <a:pt x="11483" y="80015"/>
                  </a:lnTo>
                  <a:lnTo>
                    <a:pt x="12128" y="79813"/>
                  </a:lnTo>
                  <a:lnTo>
                    <a:pt x="12754" y="79591"/>
                  </a:lnTo>
                  <a:lnTo>
                    <a:pt x="13380" y="79329"/>
                  </a:lnTo>
                  <a:lnTo>
                    <a:pt x="14106" y="78986"/>
                  </a:lnTo>
                  <a:lnTo>
                    <a:pt x="14812" y="78622"/>
                  </a:lnTo>
                  <a:lnTo>
                    <a:pt x="15498" y="78219"/>
                  </a:lnTo>
                  <a:lnTo>
                    <a:pt x="16185" y="77795"/>
                  </a:lnTo>
                  <a:lnTo>
                    <a:pt x="16850" y="77351"/>
                  </a:lnTo>
                  <a:lnTo>
                    <a:pt x="17496" y="76887"/>
                  </a:lnTo>
                  <a:lnTo>
                    <a:pt x="18142" y="76402"/>
                  </a:lnTo>
                  <a:lnTo>
                    <a:pt x="18768" y="75898"/>
                  </a:lnTo>
                  <a:lnTo>
                    <a:pt x="19373" y="75393"/>
                  </a:lnTo>
                  <a:lnTo>
                    <a:pt x="19978" y="74869"/>
                  </a:lnTo>
                  <a:lnTo>
                    <a:pt x="21169" y="73779"/>
                  </a:lnTo>
                  <a:lnTo>
                    <a:pt x="22339" y="72669"/>
                  </a:lnTo>
                  <a:lnTo>
                    <a:pt x="23490" y="71559"/>
                  </a:lnTo>
                  <a:lnTo>
                    <a:pt x="25266" y="69824"/>
                  </a:lnTo>
                  <a:lnTo>
                    <a:pt x="26174" y="68976"/>
                  </a:lnTo>
                  <a:lnTo>
                    <a:pt x="27102" y="68149"/>
                  </a:lnTo>
                  <a:lnTo>
                    <a:pt x="27990" y="67382"/>
                  </a:lnTo>
                  <a:lnTo>
                    <a:pt x="28918" y="66615"/>
                  </a:lnTo>
                  <a:lnTo>
                    <a:pt x="29867" y="65889"/>
                  </a:lnTo>
                  <a:lnTo>
                    <a:pt x="30855" y="65182"/>
                  </a:lnTo>
                  <a:lnTo>
                    <a:pt x="31844" y="64496"/>
                  </a:lnTo>
                  <a:lnTo>
                    <a:pt x="32853" y="63850"/>
                  </a:lnTo>
                  <a:lnTo>
                    <a:pt x="33882" y="63225"/>
                  </a:lnTo>
                  <a:lnTo>
                    <a:pt x="34932" y="62599"/>
                  </a:lnTo>
                  <a:lnTo>
                    <a:pt x="36001" y="62034"/>
                  </a:lnTo>
                  <a:lnTo>
                    <a:pt x="37071" y="61469"/>
                  </a:lnTo>
                  <a:lnTo>
                    <a:pt x="38161" y="60945"/>
                  </a:lnTo>
                  <a:lnTo>
                    <a:pt x="39271" y="60440"/>
                  </a:lnTo>
                  <a:lnTo>
                    <a:pt x="40401" y="59976"/>
                  </a:lnTo>
                  <a:lnTo>
                    <a:pt x="41531" y="59532"/>
                  </a:lnTo>
                  <a:lnTo>
                    <a:pt x="42681" y="59108"/>
                  </a:lnTo>
                  <a:lnTo>
                    <a:pt x="43851" y="58725"/>
                  </a:lnTo>
                  <a:lnTo>
                    <a:pt x="45002" y="58361"/>
                  </a:lnTo>
                  <a:lnTo>
                    <a:pt x="46192" y="58039"/>
                  </a:lnTo>
                  <a:lnTo>
                    <a:pt x="47363" y="57736"/>
                  </a:lnTo>
                  <a:lnTo>
                    <a:pt x="48553" y="57474"/>
                  </a:lnTo>
                  <a:lnTo>
                    <a:pt x="49764" y="57231"/>
                  </a:lnTo>
                  <a:lnTo>
                    <a:pt x="50955" y="57030"/>
                  </a:lnTo>
                  <a:lnTo>
                    <a:pt x="52166" y="56868"/>
                  </a:lnTo>
                  <a:lnTo>
                    <a:pt x="53356" y="56707"/>
                  </a:lnTo>
                  <a:lnTo>
                    <a:pt x="54567" y="56606"/>
                  </a:lnTo>
                  <a:lnTo>
                    <a:pt x="55778" y="56525"/>
                  </a:lnTo>
                  <a:lnTo>
                    <a:pt x="56989" y="56465"/>
                  </a:lnTo>
                  <a:lnTo>
                    <a:pt x="58179" y="56444"/>
                  </a:lnTo>
                  <a:lnTo>
                    <a:pt x="59390" y="56465"/>
                  </a:lnTo>
                  <a:lnTo>
                    <a:pt x="60581" y="56505"/>
                  </a:lnTo>
                  <a:lnTo>
                    <a:pt x="61771" y="56586"/>
                  </a:lnTo>
                  <a:lnTo>
                    <a:pt x="62962" y="56687"/>
                  </a:lnTo>
                  <a:lnTo>
                    <a:pt x="64274" y="56848"/>
                  </a:lnTo>
                  <a:lnTo>
                    <a:pt x="65605" y="57030"/>
                  </a:lnTo>
                  <a:lnTo>
                    <a:pt x="66917" y="57231"/>
                  </a:lnTo>
                  <a:lnTo>
                    <a:pt x="68229" y="57433"/>
                  </a:lnTo>
                  <a:lnTo>
                    <a:pt x="69601" y="57655"/>
                  </a:lnTo>
                  <a:lnTo>
                    <a:pt x="70973" y="57857"/>
                  </a:lnTo>
                  <a:lnTo>
                    <a:pt x="72366" y="58039"/>
                  </a:lnTo>
                  <a:lnTo>
                    <a:pt x="73758" y="58200"/>
                  </a:lnTo>
                  <a:lnTo>
                    <a:pt x="74444" y="58261"/>
                  </a:lnTo>
                  <a:lnTo>
                    <a:pt x="75151" y="58321"/>
                  </a:lnTo>
                  <a:lnTo>
                    <a:pt x="75837" y="58361"/>
                  </a:lnTo>
                  <a:lnTo>
                    <a:pt x="76543" y="58382"/>
                  </a:lnTo>
                  <a:lnTo>
                    <a:pt x="77249" y="58382"/>
                  </a:lnTo>
                  <a:lnTo>
                    <a:pt x="77935" y="58361"/>
                  </a:lnTo>
                  <a:lnTo>
                    <a:pt x="78642" y="58341"/>
                  </a:lnTo>
                  <a:lnTo>
                    <a:pt x="79328" y="58281"/>
                  </a:lnTo>
                  <a:lnTo>
                    <a:pt x="79812" y="58220"/>
                  </a:lnTo>
                  <a:lnTo>
                    <a:pt x="80337" y="58160"/>
                  </a:lnTo>
                  <a:lnTo>
                    <a:pt x="80882" y="58059"/>
                  </a:lnTo>
                  <a:lnTo>
                    <a:pt x="81467" y="57918"/>
                  </a:lnTo>
                  <a:lnTo>
                    <a:pt x="82032" y="57736"/>
                  </a:lnTo>
                  <a:lnTo>
                    <a:pt x="82315" y="57635"/>
                  </a:lnTo>
                  <a:lnTo>
                    <a:pt x="82597" y="57514"/>
                  </a:lnTo>
                  <a:lnTo>
                    <a:pt x="82880" y="57373"/>
                  </a:lnTo>
                  <a:lnTo>
                    <a:pt x="83142" y="57231"/>
                  </a:lnTo>
                  <a:lnTo>
                    <a:pt x="83404" y="57050"/>
                  </a:lnTo>
                  <a:lnTo>
                    <a:pt x="83667" y="56868"/>
                  </a:lnTo>
                  <a:lnTo>
                    <a:pt x="83868" y="56707"/>
                  </a:lnTo>
                  <a:lnTo>
                    <a:pt x="84050" y="56525"/>
                  </a:lnTo>
                  <a:lnTo>
                    <a:pt x="84232" y="56343"/>
                  </a:lnTo>
                  <a:lnTo>
                    <a:pt x="84413" y="56162"/>
                  </a:lnTo>
                  <a:lnTo>
                    <a:pt x="84716" y="55778"/>
                  </a:lnTo>
                  <a:lnTo>
                    <a:pt x="84998" y="55355"/>
                  </a:lnTo>
                  <a:lnTo>
                    <a:pt x="85220" y="54931"/>
                  </a:lnTo>
                  <a:lnTo>
                    <a:pt x="85442" y="54467"/>
                  </a:lnTo>
                  <a:lnTo>
                    <a:pt x="85604" y="53982"/>
                  </a:lnTo>
                  <a:lnTo>
                    <a:pt x="85765" y="53498"/>
                  </a:lnTo>
                  <a:lnTo>
                    <a:pt x="85886" y="52994"/>
                  </a:lnTo>
                  <a:lnTo>
                    <a:pt x="86007" y="52489"/>
                  </a:lnTo>
                  <a:lnTo>
                    <a:pt x="86088" y="51964"/>
                  </a:lnTo>
                  <a:lnTo>
                    <a:pt x="86169" y="51420"/>
                  </a:lnTo>
                  <a:lnTo>
                    <a:pt x="86290" y="50350"/>
                  </a:lnTo>
                  <a:lnTo>
                    <a:pt x="86371" y="49260"/>
                  </a:lnTo>
                  <a:lnTo>
                    <a:pt x="86492" y="47949"/>
                  </a:lnTo>
                  <a:lnTo>
                    <a:pt x="86573" y="47283"/>
                  </a:lnTo>
                  <a:lnTo>
                    <a:pt x="86653" y="46637"/>
                  </a:lnTo>
                  <a:lnTo>
                    <a:pt x="86754" y="46052"/>
                  </a:lnTo>
                  <a:lnTo>
                    <a:pt x="86895" y="45487"/>
                  </a:lnTo>
                  <a:lnTo>
                    <a:pt x="87037" y="44901"/>
                  </a:lnTo>
                  <a:lnTo>
                    <a:pt x="87218" y="44336"/>
                  </a:lnTo>
                  <a:lnTo>
                    <a:pt x="87420" y="43771"/>
                  </a:lnTo>
                  <a:lnTo>
                    <a:pt x="87642" y="43206"/>
                  </a:lnTo>
                  <a:lnTo>
                    <a:pt x="87884" y="42661"/>
                  </a:lnTo>
                  <a:lnTo>
                    <a:pt x="88167" y="42117"/>
                  </a:lnTo>
                  <a:lnTo>
                    <a:pt x="88449" y="41592"/>
                  </a:lnTo>
                  <a:lnTo>
                    <a:pt x="88772" y="41067"/>
                  </a:lnTo>
                  <a:lnTo>
                    <a:pt x="89115" y="40563"/>
                  </a:lnTo>
                  <a:lnTo>
                    <a:pt x="89478" y="40058"/>
                  </a:lnTo>
                  <a:lnTo>
                    <a:pt x="89842" y="39574"/>
                  </a:lnTo>
                  <a:lnTo>
                    <a:pt x="90245" y="39089"/>
                  </a:lnTo>
                  <a:lnTo>
                    <a:pt x="90669" y="38646"/>
                  </a:lnTo>
                  <a:lnTo>
                    <a:pt x="91113" y="38202"/>
                  </a:lnTo>
                  <a:lnTo>
                    <a:pt x="91577" y="37758"/>
                  </a:lnTo>
                  <a:lnTo>
                    <a:pt x="92041" y="37354"/>
                  </a:lnTo>
                  <a:lnTo>
                    <a:pt x="92526" y="36971"/>
                  </a:lnTo>
                  <a:lnTo>
                    <a:pt x="93030" y="36607"/>
                  </a:lnTo>
                  <a:lnTo>
                    <a:pt x="93535" y="36264"/>
                  </a:lnTo>
                  <a:lnTo>
                    <a:pt x="94059" y="35941"/>
                  </a:lnTo>
                  <a:lnTo>
                    <a:pt x="94584" y="35639"/>
                  </a:lnTo>
                  <a:lnTo>
                    <a:pt x="95129" y="35376"/>
                  </a:lnTo>
                  <a:lnTo>
                    <a:pt x="95674" y="35114"/>
                  </a:lnTo>
                  <a:lnTo>
                    <a:pt x="96239" y="34892"/>
                  </a:lnTo>
                  <a:lnTo>
                    <a:pt x="96804" y="34690"/>
                  </a:lnTo>
                  <a:lnTo>
                    <a:pt x="97369" y="34529"/>
                  </a:lnTo>
                  <a:lnTo>
                    <a:pt x="97934" y="34367"/>
                  </a:lnTo>
                  <a:lnTo>
                    <a:pt x="98519" y="34246"/>
                  </a:lnTo>
                  <a:lnTo>
                    <a:pt x="99084" y="34166"/>
                  </a:lnTo>
                  <a:lnTo>
                    <a:pt x="99669" y="34085"/>
                  </a:lnTo>
                  <a:lnTo>
                    <a:pt x="100255" y="34044"/>
                  </a:lnTo>
                  <a:lnTo>
                    <a:pt x="100860" y="34024"/>
                  </a:lnTo>
                  <a:lnTo>
                    <a:pt x="101445" y="34044"/>
                  </a:lnTo>
                  <a:lnTo>
                    <a:pt x="102051" y="34085"/>
                  </a:lnTo>
                  <a:lnTo>
                    <a:pt x="102636" y="34145"/>
                  </a:lnTo>
                  <a:lnTo>
                    <a:pt x="103221" y="34246"/>
                  </a:lnTo>
                  <a:lnTo>
                    <a:pt x="103806" y="34367"/>
                  </a:lnTo>
                  <a:lnTo>
                    <a:pt x="104391" y="34509"/>
                  </a:lnTo>
                  <a:lnTo>
                    <a:pt x="104977" y="34690"/>
                  </a:lnTo>
                  <a:lnTo>
                    <a:pt x="105542" y="34892"/>
                  </a:lnTo>
                  <a:lnTo>
                    <a:pt x="106127" y="35114"/>
                  </a:lnTo>
                  <a:lnTo>
                    <a:pt x="106672" y="35356"/>
                  </a:lnTo>
                  <a:lnTo>
                    <a:pt x="107237" y="35639"/>
                  </a:lnTo>
                  <a:lnTo>
                    <a:pt x="107782" y="35941"/>
                  </a:lnTo>
                  <a:lnTo>
                    <a:pt x="108306" y="36264"/>
                  </a:lnTo>
                  <a:lnTo>
                    <a:pt x="108831" y="36607"/>
                  </a:lnTo>
                  <a:lnTo>
                    <a:pt x="109336" y="36971"/>
                  </a:lnTo>
                  <a:lnTo>
                    <a:pt x="109820" y="37354"/>
                  </a:lnTo>
                  <a:lnTo>
                    <a:pt x="110284" y="37758"/>
                  </a:lnTo>
                  <a:lnTo>
                    <a:pt x="110728" y="38161"/>
                  </a:lnTo>
                  <a:lnTo>
                    <a:pt x="111152" y="38585"/>
                  </a:lnTo>
                  <a:lnTo>
                    <a:pt x="111535" y="39029"/>
                  </a:lnTo>
                  <a:lnTo>
                    <a:pt x="111919" y="39493"/>
                  </a:lnTo>
                  <a:lnTo>
                    <a:pt x="112262" y="39957"/>
                  </a:lnTo>
                  <a:lnTo>
                    <a:pt x="112605" y="40442"/>
                  </a:lnTo>
                  <a:lnTo>
                    <a:pt x="112907" y="40946"/>
                  </a:lnTo>
                  <a:lnTo>
                    <a:pt x="113190" y="41451"/>
                  </a:lnTo>
                  <a:lnTo>
                    <a:pt x="113452" y="41955"/>
                  </a:lnTo>
                  <a:lnTo>
                    <a:pt x="113674" y="42480"/>
                  </a:lnTo>
                  <a:lnTo>
                    <a:pt x="113876" y="43025"/>
                  </a:lnTo>
                  <a:lnTo>
                    <a:pt x="114058" y="43569"/>
                  </a:lnTo>
                  <a:lnTo>
                    <a:pt x="114219" y="44114"/>
                  </a:lnTo>
                  <a:lnTo>
                    <a:pt x="114038" y="43610"/>
                  </a:lnTo>
                  <a:lnTo>
                    <a:pt x="113937" y="43368"/>
                  </a:lnTo>
                  <a:lnTo>
                    <a:pt x="113816" y="43126"/>
                  </a:lnTo>
                  <a:lnTo>
                    <a:pt x="113694" y="42904"/>
                  </a:lnTo>
                  <a:lnTo>
                    <a:pt x="113573" y="42682"/>
                  </a:lnTo>
                  <a:lnTo>
                    <a:pt x="113432" y="42500"/>
                  </a:lnTo>
                  <a:lnTo>
                    <a:pt x="113251" y="42318"/>
                  </a:lnTo>
                  <a:lnTo>
                    <a:pt x="113210" y="42379"/>
                  </a:lnTo>
                  <a:lnTo>
                    <a:pt x="113372" y="42560"/>
                  </a:lnTo>
                  <a:lnTo>
                    <a:pt x="113533" y="42782"/>
                  </a:lnTo>
                  <a:lnTo>
                    <a:pt x="113674" y="43025"/>
                  </a:lnTo>
                  <a:lnTo>
                    <a:pt x="113816" y="43267"/>
                  </a:lnTo>
                  <a:lnTo>
                    <a:pt x="113916" y="43529"/>
                  </a:lnTo>
                  <a:lnTo>
                    <a:pt x="114017" y="43812"/>
                  </a:lnTo>
                  <a:lnTo>
                    <a:pt x="114219" y="44377"/>
                  </a:lnTo>
                  <a:lnTo>
                    <a:pt x="114360" y="44760"/>
                  </a:lnTo>
                  <a:lnTo>
                    <a:pt x="114502" y="45144"/>
                  </a:lnTo>
                  <a:lnTo>
                    <a:pt x="114663" y="45507"/>
                  </a:lnTo>
                  <a:lnTo>
                    <a:pt x="114744" y="45668"/>
                  </a:lnTo>
                  <a:lnTo>
                    <a:pt x="114845" y="45809"/>
                  </a:lnTo>
                  <a:lnTo>
                    <a:pt x="114946" y="45951"/>
                  </a:lnTo>
                  <a:lnTo>
                    <a:pt x="115067" y="46072"/>
                  </a:lnTo>
                  <a:lnTo>
                    <a:pt x="115188" y="46173"/>
                  </a:lnTo>
                  <a:lnTo>
                    <a:pt x="115309" y="46274"/>
                  </a:lnTo>
                  <a:lnTo>
                    <a:pt x="115470" y="46334"/>
                  </a:lnTo>
                  <a:lnTo>
                    <a:pt x="115632" y="46375"/>
                  </a:lnTo>
                  <a:lnTo>
                    <a:pt x="115793" y="46395"/>
                  </a:lnTo>
                  <a:lnTo>
                    <a:pt x="115995" y="46395"/>
                  </a:lnTo>
                  <a:lnTo>
                    <a:pt x="116156" y="46375"/>
                  </a:lnTo>
                  <a:lnTo>
                    <a:pt x="116318" y="46334"/>
                  </a:lnTo>
                  <a:lnTo>
                    <a:pt x="116479" y="46274"/>
                  </a:lnTo>
                  <a:lnTo>
                    <a:pt x="116641" y="46173"/>
                  </a:lnTo>
                  <a:lnTo>
                    <a:pt x="116822" y="46072"/>
                  </a:lnTo>
                  <a:lnTo>
                    <a:pt x="116984" y="45931"/>
                  </a:lnTo>
                  <a:lnTo>
                    <a:pt x="117145" y="45769"/>
                  </a:lnTo>
                  <a:lnTo>
                    <a:pt x="117327" y="45587"/>
                  </a:lnTo>
                  <a:lnTo>
                    <a:pt x="117630" y="45224"/>
                  </a:lnTo>
                  <a:lnTo>
                    <a:pt x="117892" y="44841"/>
                  </a:lnTo>
                  <a:lnTo>
                    <a:pt x="118134" y="44437"/>
                  </a:lnTo>
                  <a:lnTo>
                    <a:pt x="118356" y="44034"/>
                  </a:lnTo>
                  <a:lnTo>
                    <a:pt x="118558" y="43630"/>
                  </a:lnTo>
                  <a:lnTo>
                    <a:pt x="118739" y="43186"/>
                  </a:lnTo>
                  <a:lnTo>
                    <a:pt x="118901" y="42762"/>
                  </a:lnTo>
                  <a:lnTo>
                    <a:pt x="119042" y="42318"/>
                  </a:lnTo>
                  <a:lnTo>
                    <a:pt x="119183" y="41854"/>
                  </a:lnTo>
                  <a:lnTo>
                    <a:pt x="119284" y="41410"/>
                  </a:lnTo>
                  <a:lnTo>
                    <a:pt x="119486" y="40482"/>
                  </a:lnTo>
                  <a:lnTo>
                    <a:pt x="119648" y="39554"/>
                  </a:lnTo>
                  <a:lnTo>
                    <a:pt x="119789" y="38625"/>
                  </a:lnTo>
                  <a:lnTo>
                    <a:pt x="119950" y="37394"/>
                  </a:lnTo>
                  <a:lnTo>
                    <a:pt x="120092" y="36184"/>
                  </a:lnTo>
                  <a:lnTo>
                    <a:pt x="120233" y="34953"/>
                  </a:lnTo>
                  <a:lnTo>
                    <a:pt x="120334" y="33742"/>
                  </a:lnTo>
                  <a:lnTo>
                    <a:pt x="120455" y="32511"/>
                  </a:lnTo>
                  <a:lnTo>
                    <a:pt x="120536" y="31280"/>
                  </a:lnTo>
                  <a:lnTo>
                    <a:pt x="120616" y="30069"/>
                  </a:lnTo>
                  <a:lnTo>
                    <a:pt x="120697" y="28838"/>
                  </a:lnTo>
                  <a:lnTo>
                    <a:pt x="120737" y="27607"/>
                  </a:lnTo>
                  <a:lnTo>
                    <a:pt x="120778" y="26376"/>
                  </a:lnTo>
                  <a:lnTo>
                    <a:pt x="120798" y="25145"/>
                  </a:lnTo>
                  <a:lnTo>
                    <a:pt x="120818" y="23914"/>
                  </a:lnTo>
                  <a:lnTo>
                    <a:pt x="120818" y="22683"/>
                  </a:lnTo>
                  <a:lnTo>
                    <a:pt x="120798" y="21452"/>
                  </a:lnTo>
                  <a:lnTo>
                    <a:pt x="120778" y="20241"/>
                  </a:lnTo>
                  <a:lnTo>
                    <a:pt x="120737" y="19010"/>
                  </a:lnTo>
                  <a:lnTo>
                    <a:pt x="120697" y="18143"/>
                  </a:lnTo>
                  <a:lnTo>
                    <a:pt x="120636" y="17275"/>
                  </a:lnTo>
                  <a:lnTo>
                    <a:pt x="120576" y="16407"/>
                  </a:lnTo>
                  <a:lnTo>
                    <a:pt x="120495" y="15519"/>
                  </a:lnTo>
                  <a:lnTo>
                    <a:pt x="120374" y="14651"/>
                  </a:lnTo>
                  <a:lnTo>
                    <a:pt x="120233" y="13763"/>
                  </a:lnTo>
                  <a:lnTo>
                    <a:pt x="120071" y="12896"/>
                  </a:lnTo>
                  <a:lnTo>
                    <a:pt x="119870" y="12048"/>
                  </a:lnTo>
                  <a:lnTo>
                    <a:pt x="119648" y="11201"/>
                  </a:lnTo>
                  <a:lnTo>
                    <a:pt x="119365" y="10353"/>
                  </a:lnTo>
                  <a:lnTo>
                    <a:pt x="119062" y="9546"/>
                  </a:lnTo>
                  <a:lnTo>
                    <a:pt x="118881" y="9142"/>
                  </a:lnTo>
                  <a:lnTo>
                    <a:pt x="118699" y="8759"/>
                  </a:lnTo>
                  <a:lnTo>
                    <a:pt x="118497" y="8375"/>
                  </a:lnTo>
                  <a:lnTo>
                    <a:pt x="118296" y="7992"/>
                  </a:lnTo>
                  <a:lnTo>
                    <a:pt x="118074" y="7609"/>
                  </a:lnTo>
                  <a:lnTo>
                    <a:pt x="117831" y="7245"/>
                  </a:lnTo>
                  <a:lnTo>
                    <a:pt x="117589" y="6902"/>
                  </a:lnTo>
                  <a:lnTo>
                    <a:pt x="117327" y="6559"/>
                  </a:lnTo>
                  <a:lnTo>
                    <a:pt x="117044" y="6216"/>
                  </a:lnTo>
                  <a:lnTo>
                    <a:pt x="116762" y="5873"/>
                  </a:lnTo>
                  <a:lnTo>
                    <a:pt x="116257" y="5369"/>
                  </a:lnTo>
                  <a:lnTo>
                    <a:pt x="115712" y="4884"/>
                  </a:lnTo>
                  <a:lnTo>
                    <a:pt x="115127" y="4420"/>
                  </a:lnTo>
                  <a:lnTo>
                    <a:pt x="114502" y="3976"/>
                  </a:lnTo>
                  <a:lnTo>
                    <a:pt x="113836" y="3573"/>
                  </a:lnTo>
                  <a:lnTo>
                    <a:pt x="113129" y="3189"/>
                  </a:lnTo>
                  <a:lnTo>
                    <a:pt x="112403" y="2846"/>
                  </a:lnTo>
                  <a:lnTo>
                    <a:pt x="111596" y="2503"/>
                  </a:lnTo>
                  <a:lnTo>
                    <a:pt x="110970" y="2261"/>
                  </a:lnTo>
                  <a:lnTo>
                    <a:pt x="110284" y="2039"/>
                  </a:lnTo>
                  <a:lnTo>
                    <a:pt x="109578" y="1837"/>
                  </a:lnTo>
                  <a:lnTo>
                    <a:pt x="108851" y="1635"/>
                  </a:lnTo>
                  <a:lnTo>
                    <a:pt x="108064" y="1433"/>
                  </a:lnTo>
                  <a:lnTo>
                    <a:pt x="107257" y="1272"/>
                  </a:lnTo>
                  <a:lnTo>
                    <a:pt x="106389" y="1090"/>
                  </a:lnTo>
                  <a:lnTo>
                    <a:pt x="105481" y="949"/>
                  </a:lnTo>
                  <a:lnTo>
                    <a:pt x="103988" y="707"/>
                  </a:lnTo>
                  <a:lnTo>
                    <a:pt x="102474" y="505"/>
                  </a:lnTo>
                  <a:lnTo>
                    <a:pt x="100961" y="344"/>
                  </a:lnTo>
                  <a:lnTo>
                    <a:pt x="99447" y="202"/>
                  </a:lnTo>
                  <a:lnTo>
                    <a:pt x="97934" y="102"/>
                  </a:lnTo>
                  <a:lnTo>
                    <a:pt x="96420" y="41"/>
                  </a:lnTo>
                  <a:lnTo>
                    <a:pt x="948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flipH="1">
              <a:off x="-1055215" y="-5268675"/>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flipH="1">
              <a:off x="2060921" y="-3413869"/>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flipH="1">
              <a:off x="497192" y="-5154682"/>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flipH="1">
              <a:off x="-1306807" y="-1638114"/>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flipH="1">
              <a:off x="1696475" y="-3953198"/>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flipH="1">
              <a:off x="39193" y="-3980256"/>
              <a:ext cx="262933" cy="275344"/>
            </a:xfrm>
            <a:custGeom>
              <a:rect b="b" l="l" r="r" t="t"/>
              <a:pathLst>
                <a:path extrusionOk="0" h="4925" w="4703">
                  <a:moveTo>
                    <a:pt x="1938" y="81"/>
                  </a:moveTo>
                  <a:lnTo>
                    <a:pt x="2160" y="122"/>
                  </a:lnTo>
                  <a:lnTo>
                    <a:pt x="2382" y="182"/>
                  </a:lnTo>
                  <a:lnTo>
                    <a:pt x="2604" y="283"/>
                  </a:lnTo>
                  <a:lnTo>
                    <a:pt x="2785" y="384"/>
                  </a:lnTo>
                  <a:lnTo>
                    <a:pt x="2967" y="505"/>
                  </a:lnTo>
                  <a:lnTo>
                    <a:pt x="3129" y="626"/>
                  </a:lnTo>
                  <a:lnTo>
                    <a:pt x="3411" y="889"/>
                  </a:lnTo>
                  <a:lnTo>
                    <a:pt x="3613" y="1111"/>
                  </a:lnTo>
                  <a:lnTo>
                    <a:pt x="3794" y="1353"/>
                  </a:lnTo>
                  <a:lnTo>
                    <a:pt x="3976" y="1595"/>
                  </a:lnTo>
                  <a:lnTo>
                    <a:pt x="4117" y="1857"/>
                  </a:lnTo>
                  <a:lnTo>
                    <a:pt x="4259" y="2120"/>
                  </a:lnTo>
                  <a:lnTo>
                    <a:pt x="4380" y="2402"/>
                  </a:lnTo>
                  <a:lnTo>
                    <a:pt x="4460" y="2685"/>
                  </a:lnTo>
                  <a:lnTo>
                    <a:pt x="4541" y="2967"/>
                  </a:lnTo>
                  <a:lnTo>
                    <a:pt x="4602" y="3330"/>
                  </a:lnTo>
                  <a:lnTo>
                    <a:pt x="4622" y="3472"/>
                  </a:lnTo>
                  <a:lnTo>
                    <a:pt x="4622" y="3633"/>
                  </a:lnTo>
                  <a:lnTo>
                    <a:pt x="4602" y="3774"/>
                  </a:lnTo>
                  <a:lnTo>
                    <a:pt x="4561" y="3895"/>
                  </a:lnTo>
                  <a:lnTo>
                    <a:pt x="4521" y="4016"/>
                  </a:lnTo>
                  <a:lnTo>
                    <a:pt x="4481" y="4138"/>
                  </a:lnTo>
                  <a:lnTo>
                    <a:pt x="4380" y="4279"/>
                  </a:lnTo>
                  <a:lnTo>
                    <a:pt x="4238" y="4400"/>
                  </a:lnTo>
                  <a:lnTo>
                    <a:pt x="4097" y="4521"/>
                  </a:lnTo>
                  <a:lnTo>
                    <a:pt x="3916" y="4622"/>
                  </a:lnTo>
                  <a:lnTo>
                    <a:pt x="3673" y="4723"/>
                  </a:lnTo>
                  <a:lnTo>
                    <a:pt x="3431" y="4783"/>
                  </a:lnTo>
                  <a:lnTo>
                    <a:pt x="3189" y="4844"/>
                  </a:lnTo>
                  <a:lnTo>
                    <a:pt x="2685" y="4844"/>
                  </a:lnTo>
                  <a:lnTo>
                    <a:pt x="2442" y="4804"/>
                  </a:lnTo>
                  <a:lnTo>
                    <a:pt x="2200" y="4723"/>
                  </a:lnTo>
                  <a:lnTo>
                    <a:pt x="1958" y="4622"/>
                  </a:lnTo>
                  <a:lnTo>
                    <a:pt x="1676" y="4460"/>
                  </a:lnTo>
                  <a:lnTo>
                    <a:pt x="1393" y="4238"/>
                  </a:lnTo>
                  <a:lnTo>
                    <a:pt x="1111" y="3976"/>
                  </a:lnTo>
                  <a:lnTo>
                    <a:pt x="868" y="3694"/>
                  </a:lnTo>
                  <a:lnTo>
                    <a:pt x="646" y="3391"/>
                  </a:lnTo>
                  <a:lnTo>
                    <a:pt x="445" y="3068"/>
                  </a:lnTo>
                  <a:lnTo>
                    <a:pt x="283" y="2725"/>
                  </a:lnTo>
                  <a:lnTo>
                    <a:pt x="162" y="2382"/>
                  </a:lnTo>
                  <a:lnTo>
                    <a:pt x="122" y="2160"/>
                  </a:lnTo>
                  <a:lnTo>
                    <a:pt x="81" y="1958"/>
                  </a:lnTo>
                  <a:lnTo>
                    <a:pt x="81" y="1756"/>
                  </a:lnTo>
                  <a:lnTo>
                    <a:pt x="81" y="1555"/>
                  </a:lnTo>
                  <a:lnTo>
                    <a:pt x="122" y="1373"/>
                  </a:lnTo>
                  <a:lnTo>
                    <a:pt x="162" y="1191"/>
                  </a:lnTo>
                  <a:lnTo>
                    <a:pt x="243" y="1010"/>
                  </a:lnTo>
                  <a:lnTo>
                    <a:pt x="323" y="848"/>
                  </a:lnTo>
                  <a:lnTo>
                    <a:pt x="445" y="687"/>
                  </a:lnTo>
                  <a:lnTo>
                    <a:pt x="606" y="525"/>
                  </a:lnTo>
                  <a:lnTo>
                    <a:pt x="767" y="404"/>
                  </a:lnTo>
                  <a:lnTo>
                    <a:pt x="949" y="283"/>
                  </a:lnTo>
                  <a:lnTo>
                    <a:pt x="1151" y="202"/>
                  </a:lnTo>
                  <a:lnTo>
                    <a:pt x="1353" y="122"/>
                  </a:lnTo>
                  <a:lnTo>
                    <a:pt x="1554" y="81"/>
                  </a:lnTo>
                  <a:close/>
                  <a:moveTo>
                    <a:pt x="1696" y="1"/>
                  </a:moveTo>
                  <a:lnTo>
                    <a:pt x="1454" y="21"/>
                  </a:lnTo>
                  <a:lnTo>
                    <a:pt x="1211" y="81"/>
                  </a:lnTo>
                  <a:lnTo>
                    <a:pt x="989" y="182"/>
                  </a:lnTo>
                  <a:lnTo>
                    <a:pt x="767" y="303"/>
                  </a:lnTo>
                  <a:lnTo>
                    <a:pt x="586" y="445"/>
                  </a:lnTo>
                  <a:lnTo>
                    <a:pt x="404" y="626"/>
                  </a:lnTo>
                  <a:lnTo>
                    <a:pt x="263" y="808"/>
                  </a:lnTo>
                  <a:lnTo>
                    <a:pt x="162" y="989"/>
                  </a:lnTo>
                  <a:lnTo>
                    <a:pt x="81" y="1171"/>
                  </a:lnTo>
                  <a:lnTo>
                    <a:pt x="41" y="1353"/>
                  </a:lnTo>
                  <a:lnTo>
                    <a:pt x="1" y="1555"/>
                  </a:lnTo>
                  <a:lnTo>
                    <a:pt x="1" y="1756"/>
                  </a:lnTo>
                  <a:lnTo>
                    <a:pt x="1" y="1958"/>
                  </a:lnTo>
                  <a:lnTo>
                    <a:pt x="41" y="2180"/>
                  </a:lnTo>
                  <a:lnTo>
                    <a:pt x="81" y="2402"/>
                  </a:lnTo>
                  <a:lnTo>
                    <a:pt x="202" y="2745"/>
                  </a:lnTo>
                  <a:lnTo>
                    <a:pt x="364" y="3088"/>
                  </a:lnTo>
                  <a:lnTo>
                    <a:pt x="566" y="3431"/>
                  </a:lnTo>
                  <a:lnTo>
                    <a:pt x="808" y="3754"/>
                  </a:lnTo>
                  <a:lnTo>
                    <a:pt x="1050" y="4037"/>
                  </a:lnTo>
                  <a:lnTo>
                    <a:pt x="1332" y="4299"/>
                  </a:lnTo>
                  <a:lnTo>
                    <a:pt x="1635" y="4521"/>
                  </a:lnTo>
                  <a:lnTo>
                    <a:pt x="1938" y="4703"/>
                  </a:lnTo>
                  <a:lnTo>
                    <a:pt x="2160" y="4804"/>
                  </a:lnTo>
                  <a:lnTo>
                    <a:pt x="2422" y="4864"/>
                  </a:lnTo>
                  <a:lnTo>
                    <a:pt x="2664" y="4925"/>
                  </a:lnTo>
                  <a:lnTo>
                    <a:pt x="3189" y="4925"/>
                  </a:lnTo>
                  <a:lnTo>
                    <a:pt x="3451" y="4864"/>
                  </a:lnTo>
                  <a:lnTo>
                    <a:pt x="3714" y="4804"/>
                  </a:lnTo>
                  <a:lnTo>
                    <a:pt x="3956" y="4682"/>
                  </a:lnTo>
                  <a:lnTo>
                    <a:pt x="4138" y="4582"/>
                  </a:lnTo>
                  <a:lnTo>
                    <a:pt x="4299" y="4460"/>
                  </a:lnTo>
                  <a:lnTo>
                    <a:pt x="4440" y="4319"/>
                  </a:lnTo>
                  <a:lnTo>
                    <a:pt x="4541" y="4178"/>
                  </a:lnTo>
                  <a:lnTo>
                    <a:pt x="4602" y="4057"/>
                  </a:lnTo>
                  <a:lnTo>
                    <a:pt x="4642" y="3916"/>
                  </a:lnTo>
                  <a:lnTo>
                    <a:pt x="4682" y="3795"/>
                  </a:lnTo>
                  <a:lnTo>
                    <a:pt x="4703" y="3633"/>
                  </a:lnTo>
                  <a:lnTo>
                    <a:pt x="4703" y="3492"/>
                  </a:lnTo>
                  <a:lnTo>
                    <a:pt x="4682" y="3310"/>
                  </a:lnTo>
                  <a:lnTo>
                    <a:pt x="4622" y="2947"/>
                  </a:lnTo>
                  <a:lnTo>
                    <a:pt x="4541" y="2664"/>
                  </a:lnTo>
                  <a:lnTo>
                    <a:pt x="4440" y="2362"/>
                  </a:lnTo>
                  <a:lnTo>
                    <a:pt x="4339" y="2099"/>
                  </a:lnTo>
                  <a:lnTo>
                    <a:pt x="4198" y="1817"/>
                  </a:lnTo>
                  <a:lnTo>
                    <a:pt x="4037" y="1555"/>
                  </a:lnTo>
                  <a:lnTo>
                    <a:pt x="3855" y="1312"/>
                  </a:lnTo>
                  <a:lnTo>
                    <a:pt x="3673" y="1070"/>
                  </a:lnTo>
                  <a:lnTo>
                    <a:pt x="3472" y="828"/>
                  </a:lnTo>
                  <a:lnTo>
                    <a:pt x="3189" y="566"/>
                  </a:lnTo>
                  <a:lnTo>
                    <a:pt x="3007" y="445"/>
                  </a:lnTo>
                  <a:lnTo>
                    <a:pt x="2826" y="324"/>
                  </a:lnTo>
                  <a:lnTo>
                    <a:pt x="2624" y="202"/>
                  </a:lnTo>
                  <a:lnTo>
                    <a:pt x="2422" y="102"/>
                  </a:lnTo>
                  <a:lnTo>
                    <a:pt x="2180" y="41"/>
                  </a:lnTo>
                  <a:lnTo>
                    <a:pt x="1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flipH="1">
              <a:off x="-3393920" y="-1511765"/>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flipH="1">
              <a:off x="-2932478" y="-2601605"/>
              <a:ext cx="1395619" cy="1650669"/>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flipH="1">
              <a:off x="-1104859" y="-1581704"/>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flipH="1">
              <a:off x="-3292388" y="-1404593"/>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flipH="1">
              <a:off x="-979618" y="-5128741"/>
              <a:ext cx="1730784" cy="1441910"/>
            </a:xfrm>
            <a:custGeom>
              <a:rect b="b" l="l" r="r" t="t"/>
              <a:pathLst>
                <a:path extrusionOk="0" h="25791" w="30958">
                  <a:moveTo>
                    <a:pt x="13179" y="81"/>
                  </a:moveTo>
                  <a:lnTo>
                    <a:pt x="14551" y="101"/>
                  </a:lnTo>
                  <a:lnTo>
                    <a:pt x="15257" y="121"/>
                  </a:lnTo>
                  <a:lnTo>
                    <a:pt x="15963" y="162"/>
                  </a:lnTo>
                  <a:lnTo>
                    <a:pt x="16690" y="242"/>
                  </a:lnTo>
                  <a:lnTo>
                    <a:pt x="17416" y="323"/>
                  </a:lnTo>
                  <a:lnTo>
                    <a:pt x="18143" y="444"/>
                  </a:lnTo>
                  <a:lnTo>
                    <a:pt x="18869" y="586"/>
                  </a:lnTo>
                  <a:lnTo>
                    <a:pt x="19576" y="767"/>
                  </a:lnTo>
                  <a:lnTo>
                    <a:pt x="20282" y="969"/>
                  </a:lnTo>
                  <a:lnTo>
                    <a:pt x="20988" y="1211"/>
                  </a:lnTo>
                  <a:lnTo>
                    <a:pt x="21654" y="1494"/>
                  </a:lnTo>
                  <a:lnTo>
                    <a:pt x="21997" y="1655"/>
                  </a:lnTo>
                  <a:lnTo>
                    <a:pt x="22320" y="1837"/>
                  </a:lnTo>
                  <a:lnTo>
                    <a:pt x="22643" y="2018"/>
                  </a:lnTo>
                  <a:lnTo>
                    <a:pt x="22946" y="2200"/>
                  </a:lnTo>
                  <a:lnTo>
                    <a:pt x="23269" y="2402"/>
                  </a:lnTo>
                  <a:lnTo>
                    <a:pt x="23551" y="2624"/>
                  </a:lnTo>
                  <a:lnTo>
                    <a:pt x="23854" y="2866"/>
                  </a:lnTo>
                  <a:lnTo>
                    <a:pt x="24136" y="3108"/>
                  </a:lnTo>
                  <a:lnTo>
                    <a:pt x="24540" y="3491"/>
                  </a:lnTo>
                  <a:lnTo>
                    <a:pt x="24923" y="3895"/>
                  </a:lnTo>
                  <a:lnTo>
                    <a:pt x="25287" y="4339"/>
                  </a:lnTo>
                  <a:lnTo>
                    <a:pt x="25670" y="4823"/>
                  </a:lnTo>
                  <a:lnTo>
                    <a:pt x="26013" y="5348"/>
                  </a:lnTo>
                  <a:lnTo>
                    <a:pt x="26356" y="5913"/>
                  </a:lnTo>
                  <a:lnTo>
                    <a:pt x="26719" y="6518"/>
                  </a:lnTo>
                  <a:lnTo>
                    <a:pt x="27042" y="7164"/>
                  </a:lnTo>
                  <a:lnTo>
                    <a:pt x="27345" y="7749"/>
                  </a:lnTo>
                  <a:lnTo>
                    <a:pt x="27607" y="8335"/>
                  </a:lnTo>
                  <a:lnTo>
                    <a:pt x="27870" y="8940"/>
                  </a:lnTo>
                  <a:lnTo>
                    <a:pt x="28112" y="9546"/>
                  </a:lnTo>
                  <a:lnTo>
                    <a:pt x="28556" y="10756"/>
                  </a:lnTo>
                  <a:lnTo>
                    <a:pt x="28959" y="11947"/>
                  </a:lnTo>
                  <a:lnTo>
                    <a:pt x="29343" y="13138"/>
                  </a:lnTo>
                  <a:lnTo>
                    <a:pt x="29666" y="14328"/>
                  </a:lnTo>
                  <a:lnTo>
                    <a:pt x="29948" y="15478"/>
                  </a:lnTo>
                  <a:lnTo>
                    <a:pt x="30231" y="16588"/>
                  </a:lnTo>
                  <a:lnTo>
                    <a:pt x="30453" y="17577"/>
                  </a:lnTo>
                  <a:lnTo>
                    <a:pt x="30654" y="18606"/>
                  </a:lnTo>
                  <a:lnTo>
                    <a:pt x="30735" y="19111"/>
                  </a:lnTo>
                  <a:lnTo>
                    <a:pt x="30816" y="19636"/>
                  </a:lnTo>
                  <a:lnTo>
                    <a:pt x="30856" y="20160"/>
                  </a:lnTo>
                  <a:lnTo>
                    <a:pt x="30876" y="20685"/>
                  </a:lnTo>
                  <a:lnTo>
                    <a:pt x="30876" y="21169"/>
                  </a:lnTo>
                  <a:lnTo>
                    <a:pt x="30856" y="21674"/>
                  </a:lnTo>
                  <a:lnTo>
                    <a:pt x="30796" y="22219"/>
                  </a:lnTo>
                  <a:lnTo>
                    <a:pt x="30695" y="22784"/>
                  </a:lnTo>
                  <a:lnTo>
                    <a:pt x="30614" y="23046"/>
                  </a:lnTo>
                  <a:lnTo>
                    <a:pt x="30533" y="23329"/>
                  </a:lnTo>
                  <a:lnTo>
                    <a:pt x="30412" y="23611"/>
                  </a:lnTo>
                  <a:lnTo>
                    <a:pt x="30311" y="23873"/>
                  </a:lnTo>
                  <a:lnTo>
                    <a:pt x="30170" y="24136"/>
                  </a:lnTo>
                  <a:lnTo>
                    <a:pt x="30009" y="24398"/>
                  </a:lnTo>
                  <a:lnTo>
                    <a:pt x="29847" y="24640"/>
                  </a:lnTo>
                  <a:lnTo>
                    <a:pt x="29645" y="24882"/>
                  </a:lnTo>
                  <a:lnTo>
                    <a:pt x="29383" y="25145"/>
                  </a:lnTo>
                  <a:lnTo>
                    <a:pt x="29242" y="25266"/>
                  </a:lnTo>
                  <a:lnTo>
                    <a:pt x="29101" y="25387"/>
                  </a:lnTo>
                  <a:lnTo>
                    <a:pt x="28939" y="25468"/>
                  </a:lnTo>
                  <a:lnTo>
                    <a:pt x="28798" y="25548"/>
                  </a:lnTo>
                  <a:lnTo>
                    <a:pt x="28657" y="25609"/>
                  </a:lnTo>
                  <a:lnTo>
                    <a:pt x="28515" y="25649"/>
                  </a:lnTo>
                  <a:lnTo>
                    <a:pt x="28334" y="25690"/>
                  </a:lnTo>
                  <a:lnTo>
                    <a:pt x="28152" y="25710"/>
                  </a:lnTo>
                  <a:lnTo>
                    <a:pt x="27991" y="25710"/>
                  </a:lnTo>
                  <a:lnTo>
                    <a:pt x="27809" y="25690"/>
                  </a:lnTo>
                  <a:lnTo>
                    <a:pt x="27648" y="25669"/>
                  </a:lnTo>
                  <a:lnTo>
                    <a:pt x="27466" y="25629"/>
                  </a:lnTo>
                  <a:lnTo>
                    <a:pt x="27143" y="25508"/>
                  </a:lnTo>
                  <a:lnTo>
                    <a:pt x="26800" y="25347"/>
                  </a:lnTo>
                  <a:lnTo>
                    <a:pt x="26477" y="25165"/>
                  </a:lnTo>
                  <a:lnTo>
                    <a:pt x="26154" y="24963"/>
                  </a:lnTo>
                  <a:lnTo>
                    <a:pt x="25852" y="24741"/>
                  </a:lnTo>
                  <a:lnTo>
                    <a:pt x="25145" y="24196"/>
                  </a:lnTo>
                  <a:lnTo>
                    <a:pt x="24419" y="23631"/>
                  </a:lnTo>
                  <a:lnTo>
                    <a:pt x="23692" y="23046"/>
                  </a:lnTo>
                  <a:lnTo>
                    <a:pt x="22946" y="22420"/>
                  </a:lnTo>
                  <a:lnTo>
                    <a:pt x="22199" y="21775"/>
                  </a:lnTo>
                  <a:lnTo>
                    <a:pt x="21412" y="21109"/>
                  </a:lnTo>
                  <a:lnTo>
                    <a:pt x="20625" y="20382"/>
                  </a:lnTo>
                  <a:lnTo>
                    <a:pt x="19798" y="19636"/>
                  </a:lnTo>
                  <a:lnTo>
                    <a:pt x="18506" y="18405"/>
                  </a:lnTo>
                  <a:lnTo>
                    <a:pt x="17215" y="17153"/>
                  </a:lnTo>
                  <a:lnTo>
                    <a:pt x="14692" y="14671"/>
                  </a:lnTo>
                  <a:lnTo>
                    <a:pt x="12270" y="12290"/>
                  </a:lnTo>
                  <a:lnTo>
                    <a:pt x="11039" y="11079"/>
                  </a:lnTo>
                  <a:lnTo>
                    <a:pt x="9808" y="9909"/>
                  </a:lnTo>
                  <a:lnTo>
                    <a:pt x="8376" y="8597"/>
                  </a:lnTo>
                  <a:lnTo>
                    <a:pt x="7024" y="7406"/>
                  </a:lnTo>
                  <a:lnTo>
                    <a:pt x="5732" y="6317"/>
                  </a:lnTo>
                  <a:lnTo>
                    <a:pt x="4461" y="5308"/>
                  </a:lnTo>
                  <a:lnTo>
                    <a:pt x="4118" y="5086"/>
                  </a:lnTo>
                  <a:lnTo>
                    <a:pt x="3593" y="4743"/>
                  </a:lnTo>
                  <a:lnTo>
                    <a:pt x="2523" y="4057"/>
                  </a:lnTo>
                  <a:lnTo>
                    <a:pt x="1958" y="3673"/>
                  </a:lnTo>
                  <a:lnTo>
                    <a:pt x="1414" y="3290"/>
                  </a:lnTo>
                  <a:lnTo>
                    <a:pt x="929" y="2886"/>
                  </a:lnTo>
                  <a:lnTo>
                    <a:pt x="707" y="2704"/>
                  </a:lnTo>
                  <a:lnTo>
                    <a:pt x="526" y="2503"/>
                  </a:lnTo>
                  <a:lnTo>
                    <a:pt x="364" y="2341"/>
                  </a:lnTo>
                  <a:lnTo>
                    <a:pt x="223" y="2160"/>
                  </a:lnTo>
                  <a:lnTo>
                    <a:pt x="142" y="1998"/>
                  </a:lnTo>
                  <a:lnTo>
                    <a:pt x="82" y="1857"/>
                  </a:lnTo>
                  <a:lnTo>
                    <a:pt x="82" y="1776"/>
                  </a:lnTo>
                  <a:lnTo>
                    <a:pt x="82" y="1716"/>
                  </a:lnTo>
                  <a:lnTo>
                    <a:pt x="102" y="1655"/>
                  </a:lnTo>
                  <a:lnTo>
                    <a:pt x="142" y="1595"/>
                  </a:lnTo>
                  <a:lnTo>
                    <a:pt x="243" y="1473"/>
                  </a:lnTo>
                  <a:lnTo>
                    <a:pt x="364" y="1373"/>
                  </a:lnTo>
                  <a:lnTo>
                    <a:pt x="485" y="1292"/>
                  </a:lnTo>
                  <a:lnTo>
                    <a:pt x="647" y="1231"/>
                  </a:lnTo>
                  <a:lnTo>
                    <a:pt x="788" y="1171"/>
                  </a:lnTo>
                  <a:lnTo>
                    <a:pt x="949" y="1130"/>
                  </a:lnTo>
                  <a:lnTo>
                    <a:pt x="1292" y="1070"/>
                  </a:lnTo>
                  <a:lnTo>
                    <a:pt x="2745" y="848"/>
                  </a:lnTo>
                  <a:lnTo>
                    <a:pt x="4219" y="646"/>
                  </a:lnTo>
                  <a:lnTo>
                    <a:pt x="5712" y="464"/>
                  </a:lnTo>
                  <a:lnTo>
                    <a:pt x="7185" y="323"/>
                  </a:lnTo>
                  <a:lnTo>
                    <a:pt x="8658" y="222"/>
                  </a:lnTo>
                  <a:lnTo>
                    <a:pt x="10152" y="142"/>
                  </a:lnTo>
                  <a:lnTo>
                    <a:pt x="11645" y="81"/>
                  </a:lnTo>
                  <a:close/>
                  <a:moveTo>
                    <a:pt x="11645" y="0"/>
                  </a:moveTo>
                  <a:lnTo>
                    <a:pt x="10152" y="61"/>
                  </a:lnTo>
                  <a:lnTo>
                    <a:pt x="8658" y="142"/>
                  </a:lnTo>
                  <a:lnTo>
                    <a:pt x="7185" y="242"/>
                  </a:lnTo>
                  <a:lnTo>
                    <a:pt x="5692" y="384"/>
                  </a:lnTo>
                  <a:lnTo>
                    <a:pt x="4219" y="565"/>
                  </a:lnTo>
                  <a:lnTo>
                    <a:pt x="2745" y="767"/>
                  </a:lnTo>
                  <a:lnTo>
                    <a:pt x="1272" y="989"/>
                  </a:lnTo>
                  <a:lnTo>
                    <a:pt x="929" y="1070"/>
                  </a:lnTo>
                  <a:lnTo>
                    <a:pt x="768" y="1110"/>
                  </a:lnTo>
                  <a:lnTo>
                    <a:pt x="606" y="1151"/>
                  </a:lnTo>
                  <a:lnTo>
                    <a:pt x="445" y="1231"/>
                  </a:lnTo>
                  <a:lnTo>
                    <a:pt x="304" y="1312"/>
                  </a:lnTo>
                  <a:lnTo>
                    <a:pt x="183" y="1413"/>
                  </a:lnTo>
                  <a:lnTo>
                    <a:pt x="82" y="1554"/>
                  </a:lnTo>
                  <a:lnTo>
                    <a:pt x="41" y="1615"/>
                  </a:lnTo>
                  <a:lnTo>
                    <a:pt x="1" y="1695"/>
                  </a:lnTo>
                  <a:lnTo>
                    <a:pt x="1" y="1776"/>
                  </a:lnTo>
                  <a:lnTo>
                    <a:pt x="1" y="1857"/>
                  </a:lnTo>
                  <a:lnTo>
                    <a:pt x="61" y="2018"/>
                  </a:lnTo>
                  <a:lnTo>
                    <a:pt x="142" y="2180"/>
                  </a:lnTo>
                  <a:lnTo>
                    <a:pt x="283" y="2361"/>
                  </a:lnTo>
                  <a:lnTo>
                    <a:pt x="445" y="2543"/>
                  </a:lnTo>
                  <a:lnTo>
                    <a:pt x="627" y="2725"/>
                  </a:lnTo>
                  <a:lnTo>
                    <a:pt x="849" y="2926"/>
                  </a:lnTo>
                  <a:lnTo>
                    <a:pt x="1333" y="3310"/>
                  </a:lnTo>
                  <a:lnTo>
                    <a:pt x="1878" y="3713"/>
                  </a:lnTo>
                  <a:lnTo>
                    <a:pt x="2443" y="4097"/>
                  </a:lnTo>
                  <a:lnTo>
                    <a:pt x="3532" y="4803"/>
                  </a:lnTo>
                  <a:lnTo>
                    <a:pt x="4077" y="5146"/>
                  </a:lnTo>
                  <a:lnTo>
                    <a:pt x="4420" y="5388"/>
                  </a:lnTo>
                  <a:lnTo>
                    <a:pt x="5672" y="6377"/>
                  </a:lnTo>
                  <a:lnTo>
                    <a:pt x="6963" y="7467"/>
                  </a:lnTo>
                  <a:lnTo>
                    <a:pt x="8315" y="8658"/>
                  </a:lnTo>
                  <a:lnTo>
                    <a:pt x="9748" y="9969"/>
                  </a:lnTo>
                  <a:lnTo>
                    <a:pt x="10999" y="11140"/>
                  </a:lnTo>
                  <a:lnTo>
                    <a:pt x="12230" y="12351"/>
                  </a:lnTo>
                  <a:lnTo>
                    <a:pt x="14631" y="14732"/>
                  </a:lnTo>
                  <a:lnTo>
                    <a:pt x="17154" y="17214"/>
                  </a:lnTo>
                  <a:lnTo>
                    <a:pt x="18445" y="18465"/>
                  </a:lnTo>
                  <a:lnTo>
                    <a:pt x="19737" y="19696"/>
                  </a:lnTo>
                  <a:lnTo>
                    <a:pt x="20564" y="20443"/>
                  </a:lnTo>
                  <a:lnTo>
                    <a:pt x="21372" y="21169"/>
                  </a:lnTo>
                  <a:lnTo>
                    <a:pt x="22138" y="21835"/>
                  </a:lnTo>
                  <a:lnTo>
                    <a:pt x="22885" y="22501"/>
                  </a:lnTo>
                  <a:lnTo>
                    <a:pt x="23632" y="23107"/>
                  </a:lnTo>
                  <a:lnTo>
                    <a:pt x="24358" y="23692"/>
                  </a:lnTo>
                  <a:lnTo>
                    <a:pt x="25085" y="24257"/>
                  </a:lnTo>
                  <a:lnTo>
                    <a:pt x="25811" y="24802"/>
                  </a:lnTo>
                  <a:lnTo>
                    <a:pt x="26336" y="25165"/>
                  </a:lnTo>
                  <a:lnTo>
                    <a:pt x="26598" y="25326"/>
                  </a:lnTo>
                  <a:lnTo>
                    <a:pt x="26881" y="25488"/>
                  </a:lnTo>
                  <a:lnTo>
                    <a:pt x="27183" y="25609"/>
                  </a:lnTo>
                  <a:lnTo>
                    <a:pt x="27466" y="25710"/>
                  </a:lnTo>
                  <a:lnTo>
                    <a:pt x="27769" y="25770"/>
                  </a:lnTo>
                  <a:lnTo>
                    <a:pt x="28051" y="25790"/>
                  </a:lnTo>
                  <a:lnTo>
                    <a:pt x="28293" y="25770"/>
                  </a:lnTo>
                  <a:lnTo>
                    <a:pt x="28536" y="25730"/>
                  </a:lnTo>
                  <a:lnTo>
                    <a:pt x="28677" y="25690"/>
                  </a:lnTo>
                  <a:lnTo>
                    <a:pt x="28838" y="25609"/>
                  </a:lnTo>
                  <a:lnTo>
                    <a:pt x="28979" y="25548"/>
                  </a:lnTo>
                  <a:lnTo>
                    <a:pt x="29141" y="25447"/>
                  </a:lnTo>
                  <a:lnTo>
                    <a:pt x="29282" y="25347"/>
                  </a:lnTo>
                  <a:lnTo>
                    <a:pt x="29423" y="25225"/>
                  </a:lnTo>
                  <a:lnTo>
                    <a:pt x="29706" y="24923"/>
                  </a:lnTo>
                  <a:lnTo>
                    <a:pt x="29908" y="24681"/>
                  </a:lnTo>
                  <a:lnTo>
                    <a:pt x="30089" y="24438"/>
                  </a:lnTo>
                  <a:lnTo>
                    <a:pt x="30231" y="24176"/>
                  </a:lnTo>
                  <a:lnTo>
                    <a:pt x="30372" y="23914"/>
                  </a:lnTo>
                  <a:lnTo>
                    <a:pt x="30493" y="23631"/>
                  </a:lnTo>
                  <a:lnTo>
                    <a:pt x="30594" y="23369"/>
                  </a:lnTo>
                  <a:lnTo>
                    <a:pt x="30695" y="23086"/>
                  </a:lnTo>
                  <a:lnTo>
                    <a:pt x="30755" y="22804"/>
                  </a:lnTo>
                  <a:lnTo>
                    <a:pt x="30816" y="22521"/>
                  </a:lnTo>
                  <a:lnTo>
                    <a:pt x="30876" y="22239"/>
                  </a:lnTo>
                  <a:lnTo>
                    <a:pt x="30937" y="21694"/>
                  </a:lnTo>
                  <a:lnTo>
                    <a:pt x="30957" y="21169"/>
                  </a:lnTo>
                  <a:lnTo>
                    <a:pt x="30957" y="20685"/>
                  </a:lnTo>
                  <a:lnTo>
                    <a:pt x="30937" y="20160"/>
                  </a:lnTo>
                  <a:lnTo>
                    <a:pt x="30897" y="19636"/>
                  </a:lnTo>
                  <a:lnTo>
                    <a:pt x="30816" y="19111"/>
                  </a:lnTo>
                  <a:lnTo>
                    <a:pt x="30735" y="18586"/>
                  </a:lnTo>
                  <a:lnTo>
                    <a:pt x="30533" y="17557"/>
                  </a:lnTo>
                  <a:lnTo>
                    <a:pt x="30311" y="16568"/>
                  </a:lnTo>
                  <a:lnTo>
                    <a:pt x="30029" y="15458"/>
                  </a:lnTo>
                  <a:lnTo>
                    <a:pt x="29746" y="14308"/>
                  </a:lnTo>
                  <a:lnTo>
                    <a:pt x="29403" y="13117"/>
                  </a:lnTo>
                  <a:lnTo>
                    <a:pt x="29040" y="11927"/>
                  </a:lnTo>
                  <a:lnTo>
                    <a:pt x="28636" y="10716"/>
                  </a:lnTo>
                  <a:lnTo>
                    <a:pt x="28192" y="9505"/>
                  </a:lnTo>
                  <a:lnTo>
                    <a:pt x="27950" y="8900"/>
                  </a:lnTo>
                  <a:lnTo>
                    <a:pt x="27688" y="8315"/>
                  </a:lnTo>
                  <a:lnTo>
                    <a:pt x="27405" y="7709"/>
                  </a:lnTo>
                  <a:lnTo>
                    <a:pt x="27123" y="7124"/>
                  </a:lnTo>
                  <a:lnTo>
                    <a:pt x="26780" y="6478"/>
                  </a:lnTo>
                  <a:lnTo>
                    <a:pt x="26437" y="5853"/>
                  </a:lnTo>
                  <a:lnTo>
                    <a:pt x="26074" y="5288"/>
                  </a:lnTo>
                  <a:lnTo>
                    <a:pt x="25730" y="4783"/>
                  </a:lnTo>
                  <a:lnTo>
                    <a:pt x="25367" y="4279"/>
                  </a:lnTo>
                  <a:lnTo>
                    <a:pt x="24984" y="3835"/>
                  </a:lnTo>
                  <a:lnTo>
                    <a:pt x="24600" y="3431"/>
                  </a:lnTo>
                  <a:lnTo>
                    <a:pt x="24197" y="3048"/>
                  </a:lnTo>
                  <a:lnTo>
                    <a:pt x="23672" y="2604"/>
                  </a:lnTo>
                  <a:lnTo>
                    <a:pt x="23127" y="2220"/>
                  </a:lnTo>
                  <a:lnTo>
                    <a:pt x="22522" y="1857"/>
                  </a:lnTo>
                  <a:lnTo>
                    <a:pt x="21896" y="1514"/>
                  </a:lnTo>
                  <a:lnTo>
                    <a:pt x="21251" y="1231"/>
                  </a:lnTo>
                  <a:lnTo>
                    <a:pt x="20544" y="969"/>
                  </a:lnTo>
                  <a:lnTo>
                    <a:pt x="19798" y="727"/>
                  </a:lnTo>
                  <a:lnTo>
                    <a:pt x="19031" y="525"/>
                  </a:lnTo>
                  <a:lnTo>
                    <a:pt x="18405" y="404"/>
                  </a:lnTo>
                  <a:lnTo>
                    <a:pt x="17759" y="303"/>
                  </a:lnTo>
                  <a:lnTo>
                    <a:pt x="17093" y="202"/>
                  </a:lnTo>
                  <a:lnTo>
                    <a:pt x="16387" y="121"/>
                  </a:lnTo>
                  <a:lnTo>
                    <a:pt x="15640" y="61"/>
                  </a:lnTo>
                  <a:lnTo>
                    <a:pt x="14853" y="21"/>
                  </a:lnTo>
                  <a:lnTo>
                    <a:pt x="140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flipH="1">
              <a:off x="2209809" y="-3290930"/>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flipH="1">
              <a:off x="624664" y="-5010276"/>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flipH="1">
              <a:off x="1840885" y="-3884377"/>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flipH="1">
              <a:off x="104606" y="-3909143"/>
              <a:ext cx="135464" cy="154584"/>
            </a:xfrm>
            <a:custGeom>
              <a:rect b="b" l="l" r="r" t="t"/>
              <a:pathLst>
                <a:path extrusionOk="0" h="2765" w="2423">
                  <a:moveTo>
                    <a:pt x="747" y="81"/>
                  </a:moveTo>
                  <a:lnTo>
                    <a:pt x="888" y="101"/>
                  </a:lnTo>
                  <a:lnTo>
                    <a:pt x="1050" y="121"/>
                  </a:lnTo>
                  <a:lnTo>
                    <a:pt x="1191" y="161"/>
                  </a:lnTo>
                  <a:lnTo>
                    <a:pt x="1332" y="202"/>
                  </a:lnTo>
                  <a:lnTo>
                    <a:pt x="1474" y="262"/>
                  </a:lnTo>
                  <a:lnTo>
                    <a:pt x="1615" y="343"/>
                  </a:lnTo>
                  <a:lnTo>
                    <a:pt x="1736" y="424"/>
                  </a:lnTo>
                  <a:lnTo>
                    <a:pt x="1837" y="505"/>
                  </a:lnTo>
                  <a:lnTo>
                    <a:pt x="1998" y="686"/>
                  </a:lnTo>
                  <a:lnTo>
                    <a:pt x="2140" y="888"/>
                  </a:lnTo>
                  <a:lnTo>
                    <a:pt x="2240" y="1130"/>
                  </a:lnTo>
                  <a:lnTo>
                    <a:pt x="2321" y="1372"/>
                  </a:lnTo>
                  <a:lnTo>
                    <a:pt x="2341" y="1635"/>
                  </a:lnTo>
                  <a:lnTo>
                    <a:pt x="2341" y="1897"/>
                  </a:lnTo>
                  <a:lnTo>
                    <a:pt x="2321" y="2018"/>
                  </a:lnTo>
                  <a:lnTo>
                    <a:pt x="2281" y="2139"/>
                  </a:lnTo>
                  <a:lnTo>
                    <a:pt x="2220" y="2260"/>
                  </a:lnTo>
                  <a:lnTo>
                    <a:pt x="2160" y="2381"/>
                  </a:lnTo>
                  <a:lnTo>
                    <a:pt x="2099" y="2442"/>
                  </a:lnTo>
                  <a:lnTo>
                    <a:pt x="2039" y="2543"/>
                  </a:lnTo>
                  <a:lnTo>
                    <a:pt x="1938" y="2603"/>
                  </a:lnTo>
                  <a:lnTo>
                    <a:pt x="1837" y="2664"/>
                  </a:lnTo>
                  <a:lnTo>
                    <a:pt x="1716" y="2684"/>
                  </a:lnTo>
                  <a:lnTo>
                    <a:pt x="1575" y="2684"/>
                  </a:lnTo>
                  <a:lnTo>
                    <a:pt x="1433" y="2623"/>
                  </a:lnTo>
                  <a:lnTo>
                    <a:pt x="1292" y="2563"/>
                  </a:lnTo>
                  <a:lnTo>
                    <a:pt x="1110" y="2422"/>
                  </a:lnTo>
                  <a:lnTo>
                    <a:pt x="929" y="2220"/>
                  </a:lnTo>
                  <a:lnTo>
                    <a:pt x="727" y="1978"/>
                  </a:lnTo>
                  <a:lnTo>
                    <a:pt x="525" y="1715"/>
                  </a:lnTo>
                  <a:lnTo>
                    <a:pt x="344" y="1433"/>
                  </a:lnTo>
                  <a:lnTo>
                    <a:pt x="202" y="1150"/>
                  </a:lnTo>
                  <a:lnTo>
                    <a:pt x="101" y="888"/>
                  </a:lnTo>
                  <a:lnTo>
                    <a:pt x="81" y="787"/>
                  </a:lnTo>
                  <a:lnTo>
                    <a:pt x="81" y="686"/>
                  </a:lnTo>
                  <a:lnTo>
                    <a:pt x="101" y="484"/>
                  </a:lnTo>
                  <a:lnTo>
                    <a:pt x="122" y="404"/>
                  </a:lnTo>
                  <a:lnTo>
                    <a:pt x="162" y="343"/>
                  </a:lnTo>
                  <a:lnTo>
                    <a:pt x="222" y="283"/>
                  </a:lnTo>
                  <a:lnTo>
                    <a:pt x="283" y="222"/>
                  </a:lnTo>
                  <a:lnTo>
                    <a:pt x="344" y="182"/>
                  </a:lnTo>
                  <a:lnTo>
                    <a:pt x="424" y="141"/>
                  </a:lnTo>
                  <a:lnTo>
                    <a:pt x="566" y="101"/>
                  </a:lnTo>
                  <a:lnTo>
                    <a:pt x="747" y="81"/>
                  </a:lnTo>
                  <a:close/>
                  <a:moveTo>
                    <a:pt x="767" y="0"/>
                  </a:moveTo>
                  <a:lnTo>
                    <a:pt x="566" y="20"/>
                  </a:lnTo>
                  <a:lnTo>
                    <a:pt x="384" y="61"/>
                  </a:lnTo>
                  <a:lnTo>
                    <a:pt x="303" y="101"/>
                  </a:lnTo>
                  <a:lnTo>
                    <a:pt x="222" y="161"/>
                  </a:lnTo>
                  <a:lnTo>
                    <a:pt x="162" y="222"/>
                  </a:lnTo>
                  <a:lnTo>
                    <a:pt x="101" y="303"/>
                  </a:lnTo>
                  <a:lnTo>
                    <a:pt x="61" y="383"/>
                  </a:lnTo>
                  <a:lnTo>
                    <a:pt x="21" y="464"/>
                  </a:lnTo>
                  <a:lnTo>
                    <a:pt x="1" y="565"/>
                  </a:lnTo>
                  <a:lnTo>
                    <a:pt x="1" y="666"/>
                  </a:lnTo>
                  <a:lnTo>
                    <a:pt x="1" y="787"/>
                  </a:lnTo>
                  <a:lnTo>
                    <a:pt x="21" y="908"/>
                  </a:lnTo>
                  <a:lnTo>
                    <a:pt x="61" y="1029"/>
                  </a:lnTo>
                  <a:lnTo>
                    <a:pt x="122" y="1170"/>
                  </a:lnTo>
                  <a:lnTo>
                    <a:pt x="263" y="1453"/>
                  </a:lnTo>
                  <a:lnTo>
                    <a:pt x="444" y="1756"/>
                  </a:lnTo>
                  <a:lnTo>
                    <a:pt x="646" y="2018"/>
                  </a:lnTo>
                  <a:lnTo>
                    <a:pt x="868" y="2280"/>
                  </a:lnTo>
                  <a:lnTo>
                    <a:pt x="1070" y="2482"/>
                  </a:lnTo>
                  <a:lnTo>
                    <a:pt x="1231" y="2623"/>
                  </a:lnTo>
                  <a:lnTo>
                    <a:pt x="1353" y="2684"/>
                  </a:lnTo>
                  <a:lnTo>
                    <a:pt x="1453" y="2724"/>
                  </a:lnTo>
                  <a:lnTo>
                    <a:pt x="1575" y="2765"/>
                  </a:lnTo>
                  <a:lnTo>
                    <a:pt x="1776" y="2765"/>
                  </a:lnTo>
                  <a:lnTo>
                    <a:pt x="1857" y="2744"/>
                  </a:lnTo>
                  <a:lnTo>
                    <a:pt x="1958" y="2684"/>
                  </a:lnTo>
                  <a:lnTo>
                    <a:pt x="2059" y="2623"/>
                  </a:lnTo>
                  <a:lnTo>
                    <a:pt x="2160" y="2523"/>
                  </a:lnTo>
                  <a:lnTo>
                    <a:pt x="2240" y="2422"/>
                  </a:lnTo>
                  <a:lnTo>
                    <a:pt x="2301" y="2301"/>
                  </a:lnTo>
                  <a:lnTo>
                    <a:pt x="2362" y="2159"/>
                  </a:lnTo>
                  <a:lnTo>
                    <a:pt x="2402" y="2038"/>
                  </a:lnTo>
                  <a:lnTo>
                    <a:pt x="2422" y="1897"/>
                  </a:lnTo>
                  <a:lnTo>
                    <a:pt x="2422" y="1776"/>
                  </a:lnTo>
                  <a:lnTo>
                    <a:pt x="2422" y="1635"/>
                  </a:lnTo>
                  <a:lnTo>
                    <a:pt x="2402" y="1372"/>
                  </a:lnTo>
                  <a:lnTo>
                    <a:pt x="2321" y="1110"/>
                  </a:lnTo>
                  <a:lnTo>
                    <a:pt x="2200" y="868"/>
                  </a:lnTo>
                  <a:lnTo>
                    <a:pt x="2059" y="626"/>
                  </a:lnTo>
                  <a:lnTo>
                    <a:pt x="1877" y="444"/>
                  </a:lnTo>
                  <a:lnTo>
                    <a:pt x="1736" y="323"/>
                  </a:lnTo>
                  <a:lnTo>
                    <a:pt x="1575" y="222"/>
                  </a:lnTo>
                  <a:lnTo>
                    <a:pt x="1393" y="141"/>
                  </a:lnTo>
                  <a:lnTo>
                    <a:pt x="1171" y="61"/>
                  </a:lnTo>
                  <a:lnTo>
                    <a:pt x="969" y="20"/>
                  </a:lnTo>
                  <a:lnTo>
                    <a:pt x="76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flipH="1">
              <a:off x="-2832066" y="-2489904"/>
              <a:ext cx="1193681" cy="142726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flipH="1">
              <a:off x="-818271" y="-1474532"/>
              <a:ext cx="1642730" cy="740159"/>
            </a:xfrm>
            <a:custGeom>
              <a:rect b="b" l="l" r="r" t="t"/>
              <a:pathLst>
                <a:path extrusionOk="0" h="13239" w="29383">
                  <a:moveTo>
                    <a:pt x="28272" y="81"/>
                  </a:moveTo>
                  <a:lnTo>
                    <a:pt x="28474" y="102"/>
                  </a:lnTo>
                  <a:lnTo>
                    <a:pt x="28696" y="142"/>
                  </a:lnTo>
                  <a:lnTo>
                    <a:pt x="28898" y="202"/>
                  </a:lnTo>
                  <a:lnTo>
                    <a:pt x="29019" y="243"/>
                  </a:lnTo>
                  <a:lnTo>
                    <a:pt x="29140" y="303"/>
                  </a:lnTo>
                  <a:lnTo>
                    <a:pt x="29201" y="364"/>
                  </a:lnTo>
                  <a:lnTo>
                    <a:pt x="29261" y="404"/>
                  </a:lnTo>
                  <a:lnTo>
                    <a:pt x="29281" y="465"/>
                  </a:lnTo>
                  <a:lnTo>
                    <a:pt x="29302" y="545"/>
                  </a:lnTo>
                  <a:lnTo>
                    <a:pt x="29302" y="626"/>
                  </a:lnTo>
                  <a:lnTo>
                    <a:pt x="29281" y="707"/>
                  </a:lnTo>
                  <a:lnTo>
                    <a:pt x="29201" y="848"/>
                  </a:lnTo>
                  <a:lnTo>
                    <a:pt x="29059" y="1070"/>
                  </a:lnTo>
                  <a:lnTo>
                    <a:pt x="28918" y="1272"/>
                  </a:lnTo>
                  <a:lnTo>
                    <a:pt x="28595" y="1676"/>
                  </a:lnTo>
                  <a:lnTo>
                    <a:pt x="28232" y="2079"/>
                  </a:lnTo>
                  <a:lnTo>
                    <a:pt x="27889" y="2442"/>
                  </a:lnTo>
                  <a:lnTo>
                    <a:pt x="27566" y="2785"/>
                  </a:lnTo>
                  <a:lnTo>
                    <a:pt x="27263" y="3129"/>
                  </a:lnTo>
                  <a:lnTo>
                    <a:pt x="26961" y="3492"/>
                  </a:lnTo>
                  <a:lnTo>
                    <a:pt x="26698" y="3855"/>
                  </a:lnTo>
                  <a:lnTo>
                    <a:pt x="26476" y="4198"/>
                  </a:lnTo>
                  <a:lnTo>
                    <a:pt x="26295" y="4521"/>
                  </a:lnTo>
                  <a:lnTo>
                    <a:pt x="26133" y="4884"/>
                  </a:lnTo>
                  <a:lnTo>
                    <a:pt x="25972" y="5247"/>
                  </a:lnTo>
                  <a:lnTo>
                    <a:pt x="25689" y="5974"/>
                  </a:lnTo>
                  <a:lnTo>
                    <a:pt x="25447" y="6721"/>
                  </a:lnTo>
                  <a:lnTo>
                    <a:pt x="25124" y="7649"/>
                  </a:lnTo>
                  <a:lnTo>
                    <a:pt x="24943" y="8113"/>
                  </a:lnTo>
                  <a:lnTo>
                    <a:pt x="24741" y="8557"/>
                  </a:lnTo>
                  <a:lnTo>
                    <a:pt x="24539" y="8981"/>
                  </a:lnTo>
                  <a:lnTo>
                    <a:pt x="24297" y="9405"/>
                  </a:lnTo>
                  <a:lnTo>
                    <a:pt x="24014" y="9788"/>
                  </a:lnTo>
                  <a:lnTo>
                    <a:pt x="23853" y="9990"/>
                  </a:lnTo>
                  <a:lnTo>
                    <a:pt x="23692" y="10171"/>
                  </a:lnTo>
                  <a:lnTo>
                    <a:pt x="23409" y="10414"/>
                  </a:lnTo>
                  <a:lnTo>
                    <a:pt x="23106" y="10676"/>
                  </a:lnTo>
                  <a:lnTo>
                    <a:pt x="22784" y="10898"/>
                  </a:lnTo>
                  <a:lnTo>
                    <a:pt x="22420" y="11100"/>
                  </a:lnTo>
                  <a:lnTo>
                    <a:pt x="22017" y="11301"/>
                  </a:lnTo>
                  <a:lnTo>
                    <a:pt x="21593" y="11483"/>
                  </a:lnTo>
                  <a:lnTo>
                    <a:pt x="21129" y="11645"/>
                  </a:lnTo>
                  <a:lnTo>
                    <a:pt x="20644" y="11786"/>
                  </a:lnTo>
                  <a:lnTo>
                    <a:pt x="19958" y="11947"/>
                  </a:lnTo>
                  <a:lnTo>
                    <a:pt x="19272" y="12088"/>
                  </a:lnTo>
                  <a:lnTo>
                    <a:pt x="18566" y="12210"/>
                  </a:lnTo>
                  <a:lnTo>
                    <a:pt x="17880" y="12290"/>
                  </a:lnTo>
                  <a:lnTo>
                    <a:pt x="17173" y="12371"/>
                  </a:lnTo>
                  <a:lnTo>
                    <a:pt x="16467" y="12432"/>
                  </a:lnTo>
                  <a:lnTo>
                    <a:pt x="15075" y="12532"/>
                  </a:lnTo>
                  <a:lnTo>
                    <a:pt x="14106" y="12593"/>
                  </a:lnTo>
                  <a:lnTo>
                    <a:pt x="12774" y="12694"/>
                  </a:lnTo>
                  <a:lnTo>
                    <a:pt x="11442" y="12815"/>
                  </a:lnTo>
                  <a:lnTo>
                    <a:pt x="9142" y="12997"/>
                  </a:lnTo>
                  <a:lnTo>
                    <a:pt x="7971" y="13077"/>
                  </a:lnTo>
                  <a:lnTo>
                    <a:pt x="6801" y="13138"/>
                  </a:lnTo>
                  <a:lnTo>
                    <a:pt x="5630" y="13158"/>
                  </a:lnTo>
                  <a:lnTo>
                    <a:pt x="4480" y="13158"/>
                  </a:lnTo>
                  <a:lnTo>
                    <a:pt x="3895" y="13138"/>
                  </a:lnTo>
                  <a:lnTo>
                    <a:pt x="3310" y="13098"/>
                  </a:lnTo>
                  <a:lnTo>
                    <a:pt x="2725" y="13057"/>
                  </a:lnTo>
                  <a:lnTo>
                    <a:pt x="2139" y="12976"/>
                  </a:lnTo>
                  <a:lnTo>
                    <a:pt x="1857" y="12936"/>
                  </a:lnTo>
                  <a:lnTo>
                    <a:pt x="1554" y="12855"/>
                  </a:lnTo>
                  <a:lnTo>
                    <a:pt x="1251" y="12754"/>
                  </a:lnTo>
                  <a:lnTo>
                    <a:pt x="969" y="12613"/>
                  </a:lnTo>
                  <a:lnTo>
                    <a:pt x="707" y="12452"/>
                  </a:lnTo>
                  <a:lnTo>
                    <a:pt x="485" y="12270"/>
                  </a:lnTo>
                  <a:lnTo>
                    <a:pt x="384" y="12169"/>
                  </a:lnTo>
                  <a:lnTo>
                    <a:pt x="303" y="12048"/>
                  </a:lnTo>
                  <a:lnTo>
                    <a:pt x="222" y="11947"/>
                  </a:lnTo>
                  <a:lnTo>
                    <a:pt x="162" y="11826"/>
                  </a:lnTo>
                  <a:lnTo>
                    <a:pt x="121" y="11685"/>
                  </a:lnTo>
                  <a:lnTo>
                    <a:pt x="81" y="11544"/>
                  </a:lnTo>
                  <a:lnTo>
                    <a:pt x="81" y="11382"/>
                  </a:lnTo>
                  <a:lnTo>
                    <a:pt x="101" y="11241"/>
                  </a:lnTo>
                  <a:lnTo>
                    <a:pt x="142" y="11079"/>
                  </a:lnTo>
                  <a:lnTo>
                    <a:pt x="202" y="10938"/>
                  </a:lnTo>
                  <a:lnTo>
                    <a:pt x="283" y="10777"/>
                  </a:lnTo>
                  <a:lnTo>
                    <a:pt x="384" y="10615"/>
                  </a:lnTo>
                  <a:lnTo>
                    <a:pt x="646" y="10313"/>
                  </a:lnTo>
                  <a:lnTo>
                    <a:pt x="929" y="10010"/>
                  </a:lnTo>
                  <a:lnTo>
                    <a:pt x="1272" y="9727"/>
                  </a:lnTo>
                  <a:lnTo>
                    <a:pt x="1635" y="9465"/>
                  </a:lnTo>
                  <a:lnTo>
                    <a:pt x="2038" y="9203"/>
                  </a:lnTo>
                  <a:lnTo>
                    <a:pt x="2422" y="8940"/>
                  </a:lnTo>
                  <a:lnTo>
                    <a:pt x="3229" y="8476"/>
                  </a:lnTo>
                  <a:lnTo>
                    <a:pt x="4016" y="7992"/>
                  </a:lnTo>
                  <a:lnTo>
                    <a:pt x="5005" y="7407"/>
                  </a:lnTo>
                  <a:lnTo>
                    <a:pt x="6014" y="6821"/>
                  </a:lnTo>
                  <a:lnTo>
                    <a:pt x="7063" y="6277"/>
                  </a:lnTo>
                  <a:lnTo>
                    <a:pt x="8153" y="5732"/>
                  </a:lnTo>
                  <a:lnTo>
                    <a:pt x="9283" y="5207"/>
                  </a:lnTo>
                  <a:lnTo>
                    <a:pt x="10433" y="4682"/>
                  </a:lnTo>
                  <a:lnTo>
                    <a:pt x="11644" y="4198"/>
                  </a:lnTo>
                  <a:lnTo>
                    <a:pt x="12895" y="3714"/>
                  </a:lnTo>
                  <a:lnTo>
                    <a:pt x="14146" y="3250"/>
                  </a:lnTo>
                  <a:lnTo>
                    <a:pt x="15438" y="2826"/>
                  </a:lnTo>
                  <a:lnTo>
                    <a:pt x="16790" y="2382"/>
                  </a:lnTo>
                  <a:lnTo>
                    <a:pt x="18182" y="1958"/>
                  </a:lnTo>
                  <a:lnTo>
                    <a:pt x="19151" y="1676"/>
                  </a:lnTo>
                  <a:lnTo>
                    <a:pt x="20180" y="1393"/>
                  </a:lnTo>
                  <a:lnTo>
                    <a:pt x="21250" y="1111"/>
                  </a:lnTo>
                  <a:lnTo>
                    <a:pt x="22380" y="848"/>
                  </a:lnTo>
                  <a:lnTo>
                    <a:pt x="23550" y="606"/>
                  </a:lnTo>
                  <a:lnTo>
                    <a:pt x="24761" y="404"/>
                  </a:lnTo>
                  <a:lnTo>
                    <a:pt x="25972" y="223"/>
                  </a:lnTo>
                  <a:lnTo>
                    <a:pt x="26598" y="162"/>
                  </a:lnTo>
                  <a:lnTo>
                    <a:pt x="27223" y="102"/>
                  </a:lnTo>
                  <a:lnTo>
                    <a:pt x="27647" y="81"/>
                  </a:lnTo>
                  <a:close/>
                  <a:moveTo>
                    <a:pt x="27647" y="1"/>
                  </a:moveTo>
                  <a:lnTo>
                    <a:pt x="27223" y="21"/>
                  </a:lnTo>
                  <a:lnTo>
                    <a:pt x="26598" y="81"/>
                  </a:lnTo>
                  <a:lnTo>
                    <a:pt x="25972" y="142"/>
                  </a:lnTo>
                  <a:lnTo>
                    <a:pt x="24741" y="324"/>
                  </a:lnTo>
                  <a:lnTo>
                    <a:pt x="23550" y="525"/>
                  </a:lnTo>
                  <a:lnTo>
                    <a:pt x="22360" y="767"/>
                  </a:lnTo>
                  <a:lnTo>
                    <a:pt x="21230" y="1030"/>
                  </a:lnTo>
                  <a:lnTo>
                    <a:pt x="20160" y="1312"/>
                  </a:lnTo>
                  <a:lnTo>
                    <a:pt x="19131" y="1595"/>
                  </a:lnTo>
                  <a:lnTo>
                    <a:pt x="18162" y="1877"/>
                  </a:lnTo>
                  <a:lnTo>
                    <a:pt x="16750" y="2301"/>
                  </a:lnTo>
                  <a:lnTo>
                    <a:pt x="15418" y="2745"/>
                  </a:lnTo>
                  <a:lnTo>
                    <a:pt x="14106" y="3189"/>
                  </a:lnTo>
                  <a:lnTo>
                    <a:pt x="12855" y="3633"/>
                  </a:lnTo>
                  <a:lnTo>
                    <a:pt x="11604" y="4117"/>
                  </a:lnTo>
                  <a:lnTo>
                    <a:pt x="10413" y="4622"/>
                  </a:lnTo>
                  <a:lnTo>
                    <a:pt x="9243" y="5126"/>
                  </a:lnTo>
                  <a:lnTo>
                    <a:pt x="8113" y="5651"/>
                  </a:lnTo>
                  <a:lnTo>
                    <a:pt x="7023" y="6196"/>
                  </a:lnTo>
                  <a:lnTo>
                    <a:pt x="5974" y="6761"/>
                  </a:lnTo>
                  <a:lnTo>
                    <a:pt x="4965" y="7326"/>
                  </a:lnTo>
                  <a:lnTo>
                    <a:pt x="3976" y="7931"/>
                  </a:lnTo>
                  <a:lnTo>
                    <a:pt x="3189" y="8396"/>
                  </a:lnTo>
                  <a:lnTo>
                    <a:pt x="2381" y="8880"/>
                  </a:lnTo>
                  <a:lnTo>
                    <a:pt x="1978" y="9142"/>
                  </a:lnTo>
                  <a:lnTo>
                    <a:pt x="1594" y="9405"/>
                  </a:lnTo>
                  <a:lnTo>
                    <a:pt x="1211" y="9667"/>
                  </a:lnTo>
                  <a:lnTo>
                    <a:pt x="888" y="9949"/>
                  </a:lnTo>
                  <a:lnTo>
                    <a:pt x="585" y="10252"/>
                  </a:lnTo>
                  <a:lnTo>
                    <a:pt x="444" y="10414"/>
                  </a:lnTo>
                  <a:lnTo>
                    <a:pt x="323" y="10575"/>
                  </a:lnTo>
                  <a:lnTo>
                    <a:pt x="202" y="10736"/>
                  </a:lnTo>
                  <a:lnTo>
                    <a:pt x="121" y="10898"/>
                  </a:lnTo>
                  <a:lnTo>
                    <a:pt x="61" y="11059"/>
                  </a:lnTo>
                  <a:lnTo>
                    <a:pt x="20" y="11241"/>
                  </a:lnTo>
                  <a:lnTo>
                    <a:pt x="0" y="11382"/>
                  </a:lnTo>
                  <a:lnTo>
                    <a:pt x="0" y="11544"/>
                  </a:lnTo>
                  <a:lnTo>
                    <a:pt x="41" y="11705"/>
                  </a:lnTo>
                  <a:lnTo>
                    <a:pt x="101" y="11867"/>
                  </a:lnTo>
                  <a:lnTo>
                    <a:pt x="202" y="12048"/>
                  </a:lnTo>
                  <a:lnTo>
                    <a:pt x="343" y="12230"/>
                  </a:lnTo>
                  <a:lnTo>
                    <a:pt x="545" y="12411"/>
                  </a:lnTo>
                  <a:lnTo>
                    <a:pt x="787" y="12593"/>
                  </a:lnTo>
                  <a:lnTo>
                    <a:pt x="1070" y="12754"/>
                  </a:lnTo>
                  <a:lnTo>
                    <a:pt x="1393" y="12896"/>
                  </a:lnTo>
                  <a:lnTo>
                    <a:pt x="1736" y="12997"/>
                  </a:lnTo>
                  <a:lnTo>
                    <a:pt x="2139" y="13057"/>
                  </a:lnTo>
                  <a:lnTo>
                    <a:pt x="2947" y="13158"/>
                  </a:lnTo>
                  <a:lnTo>
                    <a:pt x="3754" y="13198"/>
                  </a:lnTo>
                  <a:lnTo>
                    <a:pt x="4561" y="13239"/>
                  </a:lnTo>
                  <a:lnTo>
                    <a:pt x="6135" y="13239"/>
                  </a:lnTo>
                  <a:lnTo>
                    <a:pt x="6902" y="13219"/>
                  </a:lnTo>
                  <a:lnTo>
                    <a:pt x="8435" y="13138"/>
                  </a:lnTo>
                  <a:lnTo>
                    <a:pt x="9949" y="13017"/>
                  </a:lnTo>
                  <a:lnTo>
                    <a:pt x="11442" y="12896"/>
                  </a:lnTo>
                  <a:lnTo>
                    <a:pt x="12774" y="12775"/>
                  </a:lnTo>
                  <a:lnTo>
                    <a:pt x="14106" y="12674"/>
                  </a:lnTo>
                  <a:lnTo>
                    <a:pt x="15075" y="12613"/>
                  </a:lnTo>
                  <a:lnTo>
                    <a:pt x="16467" y="12512"/>
                  </a:lnTo>
                  <a:lnTo>
                    <a:pt x="17173" y="12452"/>
                  </a:lnTo>
                  <a:lnTo>
                    <a:pt x="17880" y="12371"/>
                  </a:lnTo>
                  <a:lnTo>
                    <a:pt x="18586" y="12290"/>
                  </a:lnTo>
                  <a:lnTo>
                    <a:pt x="19272" y="12169"/>
                  </a:lnTo>
                  <a:lnTo>
                    <a:pt x="19978" y="12028"/>
                  </a:lnTo>
                  <a:lnTo>
                    <a:pt x="20665" y="11867"/>
                  </a:lnTo>
                  <a:lnTo>
                    <a:pt x="21149" y="11705"/>
                  </a:lnTo>
                  <a:lnTo>
                    <a:pt x="21613" y="11544"/>
                  </a:lnTo>
                  <a:lnTo>
                    <a:pt x="22057" y="11362"/>
                  </a:lnTo>
                  <a:lnTo>
                    <a:pt x="22461" y="11180"/>
                  </a:lnTo>
                  <a:lnTo>
                    <a:pt x="22824" y="10958"/>
                  </a:lnTo>
                  <a:lnTo>
                    <a:pt x="23167" y="10736"/>
                  </a:lnTo>
                  <a:lnTo>
                    <a:pt x="23470" y="10474"/>
                  </a:lnTo>
                  <a:lnTo>
                    <a:pt x="23752" y="10212"/>
                  </a:lnTo>
                  <a:lnTo>
                    <a:pt x="23914" y="10030"/>
                  </a:lnTo>
                  <a:lnTo>
                    <a:pt x="24075" y="9849"/>
                  </a:lnTo>
                  <a:lnTo>
                    <a:pt x="24358" y="9445"/>
                  </a:lnTo>
                  <a:lnTo>
                    <a:pt x="24600" y="9021"/>
                  </a:lnTo>
                  <a:lnTo>
                    <a:pt x="24822" y="8597"/>
                  </a:lnTo>
                  <a:lnTo>
                    <a:pt x="25023" y="8133"/>
                  </a:lnTo>
                  <a:lnTo>
                    <a:pt x="25185" y="7669"/>
                  </a:lnTo>
                  <a:lnTo>
                    <a:pt x="25508" y="6741"/>
                  </a:lnTo>
                  <a:lnTo>
                    <a:pt x="25770" y="6014"/>
                  </a:lnTo>
                  <a:lnTo>
                    <a:pt x="26053" y="5268"/>
                  </a:lnTo>
                  <a:lnTo>
                    <a:pt x="26194" y="4925"/>
                  </a:lnTo>
                  <a:lnTo>
                    <a:pt x="26376" y="4561"/>
                  </a:lnTo>
                  <a:lnTo>
                    <a:pt x="26557" y="4238"/>
                  </a:lnTo>
                  <a:lnTo>
                    <a:pt x="26759" y="3895"/>
                  </a:lnTo>
                  <a:lnTo>
                    <a:pt x="27021" y="3532"/>
                  </a:lnTo>
                  <a:lnTo>
                    <a:pt x="27324" y="3169"/>
                  </a:lnTo>
                  <a:lnTo>
                    <a:pt x="27627" y="2826"/>
                  </a:lnTo>
                  <a:lnTo>
                    <a:pt x="27950" y="2503"/>
                  </a:lnTo>
                  <a:lnTo>
                    <a:pt x="28293" y="2120"/>
                  </a:lnTo>
                  <a:lnTo>
                    <a:pt x="28656" y="1736"/>
                  </a:lnTo>
                  <a:lnTo>
                    <a:pt x="28979" y="1333"/>
                  </a:lnTo>
                  <a:lnTo>
                    <a:pt x="29120" y="1111"/>
                  </a:lnTo>
                  <a:lnTo>
                    <a:pt x="29261" y="889"/>
                  </a:lnTo>
                  <a:lnTo>
                    <a:pt x="29362" y="727"/>
                  </a:lnTo>
                  <a:lnTo>
                    <a:pt x="29382" y="626"/>
                  </a:lnTo>
                  <a:lnTo>
                    <a:pt x="29382" y="545"/>
                  </a:lnTo>
                  <a:lnTo>
                    <a:pt x="29362" y="445"/>
                  </a:lnTo>
                  <a:lnTo>
                    <a:pt x="29322" y="364"/>
                  </a:lnTo>
                  <a:lnTo>
                    <a:pt x="29261" y="303"/>
                  </a:lnTo>
                  <a:lnTo>
                    <a:pt x="29201" y="243"/>
                  </a:lnTo>
                  <a:lnTo>
                    <a:pt x="29059" y="162"/>
                  </a:lnTo>
                  <a:lnTo>
                    <a:pt x="28918" y="122"/>
                  </a:lnTo>
                  <a:lnTo>
                    <a:pt x="28716" y="61"/>
                  </a:lnTo>
                  <a:lnTo>
                    <a:pt x="28494" y="21"/>
                  </a:lnTo>
                  <a:lnTo>
                    <a:pt x="282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flipH="1">
              <a:off x="749899" y="-4949394"/>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flipH="1">
              <a:off x="1985352" y="-3774912"/>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flipH="1">
              <a:off x="-2673006" y="-2347734"/>
              <a:ext cx="901508" cy="110456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flipH="1">
              <a:off x="-3379293" y="-5020451"/>
              <a:ext cx="1990251" cy="2226013"/>
            </a:xfrm>
            <a:custGeom>
              <a:rect b="b" l="l" r="r" t="t"/>
              <a:pathLst>
                <a:path extrusionOk="0" h="39816" w="35599">
                  <a:moveTo>
                    <a:pt x="16346" y="81"/>
                  </a:moveTo>
                  <a:lnTo>
                    <a:pt x="18606" y="102"/>
                  </a:lnTo>
                  <a:lnTo>
                    <a:pt x="19737" y="122"/>
                  </a:lnTo>
                  <a:lnTo>
                    <a:pt x="20867" y="162"/>
                  </a:lnTo>
                  <a:lnTo>
                    <a:pt x="22017" y="223"/>
                  </a:lnTo>
                  <a:lnTo>
                    <a:pt x="23147" y="283"/>
                  </a:lnTo>
                  <a:lnTo>
                    <a:pt x="24277" y="364"/>
                  </a:lnTo>
                  <a:lnTo>
                    <a:pt x="25407" y="465"/>
                  </a:lnTo>
                  <a:lnTo>
                    <a:pt x="26537" y="586"/>
                  </a:lnTo>
                  <a:lnTo>
                    <a:pt x="27667" y="747"/>
                  </a:lnTo>
                  <a:lnTo>
                    <a:pt x="28555" y="868"/>
                  </a:lnTo>
                  <a:lnTo>
                    <a:pt x="29443" y="1050"/>
                  </a:lnTo>
                  <a:lnTo>
                    <a:pt x="29887" y="1151"/>
                  </a:lnTo>
                  <a:lnTo>
                    <a:pt x="30311" y="1272"/>
                  </a:lnTo>
                  <a:lnTo>
                    <a:pt x="30755" y="1413"/>
                  </a:lnTo>
                  <a:lnTo>
                    <a:pt x="31179" y="1554"/>
                  </a:lnTo>
                  <a:lnTo>
                    <a:pt x="31582" y="1736"/>
                  </a:lnTo>
                  <a:lnTo>
                    <a:pt x="31986" y="1918"/>
                  </a:lnTo>
                  <a:lnTo>
                    <a:pt x="32369" y="2140"/>
                  </a:lnTo>
                  <a:lnTo>
                    <a:pt x="32732" y="2382"/>
                  </a:lnTo>
                  <a:lnTo>
                    <a:pt x="33076" y="2644"/>
                  </a:lnTo>
                  <a:lnTo>
                    <a:pt x="33419" y="2927"/>
                  </a:lnTo>
                  <a:lnTo>
                    <a:pt x="33721" y="3250"/>
                  </a:lnTo>
                  <a:lnTo>
                    <a:pt x="34004" y="3593"/>
                  </a:lnTo>
                  <a:lnTo>
                    <a:pt x="34165" y="3815"/>
                  </a:lnTo>
                  <a:lnTo>
                    <a:pt x="34307" y="4057"/>
                  </a:lnTo>
                  <a:lnTo>
                    <a:pt x="34448" y="4299"/>
                  </a:lnTo>
                  <a:lnTo>
                    <a:pt x="34569" y="4561"/>
                  </a:lnTo>
                  <a:lnTo>
                    <a:pt x="34771" y="5066"/>
                  </a:lnTo>
                  <a:lnTo>
                    <a:pt x="34932" y="5611"/>
                  </a:lnTo>
                  <a:lnTo>
                    <a:pt x="35073" y="6135"/>
                  </a:lnTo>
                  <a:lnTo>
                    <a:pt x="35174" y="6680"/>
                  </a:lnTo>
                  <a:lnTo>
                    <a:pt x="35255" y="7205"/>
                  </a:lnTo>
                  <a:lnTo>
                    <a:pt x="35316" y="7730"/>
                  </a:lnTo>
                  <a:lnTo>
                    <a:pt x="35416" y="8577"/>
                  </a:lnTo>
                  <a:lnTo>
                    <a:pt x="35477" y="9445"/>
                  </a:lnTo>
                  <a:lnTo>
                    <a:pt x="35517" y="10333"/>
                  </a:lnTo>
                  <a:lnTo>
                    <a:pt x="35517" y="11261"/>
                  </a:lnTo>
                  <a:lnTo>
                    <a:pt x="35517" y="12230"/>
                  </a:lnTo>
                  <a:lnTo>
                    <a:pt x="35497" y="13219"/>
                  </a:lnTo>
                  <a:lnTo>
                    <a:pt x="35457" y="14248"/>
                  </a:lnTo>
                  <a:lnTo>
                    <a:pt x="35376" y="15337"/>
                  </a:lnTo>
                  <a:lnTo>
                    <a:pt x="35316" y="16165"/>
                  </a:lnTo>
                  <a:lnTo>
                    <a:pt x="35235" y="17033"/>
                  </a:lnTo>
                  <a:lnTo>
                    <a:pt x="35134" y="17921"/>
                  </a:lnTo>
                  <a:lnTo>
                    <a:pt x="34993" y="18808"/>
                  </a:lnTo>
                  <a:lnTo>
                    <a:pt x="34831" y="19717"/>
                  </a:lnTo>
                  <a:lnTo>
                    <a:pt x="34629" y="20625"/>
                  </a:lnTo>
                  <a:lnTo>
                    <a:pt x="34508" y="21089"/>
                  </a:lnTo>
                  <a:lnTo>
                    <a:pt x="34367" y="21533"/>
                  </a:lnTo>
                  <a:lnTo>
                    <a:pt x="34226" y="21997"/>
                  </a:lnTo>
                  <a:lnTo>
                    <a:pt x="34064" y="22441"/>
                  </a:lnTo>
                  <a:lnTo>
                    <a:pt x="33943" y="22784"/>
                  </a:lnTo>
                  <a:lnTo>
                    <a:pt x="33782" y="23127"/>
                  </a:lnTo>
                  <a:lnTo>
                    <a:pt x="33620" y="23490"/>
                  </a:lnTo>
                  <a:lnTo>
                    <a:pt x="33419" y="23833"/>
                  </a:lnTo>
                  <a:lnTo>
                    <a:pt x="33197" y="24176"/>
                  </a:lnTo>
                  <a:lnTo>
                    <a:pt x="32934" y="24479"/>
                  </a:lnTo>
                  <a:lnTo>
                    <a:pt x="32793" y="24641"/>
                  </a:lnTo>
                  <a:lnTo>
                    <a:pt x="32632" y="24782"/>
                  </a:lnTo>
                  <a:lnTo>
                    <a:pt x="32470" y="24903"/>
                  </a:lnTo>
                  <a:lnTo>
                    <a:pt x="32309" y="25024"/>
                  </a:lnTo>
                  <a:lnTo>
                    <a:pt x="32107" y="25145"/>
                  </a:lnTo>
                  <a:lnTo>
                    <a:pt x="31925" y="25226"/>
                  </a:lnTo>
                  <a:lnTo>
                    <a:pt x="31723" y="25327"/>
                  </a:lnTo>
                  <a:lnTo>
                    <a:pt x="31522" y="25387"/>
                  </a:lnTo>
                  <a:lnTo>
                    <a:pt x="31118" y="25508"/>
                  </a:lnTo>
                  <a:lnTo>
                    <a:pt x="30694" y="25569"/>
                  </a:lnTo>
                  <a:lnTo>
                    <a:pt x="30250" y="25609"/>
                  </a:lnTo>
                  <a:lnTo>
                    <a:pt x="29403" y="25609"/>
                  </a:lnTo>
                  <a:lnTo>
                    <a:pt x="28979" y="25589"/>
                  </a:lnTo>
                  <a:lnTo>
                    <a:pt x="27809" y="25488"/>
                  </a:lnTo>
                  <a:lnTo>
                    <a:pt x="26658" y="25347"/>
                  </a:lnTo>
                  <a:lnTo>
                    <a:pt x="25508" y="25185"/>
                  </a:lnTo>
                  <a:lnTo>
                    <a:pt x="24358" y="25004"/>
                  </a:lnTo>
                  <a:lnTo>
                    <a:pt x="23248" y="24842"/>
                  </a:lnTo>
                  <a:lnTo>
                    <a:pt x="22118" y="24681"/>
                  </a:lnTo>
                  <a:lnTo>
                    <a:pt x="20988" y="24540"/>
                  </a:lnTo>
                  <a:lnTo>
                    <a:pt x="19837" y="24439"/>
                  </a:lnTo>
                  <a:lnTo>
                    <a:pt x="19272" y="24398"/>
                  </a:lnTo>
                  <a:lnTo>
                    <a:pt x="18707" y="24378"/>
                  </a:lnTo>
                  <a:lnTo>
                    <a:pt x="17577" y="24378"/>
                  </a:lnTo>
                  <a:lnTo>
                    <a:pt x="17012" y="24419"/>
                  </a:lnTo>
                  <a:lnTo>
                    <a:pt x="16447" y="24459"/>
                  </a:lnTo>
                  <a:lnTo>
                    <a:pt x="15882" y="24540"/>
                  </a:lnTo>
                  <a:lnTo>
                    <a:pt x="15317" y="24620"/>
                  </a:lnTo>
                  <a:lnTo>
                    <a:pt x="14631" y="24762"/>
                  </a:lnTo>
                  <a:lnTo>
                    <a:pt x="13965" y="24943"/>
                  </a:lnTo>
                  <a:lnTo>
                    <a:pt x="13319" y="25165"/>
                  </a:lnTo>
                  <a:lnTo>
                    <a:pt x="12674" y="25407"/>
                  </a:lnTo>
                  <a:lnTo>
                    <a:pt x="12048" y="25690"/>
                  </a:lnTo>
                  <a:lnTo>
                    <a:pt x="11422" y="25993"/>
                  </a:lnTo>
                  <a:lnTo>
                    <a:pt x="10817" y="26336"/>
                  </a:lnTo>
                  <a:lnTo>
                    <a:pt x="10232" y="26699"/>
                  </a:lnTo>
                  <a:lnTo>
                    <a:pt x="9667" y="27102"/>
                  </a:lnTo>
                  <a:lnTo>
                    <a:pt x="9122" y="27526"/>
                  </a:lnTo>
                  <a:lnTo>
                    <a:pt x="8597" y="27990"/>
                  </a:lnTo>
                  <a:lnTo>
                    <a:pt x="8093" y="28455"/>
                  </a:lnTo>
                  <a:lnTo>
                    <a:pt x="7608" y="28959"/>
                  </a:lnTo>
                  <a:lnTo>
                    <a:pt x="7164" y="29484"/>
                  </a:lnTo>
                  <a:lnTo>
                    <a:pt x="6741" y="30029"/>
                  </a:lnTo>
                  <a:lnTo>
                    <a:pt x="6357" y="30594"/>
                  </a:lnTo>
                  <a:lnTo>
                    <a:pt x="6014" y="31159"/>
                  </a:lnTo>
                  <a:lnTo>
                    <a:pt x="5691" y="31744"/>
                  </a:lnTo>
                  <a:lnTo>
                    <a:pt x="5389" y="32329"/>
                  </a:lnTo>
                  <a:lnTo>
                    <a:pt x="5106" y="32914"/>
                  </a:lnTo>
                  <a:lnTo>
                    <a:pt x="4844" y="33520"/>
                  </a:lnTo>
                  <a:lnTo>
                    <a:pt x="4581" y="34125"/>
                  </a:lnTo>
                  <a:lnTo>
                    <a:pt x="4097" y="35336"/>
                  </a:lnTo>
                  <a:lnTo>
                    <a:pt x="3714" y="36264"/>
                  </a:lnTo>
                  <a:lnTo>
                    <a:pt x="3330" y="37172"/>
                  </a:lnTo>
                  <a:lnTo>
                    <a:pt x="2927" y="38080"/>
                  </a:lnTo>
                  <a:lnTo>
                    <a:pt x="2705" y="38524"/>
                  </a:lnTo>
                  <a:lnTo>
                    <a:pt x="2483" y="38948"/>
                  </a:lnTo>
                  <a:lnTo>
                    <a:pt x="2402" y="39089"/>
                  </a:lnTo>
                  <a:lnTo>
                    <a:pt x="2321" y="39211"/>
                  </a:lnTo>
                  <a:lnTo>
                    <a:pt x="2220" y="39332"/>
                  </a:lnTo>
                  <a:lnTo>
                    <a:pt x="2099" y="39453"/>
                  </a:lnTo>
                  <a:lnTo>
                    <a:pt x="1978" y="39554"/>
                  </a:lnTo>
                  <a:lnTo>
                    <a:pt x="1857" y="39634"/>
                  </a:lnTo>
                  <a:lnTo>
                    <a:pt x="1736" y="39695"/>
                  </a:lnTo>
                  <a:lnTo>
                    <a:pt x="1615" y="39715"/>
                  </a:lnTo>
                  <a:lnTo>
                    <a:pt x="1413" y="39715"/>
                  </a:lnTo>
                  <a:lnTo>
                    <a:pt x="1312" y="39654"/>
                  </a:lnTo>
                  <a:lnTo>
                    <a:pt x="1231" y="39594"/>
                  </a:lnTo>
                  <a:lnTo>
                    <a:pt x="1191" y="39513"/>
                  </a:lnTo>
                  <a:lnTo>
                    <a:pt x="1131" y="39433"/>
                  </a:lnTo>
                  <a:lnTo>
                    <a:pt x="1110" y="39352"/>
                  </a:lnTo>
                  <a:lnTo>
                    <a:pt x="1090" y="39251"/>
                  </a:lnTo>
                  <a:lnTo>
                    <a:pt x="1090" y="39049"/>
                  </a:lnTo>
                  <a:lnTo>
                    <a:pt x="1110" y="38847"/>
                  </a:lnTo>
                  <a:lnTo>
                    <a:pt x="1252" y="38040"/>
                  </a:lnTo>
                  <a:lnTo>
                    <a:pt x="1393" y="37253"/>
                  </a:lnTo>
                  <a:lnTo>
                    <a:pt x="1575" y="36466"/>
                  </a:lnTo>
                  <a:lnTo>
                    <a:pt x="1776" y="35699"/>
                  </a:lnTo>
                  <a:lnTo>
                    <a:pt x="2018" y="34630"/>
                  </a:lnTo>
                  <a:lnTo>
                    <a:pt x="2261" y="33560"/>
                  </a:lnTo>
                  <a:lnTo>
                    <a:pt x="2422" y="32551"/>
                  </a:lnTo>
                  <a:lnTo>
                    <a:pt x="2563" y="31562"/>
                  </a:lnTo>
                  <a:lnTo>
                    <a:pt x="2664" y="30533"/>
                  </a:lnTo>
                  <a:lnTo>
                    <a:pt x="2705" y="29524"/>
                  </a:lnTo>
                  <a:lnTo>
                    <a:pt x="2745" y="28515"/>
                  </a:lnTo>
                  <a:lnTo>
                    <a:pt x="2745" y="27506"/>
                  </a:lnTo>
                  <a:lnTo>
                    <a:pt x="2705" y="26477"/>
                  </a:lnTo>
                  <a:lnTo>
                    <a:pt x="2644" y="25468"/>
                  </a:lnTo>
                  <a:lnTo>
                    <a:pt x="2563" y="24439"/>
                  </a:lnTo>
                  <a:lnTo>
                    <a:pt x="2462" y="23430"/>
                  </a:lnTo>
                  <a:lnTo>
                    <a:pt x="2362" y="22401"/>
                  </a:lnTo>
                  <a:lnTo>
                    <a:pt x="2240" y="21392"/>
                  </a:lnTo>
                  <a:lnTo>
                    <a:pt x="1958" y="19374"/>
                  </a:lnTo>
                  <a:lnTo>
                    <a:pt x="1655" y="17355"/>
                  </a:lnTo>
                  <a:lnTo>
                    <a:pt x="1595" y="16972"/>
                  </a:lnTo>
                  <a:lnTo>
                    <a:pt x="1030" y="13219"/>
                  </a:lnTo>
                  <a:lnTo>
                    <a:pt x="485" y="9465"/>
                  </a:lnTo>
                  <a:lnTo>
                    <a:pt x="323" y="8234"/>
                  </a:lnTo>
                  <a:lnTo>
                    <a:pt x="182" y="7043"/>
                  </a:lnTo>
                  <a:lnTo>
                    <a:pt x="142" y="6458"/>
                  </a:lnTo>
                  <a:lnTo>
                    <a:pt x="101" y="5873"/>
                  </a:lnTo>
                  <a:lnTo>
                    <a:pt x="81" y="5308"/>
                  </a:lnTo>
                  <a:lnTo>
                    <a:pt x="81" y="4723"/>
                  </a:lnTo>
                  <a:lnTo>
                    <a:pt x="81" y="4521"/>
                  </a:lnTo>
                  <a:lnTo>
                    <a:pt x="101" y="3633"/>
                  </a:lnTo>
                  <a:lnTo>
                    <a:pt x="142" y="3129"/>
                  </a:lnTo>
                  <a:lnTo>
                    <a:pt x="202" y="2604"/>
                  </a:lnTo>
                  <a:lnTo>
                    <a:pt x="283" y="2099"/>
                  </a:lnTo>
                  <a:lnTo>
                    <a:pt x="323" y="1857"/>
                  </a:lnTo>
                  <a:lnTo>
                    <a:pt x="404" y="1635"/>
                  </a:lnTo>
                  <a:lnTo>
                    <a:pt x="465" y="1413"/>
                  </a:lnTo>
                  <a:lnTo>
                    <a:pt x="566" y="1211"/>
                  </a:lnTo>
                  <a:lnTo>
                    <a:pt x="666" y="1010"/>
                  </a:lnTo>
                  <a:lnTo>
                    <a:pt x="767" y="848"/>
                  </a:lnTo>
                  <a:lnTo>
                    <a:pt x="848" y="747"/>
                  </a:lnTo>
                  <a:lnTo>
                    <a:pt x="929" y="687"/>
                  </a:lnTo>
                  <a:lnTo>
                    <a:pt x="1110" y="545"/>
                  </a:lnTo>
                  <a:lnTo>
                    <a:pt x="1332" y="445"/>
                  </a:lnTo>
                  <a:lnTo>
                    <a:pt x="1575" y="364"/>
                  </a:lnTo>
                  <a:lnTo>
                    <a:pt x="1837" y="303"/>
                  </a:lnTo>
                  <a:lnTo>
                    <a:pt x="2099" y="283"/>
                  </a:lnTo>
                  <a:lnTo>
                    <a:pt x="2382" y="263"/>
                  </a:lnTo>
                  <a:lnTo>
                    <a:pt x="2684" y="243"/>
                  </a:lnTo>
                  <a:lnTo>
                    <a:pt x="3169" y="263"/>
                  </a:lnTo>
                  <a:lnTo>
                    <a:pt x="3633" y="283"/>
                  </a:lnTo>
                  <a:lnTo>
                    <a:pt x="4057" y="303"/>
                  </a:lnTo>
                  <a:lnTo>
                    <a:pt x="4440" y="303"/>
                  </a:lnTo>
                  <a:lnTo>
                    <a:pt x="9586" y="202"/>
                  </a:lnTo>
                  <a:lnTo>
                    <a:pt x="11826" y="142"/>
                  </a:lnTo>
                  <a:lnTo>
                    <a:pt x="14066" y="102"/>
                  </a:lnTo>
                  <a:lnTo>
                    <a:pt x="16346" y="81"/>
                  </a:lnTo>
                  <a:close/>
                  <a:moveTo>
                    <a:pt x="16346" y="1"/>
                  </a:moveTo>
                  <a:lnTo>
                    <a:pt x="14066" y="21"/>
                  </a:lnTo>
                  <a:lnTo>
                    <a:pt x="11826" y="61"/>
                  </a:lnTo>
                  <a:lnTo>
                    <a:pt x="9586" y="122"/>
                  </a:lnTo>
                  <a:lnTo>
                    <a:pt x="4420" y="223"/>
                  </a:lnTo>
                  <a:lnTo>
                    <a:pt x="4057" y="223"/>
                  </a:lnTo>
                  <a:lnTo>
                    <a:pt x="3633" y="202"/>
                  </a:lnTo>
                  <a:lnTo>
                    <a:pt x="2805" y="162"/>
                  </a:lnTo>
                  <a:lnTo>
                    <a:pt x="2382" y="182"/>
                  </a:lnTo>
                  <a:lnTo>
                    <a:pt x="1978" y="202"/>
                  </a:lnTo>
                  <a:lnTo>
                    <a:pt x="1595" y="283"/>
                  </a:lnTo>
                  <a:lnTo>
                    <a:pt x="1413" y="324"/>
                  </a:lnTo>
                  <a:lnTo>
                    <a:pt x="1252" y="384"/>
                  </a:lnTo>
                  <a:lnTo>
                    <a:pt x="1090" y="465"/>
                  </a:lnTo>
                  <a:lnTo>
                    <a:pt x="949" y="566"/>
                  </a:lnTo>
                  <a:lnTo>
                    <a:pt x="828" y="667"/>
                  </a:lnTo>
                  <a:lnTo>
                    <a:pt x="707" y="788"/>
                  </a:lnTo>
                  <a:lnTo>
                    <a:pt x="586" y="969"/>
                  </a:lnTo>
                  <a:lnTo>
                    <a:pt x="485" y="1151"/>
                  </a:lnTo>
                  <a:lnTo>
                    <a:pt x="404" y="1373"/>
                  </a:lnTo>
                  <a:lnTo>
                    <a:pt x="323" y="1575"/>
                  </a:lnTo>
                  <a:lnTo>
                    <a:pt x="263" y="1817"/>
                  </a:lnTo>
                  <a:lnTo>
                    <a:pt x="202" y="2059"/>
                  </a:lnTo>
                  <a:lnTo>
                    <a:pt x="122" y="2563"/>
                  </a:lnTo>
                  <a:lnTo>
                    <a:pt x="61" y="3068"/>
                  </a:lnTo>
                  <a:lnTo>
                    <a:pt x="21" y="3593"/>
                  </a:lnTo>
                  <a:lnTo>
                    <a:pt x="0" y="4521"/>
                  </a:lnTo>
                  <a:lnTo>
                    <a:pt x="0" y="4723"/>
                  </a:lnTo>
                  <a:lnTo>
                    <a:pt x="0" y="5308"/>
                  </a:lnTo>
                  <a:lnTo>
                    <a:pt x="21" y="5873"/>
                  </a:lnTo>
                  <a:lnTo>
                    <a:pt x="61" y="6458"/>
                  </a:lnTo>
                  <a:lnTo>
                    <a:pt x="101" y="7043"/>
                  </a:lnTo>
                  <a:lnTo>
                    <a:pt x="243" y="8234"/>
                  </a:lnTo>
                  <a:lnTo>
                    <a:pt x="404" y="9465"/>
                  </a:lnTo>
                  <a:lnTo>
                    <a:pt x="949" y="13219"/>
                  </a:lnTo>
                  <a:lnTo>
                    <a:pt x="1514" y="16992"/>
                  </a:lnTo>
                  <a:lnTo>
                    <a:pt x="1575" y="17376"/>
                  </a:lnTo>
                  <a:lnTo>
                    <a:pt x="1877" y="19374"/>
                  </a:lnTo>
                  <a:lnTo>
                    <a:pt x="2160" y="21392"/>
                  </a:lnTo>
                  <a:lnTo>
                    <a:pt x="2281" y="22421"/>
                  </a:lnTo>
                  <a:lnTo>
                    <a:pt x="2382" y="23430"/>
                  </a:lnTo>
                  <a:lnTo>
                    <a:pt x="2483" y="24439"/>
                  </a:lnTo>
                  <a:lnTo>
                    <a:pt x="2563" y="25468"/>
                  </a:lnTo>
                  <a:lnTo>
                    <a:pt x="2624" y="26477"/>
                  </a:lnTo>
                  <a:lnTo>
                    <a:pt x="2664" y="27486"/>
                  </a:lnTo>
                  <a:lnTo>
                    <a:pt x="2664" y="28515"/>
                  </a:lnTo>
                  <a:lnTo>
                    <a:pt x="2644" y="29524"/>
                  </a:lnTo>
                  <a:lnTo>
                    <a:pt x="2584" y="30533"/>
                  </a:lnTo>
                  <a:lnTo>
                    <a:pt x="2483" y="31542"/>
                  </a:lnTo>
                  <a:lnTo>
                    <a:pt x="2341" y="32551"/>
                  </a:lnTo>
                  <a:lnTo>
                    <a:pt x="2180" y="33540"/>
                  </a:lnTo>
                  <a:lnTo>
                    <a:pt x="1938" y="34630"/>
                  </a:lnTo>
                  <a:lnTo>
                    <a:pt x="1696" y="35679"/>
                  </a:lnTo>
                  <a:lnTo>
                    <a:pt x="1494" y="36466"/>
                  </a:lnTo>
                  <a:lnTo>
                    <a:pt x="1332" y="37233"/>
                  </a:lnTo>
                  <a:lnTo>
                    <a:pt x="1171" y="38040"/>
                  </a:lnTo>
                  <a:lnTo>
                    <a:pt x="1030" y="38827"/>
                  </a:lnTo>
                  <a:lnTo>
                    <a:pt x="1009" y="39049"/>
                  </a:lnTo>
                  <a:lnTo>
                    <a:pt x="1009" y="39271"/>
                  </a:lnTo>
                  <a:lnTo>
                    <a:pt x="1030" y="39372"/>
                  </a:lnTo>
                  <a:lnTo>
                    <a:pt x="1070" y="39473"/>
                  </a:lnTo>
                  <a:lnTo>
                    <a:pt x="1110" y="39574"/>
                  </a:lnTo>
                  <a:lnTo>
                    <a:pt x="1191" y="39654"/>
                  </a:lnTo>
                  <a:lnTo>
                    <a:pt x="1252" y="39715"/>
                  </a:lnTo>
                  <a:lnTo>
                    <a:pt x="1353" y="39776"/>
                  </a:lnTo>
                  <a:lnTo>
                    <a:pt x="1433" y="39796"/>
                  </a:lnTo>
                  <a:lnTo>
                    <a:pt x="1534" y="39816"/>
                  </a:lnTo>
                  <a:lnTo>
                    <a:pt x="1615" y="39796"/>
                  </a:lnTo>
                  <a:lnTo>
                    <a:pt x="1756" y="39776"/>
                  </a:lnTo>
                  <a:lnTo>
                    <a:pt x="1897" y="39695"/>
                  </a:lnTo>
                  <a:lnTo>
                    <a:pt x="2018" y="39614"/>
                  </a:lnTo>
                  <a:lnTo>
                    <a:pt x="2160" y="39513"/>
                  </a:lnTo>
                  <a:lnTo>
                    <a:pt x="2281" y="39392"/>
                  </a:lnTo>
                  <a:lnTo>
                    <a:pt x="2382" y="39271"/>
                  </a:lnTo>
                  <a:lnTo>
                    <a:pt x="2483" y="39130"/>
                  </a:lnTo>
                  <a:lnTo>
                    <a:pt x="2563" y="38989"/>
                  </a:lnTo>
                  <a:lnTo>
                    <a:pt x="2785" y="38565"/>
                  </a:lnTo>
                  <a:lnTo>
                    <a:pt x="3007" y="38101"/>
                  </a:lnTo>
                  <a:lnTo>
                    <a:pt x="3411" y="37193"/>
                  </a:lnTo>
                  <a:lnTo>
                    <a:pt x="3794" y="36284"/>
                  </a:lnTo>
                  <a:lnTo>
                    <a:pt x="4158" y="35376"/>
                  </a:lnTo>
                  <a:lnTo>
                    <a:pt x="4662" y="34166"/>
                  </a:lnTo>
                  <a:lnTo>
                    <a:pt x="4904" y="33560"/>
                  </a:lnTo>
                  <a:lnTo>
                    <a:pt x="5187" y="32955"/>
                  </a:lnTo>
                  <a:lnTo>
                    <a:pt x="5469" y="32369"/>
                  </a:lnTo>
                  <a:lnTo>
                    <a:pt x="5752" y="31784"/>
                  </a:lnTo>
                  <a:lnTo>
                    <a:pt x="6075" y="31199"/>
                  </a:lnTo>
                  <a:lnTo>
                    <a:pt x="6418" y="30654"/>
                  </a:lnTo>
                  <a:lnTo>
                    <a:pt x="6821" y="30089"/>
                  </a:lnTo>
                  <a:lnTo>
                    <a:pt x="7225" y="29544"/>
                  </a:lnTo>
                  <a:lnTo>
                    <a:pt x="7669" y="29020"/>
                  </a:lnTo>
                  <a:lnTo>
                    <a:pt x="8153" y="28515"/>
                  </a:lnTo>
                  <a:lnTo>
                    <a:pt x="8638" y="28051"/>
                  </a:lnTo>
                  <a:lnTo>
                    <a:pt x="9162" y="27587"/>
                  </a:lnTo>
                  <a:lnTo>
                    <a:pt x="9707" y="27163"/>
                  </a:lnTo>
                  <a:lnTo>
                    <a:pt x="10272" y="26780"/>
                  </a:lnTo>
                  <a:lnTo>
                    <a:pt x="10857" y="26396"/>
                  </a:lnTo>
                  <a:lnTo>
                    <a:pt x="11463" y="26073"/>
                  </a:lnTo>
                  <a:lnTo>
                    <a:pt x="12068" y="25750"/>
                  </a:lnTo>
                  <a:lnTo>
                    <a:pt x="12694" y="25468"/>
                  </a:lnTo>
                  <a:lnTo>
                    <a:pt x="13339" y="25226"/>
                  </a:lnTo>
                  <a:lnTo>
                    <a:pt x="14005" y="25024"/>
                  </a:lnTo>
                  <a:lnTo>
                    <a:pt x="14651" y="24842"/>
                  </a:lnTo>
                  <a:lnTo>
                    <a:pt x="15337" y="24701"/>
                  </a:lnTo>
                  <a:lnTo>
                    <a:pt x="15882" y="24600"/>
                  </a:lnTo>
                  <a:lnTo>
                    <a:pt x="16447" y="24540"/>
                  </a:lnTo>
                  <a:lnTo>
                    <a:pt x="17012" y="24499"/>
                  </a:lnTo>
                  <a:lnTo>
                    <a:pt x="17577" y="24459"/>
                  </a:lnTo>
                  <a:lnTo>
                    <a:pt x="18707" y="24459"/>
                  </a:lnTo>
                  <a:lnTo>
                    <a:pt x="19272" y="24479"/>
                  </a:lnTo>
                  <a:lnTo>
                    <a:pt x="19837" y="24519"/>
                  </a:lnTo>
                  <a:lnTo>
                    <a:pt x="20968" y="24620"/>
                  </a:lnTo>
                  <a:lnTo>
                    <a:pt x="22098" y="24762"/>
                  </a:lnTo>
                  <a:lnTo>
                    <a:pt x="23228" y="24923"/>
                  </a:lnTo>
                  <a:lnTo>
                    <a:pt x="24338" y="25084"/>
                  </a:lnTo>
                  <a:lnTo>
                    <a:pt x="25488" y="25266"/>
                  </a:lnTo>
                  <a:lnTo>
                    <a:pt x="26638" y="25428"/>
                  </a:lnTo>
                  <a:lnTo>
                    <a:pt x="27809" y="25569"/>
                  </a:lnTo>
                  <a:lnTo>
                    <a:pt x="28979" y="25670"/>
                  </a:lnTo>
                  <a:lnTo>
                    <a:pt x="29403" y="25690"/>
                  </a:lnTo>
                  <a:lnTo>
                    <a:pt x="30271" y="25690"/>
                  </a:lnTo>
                  <a:lnTo>
                    <a:pt x="30714" y="25650"/>
                  </a:lnTo>
                  <a:lnTo>
                    <a:pt x="31138" y="25569"/>
                  </a:lnTo>
                  <a:lnTo>
                    <a:pt x="31562" y="25468"/>
                  </a:lnTo>
                  <a:lnTo>
                    <a:pt x="31764" y="25387"/>
                  </a:lnTo>
                  <a:lnTo>
                    <a:pt x="31966" y="25306"/>
                  </a:lnTo>
                  <a:lnTo>
                    <a:pt x="32147" y="25206"/>
                  </a:lnTo>
                  <a:lnTo>
                    <a:pt x="32349" y="25084"/>
                  </a:lnTo>
                  <a:lnTo>
                    <a:pt x="32511" y="24963"/>
                  </a:lnTo>
                  <a:lnTo>
                    <a:pt x="32692" y="24842"/>
                  </a:lnTo>
                  <a:lnTo>
                    <a:pt x="32833" y="24701"/>
                  </a:lnTo>
                  <a:lnTo>
                    <a:pt x="32995" y="24540"/>
                  </a:lnTo>
                  <a:lnTo>
                    <a:pt x="33257" y="24217"/>
                  </a:lnTo>
                  <a:lnTo>
                    <a:pt x="33479" y="23874"/>
                  </a:lnTo>
                  <a:lnTo>
                    <a:pt x="33681" y="23531"/>
                  </a:lnTo>
                  <a:lnTo>
                    <a:pt x="33863" y="23167"/>
                  </a:lnTo>
                  <a:lnTo>
                    <a:pt x="34004" y="22804"/>
                  </a:lnTo>
                  <a:lnTo>
                    <a:pt x="34145" y="22461"/>
                  </a:lnTo>
                  <a:lnTo>
                    <a:pt x="34307" y="22017"/>
                  </a:lnTo>
                  <a:lnTo>
                    <a:pt x="34448" y="21573"/>
                  </a:lnTo>
                  <a:lnTo>
                    <a:pt x="34569" y="21109"/>
                  </a:lnTo>
                  <a:lnTo>
                    <a:pt x="34690" y="20645"/>
                  </a:lnTo>
                  <a:lnTo>
                    <a:pt x="34912" y="19737"/>
                  </a:lnTo>
                  <a:lnTo>
                    <a:pt x="35073" y="18829"/>
                  </a:lnTo>
                  <a:lnTo>
                    <a:pt x="35215" y="17921"/>
                  </a:lnTo>
                  <a:lnTo>
                    <a:pt x="35316" y="17033"/>
                  </a:lnTo>
                  <a:lnTo>
                    <a:pt x="35396" y="16185"/>
                  </a:lnTo>
                  <a:lnTo>
                    <a:pt x="35457" y="15337"/>
                  </a:lnTo>
                  <a:lnTo>
                    <a:pt x="35538" y="14248"/>
                  </a:lnTo>
                  <a:lnTo>
                    <a:pt x="35578" y="13219"/>
                  </a:lnTo>
                  <a:lnTo>
                    <a:pt x="35598" y="12230"/>
                  </a:lnTo>
                  <a:lnTo>
                    <a:pt x="35598" y="11261"/>
                  </a:lnTo>
                  <a:lnTo>
                    <a:pt x="35598" y="10333"/>
                  </a:lnTo>
                  <a:lnTo>
                    <a:pt x="35558" y="9445"/>
                  </a:lnTo>
                  <a:lnTo>
                    <a:pt x="35497" y="8557"/>
                  </a:lnTo>
                  <a:lnTo>
                    <a:pt x="35396" y="7709"/>
                  </a:lnTo>
                  <a:lnTo>
                    <a:pt x="35336" y="7185"/>
                  </a:lnTo>
                  <a:lnTo>
                    <a:pt x="35255" y="6660"/>
                  </a:lnTo>
                  <a:lnTo>
                    <a:pt x="35154" y="6115"/>
                  </a:lnTo>
                  <a:lnTo>
                    <a:pt x="35013" y="5570"/>
                  </a:lnTo>
                  <a:lnTo>
                    <a:pt x="34851" y="5046"/>
                  </a:lnTo>
                  <a:lnTo>
                    <a:pt x="34629" y="4521"/>
                  </a:lnTo>
                  <a:lnTo>
                    <a:pt x="34508" y="4259"/>
                  </a:lnTo>
                  <a:lnTo>
                    <a:pt x="34387" y="4016"/>
                  </a:lnTo>
                  <a:lnTo>
                    <a:pt x="34226" y="3774"/>
                  </a:lnTo>
                  <a:lnTo>
                    <a:pt x="34064" y="3552"/>
                  </a:lnTo>
                  <a:lnTo>
                    <a:pt x="33782" y="3189"/>
                  </a:lnTo>
                  <a:lnTo>
                    <a:pt x="33479" y="2866"/>
                  </a:lnTo>
                  <a:lnTo>
                    <a:pt x="33136" y="2584"/>
                  </a:lnTo>
                  <a:lnTo>
                    <a:pt x="32793" y="2301"/>
                  </a:lnTo>
                  <a:lnTo>
                    <a:pt x="32410" y="2079"/>
                  </a:lnTo>
                  <a:lnTo>
                    <a:pt x="32026" y="1857"/>
                  </a:lnTo>
                  <a:lnTo>
                    <a:pt x="31623" y="1655"/>
                  </a:lnTo>
                  <a:lnTo>
                    <a:pt x="31199" y="1494"/>
                  </a:lnTo>
                  <a:lnTo>
                    <a:pt x="30775" y="1333"/>
                  </a:lnTo>
                  <a:lnTo>
                    <a:pt x="30351" y="1191"/>
                  </a:lnTo>
                  <a:lnTo>
                    <a:pt x="29907" y="1070"/>
                  </a:lnTo>
                  <a:lnTo>
                    <a:pt x="29463" y="969"/>
                  </a:lnTo>
                  <a:lnTo>
                    <a:pt x="28555" y="788"/>
                  </a:lnTo>
                  <a:lnTo>
                    <a:pt x="27667" y="667"/>
                  </a:lnTo>
                  <a:lnTo>
                    <a:pt x="26557" y="525"/>
                  </a:lnTo>
                  <a:lnTo>
                    <a:pt x="25427" y="384"/>
                  </a:lnTo>
                  <a:lnTo>
                    <a:pt x="24277" y="283"/>
                  </a:lnTo>
                  <a:lnTo>
                    <a:pt x="23147" y="202"/>
                  </a:lnTo>
                  <a:lnTo>
                    <a:pt x="22017" y="142"/>
                  </a:lnTo>
                  <a:lnTo>
                    <a:pt x="20887" y="81"/>
                  </a:lnTo>
                  <a:lnTo>
                    <a:pt x="19737" y="41"/>
                  </a:lnTo>
                  <a:lnTo>
                    <a:pt x="18606" y="21"/>
                  </a:lnTo>
                  <a:lnTo>
                    <a:pt x="1634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flipH="1">
              <a:off x="-1455741" y="-3455631"/>
              <a:ext cx="2960526" cy="1551321"/>
            </a:xfrm>
            <a:custGeom>
              <a:rect b="b" l="l" r="r" t="t"/>
              <a:pathLst>
                <a:path extrusionOk="0" h="27748" w="52954">
                  <a:moveTo>
                    <a:pt x="8698" y="81"/>
                  </a:moveTo>
                  <a:lnTo>
                    <a:pt x="9162" y="121"/>
                  </a:lnTo>
                  <a:lnTo>
                    <a:pt x="9647" y="162"/>
                  </a:lnTo>
                  <a:lnTo>
                    <a:pt x="10111" y="243"/>
                  </a:lnTo>
                  <a:lnTo>
                    <a:pt x="10555" y="343"/>
                  </a:lnTo>
                  <a:lnTo>
                    <a:pt x="10999" y="444"/>
                  </a:lnTo>
                  <a:lnTo>
                    <a:pt x="11443" y="565"/>
                  </a:lnTo>
                  <a:lnTo>
                    <a:pt x="11887" y="707"/>
                  </a:lnTo>
                  <a:lnTo>
                    <a:pt x="12311" y="848"/>
                  </a:lnTo>
                  <a:lnTo>
                    <a:pt x="12734" y="1009"/>
                  </a:lnTo>
                  <a:lnTo>
                    <a:pt x="13582" y="1373"/>
                  </a:lnTo>
                  <a:lnTo>
                    <a:pt x="14389" y="1756"/>
                  </a:lnTo>
                  <a:lnTo>
                    <a:pt x="15176" y="2160"/>
                  </a:lnTo>
                  <a:lnTo>
                    <a:pt x="15943" y="2563"/>
                  </a:lnTo>
                  <a:lnTo>
                    <a:pt x="16669" y="2987"/>
                  </a:lnTo>
                  <a:lnTo>
                    <a:pt x="18021" y="3754"/>
                  </a:lnTo>
                  <a:lnTo>
                    <a:pt x="19353" y="4561"/>
                  </a:lnTo>
                  <a:lnTo>
                    <a:pt x="22017" y="6176"/>
                  </a:lnTo>
                  <a:lnTo>
                    <a:pt x="24439" y="7649"/>
                  </a:lnTo>
                  <a:lnTo>
                    <a:pt x="25670" y="8395"/>
                  </a:lnTo>
                  <a:lnTo>
                    <a:pt x="26901" y="9102"/>
                  </a:lnTo>
                  <a:lnTo>
                    <a:pt x="28152" y="9808"/>
                  </a:lnTo>
                  <a:lnTo>
                    <a:pt x="29403" y="10494"/>
                  </a:lnTo>
                  <a:lnTo>
                    <a:pt x="30654" y="11160"/>
                  </a:lnTo>
                  <a:lnTo>
                    <a:pt x="31925" y="11806"/>
                  </a:lnTo>
                  <a:lnTo>
                    <a:pt x="33217" y="12391"/>
                  </a:lnTo>
                  <a:lnTo>
                    <a:pt x="34509" y="12956"/>
                  </a:lnTo>
                  <a:lnTo>
                    <a:pt x="35820" y="13481"/>
                  </a:lnTo>
                  <a:lnTo>
                    <a:pt x="36486" y="13743"/>
                  </a:lnTo>
                  <a:lnTo>
                    <a:pt x="37152" y="13965"/>
                  </a:lnTo>
                  <a:lnTo>
                    <a:pt x="37818" y="14187"/>
                  </a:lnTo>
                  <a:lnTo>
                    <a:pt x="38484" y="14389"/>
                  </a:lnTo>
                  <a:lnTo>
                    <a:pt x="39170" y="14591"/>
                  </a:lnTo>
                  <a:lnTo>
                    <a:pt x="39856" y="14772"/>
                  </a:lnTo>
                  <a:lnTo>
                    <a:pt x="40542" y="14934"/>
                  </a:lnTo>
                  <a:lnTo>
                    <a:pt x="41228" y="15075"/>
                  </a:lnTo>
                  <a:lnTo>
                    <a:pt x="41935" y="15216"/>
                  </a:lnTo>
                  <a:lnTo>
                    <a:pt x="42621" y="15317"/>
                  </a:lnTo>
                  <a:lnTo>
                    <a:pt x="43246" y="15418"/>
                  </a:lnTo>
                  <a:lnTo>
                    <a:pt x="43852" y="15479"/>
                  </a:lnTo>
                  <a:lnTo>
                    <a:pt x="44437" y="15519"/>
                  </a:lnTo>
                  <a:lnTo>
                    <a:pt x="45002" y="15539"/>
                  </a:lnTo>
                  <a:lnTo>
                    <a:pt x="45567" y="15539"/>
                  </a:lnTo>
                  <a:lnTo>
                    <a:pt x="46092" y="15519"/>
                  </a:lnTo>
                  <a:lnTo>
                    <a:pt x="46596" y="15479"/>
                  </a:lnTo>
                  <a:lnTo>
                    <a:pt x="47081" y="15398"/>
                  </a:lnTo>
                  <a:lnTo>
                    <a:pt x="47565" y="15317"/>
                  </a:lnTo>
                  <a:lnTo>
                    <a:pt x="48009" y="15216"/>
                  </a:lnTo>
                  <a:lnTo>
                    <a:pt x="48453" y="15075"/>
                  </a:lnTo>
                  <a:lnTo>
                    <a:pt x="48877" y="14934"/>
                  </a:lnTo>
                  <a:lnTo>
                    <a:pt x="49280" y="14752"/>
                  </a:lnTo>
                  <a:lnTo>
                    <a:pt x="49664" y="14550"/>
                  </a:lnTo>
                  <a:lnTo>
                    <a:pt x="50027" y="14348"/>
                  </a:lnTo>
                  <a:lnTo>
                    <a:pt x="50390" y="14106"/>
                  </a:lnTo>
                  <a:lnTo>
                    <a:pt x="50612" y="13925"/>
                  </a:lnTo>
                  <a:lnTo>
                    <a:pt x="50814" y="13763"/>
                  </a:lnTo>
                  <a:lnTo>
                    <a:pt x="51036" y="13622"/>
                  </a:lnTo>
                  <a:lnTo>
                    <a:pt x="51258" y="13481"/>
                  </a:lnTo>
                  <a:lnTo>
                    <a:pt x="51500" y="13380"/>
                  </a:lnTo>
                  <a:lnTo>
                    <a:pt x="51662" y="13339"/>
                  </a:lnTo>
                  <a:lnTo>
                    <a:pt x="51823" y="13299"/>
                  </a:lnTo>
                  <a:lnTo>
                    <a:pt x="51984" y="13299"/>
                  </a:lnTo>
                  <a:lnTo>
                    <a:pt x="52146" y="13319"/>
                  </a:lnTo>
                  <a:lnTo>
                    <a:pt x="52307" y="13360"/>
                  </a:lnTo>
                  <a:lnTo>
                    <a:pt x="52449" y="13420"/>
                  </a:lnTo>
                  <a:lnTo>
                    <a:pt x="52570" y="13521"/>
                  </a:lnTo>
                  <a:lnTo>
                    <a:pt x="52691" y="13642"/>
                  </a:lnTo>
                  <a:lnTo>
                    <a:pt x="52771" y="13804"/>
                  </a:lnTo>
                  <a:lnTo>
                    <a:pt x="52832" y="13985"/>
                  </a:lnTo>
                  <a:lnTo>
                    <a:pt x="52852" y="14167"/>
                  </a:lnTo>
                  <a:lnTo>
                    <a:pt x="52872" y="14348"/>
                  </a:lnTo>
                  <a:lnTo>
                    <a:pt x="52872" y="14893"/>
                  </a:lnTo>
                  <a:lnTo>
                    <a:pt x="52832" y="15398"/>
                  </a:lnTo>
                  <a:lnTo>
                    <a:pt x="52751" y="15902"/>
                  </a:lnTo>
                  <a:lnTo>
                    <a:pt x="52630" y="16366"/>
                  </a:lnTo>
                  <a:lnTo>
                    <a:pt x="52489" y="16831"/>
                  </a:lnTo>
                  <a:lnTo>
                    <a:pt x="52307" y="17254"/>
                  </a:lnTo>
                  <a:lnTo>
                    <a:pt x="52085" y="17658"/>
                  </a:lnTo>
                  <a:lnTo>
                    <a:pt x="51823" y="18041"/>
                  </a:lnTo>
                  <a:lnTo>
                    <a:pt x="51540" y="18405"/>
                  </a:lnTo>
                  <a:lnTo>
                    <a:pt x="51238" y="18728"/>
                  </a:lnTo>
                  <a:lnTo>
                    <a:pt x="50895" y="19030"/>
                  </a:lnTo>
                  <a:lnTo>
                    <a:pt x="50511" y="19293"/>
                  </a:lnTo>
                  <a:lnTo>
                    <a:pt x="50128" y="19535"/>
                  </a:lnTo>
                  <a:lnTo>
                    <a:pt x="49684" y="19737"/>
                  </a:lnTo>
                  <a:lnTo>
                    <a:pt x="49240" y="19898"/>
                  </a:lnTo>
                  <a:lnTo>
                    <a:pt x="48756" y="20039"/>
                  </a:lnTo>
                  <a:lnTo>
                    <a:pt x="48211" y="20140"/>
                  </a:lnTo>
                  <a:lnTo>
                    <a:pt x="47666" y="20221"/>
                  </a:lnTo>
                  <a:lnTo>
                    <a:pt x="47121" y="20261"/>
                  </a:lnTo>
                  <a:lnTo>
                    <a:pt x="46031" y="20261"/>
                  </a:lnTo>
                  <a:lnTo>
                    <a:pt x="45507" y="20241"/>
                  </a:lnTo>
                  <a:lnTo>
                    <a:pt x="44437" y="20160"/>
                  </a:lnTo>
                  <a:lnTo>
                    <a:pt x="42924" y="20019"/>
                  </a:lnTo>
                  <a:lnTo>
                    <a:pt x="41410" y="19858"/>
                  </a:lnTo>
                  <a:lnTo>
                    <a:pt x="38403" y="19494"/>
                  </a:lnTo>
                  <a:lnTo>
                    <a:pt x="36183" y="19212"/>
                  </a:lnTo>
                  <a:lnTo>
                    <a:pt x="33964" y="18970"/>
                  </a:lnTo>
                  <a:lnTo>
                    <a:pt x="32834" y="18849"/>
                  </a:lnTo>
                  <a:lnTo>
                    <a:pt x="31724" y="18768"/>
                  </a:lnTo>
                  <a:lnTo>
                    <a:pt x="30614" y="18687"/>
                  </a:lnTo>
                  <a:lnTo>
                    <a:pt x="29484" y="18627"/>
                  </a:lnTo>
                  <a:lnTo>
                    <a:pt x="28374" y="18606"/>
                  </a:lnTo>
                  <a:lnTo>
                    <a:pt x="27264" y="18606"/>
                  </a:lnTo>
                  <a:lnTo>
                    <a:pt x="26134" y="18627"/>
                  </a:lnTo>
                  <a:lnTo>
                    <a:pt x="25024" y="18687"/>
                  </a:lnTo>
                  <a:lnTo>
                    <a:pt x="23914" y="18788"/>
                  </a:lnTo>
                  <a:lnTo>
                    <a:pt x="22824" y="18909"/>
                  </a:lnTo>
                  <a:lnTo>
                    <a:pt x="21714" y="19091"/>
                  </a:lnTo>
                  <a:lnTo>
                    <a:pt x="20625" y="19313"/>
                  </a:lnTo>
                  <a:lnTo>
                    <a:pt x="19555" y="19595"/>
                  </a:lnTo>
                  <a:lnTo>
                    <a:pt x="18486" y="19898"/>
                  </a:lnTo>
                  <a:lnTo>
                    <a:pt x="17456" y="20241"/>
                  </a:lnTo>
                  <a:lnTo>
                    <a:pt x="16407" y="20645"/>
                  </a:lnTo>
                  <a:lnTo>
                    <a:pt x="15398" y="21048"/>
                  </a:lnTo>
                  <a:lnTo>
                    <a:pt x="14389" y="21512"/>
                  </a:lnTo>
                  <a:lnTo>
                    <a:pt x="13400" y="21977"/>
                  </a:lnTo>
                  <a:lnTo>
                    <a:pt x="12411" y="22481"/>
                  </a:lnTo>
                  <a:lnTo>
                    <a:pt x="11423" y="23006"/>
                  </a:lnTo>
                  <a:lnTo>
                    <a:pt x="10454" y="23551"/>
                  </a:lnTo>
                  <a:lnTo>
                    <a:pt x="9505" y="24116"/>
                  </a:lnTo>
                  <a:lnTo>
                    <a:pt x="8537" y="24681"/>
                  </a:lnTo>
                  <a:lnTo>
                    <a:pt x="6660" y="25851"/>
                  </a:lnTo>
                  <a:lnTo>
                    <a:pt x="4783" y="27022"/>
                  </a:lnTo>
                  <a:lnTo>
                    <a:pt x="4703" y="27082"/>
                  </a:lnTo>
                  <a:lnTo>
                    <a:pt x="4339" y="27304"/>
                  </a:lnTo>
                  <a:lnTo>
                    <a:pt x="4017" y="27465"/>
                  </a:lnTo>
                  <a:lnTo>
                    <a:pt x="3694" y="27587"/>
                  </a:lnTo>
                  <a:lnTo>
                    <a:pt x="3411" y="27647"/>
                  </a:lnTo>
                  <a:lnTo>
                    <a:pt x="3149" y="27667"/>
                  </a:lnTo>
                  <a:lnTo>
                    <a:pt x="3028" y="27667"/>
                  </a:lnTo>
                  <a:lnTo>
                    <a:pt x="2907" y="27647"/>
                  </a:lnTo>
                  <a:lnTo>
                    <a:pt x="2806" y="27607"/>
                  </a:lnTo>
                  <a:lnTo>
                    <a:pt x="2685" y="27566"/>
                  </a:lnTo>
                  <a:lnTo>
                    <a:pt x="2584" y="27506"/>
                  </a:lnTo>
                  <a:lnTo>
                    <a:pt x="2503" y="27445"/>
                  </a:lnTo>
                  <a:lnTo>
                    <a:pt x="2382" y="27344"/>
                  </a:lnTo>
                  <a:lnTo>
                    <a:pt x="2301" y="27223"/>
                  </a:lnTo>
                  <a:lnTo>
                    <a:pt x="2220" y="27082"/>
                  </a:lnTo>
                  <a:lnTo>
                    <a:pt x="2140" y="26941"/>
                  </a:lnTo>
                  <a:lnTo>
                    <a:pt x="2039" y="26638"/>
                  </a:lnTo>
                  <a:lnTo>
                    <a:pt x="1958" y="26295"/>
                  </a:lnTo>
                  <a:lnTo>
                    <a:pt x="1716" y="25064"/>
                  </a:lnTo>
                  <a:lnTo>
                    <a:pt x="1474" y="23813"/>
                  </a:lnTo>
                  <a:lnTo>
                    <a:pt x="1232" y="22562"/>
                  </a:lnTo>
                  <a:lnTo>
                    <a:pt x="1030" y="21311"/>
                  </a:lnTo>
                  <a:lnTo>
                    <a:pt x="828" y="20059"/>
                  </a:lnTo>
                  <a:lnTo>
                    <a:pt x="667" y="18808"/>
                  </a:lnTo>
                  <a:lnTo>
                    <a:pt x="505" y="17537"/>
                  </a:lnTo>
                  <a:lnTo>
                    <a:pt x="364" y="16286"/>
                  </a:lnTo>
                  <a:lnTo>
                    <a:pt x="283" y="15378"/>
                  </a:lnTo>
                  <a:lnTo>
                    <a:pt x="202" y="14550"/>
                  </a:lnTo>
                  <a:lnTo>
                    <a:pt x="162" y="13743"/>
                  </a:lnTo>
                  <a:lnTo>
                    <a:pt x="122" y="13017"/>
                  </a:lnTo>
                  <a:lnTo>
                    <a:pt x="102" y="12310"/>
                  </a:lnTo>
                  <a:lnTo>
                    <a:pt x="81" y="11664"/>
                  </a:lnTo>
                  <a:lnTo>
                    <a:pt x="102" y="11059"/>
                  </a:lnTo>
                  <a:lnTo>
                    <a:pt x="102" y="10494"/>
                  </a:lnTo>
                  <a:lnTo>
                    <a:pt x="162" y="9485"/>
                  </a:lnTo>
                  <a:lnTo>
                    <a:pt x="263" y="8597"/>
                  </a:lnTo>
                  <a:lnTo>
                    <a:pt x="364" y="7810"/>
                  </a:lnTo>
                  <a:lnTo>
                    <a:pt x="505" y="7124"/>
                  </a:lnTo>
                  <a:lnTo>
                    <a:pt x="606" y="6680"/>
                  </a:lnTo>
                  <a:lnTo>
                    <a:pt x="707" y="6236"/>
                  </a:lnTo>
                  <a:lnTo>
                    <a:pt x="828" y="5812"/>
                  </a:lnTo>
                  <a:lnTo>
                    <a:pt x="969" y="5409"/>
                  </a:lnTo>
                  <a:lnTo>
                    <a:pt x="1111" y="5005"/>
                  </a:lnTo>
                  <a:lnTo>
                    <a:pt x="1252" y="4642"/>
                  </a:lnTo>
                  <a:lnTo>
                    <a:pt x="1413" y="4279"/>
                  </a:lnTo>
                  <a:lnTo>
                    <a:pt x="1595" y="3915"/>
                  </a:lnTo>
                  <a:lnTo>
                    <a:pt x="1777" y="3592"/>
                  </a:lnTo>
                  <a:lnTo>
                    <a:pt x="1978" y="3270"/>
                  </a:lnTo>
                  <a:lnTo>
                    <a:pt x="2180" y="2967"/>
                  </a:lnTo>
                  <a:lnTo>
                    <a:pt x="2402" y="2684"/>
                  </a:lnTo>
                  <a:lnTo>
                    <a:pt x="2624" y="2402"/>
                  </a:lnTo>
                  <a:lnTo>
                    <a:pt x="2866" y="2160"/>
                  </a:lnTo>
                  <a:lnTo>
                    <a:pt x="3108" y="1918"/>
                  </a:lnTo>
                  <a:lnTo>
                    <a:pt x="3371" y="1675"/>
                  </a:lnTo>
                  <a:lnTo>
                    <a:pt x="3613" y="1494"/>
                  </a:lnTo>
                  <a:lnTo>
                    <a:pt x="3855" y="1312"/>
                  </a:lnTo>
                  <a:lnTo>
                    <a:pt x="4117" y="1151"/>
                  </a:lnTo>
                  <a:lnTo>
                    <a:pt x="4400" y="989"/>
                  </a:lnTo>
                  <a:lnTo>
                    <a:pt x="4682" y="848"/>
                  </a:lnTo>
                  <a:lnTo>
                    <a:pt x="4965" y="707"/>
                  </a:lnTo>
                  <a:lnTo>
                    <a:pt x="5268" y="586"/>
                  </a:lnTo>
                  <a:lnTo>
                    <a:pt x="5570" y="485"/>
                  </a:lnTo>
                  <a:lnTo>
                    <a:pt x="5893" y="384"/>
                  </a:lnTo>
                  <a:lnTo>
                    <a:pt x="6196" y="303"/>
                  </a:lnTo>
                  <a:lnTo>
                    <a:pt x="6539" y="243"/>
                  </a:lnTo>
                  <a:lnTo>
                    <a:pt x="6862" y="182"/>
                  </a:lnTo>
                  <a:lnTo>
                    <a:pt x="7205" y="121"/>
                  </a:lnTo>
                  <a:lnTo>
                    <a:pt x="7548" y="101"/>
                  </a:lnTo>
                  <a:lnTo>
                    <a:pt x="7891" y="81"/>
                  </a:lnTo>
                  <a:close/>
                  <a:moveTo>
                    <a:pt x="7730" y="0"/>
                  </a:moveTo>
                  <a:lnTo>
                    <a:pt x="7265" y="41"/>
                  </a:lnTo>
                  <a:lnTo>
                    <a:pt x="6801" y="101"/>
                  </a:lnTo>
                  <a:lnTo>
                    <a:pt x="6378" y="182"/>
                  </a:lnTo>
                  <a:lnTo>
                    <a:pt x="5934" y="283"/>
                  </a:lnTo>
                  <a:lnTo>
                    <a:pt x="5530" y="424"/>
                  </a:lnTo>
                  <a:lnTo>
                    <a:pt x="5106" y="565"/>
                  </a:lnTo>
                  <a:lnTo>
                    <a:pt x="4723" y="727"/>
                  </a:lnTo>
                  <a:lnTo>
                    <a:pt x="4339" y="929"/>
                  </a:lnTo>
                  <a:lnTo>
                    <a:pt x="3976" y="1130"/>
                  </a:lnTo>
                  <a:lnTo>
                    <a:pt x="3633" y="1373"/>
                  </a:lnTo>
                  <a:lnTo>
                    <a:pt x="3310" y="1615"/>
                  </a:lnTo>
                  <a:lnTo>
                    <a:pt x="3048" y="1857"/>
                  </a:lnTo>
                  <a:lnTo>
                    <a:pt x="2806" y="2099"/>
                  </a:lnTo>
                  <a:lnTo>
                    <a:pt x="2564" y="2361"/>
                  </a:lnTo>
                  <a:lnTo>
                    <a:pt x="2342" y="2624"/>
                  </a:lnTo>
                  <a:lnTo>
                    <a:pt x="2120" y="2927"/>
                  </a:lnTo>
                  <a:lnTo>
                    <a:pt x="1918" y="3229"/>
                  </a:lnTo>
                  <a:lnTo>
                    <a:pt x="1716" y="3552"/>
                  </a:lnTo>
                  <a:lnTo>
                    <a:pt x="1534" y="3875"/>
                  </a:lnTo>
                  <a:lnTo>
                    <a:pt x="1353" y="4238"/>
                  </a:lnTo>
                  <a:lnTo>
                    <a:pt x="1191" y="4601"/>
                  </a:lnTo>
                  <a:lnTo>
                    <a:pt x="1030" y="4985"/>
                  </a:lnTo>
                  <a:lnTo>
                    <a:pt x="889" y="5388"/>
                  </a:lnTo>
                  <a:lnTo>
                    <a:pt x="747" y="5792"/>
                  </a:lnTo>
                  <a:lnTo>
                    <a:pt x="626" y="6216"/>
                  </a:lnTo>
                  <a:lnTo>
                    <a:pt x="525" y="6660"/>
                  </a:lnTo>
                  <a:lnTo>
                    <a:pt x="424" y="7104"/>
                  </a:lnTo>
                  <a:lnTo>
                    <a:pt x="283" y="7810"/>
                  </a:lnTo>
                  <a:lnTo>
                    <a:pt x="182" y="8577"/>
                  </a:lnTo>
                  <a:lnTo>
                    <a:pt x="81" y="9485"/>
                  </a:lnTo>
                  <a:lnTo>
                    <a:pt x="21" y="10494"/>
                  </a:lnTo>
                  <a:lnTo>
                    <a:pt x="21" y="11059"/>
                  </a:lnTo>
                  <a:lnTo>
                    <a:pt x="1" y="11664"/>
                  </a:lnTo>
                  <a:lnTo>
                    <a:pt x="21" y="12310"/>
                  </a:lnTo>
                  <a:lnTo>
                    <a:pt x="41" y="13017"/>
                  </a:lnTo>
                  <a:lnTo>
                    <a:pt x="81" y="13743"/>
                  </a:lnTo>
                  <a:lnTo>
                    <a:pt x="122" y="14550"/>
                  </a:lnTo>
                  <a:lnTo>
                    <a:pt x="202" y="15398"/>
                  </a:lnTo>
                  <a:lnTo>
                    <a:pt x="283" y="16306"/>
                  </a:lnTo>
                  <a:lnTo>
                    <a:pt x="424" y="17557"/>
                  </a:lnTo>
                  <a:lnTo>
                    <a:pt x="586" y="18808"/>
                  </a:lnTo>
                  <a:lnTo>
                    <a:pt x="768" y="20080"/>
                  </a:lnTo>
                  <a:lnTo>
                    <a:pt x="949" y="21331"/>
                  </a:lnTo>
                  <a:lnTo>
                    <a:pt x="1151" y="22582"/>
                  </a:lnTo>
                  <a:lnTo>
                    <a:pt x="1393" y="23833"/>
                  </a:lnTo>
                  <a:lnTo>
                    <a:pt x="1635" y="25084"/>
                  </a:lnTo>
                  <a:lnTo>
                    <a:pt x="1877" y="26315"/>
                  </a:lnTo>
                  <a:lnTo>
                    <a:pt x="1978" y="26658"/>
                  </a:lnTo>
                  <a:lnTo>
                    <a:pt x="2079" y="26981"/>
                  </a:lnTo>
                  <a:lnTo>
                    <a:pt x="2140" y="27143"/>
                  </a:lnTo>
                  <a:lnTo>
                    <a:pt x="2241" y="27264"/>
                  </a:lnTo>
                  <a:lnTo>
                    <a:pt x="2342" y="27405"/>
                  </a:lnTo>
                  <a:lnTo>
                    <a:pt x="2442" y="27506"/>
                  </a:lnTo>
                  <a:lnTo>
                    <a:pt x="2604" y="27607"/>
                  </a:lnTo>
                  <a:lnTo>
                    <a:pt x="2786" y="27687"/>
                  </a:lnTo>
                  <a:lnTo>
                    <a:pt x="2967" y="27728"/>
                  </a:lnTo>
                  <a:lnTo>
                    <a:pt x="3169" y="27748"/>
                  </a:lnTo>
                  <a:lnTo>
                    <a:pt x="3330" y="27748"/>
                  </a:lnTo>
                  <a:lnTo>
                    <a:pt x="3512" y="27708"/>
                  </a:lnTo>
                  <a:lnTo>
                    <a:pt x="3694" y="27667"/>
                  </a:lnTo>
                  <a:lnTo>
                    <a:pt x="3875" y="27607"/>
                  </a:lnTo>
                  <a:lnTo>
                    <a:pt x="4077" y="27526"/>
                  </a:lnTo>
                  <a:lnTo>
                    <a:pt x="4299" y="27425"/>
                  </a:lnTo>
                  <a:lnTo>
                    <a:pt x="4743" y="27163"/>
                  </a:lnTo>
                  <a:lnTo>
                    <a:pt x="4844" y="27102"/>
                  </a:lnTo>
                  <a:lnTo>
                    <a:pt x="6700" y="25912"/>
                  </a:lnTo>
                  <a:lnTo>
                    <a:pt x="8577" y="24761"/>
                  </a:lnTo>
                  <a:lnTo>
                    <a:pt x="9546" y="24176"/>
                  </a:lnTo>
                  <a:lnTo>
                    <a:pt x="10494" y="23631"/>
                  </a:lnTo>
                  <a:lnTo>
                    <a:pt x="11463" y="23086"/>
                  </a:lnTo>
                  <a:lnTo>
                    <a:pt x="12432" y="22562"/>
                  </a:lnTo>
                  <a:lnTo>
                    <a:pt x="13420" y="22057"/>
                  </a:lnTo>
                  <a:lnTo>
                    <a:pt x="14429" y="21573"/>
                  </a:lnTo>
                  <a:lnTo>
                    <a:pt x="15418" y="21129"/>
                  </a:lnTo>
                  <a:lnTo>
                    <a:pt x="16447" y="20705"/>
                  </a:lnTo>
                  <a:lnTo>
                    <a:pt x="17477" y="20322"/>
                  </a:lnTo>
                  <a:lnTo>
                    <a:pt x="18506" y="19979"/>
                  </a:lnTo>
                  <a:lnTo>
                    <a:pt x="19575" y="19676"/>
                  </a:lnTo>
                  <a:lnTo>
                    <a:pt x="20645" y="19393"/>
                  </a:lnTo>
                  <a:lnTo>
                    <a:pt x="21735" y="19171"/>
                  </a:lnTo>
                  <a:lnTo>
                    <a:pt x="22824" y="18990"/>
                  </a:lnTo>
                  <a:lnTo>
                    <a:pt x="23934" y="18869"/>
                  </a:lnTo>
                  <a:lnTo>
                    <a:pt x="25044" y="18768"/>
                  </a:lnTo>
                  <a:lnTo>
                    <a:pt x="26154" y="18707"/>
                  </a:lnTo>
                  <a:lnTo>
                    <a:pt x="27264" y="18687"/>
                  </a:lnTo>
                  <a:lnTo>
                    <a:pt x="28374" y="18687"/>
                  </a:lnTo>
                  <a:lnTo>
                    <a:pt x="29484" y="18707"/>
                  </a:lnTo>
                  <a:lnTo>
                    <a:pt x="30614" y="18768"/>
                  </a:lnTo>
                  <a:lnTo>
                    <a:pt x="31724" y="18849"/>
                  </a:lnTo>
                  <a:lnTo>
                    <a:pt x="32834" y="18929"/>
                  </a:lnTo>
                  <a:lnTo>
                    <a:pt x="33944" y="19050"/>
                  </a:lnTo>
                  <a:lnTo>
                    <a:pt x="36183" y="19293"/>
                  </a:lnTo>
                  <a:lnTo>
                    <a:pt x="38383" y="19575"/>
                  </a:lnTo>
                  <a:lnTo>
                    <a:pt x="41390" y="19938"/>
                  </a:lnTo>
                  <a:lnTo>
                    <a:pt x="42924" y="20100"/>
                  </a:lnTo>
                  <a:lnTo>
                    <a:pt x="44437" y="20241"/>
                  </a:lnTo>
                  <a:lnTo>
                    <a:pt x="45507" y="20322"/>
                  </a:lnTo>
                  <a:lnTo>
                    <a:pt x="46031" y="20342"/>
                  </a:lnTo>
                  <a:lnTo>
                    <a:pt x="47141" y="20342"/>
                  </a:lnTo>
                  <a:lnTo>
                    <a:pt x="47686" y="20302"/>
                  </a:lnTo>
                  <a:lnTo>
                    <a:pt x="48231" y="20221"/>
                  </a:lnTo>
                  <a:lnTo>
                    <a:pt x="48776" y="20120"/>
                  </a:lnTo>
                  <a:lnTo>
                    <a:pt x="49260" y="19979"/>
                  </a:lnTo>
                  <a:lnTo>
                    <a:pt x="49724" y="19797"/>
                  </a:lnTo>
                  <a:lnTo>
                    <a:pt x="50168" y="19595"/>
                  </a:lnTo>
                  <a:lnTo>
                    <a:pt x="50572" y="19353"/>
                  </a:lnTo>
                  <a:lnTo>
                    <a:pt x="50955" y="19071"/>
                  </a:lnTo>
                  <a:lnTo>
                    <a:pt x="51319" y="18748"/>
                  </a:lnTo>
                  <a:lnTo>
                    <a:pt x="51641" y="18405"/>
                  </a:lnTo>
                  <a:lnTo>
                    <a:pt x="51924" y="18041"/>
                  </a:lnTo>
                  <a:lnTo>
                    <a:pt x="52186" y="17638"/>
                  </a:lnTo>
                  <a:lnTo>
                    <a:pt x="52388" y="17234"/>
                  </a:lnTo>
                  <a:lnTo>
                    <a:pt x="52570" y="16790"/>
                  </a:lnTo>
                  <a:lnTo>
                    <a:pt x="52731" y="16346"/>
                  </a:lnTo>
                  <a:lnTo>
                    <a:pt x="52832" y="15862"/>
                  </a:lnTo>
                  <a:lnTo>
                    <a:pt x="52913" y="15378"/>
                  </a:lnTo>
                  <a:lnTo>
                    <a:pt x="52953" y="14873"/>
                  </a:lnTo>
                  <a:lnTo>
                    <a:pt x="52953" y="14348"/>
                  </a:lnTo>
                  <a:lnTo>
                    <a:pt x="52933" y="14147"/>
                  </a:lnTo>
                  <a:lnTo>
                    <a:pt x="52913" y="13965"/>
                  </a:lnTo>
                  <a:lnTo>
                    <a:pt x="52852" y="13763"/>
                  </a:lnTo>
                  <a:lnTo>
                    <a:pt x="52812" y="13662"/>
                  </a:lnTo>
                  <a:lnTo>
                    <a:pt x="52751" y="13582"/>
                  </a:lnTo>
                  <a:lnTo>
                    <a:pt x="52630" y="13461"/>
                  </a:lnTo>
                  <a:lnTo>
                    <a:pt x="52489" y="13360"/>
                  </a:lnTo>
                  <a:lnTo>
                    <a:pt x="52348" y="13279"/>
                  </a:lnTo>
                  <a:lnTo>
                    <a:pt x="52166" y="13239"/>
                  </a:lnTo>
                  <a:lnTo>
                    <a:pt x="51984" y="13218"/>
                  </a:lnTo>
                  <a:lnTo>
                    <a:pt x="51823" y="13218"/>
                  </a:lnTo>
                  <a:lnTo>
                    <a:pt x="51641" y="13259"/>
                  </a:lnTo>
                  <a:lnTo>
                    <a:pt x="51480" y="13299"/>
                  </a:lnTo>
                  <a:lnTo>
                    <a:pt x="51238" y="13400"/>
                  </a:lnTo>
                  <a:lnTo>
                    <a:pt x="50996" y="13541"/>
                  </a:lnTo>
                  <a:lnTo>
                    <a:pt x="50774" y="13703"/>
                  </a:lnTo>
                  <a:lnTo>
                    <a:pt x="50572" y="13864"/>
                  </a:lnTo>
                  <a:lnTo>
                    <a:pt x="50330" y="14026"/>
                  </a:lnTo>
                  <a:lnTo>
                    <a:pt x="49987" y="14268"/>
                  </a:lnTo>
                  <a:lnTo>
                    <a:pt x="49623" y="14490"/>
                  </a:lnTo>
                  <a:lnTo>
                    <a:pt x="49240" y="14691"/>
                  </a:lnTo>
                  <a:lnTo>
                    <a:pt x="48836" y="14853"/>
                  </a:lnTo>
                  <a:lnTo>
                    <a:pt x="48433" y="15014"/>
                  </a:lnTo>
                  <a:lnTo>
                    <a:pt x="47989" y="15135"/>
                  </a:lnTo>
                  <a:lnTo>
                    <a:pt x="47545" y="15236"/>
                  </a:lnTo>
                  <a:lnTo>
                    <a:pt x="47061" y="15337"/>
                  </a:lnTo>
                  <a:lnTo>
                    <a:pt x="46576" y="15398"/>
                  </a:lnTo>
                  <a:lnTo>
                    <a:pt x="46072" y="15438"/>
                  </a:lnTo>
                  <a:lnTo>
                    <a:pt x="45547" y="15458"/>
                  </a:lnTo>
                  <a:lnTo>
                    <a:pt x="45002" y="15458"/>
                  </a:lnTo>
                  <a:lnTo>
                    <a:pt x="44437" y="15438"/>
                  </a:lnTo>
                  <a:lnTo>
                    <a:pt x="43872" y="15398"/>
                  </a:lnTo>
                  <a:lnTo>
                    <a:pt x="43267" y="15337"/>
                  </a:lnTo>
                  <a:lnTo>
                    <a:pt x="42641" y="15236"/>
                  </a:lnTo>
                  <a:lnTo>
                    <a:pt x="41935" y="15135"/>
                  </a:lnTo>
                  <a:lnTo>
                    <a:pt x="41249" y="14994"/>
                  </a:lnTo>
                  <a:lnTo>
                    <a:pt x="40563" y="14853"/>
                  </a:lnTo>
                  <a:lnTo>
                    <a:pt x="39876" y="14691"/>
                  </a:lnTo>
                  <a:lnTo>
                    <a:pt x="39190" y="14510"/>
                  </a:lnTo>
                  <a:lnTo>
                    <a:pt x="38504" y="14308"/>
                  </a:lnTo>
                  <a:lnTo>
                    <a:pt x="37838" y="14106"/>
                  </a:lnTo>
                  <a:lnTo>
                    <a:pt x="37172" y="13884"/>
                  </a:lnTo>
                  <a:lnTo>
                    <a:pt x="36506" y="13662"/>
                  </a:lnTo>
                  <a:lnTo>
                    <a:pt x="35840" y="13420"/>
                  </a:lnTo>
                  <a:lnTo>
                    <a:pt x="34529" y="12895"/>
                  </a:lnTo>
                  <a:lnTo>
                    <a:pt x="33237" y="12330"/>
                  </a:lnTo>
                  <a:lnTo>
                    <a:pt x="31966" y="11725"/>
                  </a:lnTo>
                  <a:lnTo>
                    <a:pt x="30695" y="11079"/>
                  </a:lnTo>
                  <a:lnTo>
                    <a:pt x="29423" y="10434"/>
                  </a:lnTo>
                  <a:lnTo>
                    <a:pt x="28172" y="9747"/>
                  </a:lnTo>
                  <a:lnTo>
                    <a:pt x="26941" y="9041"/>
                  </a:lnTo>
                  <a:lnTo>
                    <a:pt x="25710" y="8315"/>
                  </a:lnTo>
                  <a:lnTo>
                    <a:pt x="24479" y="7588"/>
                  </a:lnTo>
                  <a:lnTo>
                    <a:pt x="22057" y="6115"/>
                  </a:lnTo>
                  <a:lnTo>
                    <a:pt x="19394" y="4501"/>
                  </a:lnTo>
                  <a:lnTo>
                    <a:pt x="18062" y="3693"/>
                  </a:lnTo>
                  <a:lnTo>
                    <a:pt x="16710" y="2906"/>
                  </a:lnTo>
                  <a:lnTo>
                    <a:pt x="15983" y="2503"/>
                  </a:lnTo>
                  <a:lnTo>
                    <a:pt x="15216" y="2079"/>
                  </a:lnTo>
                  <a:lnTo>
                    <a:pt x="14429" y="1675"/>
                  </a:lnTo>
                  <a:lnTo>
                    <a:pt x="13602" y="1292"/>
                  </a:lnTo>
                  <a:lnTo>
                    <a:pt x="12775" y="949"/>
                  </a:lnTo>
                  <a:lnTo>
                    <a:pt x="12331" y="787"/>
                  </a:lnTo>
                  <a:lnTo>
                    <a:pt x="11907" y="626"/>
                  </a:lnTo>
                  <a:lnTo>
                    <a:pt x="11463" y="485"/>
                  </a:lnTo>
                  <a:lnTo>
                    <a:pt x="11019" y="364"/>
                  </a:lnTo>
                  <a:lnTo>
                    <a:pt x="10575" y="263"/>
                  </a:lnTo>
                  <a:lnTo>
                    <a:pt x="10131" y="162"/>
                  </a:lnTo>
                  <a:lnTo>
                    <a:pt x="9627" y="81"/>
                  </a:lnTo>
                  <a:lnTo>
                    <a:pt x="9142" y="41"/>
                  </a:lnTo>
                  <a:lnTo>
                    <a:pt x="865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flipH="1">
              <a:off x="1864587" y="-1494826"/>
              <a:ext cx="530339" cy="361051"/>
            </a:xfrm>
            <a:custGeom>
              <a:rect b="b" l="l" r="r" t="t"/>
              <a:pathLst>
                <a:path extrusionOk="0" h="6458" w="9486">
                  <a:moveTo>
                    <a:pt x="8880" y="81"/>
                  </a:moveTo>
                  <a:lnTo>
                    <a:pt x="9021" y="101"/>
                  </a:lnTo>
                  <a:lnTo>
                    <a:pt x="9142" y="142"/>
                  </a:lnTo>
                  <a:lnTo>
                    <a:pt x="9203" y="182"/>
                  </a:lnTo>
                  <a:lnTo>
                    <a:pt x="9263" y="243"/>
                  </a:lnTo>
                  <a:lnTo>
                    <a:pt x="9324" y="364"/>
                  </a:lnTo>
                  <a:lnTo>
                    <a:pt x="9364" y="505"/>
                  </a:lnTo>
                  <a:lnTo>
                    <a:pt x="9384" y="646"/>
                  </a:lnTo>
                  <a:lnTo>
                    <a:pt x="9405" y="868"/>
                  </a:lnTo>
                  <a:lnTo>
                    <a:pt x="9384" y="1070"/>
                  </a:lnTo>
                  <a:lnTo>
                    <a:pt x="9364" y="1272"/>
                  </a:lnTo>
                  <a:lnTo>
                    <a:pt x="9324" y="1474"/>
                  </a:lnTo>
                  <a:lnTo>
                    <a:pt x="9263" y="1675"/>
                  </a:lnTo>
                  <a:lnTo>
                    <a:pt x="9183" y="1877"/>
                  </a:lnTo>
                  <a:lnTo>
                    <a:pt x="9001" y="2261"/>
                  </a:lnTo>
                  <a:lnTo>
                    <a:pt x="8779" y="2624"/>
                  </a:lnTo>
                  <a:lnTo>
                    <a:pt x="8537" y="2967"/>
                  </a:lnTo>
                  <a:lnTo>
                    <a:pt x="8274" y="3290"/>
                  </a:lnTo>
                  <a:lnTo>
                    <a:pt x="8012" y="3592"/>
                  </a:lnTo>
                  <a:lnTo>
                    <a:pt x="7689" y="3936"/>
                  </a:lnTo>
                  <a:lnTo>
                    <a:pt x="7346" y="4299"/>
                  </a:lnTo>
                  <a:lnTo>
                    <a:pt x="6983" y="4662"/>
                  </a:lnTo>
                  <a:lnTo>
                    <a:pt x="6579" y="5005"/>
                  </a:lnTo>
                  <a:lnTo>
                    <a:pt x="6135" y="5348"/>
                  </a:lnTo>
                  <a:lnTo>
                    <a:pt x="5691" y="5651"/>
                  </a:lnTo>
                  <a:lnTo>
                    <a:pt x="5449" y="5772"/>
                  </a:lnTo>
                  <a:lnTo>
                    <a:pt x="5207" y="5913"/>
                  </a:lnTo>
                  <a:lnTo>
                    <a:pt x="4945" y="6014"/>
                  </a:lnTo>
                  <a:lnTo>
                    <a:pt x="4682" y="6115"/>
                  </a:lnTo>
                  <a:lnTo>
                    <a:pt x="4460" y="6196"/>
                  </a:lnTo>
                  <a:lnTo>
                    <a:pt x="4218" y="6256"/>
                  </a:lnTo>
                  <a:lnTo>
                    <a:pt x="3956" y="6317"/>
                  </a:lnTo>
                  <a:lnTo>
                    <a:pt x="3714" y="6357"/>
                  </a:lnTo>
                  <a:lnTo>
                    <a:pt x="3451" y="6377"/>
                  </a:lnTo>
                  <a:lnTo>
                    <a:pt x="2927" y="6377"/>
                  </a:lnTo>
                  <a:lnTo>
                    <a:pt x="2664" y="6337"/>
                  </a:lnTo>
                  <a:lnTo>
                    <a:pt x="2402" y="6297"/>
                  </a:lnTo>
                  <a:lnTo>
                    <a:pt x="2140" y="6236"/>
                  </a:lnTo>
                  <a:lnTo>
                    <a:pt x="1898" y="6155"/>
                  </a:lnTo>
                  <a:lnTo>
                    <a:pt x="1655" y="6054"/>
                  </a:lnTo>
                  <a:lnTo>
                    <a:pt x="1413" y="5933"/>
                  </a:lnTo>
                  <a:lnTo>
                    <a:pt x="1191" y="5792"/>
                  </a:lnTo>
                  <a:lnTo>
                    <a:pt x="969" y="5631"/>
                  </a:lnTo>
                  <a:lnTo>
                    <a:pt x="767" y="5429"/>
                  </a:lnTo>
                  <a:lnTo>
                    <a:pt x="586" y="5227"/>
                  </a:lnTo>
                  <a:lnTo>
                    <a:pt x="424" y="4985"/>
                  </a:lnTo>
                  <a:lnTo>
                    <a:pt x="303" y="4743"/>
                  </a:lnTo>
                  <a:lnTo>
                    <a:pt x="202" y="4501"/>
                  </a:lnTo>
                  <a:lnTo>
                    <a:pt x="122" y="4258"/>
                  </a:lnTo>
                  <a:lnTo>
                    <a:pt x="81" y="4016"/>
                  </a:lnTo>
                  <a:lnTo>
                    <a:pt x="81" y="3774"/>
                  </a:lnTo>
                  <a:lnTo>
                    <a:pt x="122" y="3532"/>
                  </a:lnTo>
                  <a:lnTo>
                    <a:pt x="182" y="3370"/>
                  </a:lnTo>
                  <a:lnTo>
                    <a:pt x="243" y="3189"/>
                  </a:lnTo>
                  <a:lnTo>
                    <a:pt x="344" y="3048"/>
                  </a:lnTo>
                  <a:lnTo>
                    <a:pt x="445" y="2906"/>
                  </a:lnTo>
                  <a:lnTo>
                    <a:pt x="586" y="2785"/>
                  </a:lnTo>
                  <a:lnTo>
                    <a:pt x="747" y="2664"/>
                  </a:lnTo>
                  <a:lnTo>
                    <a:pt x="909" y="2563"/>
                  </a:lnTo>
                  <a:lnTo>
                    <a:pt x="1111" y="2483"/>
                  </a:lnTo>
                  <a:lnTo>
                    <a:pt x="3310" y="1655"/>
                  </a:lnTo>
                  <a:lnTo>
                    <a:pt x="5530" y="868"/>
                  </a:lnTo>
                  <a:lnTo>
                    <a:pt x="6357" y="606"/>
                  </a:lnTo>
                  <a:lnTo>
                    <a:pt x="7165" y="364"/>
                  </a:lnTo>
                  <a:lnTo>
                    <a:pt x="7568" y="263"/>
                  </a:lnTo>
                  <a:lnTo>
                    <a:pt x="7972" y="182"/>
                  </a:lnTo>
                  <a:lnTo>
                    <a:pt x="8375" y="121"/>
                  </a:lnTo>
                  <a:lnTo>
                    <a:pt x="8779" y="81"/>
                  </a:lnTo>
                  <a:close/>
                  <a:moveTo>
                    <a:pt x="8759" y="0"/>
                  </a:moveTo>
                  <a:lnTo>
                    <a:pt x="8355" y="41"/>
                  </a:lnTo>
                  <a:lnTo>
                    <a:pt x="7952" y="101"/>
                  </a:lnTo>
                  <a:lnTo>
                    <a:pt x="7548" y="182"/>
                  </a:lnTo>
                  <a:lnTo>
                    <a:pt x="7144" y="283"/>
                  </a:lnTo>
                  <a:lnTo>
                    <a:pt x="6337" y="525"/>
                  </a:lnTo>
                  <a:lnTo>
                    <a:pt x="5510" y="787"/>
                  </a:lnTo>
                  <a:lnTo>
                    <a:pt x="3290" y="1574"/>
                  </a:lnTo>
                  <a:lnTo>
                    <a:pt x="1070" y="2402"/>
                  </a:lnTo>
                  <a:lnTo>
                    <a:pt x="868" y="2503"/>
                  </a:lnTo>
                  <a:lnTo>
                    <a:pt x="687" y="2604"/>
                  </a:lnTo>
                  <a:lnTo>
                    <a:pt x="525" y="2725"/>
                  </a:lnTo>
                  <a:lnTo>
                    <a:pt x="384" y="2846"/>
                  </a:lnTo>
                  <a:lnTo>
                    <a:pt x="263" y="3007"/>
                  </a:lnTo>
                  <a:lnTo>
                    <a:pt x="182" y="3169"/>
                  </a:lnTo>
                  <a:lnTo>
                    <a:pt x="102" y="3330"/>
                  </a:lnTo>
                  <a:lnTo>
                    <a:pt x="41" y="3512"/>
                  </a:lnTo>
                  <a:lnTo>
                    <a:pt x="1" y="3754"/>
                  </a:lnTo>
                  <a:lnTo>
                    <a:pt x="1" y="4016"/>
                  </a:lnTo>
                  <a:lnTo>
                    <a:pt x="41" y="4279"/>
                  </a:lnTo>
                  <a:lnTo>
                    <a:pt x="122" y="4521"/>
                  </a:lnTo>
                  <a:lnTo>
                    <a:pt x="223" y="4783"/>
                  </a:lnTo>
                  <a:lnTo>
                    <a:pt x="364" y="5025"/>
                  </a:lnTo>
                  <a:lnTo>
                    <a:pt x="525" y="5267"/>
                  </a:lnTo>
                  <a:lnTo>
                    <a:pt x="707" y="5489"/>
                  </a:lnTo>
                  <a:lnTo>
                    <a:pt x="969" y="5732"/>
                  </a:lnTo>
                  <a:lnTo>
                    <a:pt x="1252" y="5933"/>
                  </a:lnTo>
                  <a:lnTo>
                    <a:pt x="1554" y="6095"/>
                  </a:lnTo>
                  <a:lnTo>
                    <a:pt x="1877" y="6236"/>
                  </a:lnTo>
                  <a:lnTo>
                    <a:pt x="2200" y="6337"/>
                  </a:lnTo>
                  <a:lnTo>
                    <a:pt x="2523" y="6397"/>
                  </a:lnTo>
                  <a:lnTo>
                    <a:pt x="2866" y="6438"/>
                  </a:lnTo>
                  <a:lnTo>
                    <a:pt x="3189" y="6458"/>
                  </a:lnTo>
                  <a:lnTo>
                    <a:pt x="3593" y="6438"/>
                  </a:lnTo>
                  <a:lnTo>
                    <a:pt x="3976" y="6397"/>
                  </a:lnTo>
                  <a:lnTo>
                    <a:pt x="4360" y="6317"/>
                  </a:lnTo>
                  <a:lnTo>
                    <a:pt x="4723" y="6196"/>
                  </a:lnTo>
                  <a:lnTo>
                    <a:pt x="4985" y="6095"/>
                  </a:lnTo>
                  <a:lnTo>
                    <a:pt x="5227" y="5974"/>
                  </a:lnTo>
                  <a:lnTo>
                    <a:pt x="5490" y="5853"/>
                  </a:lnTo>
                  <a:lnTo>
                    <a:pt x="5712" y="5711"/>
                  </a:lnTo>
                  <a:lnTo>
                    <a:pt x="6176" y="5409"/>
                  </a:lnTo>
                  <a:lnTo>
                    <a:pt x="6620" y="5066"/>
                  </a:lnTo>
                  <a:lnTo>
                    <a:pt x="7023" y="4723"/>
                  </a:lnTo>
                  <a:lnTo>
                    <a:pt x="7407" y="4359"/>
                  </a:lnTo>
                  <a:lnTo>
                    <a:pt x="7750" y="3996"/>
                  </a:lnTo>
                  <a:lnTo>
                    <a:pt x="8073" y="3653"/>
                  </a:lnTo>
                  <a:lnTo>
                    <a:pt x="8335" y="3330"/>
                  </a:lnTo>
                  <a:lnTo>
                    <a:pt x="8597" y="3007"/>
                  </a:lnTo>
                  <a:lnTo>
                    <a:pt x="8860" y="2664"/>
                  </a:lnTo>
                  <a:lnTo>
                    <a:pt x="9082" y="2281"/>
                  </a:lnTo>
                  <a:lnTo>
                    <a:pt x="9263" y="1897"/>
                  </a:lnTo>
                  <a:lnTo>
                    <a:pt x="9324" y="1696"/>
                  </a:lnTo>
                  <a:lnTo>
                    <a:pt x="9405" y="1494"/>
                  </a:lnTo>
                  <a:lnTo>
                    <a:pt x="9445" y="1292"/>
                  </a:lnTo>
                  <a:lnTo>
                    <a:pt x="9465" y="1070"/>
                  </a:lnTo>
                  <a:lnTo>
                    <a:pt x="9485" y="868"/>
                  </a:lnTo>
                  <a:lnTo>
                    <a:pt x="9465" y="646"/>
                  </a:lnTo>
                  <a:lnTo>
                    <a:pt x="9445" y="444"/>
                  </a:lnTo>
                  <a:lnTo>
                    <a:pt x="9384" y="283"/>
                  </a:lnTo>
                  <a:lnTo>
                    <a:pt x="9304" y="162"/>
                  </a:lnTo>
                  <a:lnTo>
                    <a:pt x="9183" y="61"/>
                  </a:lnTo>
                  <a:lnTo>
                    <a:pt x="9082" y="21"/>
                  </a:lnTo>
                  <a:lnTo>
                    <a:pt x="89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flipH="1">
              <a:off x="-756203" y="-5057684"/>
              <a:ext cx="1058329" cy="998564"/>
            </a:xfrm>
            <a:custGeom>
              <a:rect b="b" l="l" r="r" t="t"/>
              <a:pathLst>
                <a:path extrusionOk="0" h="17861" w="18930">
                  <a:moveTo>
                    <a:pt x="3431" y="81"/>
                  </a:moveTo>
                  <a:lnTo>
                    <a:pt x="4117" y="102"/>
                  </a:lnTo>
                  <a:lnTo>
                    <a:pt x="4824" y="162"/>
                  </a:lnTo>
                  <a:lnTo>
                    <a:pt x="5510" y="263"/>
                  </a:lnTo>
                  <a:lnTo>
                    <a:pt x="6216" y="404"/>
                  </a:lnTo>
                  <a:lnTo>
                    <a:pt x="6882" y="566"/>
                  </a:lnTo>
                  <a:lnTo>
                    <a:pt x="7568" y="768"/>
                  </a:lnTo>
                  <a:lnTo>
                    <a:pt x="8234" y="1010"/>
                  </a:lnTo>
                  <a:lnTo>
                    <a:pt x="8880" y="1272"/>
                  </a:lnTo>
                  <a:lnTo>
                    <a:pt x="9505" y="1575"/>
                  </a:lnTo>
                  <a:lnTo>
                    <a:pt x="10131" y="1918"/>
                  </a:lnTo>
                  <a:lnTo>
                    <a:pt x="10736" y="2281"/>
                  </a:lnTo>
                  <a:lnTo>
                    <a:pt x="11301" y="2664"/>
                  </a:lnTo>
                  <a:lnTo>
                    <a:pt x="11866" y="3088"/>
                  </a:lnTo>
                  <a:lnTo>
                    <a:pt x="12391" y="3552"/>
                  </a:lnTo>
                  <a:lnTo>
                    <a:pt x="12896" y="4017"/>
                  </a:lnTo>
                  <a:lnTo>
                    <a:pt x="13380" y="4521"/>
                  </a:lnTo>
                  <a:lnTo>
                    <a:pt x="13824" y="5026"/>
                  </a:lnTo>
                  <a:lnTo>
                    <a:pt x="14248" y="5570"/>
                  </a:lnTo>
                  <a:lnTo>
                    <a:pt x="14651" y="6115"/>
                  </a:lnTo>
                  <a:lnTo>
                    <a:pt x="15035" y="6680"/>
                  </a:lnTo>
                  <a:lnTo>
                    <a:pt x="15418" y="7245"/>
                  </a:lnTo>
                  <a:lnTo>
                    <a:pt x="15761" y="7831"/>
                  </a:lnTo>
                  <a:lnTo>
                    <a:pt x="16084" y="8416"/>
                  </a:lnTo>
                  <a:lnTo>
                    <a:pt x="16387" y="9021"/>
                  </a:lnTo>
                  <a:lnTo>
                    <a:pt x="16689" y="9627"/>
                  </a:lnTo>
                  <a:lnTo>
                    <a:pt x="16972" y="10232"/>
                  </a:lnTo>
                  <a:lnTo>
                    <a:pt x="17497" y="11423"/>
                  </a:lnTo>
                  <a:lnTo>
                    <a:pt x="17981" y="12593"/>
                  </a:lnTo>
                  <a:lnTo>
                    <a:pt x="18183" y="13158"/>
                  </a:lnTo>
                  <a:lnTo>
                    <a:pt x="18385" y="13723"/>
                  </a:lnTo>
                  <a:lnTo>
                    <a:pt x="18566" y="14288"/>
                  </a:lnTo>
                  <a:lnTo>
                    <a:pt x="18707" y="14853"/>
                  </a:lnTo>
                  <a:lnTo>
                    <a:pt x="18768" y="15136"/>
                  </a:lnTo>
                  <a:lnTo>
                    <a:pt x="18808" y="15438"/>
                  </a:lnTo>
                  <a:lnTo>
                    <a:pt x="18829" y="15721"/>
                  </a:lnTo>
                  <a:lnTo>
                    <a:pt x="18849" y="16003"/>
                  </a:lnTo>
                  <a:lnTo>
                    <a:pt x="18849" y="16286"/>
                  </a:lnTo>
                  <a:lnTo>
                    <a:pt x="18829" y="16589"/>
                  </a:lnTo>
                  <a:lnTo>
                    <a:pt x="18788" y="16871"/>
                  </a:lnTo>
                  <a:lnTo>
                    <a:pt x="18728" y="17154"/>
                  </a:lnTo>
                  <a:lnTo>
                    <a:pt x="18687" y="17295"/>
                  </a:lnTo>
                  <a:lnTo>
                    <a:pt x="18647" y="17416"/>
                  </a:lnTo>
                  <a:lnTo>
                    <a:pt x="18586" y="17537"/>
                  </a:lnTo>
                  <a:lnTo>
                    <a:pt x="18486" y="17658"/>
                  </a:lnTo>
                  <a:lnTo>
                    <a:pt x="18405" y="17699"/>
                  </a:lnTo>
                  <a:lnTo>
                    <a:pt x="18324" y="17739"/>
                  </a:lnTo>
                  <a:lnTo>
                    <a:pt x="18243" y="17759"/>
                  </a:lnTo>
                  <a:lnTo>
                    <a:pt x="18163" y="17779"/>
                  </a:lnTo>
                  <a:lnTo>
                    <a:pt x="17981" y="17759"/>
                  </a:lnTo>
                  <a:lnTo>
                    <a:pt x="17799" y="17699"/>
                  </a:lnTo>
                  <a:lnTo>
                    <a:pt x="17638" y="17618"/>
                  </a:lnTo>
                  <a:lnTo>
                    <a:pt x="17477" y="17517"/>
                  </a:lnTo>
                  <a:lnTo>
                    <a:pt x="17234" y="17315"/>
                  </a:lnTo>
                  <a:lnTo>
                    <a:pt x="16346" y="16548"/>
                  </a:lnTo>
                  <a:lnTo>
                    <a:pt x="15418" y="15701"/>
                  </a:lnTo>
                  <a:lnTo>
                    <a:pt x="14429" y="14793"/>
                  </a:lnTo>
                  <a:lnTo>
                    <a:pt x="13319" y="13743"/>
                  </a:lnTo>
                  <a:lnTo>
                    <a:pt x="11140" y="11645"/>
                  </a:lnTo>
                  <a:lnTo>
                    <a:pt x="8860" y="9465"/>
                  </a:lnTo>
                  <a:lnTo>
                    <a:pt x="7709" y="8375"/>
                  </a:lnTo>
                  <a:lnTo>
                    <a:pt x="6539" y="7306"/>
                  </a:lnTo>
                  <a:lnTo>
                    <a:pt x="5611" y="6478"/>
                  </a:lnTo>
                  <a:lnTo>
                    <a:pt x="4703" y="5691"/>
                  </a:lnTo>
                  <a:lnTo>
                    <a:pt x="3835" y="4965"/>
                  </a:lnTo>
                  <a:lnTo>
                    <a:pt x="3007" y="4279"/>
                  </a:lnTo>
                  <a:lnTo>
                    <a:pt x="2644" y="4017"/>
                  </a:lnTo>
                  <a:lnTo>
                    <a:pt x="2220" y="3734"/>
                  </a:lnTo>
                  <a:lnTo>
                    <a:pt x="1575" y="3290"/>
                  </a:lnTo>
                  <a:lnTo>
                    <a:pt x="1252" y="3048"/>
                  </a:lnTo>
                  <a:lnTo>
                    <a:pt x="929" y="2806"/>
                  </a:lnTo>
                  <a:lnTo>
                    <a:pt x="667" y="2564"/>
                  </a:lnTo>
                  <a:lnTo>
                    <a:pt x="424" y="2301"/>
                  </a:lnTo>
                  <a:lnTo>
                    <a:pt x="323" y="2160"/>
                  </a:lnTo>
                  <a:lnTo>
                    <a:pt x="243" y="2019"/>
                  </a:lnTo>
                  <a:lnTo>
                    <a:pt x="182" y="1898"/>
                  </a:lnTo>
                  <a:lnTo>
                    <a:pt x="122" y="1756"/>
                  </a:lnTo>
                  <a:lnTo>
                    <a:pt x="81" y="1575"/>
                  </a:lnTo>
                  <a:lnTo>
                    <a:pt x="102" y="1413"/>
                  </a:lnTo>
                  <a:lnTo>
                    <a:pt x="122" y="1232"/>
                  </a:lnTo>
                  <a:lnTo>
                    <a:pt x="202" y="1070"/>
                  </a:lnTo>
                  <a:lnTo>
                    <a:pt x="283" y="909"/>
                  </a:lnTo>
                  <a:lnTo>
                    <a:pt x="384" y="768"/>
                  </a:lnTo>
                  <a:lnTo>
                    <a:pt x="505" y="646"/>
                  </a:lnTo>
                  <a:lnTo>
                    <a:pt x="646" y="546"/>
                  </a:lnTo>
                  <a:lnTo>
                    <a:pt x="808" y="445"/>
                  </a:lnTo>
                  <a:lnTo>
                    <a:pt x="969" y="384"/>
                  </a:lnTo>
                  <a:lnTo>
                    <a:pt x="1131" y="324"/>
                  </a:lnTo>
                  <a:lnTo>
                    <a:pt x="1312" y="263"/>
                  </a:lnTo>
                  <a:lnTo>
                    <a:pt x="1655" y="202"/>
                  </a:lnTo>
                  <a:lnTo>
                    <a:pt x="2019" y="142"/>
                  </a:lnTo>
                  <a:lnTo>
                    <a:pt x="2725" y="102"/>
                  </a:lnTo>
                  <a:lnTo>
                    <a:pt x="3431" y="81"/>
                  </a:lnTo>
                  <a:close/>
                  <a:moveTo>
                    <a:pt x="3431" y="1"/>
                  </a:moveTo>
                  <a:lnTo>
                    <a:pt x="2725" y="21"/>
                  </a:lnTo>
                  <a:lnTo>
                    <a:pt x="2019" y="61"/>
                  </a:lnTo>
                  <a:lnTo>
                    <a:pt x="1655" y="122"/>
                  </a:lnTo>
                  <a:lnTo>
                    <a:pt x="1272" y="182"/>
                  </a:lnTo>
                  <a:lnTo>
                    <a:pt x="1111" y="243"/>
                  </a:lnTo>
                  <a:lnTo>
                    <a:pt x="929" y="303"/>
                  </a:lnTo>
                  <a:lnTo>
                    <a:pt x="767" y="384"/>
                  </a:lnTo>
                  <a:lnTo>
                    <a:pt x="606" y="485"/>
                  </a:lnTo>
                  <a:lnTo>
                    <a:pt x="465" y="586"/>
                  </a:lnTo>
                  <a:lnTo>
                    <a:pt x="323" y="727"/>
                  </a:lnTo>
                  <a:lnTo>
                    <a:pt x="223" y="868"/>
                  </a:lnTo>
                  <a:lnTo>
                    <a:pt x="122" y="1050"/>
                  </a:lnTo>
                  <a:lnTo>
                    <a:pt x="41" y="1211"/>
                  </a:lnTo>
                  <a:lnTo>
                    <a:pt x="21" y="1393"/>
                  </a:lnTo>
                  <a:lnTo>
                    <a:pt x="1" y="1595"/>
                  </a:lnTo>
                  <a:lnTo>
                    <a:pt x="41" y="1777"/>
                  </a:lnTo>
                  <a:lnTo>
                    <a:pt x="102" y="1918"/>
                  </a:lnTo>
                  <a:lnTo>
                    <a:pt x="162" y="2059"/>
                  </a:lnTo>
                  <a:lnTo>
                    <a:pt x="263" y="2200"/>
                  </a:lnTo>
                  <a:lnTo>
                    <a:pt x="364" y="2342"/>
                  </a:lnTo>
                  <a:lnTo>
                    <a:pt x="586" y="2604"/>
                  </a:lnTo>
                  <a:lnTo>
                    <a:pt x="868" y="2866"/>
                  </a:lnTo>
                  <a:lnTo>
                    <a:pt x="1191" y="3108"/>
                  </a:lnTo>
                  <a:lnTo>
                    <a:pt x="1514" y="3351"/>
                  </a:lnTo>
                  <a:lnTo>
                    <a:pt x="2180" y="3795"/>
                  </a:lnTo>
                  <a:lnTo>
                    <a:pt x="2604" y="4077"/>
                  </a:lnTo>
                  <a:lnTo>
                    <a:pt x="2947" y="4339"/>
                  </a:lnTo>
                  <a:lnTo>
                    <a:pt x="3794" y="5026"/>
                  </a:lnTo>
                  <a:lnTo>
                    <a:pt x="4662" y="5752"/>
                  </a:lnTo>
                  <a:lnTo>
                    <a:pt x="5550" y="6539"/>
                  </a:lnTo>
                  <a:lnTo>
                    <a:pt x="6499" y="7366"/>
                  </a:lnTo>
                  <a:lnTo>
                    <a:pt x="7649" y="8436"/>
                  </a:lnTo>
                  <a:lnTo>
                    <a:pt x="8799" y="9526"/>
                  </a:lnTo>
                  <a:lnTo>
                    <a:pt x="11079" y="11705"/>
                  </a:lnTo>
                  <a:lnTo>
                    <a:pt x="13279" y="13804"/>
                  </a:lnTo>
                  <a:lnTo>
                    <a:pt x="14369" y="14853"/>
                  </a:lnTo>
                  <a:lnTo>
                    <a:pt x="15358" y="15761"/>
                  </a:lnTo>
                  <a:lnTo>
                    <a:pt x="16286" y="16609"/>
                  </a:lnTo>
                  <a:lnTo>
                    <a:pt x="17174" y="17376"/>
                  </a:lnTo>
                  <a:lnTo>
                    <a:pt x="17355" y="17537"/>
                  </a:lnTo>
                  <a:lnTo>
                    <a:pt x="17598" y="17678"/>
                  </a:lnTo>
                  <a:lnTo>
                    <a:pt x="17719" y="17739"/>
                  </a:lnTo>
                  <a:lnTo>
                    <a:pt x="17860" y="17800"/>
                  </a:lnTo>
                  <a:lnTo>
                    <a:pt x="18001" y="17840"/>
                  </a:lnTo>
                  <a:lnTo>
                    <a:pt x="18142" y="17860"/>
                  </a:lnTo>
                  <a:lnTo>
                    <a:pt x="18243" y="17840"/>
                  </a:lnTo>
                  <a:lnTo>
                    <a:pt x="18344" y="17820"/>
                  </a:lnTo>
                  <a:lnTo>
                    <a:pt x="18445" y="17779"/>
                  </a:lnTo>
                  <a:lnTo>
                    <a:pt x="18526" y="17719"/>
                  </a:lnTo>
                  <a:lnTo>
                    <a:pt x="18647" y="17598"/>
                  </a:lnTo>
                  <a:lnTo>
                    <a:pt x="18707" y="17456"/>
                  </a:lnTo>
                  <a:lnTo>
                    <a:pt x="18768" y="17315"/>
                  </a:lnTo>
                  <a:lnTo>
                    <a:pt x="18808" y="17174"/>
                  </a:lnTo>
                  <a:lnTo>
                    <a:pt x="18869" y="16891"/>
                  </a:lnTo>
                  <a:lnTo>
                    <a:pt x="18909" y="16589"/>
                  </a:lnTo>
                  <a:lnTo>
                    <a:pt x="18929" y="16306"/>
                  </a:lnTo>
                  <a:lnTo>
                    <a:pt x="18929" y="16003"/>
                  </a:lnTo>
                  <a:lnTo>
                    <a:pt x="18909" y="15721"/>
                  </a:lnTo>
                  <a:lnTo>
                    <a:pt x="18889" y="15418"/>
                  </a:lnTo>
                  <a:lnTo>
                    <a:pt x="18849" y="15136"/>
                  </a:lnTo>
                  <a:lnTo>
                    <a:pt x="18788" y="14853"/>
                  </a:lnTo>
                  <a:lnTo>
                    <a:pt x="18647" y="14268"/>
                  </a:lnTo>
                  <a:lnTo>
                    <a:pt x="18465" y="13703"/>
                  </a:lnTo>
                  <a:lnTo>
                    <a:pt x="18264" y="13138"/>
                  </a:lnTo>
                  <a:lnTo>
                    <a:pt x="18042" y="12573"/>
                  </a:lnTo>
                  <a:lnTo>
                    <a:pt x="17577" y="11382"/>
                  </a:lnTo>
                  <a:lnTo>
                    <a:pt x="17053" y="10192"/>
                  </a:lnTo>
                  <a:lnTo>
                    <a:pt x="16770" y="9586"/>
                  </a:lnTo>
                  <a:lnTo>
                    <a:pt x="16468" y="8981"/>
                  </a:lnTo>
                  <a:lnTo>
                    <a:pt x="16145" y="8375"/>
                  </a:lnTo>
                  <a:lnTo>
                    <a:pt x="15822" y="7790"/>
                  </a:lnTo>
                  <a:lnTo>
                    <a:pt x="15479" y="7205"/>
                  </a:lnTo>
                  <a:lnTo>
                    <a:pt x="15115" y="6620"/>
                  </a:lnTo>
                  <a:lnTo>
                    <a:pt x="14732" y="6055"/>
                  </a:lnTo>
                  <a:lnTo>
                    <a:pt x="14308" y="5510"/>
                  </a:lnTo>
                  <a:lnTo>
                    <a:pt x="13884" y="4965"/>
                  </a:lnTo>
                  <a:lnTo>
                    <a:pt x="13441" y="4460"/>
                  </a:lnTo>
                  <a:lnTo>
                    <a:pt x="12956" y="3956"/>
                  </a:lnTo>
                  <a:lnTo>
                    <a:pt x="12452" y="3492"/>
                  </a:lnTo>
                  <a:lnTo>
                    <a:pt x="11927" y="3028"/>
                  </a:lnTo>
                  <a:lnTo>
                    <a:pt x="11362" y="2604"/>
                  </a:lnTo>
                  <a:lnTo>
                    <a:pt x="10777" y="2200"/>
                  </a:lnTo>
                  <a:lnTo>
                    <a:pt x="10171" y="1837"/>
                  </a:lnTo>
                  <a:lnTo>
                    <a:pt x="9546" y="1494"/>
                  </a:lnTo>
                  <a:lnTo>
                    <a:pt x="8900" y="1191"/>
                  </a:lnTo>
                  <a:lnTo>
                    <a:pt x="8254" y="929"/>
                  </a:lnTo>
                  <a:lnTo>
                    <a:pt x="7588" y="687"/>
                  </a:lnTo>
                  <a:lnTo>
                    <a:pt x="6902" y="485"/>
                  </a:lnTo>
                  <a:lnTo>
                    <a:pt x="6216" y="324"/>
                  </a:lnTo>
                  <a:lnTo>
                    <a:pt x="5530" y="182"/>
                  </a:lnTo>
                  <a:lnTo>
                    <a:pt x="4824" y="81"/>
                  </a:lnTo>
                  <a:lnTo>
                    <a:pt x="4138" y="21"/>
                  </a:lnTo>
                  <a:lnTo>
                    <a:pt x="34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flipH="1">
              <a:off x="-2591759" y="-2237207"/>
              <a:ext cx="130935" cy="39045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flipH="1">
              <a:off x="-3345409" y="-5067803"/>
              <a:ext cx="1707024" cy="174879"/>
            </a:xfrm>
            <a:custGeom>
              <a:rect b="b" l="l" r="r" t="t"/>
              <a:pathLst>
                <a:path extrusionOk="0" h="3128" w="30533">
                  <a:moveTo>
                    <a:pt x="17960" y="0"/>
                  </a:moveTo>
                  <a:lnTo>
                    <a:pt x="16750" y="20"/>
                  </a:lnTo>
                  <a:lnTo>
                    <a:pt x="16326" y="20"/>
                  </a:lnTo>
                  <a:lnTo>
                    <a:pt x="13057" y="61"/>
                  </a:lnTo>
                  <a:lnTo>
                    <a:pt x="11422" y="101"/>
                  </a:lnTo>
                  <a:lnTo>
                    <a:pt x="9767" y="182"/>
                  </a:lnTo>
                  <a:lnTo>
                    <a:pt x="8133" y="262"/>
                  </a:lnTo>
                  <a:lnTo>
                    <a:pt x="6478" y="404"/>
                  </a:lnTo>
                  <a:lnTo>
                    <a:pt x="5671" y="484"/>
                  </a:lnTo>
                  <a:lnTo>
                    <a:pt x="4843" y="585"/>
                  </a:lnTo>
                  <a:lnTo>
                    <a:pt x="4036" y="686"/>
                  </a:lnTo>
                  <a:lnTo>
                    <a:pt x="3209" y="807"/>
                  </a:lnTo>
                  <a:lnTo>
                    <a:pt x="2785" y="868"/>
                  </a:lnTo>
                  <a:lnTo>
                    <a:pt x="2361" y="969"/>
                  </a:lnTo>
                  <a:lnTo>
                    <a:pt x="1917" y="1070"/>
                  </a:lnTo>
                  <a:lnTo>
                    <a:pt x="1494" y="1211"/>
                  </a:lnTo>
                  <a:lnTo>
                    <a:pt x="1090" y="1372"/>
                  </a:lnTo>
                  <a:lnTo>
                    <a:pt x="888" y="1473"/>
                  </a:lnTo>
                  <a:lnTo>
                    <a:pt x="686" y="1574"/>
                  </a:lnTo>
                  <a:lnTo>
                    <a:pt x="505" y="1695"/>
                  </a:lnTo>
                  <a:lnTo>
                    <a:pt x="323" y="1836"/>
                  </a:lnTo>
                  <a:lnTo>
                    <a:pt x="162" y="1978"/>
                  </a:lnTo>
                  <a:lnTo>
                    <a:pt x="0" y="2139"/>
                  </a:lnTo>
                  <a:lnTo>
                    <a:pt x="61" y="2200"/>
                  </a:lnTo>
                  <a:lnTo>
                    <a:pt x="222" y="2038"/>
                  </a:lnTo>
                  <a:lnTo>
                    <a:pt x="384" y="1897"/>
                  </a:lnTo>
                  <a:lnTo>
                    <a:pt x="565" y="1756"/>
                  </a:lnTo>
                  <a:lnTo>
                    <a:pt x="747" y="1655"/>
                  </a:lnTo>
                  <a:lnTo>
                    <a:pt x="929" y="1534"/>
                  </a:lnTo>
                  <a:lnTo>
                    <a:pt x="1130" y="1433"/>
                  </a:lnTo>
                  <a:lnTo>
                    <a:pt x="1534" y="1271"/>
                  </a:lnTo>
                  <a:lnTo>
                    <a:pt x="1958" y="1150"/>
                  </a:lnTo>
                  <a:lnTo>
                    <a:pt x="2382" y="1049"/>
                  </a:lnTo>
                  <a:lnTo>
                    <a:pt x="2805" y="949"/>
                  </a:lnTo>
                  <a:lnTo>
                    <a:pt x="3229" y="888"/>
                  </a:lnTo>
                  <a:lnTo>
                    <a:pt x="4036" y="767"/>
                  </a:lnTo>
                  <a:lnTo>
                    <a:pt x="4864" y="666"/>
                  </a:lnTo>
                  <a:lnTo>
                    <a:pt x="5671" y="565"/>
                  </a:lnTo>
                  <a:lnTo>
                    <a:pt x="6498" y="484"/>
                  </a:lnTo>
                  <a:lnTo>
                    <a:pt x="8133" y="343"/>
                  </a:lnTo>
                  <a:lnTo>
                    <a:pt x="9788" y="262"/>
                  </a:lnTo>
                  <a:lnTo>
                    <a:pt x="11422" y="182"/>
                  </a:lnTo>
                  <a:lnTo>
                    <a:pt x="13057" y="141"/>
                  </a:lnTo>
                  <a:lnTo>
                    <a:pt x="16326" y="101"/>
                  </a:lnTo>
                  <a:lnTo>
                    <a:pt x="16750" y="101"/>
                  </a:lnTo>
                  <a:lnTo>
                    <a:pt x="17960" y="81"/>
                  </a:lnTo>
                  <a:lnTo>
                    <a:pt x="19191" y="81"/>
                  </a:lnTo>
                  <a:lnTo>
                    <a:pt x="20402" y="101"/>
                  </a:lnTo>
                  <a:lnTo>
                    <a:pt x="21613" y="161"/>
                  </a:lnTo>
                  <a:lnTo>
                    <a:pt x="22239" y="202"/>
                  </a:lnTo>
                  <a:lnTo>
                    <a:pt x="22844" y="242"/>
                  </a:lnTo>
                  <a:lnTo>
                    <a:pt x="23449" y="303"/>
                  </a:lnTo>
                  <a:lnTo>
                    <a:pt x="24055" y="383"/>
                  </a:lnTo>
                  <a:lnTo>
                    <a:pt x="24640" y="484"/>
                  </a:lnTo>
                  <a:lnTo>
                    <a:pt x="25245" y="585"/>
                  </a:lnTo>
                  <a:lnTo>
                    <a:pt x="25831" y="727"/>
                  </a:lnTo>
                  <a:lnTo>
                    <a:pt x="26436" y="868"/>
                  </a:lnTo>
                  <a:lnTo>
                    <a:pt x="27102" y="1070"/>
                  </a:lnTo>
                  <a:lnTo>
                    <a:pt x="27707" y="1292"/>
                  </a:lnTo>
                  <a:lnTo>
                    <a:pt x="28293" y="1534"/>
                  </a:lnTo>
                  <a:lnTo>
                    <a:pt x="28817" y="1816"/>
                  </a:lnTo>
                  <a:lnTo>
                    <a:pt x="29281" y="2099"/>
                  </a:lnTo>
                  <a:lnTo>
                    <a:pt x="29725" y="2422"/>
                  </a:lnTo>
                  <a:lnTo>
                    <a:pt x="30109" y="2745"/>
                  </a:lnTo>
                  <a:lnTo>
                    <a:pt x="30290" y="2926"/>
                  </a:lnTo>
                  <a:lnTo>
                    <a:pt x="30472" y="3128"/>
                  </a:lnTo>
                  <a:lnTo>
                    <a:pt x="30533" y="3067"/>
                  </a:lnTo>
                  <a:lnTo>
                    <a:pt x="30351" y="2886"/>
                  </a:lnTo>
                  <a:lnTo>
                    <a:pt x="30169" y="2704"/>
                  </a:lnTo>
                  <a:lnTo>
                    <a:pt x="29786" y="2361"/>
                  </a:lnTo>
                  <a:lnTo>
                    <a:pt x="29342" y="2038"/>
                  </a:lnTo>
                  <a:lnTo>
                    <a:pt x="28858" y="1736"/>
                  </a:lnTo>
                  <a:lnTo>
                    <a:pt x="28333" y="1473"/>
                  </a:lnTo>
                  <a:lnTo>
                    <a:pt x="27748" y="1231"/>
                  </a:lnTo>
                  <a:lnTo>
                    <a:pt x="27122" y="989"/>
                  </a:lnTo>
                  <a:lnTo>
                    <a:pt x="26456" y="787"/>
                  </a:lnTo>
                  <a:lnTo>
                    <a:pt x="25851" y="646"/>
                  </a:lnTo>
                  <a:lnTo>
                    <a:pt x="25266" y="525"/>
                  </a:lnTo>
                  <a:lnTo>
                    <a:pt x="24660" y="404"/>
                  </a:lnTo>
                  <a:lnTo>
                    <a:pt x="24055" y="303"/>
                  </a:lnTo>
                  <a:lnTo>
                    <a:pt x="23449" y="222"/>
                  </a:lnTo>
                  <a:lnTo>
                    <a:pt x="22844" y="161"/>
                  </a:lnTo>
                  <a:lnTo>
                    <a:pt x="22239" y="121"/>
                  </a:lnTo>
                  <a:lnTo>
                    <a:pt x="21633" y="81"/>
                  </a:lnTo>
                  <a:lnTo>
                    <a:pt x="20402" y="20"/>
                  </a:lnTo>
                  <a:lnTo>
                    <a:pt x="1919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flipH="1">
              <a:off x="-3431139" y="-4896338"/>
              <a:ext cx="206522" cy="1040271"/>
            </a:xfrm>
            <a:custGeom>
              <a:rect b="b" l="l" r="r" t="t"/>
              <a:pathLst>
                <a:path extrusionOk="0" h="18607" w="3694">
                  <a:moveTo>
                    <a:pt x="2160" y="0"/>
                  </a:moveTo>
                  <a:lnTo>
                    <a:pt x="2099" y="61"/>
                  </a:lnTo>
                  <a:lnTo>
                    <a:pt x="2281" y="283"/>
                  </a:lnTo>
                  <a:lnTo>
                    <a:pt x="2462" y="545"/>
                  </a:lnTo>
                  <a:lnTo>
                    <a:pt x="2624" y="787"/>
                  </a:lnTo>
                  <a:lnTo>
                    <a:pt x="2765" y="1050"/>
                  </a:lnTo>
                  <a:lnTo>
                    <a:pt x="2886" y="1292"/>
                  </a:lnTo>
                  <a:lnTo>
                    <a:pt x="3007" y="1554"/>
                  </a:lnTo>
                  <a:lnTo>
                    <a:pt x="3209" y="2079"/>
                  </a:lnTo>
                  <a:lnTo>
                    <a:pt x="3350" y="2604"/>
                  </a:lnTo>
                  <a:lnTo>
                    <a:pt x="3471" y="3108"/>
                  </a:lnTo>
                  <a:lnTo>
                    <a:pt x="3532" y="3592"/>
                  </a:lnTo>
                  <a:lnTo>
                    <a:pt x="3572" y="4036"/>
                  </a:lnTo>
                  <a:lnTo>
                    <a:pt x="3613" y="4581"/>
                  </a:lnTo>
                  <a:lnTo>
                    <a:pt x="3613" y="5126"/>
                  </a:lnTo>
                  <a:lnTo>
                    <a:pt x="3592" y="5671"/>
                  </a:lnTo>
                  <a:lnTo>
                    <a:pt x="3552" y="6216"/>
                  </a:lnTo>
                  <a:lnTo>
                    <a:pt x="3431" y="7285"/>
                  </a:lnTo>
                  <a:lnTo>
                    <a:pt x="3290" y="8355"/>
                  </a:lnTo>
                  <a:lnTo>
                    <a:pt x="2684" y="12734"/>
                  </a:lnTo>
                  <a:lnTo>
                    <a:pt x="2604" y="13360"/>
                  </a:lnTo>
                  <a:lnTo>
                    <a:pt x="2503" y="14026"/>
                  </a:lnTo>
                  <a:lnTo>
                    <a:pt x="2361" y="14712"/>
                  </a:lnTo>
                  <a:lnTo>
                    <a:pt x="2281" y="15055"/>
                  </a:lnTo>
                  <a:lnTo>
                    <a:pt x="2180" y="15398"/>
                  </a:lnTo>
                  <a:lnTo>
                    <a:pt x="2059" y="15741"/>
                  </a:lnTo>
                  <a:lnTo>
                    <a:pt x="1938" y="16084"/>
                  </a:lnTo>
                  <a:lnTo>
                    <a:pt x="1796" y="16407"/>
                  </a:lnTo>
                  <a:lnTo>
                    <a:pt x="1635" y="16730"/>
                  </a:lnTo>
                  <a:lnTo>
                    <a:pt x="1453" y="17053"/>
                  </a:lnTo>
                  <a:lnTo>
                    <a:pt x="1252" y="17355"/>
                  </a:lnTo>
                  <a:lnTo>
                    <a:pt x="1030" y="17638"/>
                  </a:lnTo>
                  <a:lnTo>
                    <a:pt x="787" y="17900"/>
                  </a:lnTo>
                  <a:lnTo>
                    <a:pt x="606" y="18082"/>
                  </a:lnTo>
                  <a:lnTo>
                    <a:pt x="404" y="18243"/>
                  </a:lnTo>
                  <a:lnTo>
                    <a:pt x="202" y="18384"/>
                  </a:lnTo>
                  <a:lnTo>
                    <a:pt x="0" y="18526"/>
                  </a:lnTo>
                  <a:lnTo>
                    <a:pt x="41" y="18606"/>
                  </a:lnTo>
                  <a:lnTo>
                    <a:pt x="263" y="18465"/>
                  </a:lnTo>
                  <a:lnTo>
                    <a:pt x="465" y="18304"/>
                  </a:lnTo>
                  <a:lnTo>
                    <a:pt x="666" y="18142"/>
                  </a:lnTo>
                  <a:lnTo>
                    <a:pt x="848" y="17961"/>
                  </a:lnTo>
                  <a:lnTo>
                    <a:pt x="1090" y="17678"/>
                  </a:lnTo>
                  <a:lnTo>
                    <a:pt x="1332" y="17396"/>
                  </a:lnTo>
                  <a:lnTo>
                    <a:pt x="1534" y="17093"/>
                  </a:lnTo>
                  <a:lnTo>
                    <a:pt x="1716" y="16790"/>
                  </a:lnTo>
                  <a:lnTo>
                    <a:pt x="1877" y="16447"/>
                  </a:lnTo>
                  <a:lnTo>
                    <a:pt x="2018" y="16124"/>
                  </a:lnTo>
                  <a:lnTo>
                    <a:pt x="2139" y="15781"/>
                  </a:lnTo>
                  <a:lnTo>
                    <a:pt x="2240" y="15438"/>
                  </a:lnTo>
                  <a:lnTo>
                    <a:pt x="2341" y="15075"/>
                  </a:lnTo>
                  <a:lnTo>
                    <a:pt x="2442" y="14732"/>
                  </a:lnTo>
                  <a:lnTo>
                    <a:pt x="2563" y="14046"/>
                  </a:lnTo>
                  <a:lnTo>
                    <a:pt x="2684" y="13380"/>
                  </a:lnTo>
                  <a:lnTo>
                    <a:pt x="2765" y="12734"/>
                  </a:lnTo>
                  <a:lnTo>
                    <a:pt x="3370" y="8375"/>
                  </a:lnTo>
                  <a:lnTo>
                    <a:pt x="3512" y="7306"/>
                  </a:lnTo>
                  <a:lnTo>
                    <a:pt x="3633" y="6216"/>
                  </a:lnTo>
                  <a:lnTo>
                    <a:pt x="3673" y="5671"/>
                  </a:lnTo>
                  <a:lnTo>
                    <a:pt x="3693" y="5126"/>
                  </a:lnTo>
                  <a:lnTo>
                    <a:pt x="3693" y="4581"/>
                  </a:lnTo>
                  <a:lnTo>
                    <a:pt x="3653" y="4036"/>
                  </a:lnTo>
                  <a:lnTo>
                    <a:pt x="3613" y="3572"/>
                  </a:lnTo>
                  <a:lnTo>
                    <a:pt x="3532" y="3088"/>
                  </a:lnTo>
                  <a:lnTo>
                    <a:pt x="3431" y="2583"/>
                  </a:lnTo>
                  <a:lnTo>
                    <a:pt x="3290" y="2059"/>
                  </a:lnTo>
                  <a:lnTo>
                    <a:pt x="3088" y="1534"/>
                  </a:lnTo>
                  <a:lnTo>
                    <a:pt x="2967" y="1272"/>
                  </a:lnTo>
                  <a:lnTo>
                    <a:pt x="2826" y="1009"/>
                  </a:lnTo>
                  <a:lnTo>
                    <a:pt x="2684" y="747"/>
                  </a:lnTo>
                  <a:lnTo>
                    <a:pt x="2523" y="485"/>
                  </a:lnTo>
                  <a:lnTo>
                    <a:pt x="2341" y="243"/>
                  </a:lnTo>
                  <a:lnTo>
                    <a:pt x="216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flipH="1">
              <a:off x="-3448112" y="-5027215"/>
              <a:ext cx="1867255" cy="1352794"/>
            </a:xfrm>
            <a:custGeom>
              <a:rect b="b" l="l" r="r" t="t"/>
              <a:pathLst>
                <a:path extrusionOk="0" h="24197" w="33399">
                  <a:moveTo>
                    <a:pt x="13521" y="1"/>
                  </a:moveTo>
                  <a:lnTo>
                    <a:pt x="12391" y="21"/>
                  </a:lnTo>
                  <a:lnTo>
                    <a:pt x="11200" y="61"/>
                  </a:lnTo>
                  <a:lnTo>
                    <a:pt x="10009" y="101"/>
                  </a:lnTo>
                  <a:lnTo>
                    <a:pt x="8012" y="223"/>
                  </a:lnTo>
                  <a:lnTo>
                    <a:pt x="5832" y="364"/>
                  </a:lnTo>
                  <a:lnTo>
                    <a:pt x="5287" y="404"/>
                  </a:lnTo>
                  <a:lnTo>
                    <a:pt x="4702" y="424"/>
                  </a:lnTo>
                  <a:lnTo>
                    <a:pt x="3996" y="445"/>
                  </a:lnTo>
                  <a:lnTo>
                    <a:pt x="3289" y="485"/>
                  </a:lnTo>
                  <a:lnTo>
                    <a:pt x="2926" y="525"/>
                  </a:lnTo>
                  <a:lnTo>
                    <a:pt x="2603" y="586"/>
                  </a:lnTo>
                  <a:lnTo>
                    <a:pt x="2260" y="646"/>
                  </a:lnTo>
                  <a:lnTo>
                    <a:pt x="1958" y="747"/>
                  </a:lnTo>
                  <a:lnTo>
                    <a:pt x="1796" y="808"/>
                  </a:lnTo>
                  <a:lnTo>
                    <a:pt x="1655" y="868"/>
                  </a:lnTo>
                  <a:lnTo>
                    <a:pt x="1514" y="949"/>
                  </a:lnTo>
                  <a:lnTo>
                    <a:pt x="1372" y="1050"/>
                  </a:lnTo>
                  <a:lnTo>
                    <a:pt x="1251" y="1151"/>
                  </a:lnTo>
                  <a:lnTo>
                    <a:pt x="1130" y="1272"/>
                  </a:lnTo>
                  <a:lnTo>
                    <a:pt x="1009" y="1413"/>
                  </a:lnTo>
                  <a:lnTo>
                    <a:pt x="888" y="1554"/>
                  </a:lnTo>
                  <a:lnTo>
                    <a:pt x="686" y="1877"/>
                  </a:lnTo>
                  <a:lnTo>
                    <a:pt x="505" y="2241"/>
                  </a:lnTo>
                  <a:lnTo>
                    <a:pt x="343" y="2664"/>
                  </a:lnTo>
                  <a:lnTo>
                    <a:pt x="222" y="3128"/>
                  </a:lnTo>
                  <a:lnTo>
                    <a:pt x="141" y="3532"/>
                  </a:lnTo>
                  <a:lnTo>
                    <a:pt x="81" y="3956"/>
                  </a:lnTo>
                  <a:lnTo>
                    <a:pt x="40" y="4380"/>
                  </a:lnTo>
                  <a:lnTo>
                    <a:pt x="0" y="4783"/>
                  </a:lnTo>
                  <a:lnTo>
                    <a:pt x="0" y="5187"/>
                  </a:lnTo>
                  <a:lnTo>
                    <a:pt x="20" y="5550"/>
                  </a:lnTo>
                  <a:lnTo>
                    <a:pt x="40" y="5893"/>
                  </a:lnTo>
                  <a:lnTo>
                    <a:pt x="61" y="6216"/>
                  </a:lnTo>
                  <a:lnTo>
                    <a:pt x="121" y="6680"/>
                  </a:lnTo>
                  <a:lnTo>
                    <a:pt x="222" y="7144"/>
                  </a:lnTo>
                  <a:lnTo>
                    <a:pt x="323" y="7608"/>
                  </a:lnTo>
                  <a:lnTo>
                    <a:pt x="424" y="8052"/>
                  </a:lnTo>
                  <a:lnTo>
                    <a:pt x="686" y="8960"/>
                  </a:lnTo>
                  <a:lnTo>
                    <a:pt x="969" y="9848"/>
                  </a:lnTo>
                  <a:lnTo>
                    <a:pt x="1191" y="10595"/>
                  </a:lnTo>
                  <a:lnTo>
                    <a:pt x="1413" y="11362"/>
                  </a:lnTo>
                  <a:lnTo>
                    <a:pt x="1635" y="12230"/>
                  </a:lnTo>
                  <a:lnTo>
                    <a:pt x="1836" y="13118"/>
                  </a:lnTo>
                  <a:lnTo>
                    <a:pt x="1998" y="14026"/>
                  </a:lnTo>
                  <a:lnTo>
                    <a:pt x="2119" y="14914"/>
                  </a:lnTo>
                  <a:lnTo>
                    <a:pt x="2220" y="15822"/>
                  </a:lnTo>
                  <a:lnTo>
                    <a:pt x="2280" y="16730"/>
                  </a:lnTo>
                  <a:lnTo>
                    <a:pt x="2321" y="17638"/>
                  </a:lnTo>
                  <a:lnTo>
                    <a:pt x="2321" y="18546"/>
                  </a:lnTo>
                  <a:lnTo>
                    <a:pt x="2280" y="19656"/>
                  </a:lnTo>
                  <a:lnTo>
                    <a:pt x="2260" y="20403"/>
                  </a:lnTo>
                  <a:lnTo>
                    <a:pt x="2240" y="21169"/>
                  </a:lnTo>
                  <a:lnTo>
                    <a:pt x="2260" y="21936"/>
                  </a:lnTo>
                  <a:lnTo>
                    <a:pt x="2301" y="22320"/>
                  </a:lnTo>
                  <a:lnTo>
                    <a:pt x="2341" y="22703"/>
                  </a:lnTo>
                  <a:lnTo>
                    <a:pt x="2381" y="23046"/>
                  </a:lnTo>
                  <a:lnTo>
                    <a:pt x="2442" y="23248"/>
                  </a:lnTo>
                  <a:lnTo>
                    <a:pt x="2502" y="23430"/>
                  </a:lnTo>
                  <a:lnTo>
                    <a:pt x="2583" y="23611"/>
                  </a:lnTo>
                  <a:lnTo>
                    <a:pt x="2684" y="23773"/>
                  </a:lnTo>
                  <a:lnTo>
                    <a:pt x="2825" y="23914"/>
                  </a:lnTo>
                  <a:lnTo>
                    <a:pt x="2987" y="24055"/>
                  </a:lnTo>
                  <a:lnTo>
                    <a:pt x="3128" y="24116"/>
                  </a:lnTo>
                  <a:lnTo>
                    <a:pt x="3249" y="24156"/>
                  </a:lnTo>
                  <a:lnTo>
                    <a:pt x="3390" y="24196"/>
                  </a:lnTo>
                  <a:lnTo>
                    <a:pt x="3532" y="24196"/>
                  </a:lnTo>
                  <a:lnTo>
                    <a:pt x="3733" y="24176"/>
                  </a:lnTo>
                  <a:lnTo>
                    <a:pt x="3955" y="24136"/>
                  </a:lnTo>
                  <a:lnTo>
                    <a:pt x="4177" y="24055"/>
                  </a:lnTo>
                  <a:lnTo>
                    <a:pt x="4379" y="23934"/>
                  </a:lnTo>
                  <a:lnTo>
                    <a:pt x="4601" y="23813"/>
                  </a:lnTo>
                  <a:lnTo>
                    <a:pt x="4823" y="23652"/>
                  </a:lnTo>
                  <a:lnTo>
                    <a:pt x="5247" y="23329"/>
                  </a:lnTo>
                  <a:lnTo>
                    <a:pt x="5630" y="23026"/>
                  </a:lnTo>
                  <a:lnTo>
                    <a:pt x="6014" y="22743"/>
                  </a:lnTo>
                  <a:lnTo>
                    <a:pt x="6417" y="22481"/>
                  </a:lnTo>
                  <a:lnTo>
                    <a:pt x="6821" y="22239"/>
                  </a:lnTo>
                  <a:lnTo>
                    <a:pt x="7245" y="21997"/>
                  </a:lnTo>
                  <a:lnTo>
                    <a:pt x="7689" y="21775"/>
                  </a:lnTo>
                  <a:lnTo>
                    <a:pt x="8133" y="21553"/>
                  </a:lnTo>
                  <a:lnTo>
                    <a:pt x="8577" y="21371"/>
                  </a:lnTo>
                  <a:lnTo>
                    <a:pt x="9041" y="21169"/>
                  </a:lnTo>
                  <a:lnTo>
                    <a:pt x="9525" y="21008"/>
                  </a:lnTo>
                  <a:lnTo>
                    <a:pt x="10009" y="20867"/>
                  </a:lnTo>
                  <a:lnTo>
                    <a:pt x="10494" y="20725"/>
                  </a:lnTo>
                  <a:lnTo>
                    <a:pt x="10998" y="20604"/>
                  </a:lnTo>
                  <a:lnTo>
                    <a:pt x="11503" y="20483"/>
                  </a:lnTo>
                  <a:lnTo>
                    <a:pt x="12027" y="20403"/>
                  </a:lnTo>
                  <a:lnTo>
                    <a:pt x="12552" y="20322"/>
                  </a:lnTo>
                  <a:lnTo>
                    <a:pt x="13460" y="20221"/>
                  </a:lnTo>
                  <a:lnTo>
                    <a:pt x="14409" y="20160"/>
                  </a:lnTo>
                  <a:lnTo>
                    <a:pt x="15377" y="20160"/>
                  </a:lnTo>
                  <a:lnTo>
                    <a:pt x="16366" y="20201"/>
                  </a:lnTo>
                  <a:lnTo>
                    <a:pt x="17355" y="20302"/>
                  </a:lnTo>
                  <a:lnTo>
                    <a:pt x="18384" y="20423"/>
                  </a:lnTo>
                  <a:lnTo>
                    <a:pt x="19433" y="20604"/>
                  </a:lnTo>
                  <a:lnTo>
                    <a:pt x="20503" y="20826"/>
                  </a:lnTo>
                  <a:lnTo>
                    <a:pt x="21714" y="21129"/>
                  </a:lnTo>
                  <a:lnTo>
                    <a:pt x="22642" y="21351"/>
                  </a:lnTo>
                  <a:lnTo>
                    <a:pt x="23591" y="21553"/>
                  </a:lnTo>
                  <a:lnTo>
                    <a:pt x="24055" y="21654"/>
                  </a:lnTo>
                  <a:lnTo>
                    <a:pt x="24539" y="21714"/>
                  </a:lnTo>
                  <a:lnTo>
                    <a:pt x="25023" y="21775"/>
                  </a:lnTo>
                  <a:lnTo>
                    <a:pt x="25508" y="21815"/>
                  </a:lnTo>
                  <a:lnTo>
                    <a:pt x="26053" y="21835"/>
                  </a:lnTo>
                  <a:lnTo>
                    <a:pt x="26597" y="21815"/>
                  </a:lnTo>
                  <a:lnTo>
                    <a:pt x="27122" y="21755"/>
                  </a:lnTo>
                  <a:lnTo>
                    <a:pt x="27647" y="21654"/>
                  </a:lnTo>
                  <a:lnTo>
                    <a:pt x="28131" y="21533"/>
                  </a:lnTo>
                  <a:lnTo>
                    <a:pt x="28595" y="21371"/>
                  </a:lnTo>
                  <a:lnTo>
                    <a:pt x="29039" y="21169"/>
                  </a:lnTo>
                  <a:lnTo>
                    <a:pt x="29443" y="20947"/>
                  </a:lnTo>
                  <a:lnTo>
                    <a:pt x="29402" y="20867"/>
                  </a:lnTo>
                  <a:lnTo>
                    <a:pt x="28999" y="21089"/>
                  </a:lnTo>
                  <a:lnTo>
                    <a:pt x="28555" y="21291"/>
                  </a:lnTo>
                  <a:lnTo>
                    <a:pt x="28111" y="21452"/>
                  </a:lnTo>
                  <a:lnTo>
                    <a:pt x="27627" y="21573"/>
                  </a:lnTo>
                  <a:lnTo>
                    <a:pt x="27122" y="21674"/>
                  </a:lnTo>
                  <a:lnTo>
                    <a:pt x="26597" y="21734"/>
                  </a:lnTo>
                  <a:lnTo>
                    <a:pt x="26053" y="21755"/>
                  </a:lnTo>
                  <a:lnTo>
                    <a:pt x="25508" y="21734"/>
                  </a:lnTo>
                  <a:lnTo>
                    <a:pt x="25023" y="21694"/>
                  </a:lnTo>
                  <a:lnTo>
                    <a:pt x="24539" y="21634"/>
                  </a:lnTo>
                  <a:lnTo>
                    <a:pt x="24075" y="21573"/>
                  </a:lnTo>
                  <a:lnTo>
                    <a:pt x="23591" y="21472"/>
                  </a:lnTo>
                  <a:lnTo>
                    <a:pt x="22662" y="21270"/>
                  </a:lnTo>
                  <a:lnTo>
                    <a:pt x="21734" y="21048"/>
                  </a:lnTo>
                  <a:lnTo>
                    <a:pt x="20503" y="20746"/>
                  </a:lnTo>
                  <a:lnTo>
                    <a:pt x="19454" y="20524"/>
                  </a:lnTo>
                  <a:lnTo>
                    <a:pt x="18404" y="20342"/>
                  </a:lnTo>
                  <a:lnTo>
                    <a:pt x="17375" y="20221"/>
                  </a:lnTo>
                  <a:lnTo>
                    <a:pt x="16366" y="20120"/>
                  </a:lnTo>
                  <a:lnTo>
                    <a:pt x="15377" y="20080"/>
                  </a:lnTo>
                  <a:lnTo>
                    <a:pt x="14409" y="20080"/>
                  </a:lnTo>
                  <a:lnTo>
                    <a:pt x="13460" y="20140"/>
                  </a:lnTo>
                  <a:lnTo>
                    <a:pt x="12532" y="20241"/>
                  </a:lnTo>
                  <a:lnTo>
                    <a:pt x="12007" y="20322"/>
                  </a:lnTo>
                  <a:lnTo>
                    <a:pt x="11503" y="20403"/>
                  </a:lnTo>
                  <a:lnTo>
                    <a:pt x="10978" y="20524"/>
                  </a:lnTo>
                  <a:lnTo>
                    <a:pt x="10474" y="20645"/>
                  </a:lnTo>
                  <a:lnTo>
                    <a:pt x="9989" y="20786"/>
                  </a:lnTo>
                  <a:lnTo>
                    <a:pt x="9505" y="20927"/>
                  </a:lnTo>
                  <a:lnTo>
                    <a:pt x="9021" y="21109"/>
                  </a:lnTo>
                  <a:lnTo>
                    <a:pt x="8556" y="21291"/>
                  </a:lnTo>
                  <a:lnTo>
                    <a:pt x="8092" y="21492"/>
                  </a:lnTo>
                  <a:lnTo>
                    <a:pt x="7648" y="21694"/>
                  </a:lnTo>
                  <a:lnTo>
                    <a:pt x="7204" y="21916"/>
                  </a:lnTo>
                  <a:lnTo>
                    <a:pt x="6781" y="22158"/>
                  </a:lnTo>
                  <a:lnTo>
                    <a:pt x="6377" y="22421"/>
                  </a:lnTo>
                  <a:lnTo>
                    <a:pt x="5973" y="22683"/>
                  </a:lnTo>
                  <a:lnTo>
                    <a:pt x="5590" y="22965"/>
                  </a:lnTo>
                  <a:lnTo>
                    <a:pt x="5207" y="23268"/>
                  </a:lnTo>
                  <a:lnTo>
                    <a:pt x="4924" y="23490"/>
                  </a:lnTo>
                  <a:lnTo>
                    <a:pt x="4641" y="23692"/>
                  </a:lnTo>
                  <a:lnTo>
                    <a:pt x="4359" y="23853"/>
                  </a:lnTo>
                  <a:lnTo>
                    <a:pt x="4076" y="23995"/>
                  </a:lnTo>
                  <a:lnTo>
                    <a:pt x="3935" y="24055"/>
                  </a:lnTo>
                  <a:lnTo>
                    <a:pt x="3814" y="24096"/>
                  </a:lnTo>
                  <a:lnTo>
                    <a:pt x="3673" y="24116"/>
                  </a:lnTo>
                  <a:lnTo>
                    <a:pt x="3411" y="24116"/>
                  </a:lnTo>
                  <a:lnTo>
                    <a:pt x="3269" y="24096"/>
                  </a:lnTo>
                  <a:lnTo>
                    <a:pt x="3148" y="24035"/>
                  </a:lnTo>
                  <a:lnTo>
                    <a:pt x="3027" y="23974"/>
                  </a:lnTo>
                  <a:lnTo>
                    <a:pt x="2886" y="23853"/>
                  </a:lnTo>
                  <a:lnTo>
                    <a:pt x="2745" y="23712"/>
                  </a:lnTo>
                  <a:lnTo>
                    <a:pt x="2644" y="23551"/>
                  </a:lnTo>
                  <a:lnTo>
                    <a:pt x="2583" y="23389"/>
                  </a:lnTo>
                  <a:lnTo>
                    <a:pt x="2523" y="23208"/>
                  </a:lnTo>
                  <a:lnTo>
                    <a:pt x="2462" y="23026"/>
                  </a:lnTo>
                  <a:lnTo>
                    <a:pt x="2422" y="22683"/>
                  </a:lnTo>
                  <a:lnTo>
                    <a:pt x="2381" y="22300"/>
                  </a:lnTo>
                  <a:lnTo>
                    <a:pt x="2341" y="21936"/>
                  </a:lnTo>
                  <a:lnTo>
                    <a:pt x="2321" y="21169"/>
                  </a:lnTo>
                  <a:lnTo>
                    <a:pt x="2341" y="20403"/>
                  </a:lnTo>
                  <a:lnTo>
                    <a:pt x="2361" y="19656"/>
                  </a:lnTo>
                  <a:lnTo>
                    <a:pt x="2402" y="18546"/>
                  </a:lnTo>
                  <a:lnTo>
                    <a:pt x="2402" y="17638"/>
                  </a:lnTo>
                  <a:lnTo>
                    <a:pt x="2361" y="16710"/>
                  </a:lnTo>
                  <a:lnTo>
                    <a:pt x="2301" y="15802"/>
                  </a:lnTo>
                  <a:lnTo>
                    <a:pt x="2200" y="14914"/>
                  </a:lnTo>
                  <a:lnTo>
                    <a:pt x="2079" y="14006"/>
                  </a:lnTo>
                  <a:lnTo>
                    <a:pt x="1917" y="13118"/>
                  </a:lnTo>
                  <a:lnTo>
                    <a:pt x="1715" y="12230"/>
                  </a:lnTo>
                  <a:lnTo>
                    <a:pt x="1493" y="11342"/>
                  </a:lnTo>
                  <a:lnTo>
                    <a:pt x="1271" y="10575"/>
                  </a:lnTo>
                  <a:lnTo>
                    <a:pt x="1029" y="9828"/>
                  </a:lnTo>
                  <a:lnTo>
                    <a:pt x="767" y="8940"/>
                  </a:lnTo>
                  <a:lnTo>
                    <a:pt x="505" y="8032"/>
                  </a:lnTo>
                  <a:lnTo>
                    <a:pt x="404" y="7588"/>
                  </a:lnTo>
                  <a:lnTo>
                    <a:pt x="303" y="7124"/>
                  </a:lnTo>
                  <a:lnTo>
                    <a:pt x="202" y="6660"/>
                  </a:lnTo>
                  <a:lnTo>
                    <a:pt x="141" y="6196"/>
                  </a:lnTo>
                  <a:lnTo>
                    <a:pt x="101" y="5853"/>
                  </a:lnTo>
                  <a:lnTo>
                    <a:pt x="81" y="5469"/>
                  </a:lnTo>
                  <a:lnTo>
                    <a:pt x="81" y="5086"/>
                  </a:lnTo>
                  <a:lnTo>
                    <a:pt x="101" y="4682"/>
                  </a:lnTo>
                  <a:lnTo>
                    <a:pt x="121" y="4279"/>
                  </a:lnTo>
                  <a:lnTo>
                    <a:pt x="162" y="3855"/>
                  </a:lnTo>
                  <a:lnTo>
                    <a:pt x="242" y="3451"/>
                  </a:lnTo>
                  <a:lnTo>
                    <a:pt x="323" y="3048"/>
                  </a:lnTo>
                  <a:lnTo>
                    <a:pt x="424" y="2664"/>
                  </a:lnTo>
                  <a:lnTo>
                    <a:pt x="565" y="2301"/>
                  </a:lnTo>
                  <a:lnTo>
                    <a:pt x="727" y="1958"/>
                  </a:lnTo>
                  <a:lnTo>
                    <a:pt x="928" y="1655"/>
                  </a:lnTo>
                  <a:lnTo>
                    <a:pt x="1130" y="1373"/>
                  </a:lnTo>
                  <a:lnTo>
                    <a:pt x="1251" y="1252"/>
                  </a:lnTo>
                  <a:lnTo>
                    <a:pt x="1393" y="1151"/>
                  </a:lnTo>
                  <a:lnTo>
                    <a:pt x="1514" y="1050"/>
                  </a:lnTo>
                  <a:lnTo>
                    <a:pt x="1655" y="949"/>
                  </a:lnTo>
                  <a:lnTo>
                    <a:pt x="1816" y="888"/>
                  </a:lnTo>
                  <a:lnTo>
                    <a:pt x="1978" y="828"/>
                  </a:lnTo>
                  <a:lnTo>
                    <a:pt x="2280" y="727"/>
                  </a:lnTo>
                  <a:lnTo>
                    <a:pt x="2603" y="666"/>
                  </a:lnTo>
                  <a:lnTo>
                    <a:pt x="2946" y="606"/>
                  </a:lnTo>
                  <a:lnTo>
                    <a:pt x="3289" y="566"/>
                  </a:lnTo>
                  <a:lnTo>
                    <a:pt x="3996" y="525"/>
                  </a:lnTo>
                  <a:lnTo>
                    <a:pt x="4702" y="505"/>
                  </a:lnTo>
                  <a:lnTo>
                    <a:pt x="5287" y="485"/>
                  </a:lnTo>
                  <a:lnTo>
                    <a:pt x="5852" y="445"/>
                  </a:lnTo>
                  <a:lnTo>
                    <a:pt x="8012" y="303"/>
                  </a:lnTo>
                  <a:lnTo>
                    <a:pt x="10009" y="182"/>
                  </a:lnTo>
                  <a:lnTo>
                    <a:pt x="11200" y="142"/>
                  </a:lnTo>
                  <a:lnTo>
                    <a:pt x="12391" y="101"/>
                  </a:lnTo>
                  <a:lnTo>
                    <a:pt x="13521" y="81"/>
                  </a:lnTo>
                  <a:lnTo>
                    <a:pt x="14651" y="81"/>
                  </a:lnTo>
                  <a:lnTo>
                    <a:pt x="15741" y="101"/>
                  </a:lnTo>
                  <a:lnTo>
                    <a:pt x="16790" y="122"/>
                  </a:lnTo>
                  <a:lnTo>
                    <a:pt x="17839" y="182"/>
                  </a:lnTo>
                  <a:lnTo>
                    <a:pt x="18868" y="243"/>
                  </a:lnTo>
                  <a:lnTo>
                    <a:pt x="19857" y="323"/>
                  </a:lnTo>
                  <a:lnTo>
                    <a:pt x="20826" y="404"/>
                  </a:lnTo>
                  <a:lnTo>
                    <a:pt x="21795" y="525"/>
                  </a:lnTo>
                  <a:lnTo>
                    <a:pt x="22723" y="666"/>
                  </a:lnTo>
                  <a:lnTo>
                    <a:pt x="23651" y="808"/>
                  </a:lnTo>
                  <a:lnTo>
                    <a:pt x="24559" y="969"/>
                  </a:lnTo>
                  <a:lnTo>
                    <a:pt x="25447" y="1151"/>
                  </a:lnTo>
                  <a:lnTo>
                    <a:pt x="26335" y="1353"/>
                  </a:lnTo>
                  <a:lnTo>
                    <a:pt x="27082" y="1534"/>
                  </a:lnTo>
                  <a:lnTo>
                    <a:pt x="27828" y="1756"/>
                  </a:lnTo>
                  <a:lnTo>
                    <a:pt x="28575" y="2019"/>
                  </a:lnTo>
                  <a:lnTo>
                    <a:pt x="28958" y="2160"/>
                  </a:lnTo>
                  <a:lnTo>
                    <a:pt x="29322" y="2321"/>
                  </a:lnTo>
                  <a:lnTo>
                    <a:pt x="29665" y="2503"/>
                  </a:lnTo>
                  <a:lnTo>
                    <a:pt x="30028" y="2684"/>
                  </a:lnTo>
                  <a:lnTo>
                    <a:pt x="30371" y="2886"/>
                  </a:lnTo>
                  <a:lnTo>
                    <a:pt x="30694" y="3108"/>
                  </a:lnTo>
                  <a:lnTo>
                    <a:pt x="30997" y="3350"/>
                  </a:lnTo>
                  <a:lnTo>
                    <a:pt x="31299" y="3613"/>
                  </a:lnTo>
                  <a:lnTo>
                    <a:pt x="31582" y="3895"/>
                  </a:lnTo>
                  <a:lnTo>
                    <a:pt x="31844" y="4198"/>
                  </a:lnTo>
                  <a:lnTo>
                    <a:pt x="32086" y="4521"/>
                  </a:lnTo>
                  <a:lnTo>
                    <a:pt x="32288" y="4844"/>
                  </a:lnTo>
                  <a:lnTo>
                    <a:pt x="32470" y="5167"/>
                  </a:lnTo>
                  <a:lnTo>
                    <a:pt x="32631" y="5490"/>
                  </a:lnTo>
                  <a:lnTo>
                    <a:pt x="32772" y="5833"/>
                  </a:lnTo>
                  <a:lnTo>
                    <a:pt x="32894" y="6176"/>
                  </a:lnTo>
                  <a:lnTo>
                    <a:pt x="33015" y="6519"/>
                  </a:lnTo>
                  <a:lnTo>
                    <a:pt x="33095" y="6862"/>
                  </a:lnTo>
                  <a:lnTo>
                    <a:pt x="33156" y="7205"/>
                  </a:lnTo>
                  <a:lnTo>
                    <a:pt x="33216" y="7548"/>
                  </a:lnTo>
                  <a:lnTo>
                    <a:pt x="33277" y="8214"/>
                  </a:lnTo>
                  <a:lnTo>
                    <a:pt x="33317" y="8860"/>
                  </a:lnTo>
                  <a:lnTo>
                    <a:pt x="33297" y="9445"/>
                  </a:lnTo>
                  <a:lnTo>
                    <a:pt x="33277" y="9949"/>
                  </a:lnTo>
                  <a:lnTo>
                    <a:pt x="33216" y="10454"/>
                  </a:lnTo>
                  <a:lnTo>
                    <a:pt x="33156" y="10938"/>
                  </a:lnTo>
                  <a:lnTo>
                    <a:pt x="33095" y="11443"/>
                  </a:lnTo>
                  <a:lnTo>
                    <a:pt x="32914" y="12431"/>
                  </a:lnTo>
                  <a:lnTo>
                    <a:pt x="32732" y="13420"/>
                  </a:lnTo>
                  <a:lnTo>
                    <a:pt x="32450" y="14954"/>
                  </a:lnTo>
                  <a:lnTo>
                    <a:pt x="32288" y="15923"/>
                  </a:lnTo>
                  <a:lnTo>
                    <a:pt x="32167" y="16710"/>
                  </a:lnTo>
                  <a:lnTo>
                    <a:pt x="32026" y="17497"/>
                  </a:lnTo>
                  <a:lnTo>
                    <a:pt x="31844" y="18284"/>
                  </a:lnTo>
                  <a:lnTo>
                    <a:pt x="31743" y="18667"/>
                  </a:lnTo>
                  <a:lnTo>
                    <a:pt x="31622" y="19051"/>
                  </a:lnTo>
                  <a:lnTo>
                    <a:pt x="31481" y="19454"/>
                  </a:lnTo>
                  <a:lnTo>
                    <a:pt x="31319" y="19898"/>
                  </a:lnTo>
                  <a:lnTo>
                    <a:pt x="31098" y="20342"/>
                  </a:lnTo>
                  <a:lnTo>
                    <a:pt x="30835" y="20806"/>
                  </a:lnTo>
                  <a:lnTo>
                    <a:pt x="30553" y="21250"/>
                  </a:lnTo>
                  <a:lnTo>
                    <a:pt x="30371" y="21472"/>
                  </a:lnTo>
                  <a:lnTo>
                    <a:pt x="30210" y="21674"/>
                  </a:lnTo>
                  <a:lnTo>
                    <a:pt x="30008" y="21876"/>
                  </a:lnTo>
                  <a:lnTo>
                    <a:pt x="29806" y="22078"/>
                  </a:lnTo>
                  <a:lnTo>
                    <a:pt x="29584" y="22259"/>
                  </a:lnTo>
                  <a:lnTo>
                    <a:pt x="29362" y="22441"/>
                  </a:lnTo>
                  <a:lnTo>
                    <a:pt x="29402" y="22501"/>
                  </a:lnTo>
                  <a:lnTo>
                    <a:pt x="29766" y="22219"/>
                  </a:lnTo>
                  <a:lnTo>
                    <a:pt x="30129" y="21876"/>
                  </a:lnTo>
                  <a:lnTo>
                    <a:pt x="30452" y="21513"/>
                  </a:lnTo>
                  <a:lnTo>
                    <a:pt x="30754" y="21089"/>
                  </a:lnTo>
                  <a:lnTo>
                    <a:pt x="31037" y="20645"/>
                  </a:lnTo>
                  <a:lnTo>
                    <a:pt x="31279" y="20160"/>
                  </a:lnTo>
                  <a:lnTo>
                    <a:pt x="31501" y="19636"/>
                  </a:lnTo>
                  <a:lnTo>
                    <a:pt x="31703" y="19071"/>
                  </a:lnTo>
                  <a:lnTo>
                    <a:pt x="31824" y="18687"/>
                  </a:lnTo>
                  <a:lnTo>
                    <a:pt x="31925" y="18304"/>
                  </a:lnTo>
                  <a:lnTo>
                    <a:pt x="32086" y="17517"/>
                  </a:lnTo>
                  <a:lnTo>
                    <a:pt x="32248" y="16730"/>
                  </a:lnTo>
                  <a:lnTo>
                    <a:pt x="32369" y="15943"/>
                  </a:lnTo>
                  <a:lnTo>
                    <a:pt x="32530" y="14954"/>
                  </a:lnTo>
                  <a:lnTo>
                    <a:pt x="32813" y="13440"/>
                  </a:lnTo>
                  <a:lnTo>
                    <a:pt x="32994" y="12452"/>
                  </a:lnTo>
                  <a:lnTo>
                    <a:pt x="33176" y="11463"/>
                  </a:lnTo>
                  <a:lnTo>
                    <a:pt x="33237" y="10958"/>
                  </a:lnTo>
                  <a:lnTo>
                    <a:pt x="33297" y="10454"/>
                  </a:lnTo>
                  <a:lnTo>
                    <a:pt x="33358" y="9949"/>
                  </a:lnTo>
                  <a:lnTo>
                    <a:pt x="33378" y="9445"/>
                  </a:lnTo>
                  <a:lnTo>
                    <a:pt x="33398" y="8860"/>
                  </a:lnTo>
                  <a:lnTo>
                    <a:pt x="33358" y="8214"/>
                  </a:lnTo>
                  <a:lnTo>
                    <a:pt x="33337" y="7871"/>
                  </a:lnTo>
                  <a:lnTo>
                    <a:pt x="33297" y="7548"/>
                  </a:lnTo>
                  <a:lnTo>
                    <a:pt x="33237" y="7205"/>
                  </a:lnTo>
                  <a:lnTo>
                    <a:pt x="33176" y="6842"/>
                  </a:lnTo>
                  <a:lnTo>
                    <a:pt x="33075" y="6499"/>
                  </a:lnTo>
                  <a:lnTo>
                    <a:pt x="32974" y="6155"/>
                  </a:lnTo>
                  <a:lnTo>
                    <a:pt x="32853" y="5812"/>
                  </a:lnTo>
                  <a:lnTo>
                    <a:pt x="32712" y="5469"/>
                  </a:lnTo>
                  <a:lnTo>
                    <a:pt x="32550" y="5126"/>
                  </a:lnTo>
                  <a:lnTo>
                    <a:pt x="32369" y="4783"/>
                  </a:lnTo>
                  <a:lnTo>
                    <a:pt x="32147" y="4460"/>
                  </a:lnTo>
                  <a:lnTo>
                    <a:pt x="31925" y="4158"/>
                  </a:lnTo>
                  <a:lnTo>
                    <a:pt x="31642" y="3855"/>
                  </a:lnTo>
                  <a:lnTo>
                    <a:pt x="31360" y="3552"/>
                  </a:lnTo>
                  <a:lnTo>
                    <a:pt x="31057" y="3290"/>
                  </a:lnTo>
                  <a:lnTo>
                    <a:pt x="30734" y="3048"/>
                  </a:lnTo>
                  <a:lnTo>
                    <a:pt x="30411" y="2826"/>
                  </a:lnTo>
                  <a:lnTo>
                    <a:pt x="30068" y="2624"/>
                  </a:lnTo>
                  <a:lnTo>
                    <a:pt x="29725" y="2422"/>
                  </a:lnTo>
                  <a:lnTo>
                    <a:pt x="29362" y="2241"/>
                  </a:lnTo>
                  <a:lnTo>
                    <a:pt x="28979" y="2079"/>
                  </a:lnTo>
                  <a:lnTo>
                    <a:pt x="28615" y="1938"/>
                  </a:lnTo>
                  <a:lnTo>
                    <a:pt x="27849" y="1675"/>
                  </a:lnTo>
                  <a:lnTo>
                    <a:pt x="27102" y="1454"/>
                  </a:lnTo>
                  <a:lnTo>
                    <a:pt x="26355" y="1272"/>
                  </a:lnTo>
                  <a:lnTo>
                    <a:pt x="25467" y="1070"/>
                  </a:lnTo>
                  <a:lnTo>
                    <a:pt x="24579" y="888"/>
                  </a:lnTo>
                  <a:lnTo>
                    <a:pt x="23671" y="727"/>
                  </a:lnTo>
                  <a:lnTo>
                    <a:pt x="22743" y="586"/>
                  </a:lnTo>
                  <a:lnTo>
                    <a:pt x="21795" y="445"/>
                  </a:lnTo>
                  <a:lnTo>
                    <a:pt x="20846" y="344"/>
                  </a:lnTo>
                  <a:lnTo>
                    <a:pt x="19857" y="243"/>
                  </a:lnTo>
                  <a:lnTo>
                    <a:pt x="18868" y="162"/>
                  </a:lnTo>
                  <a:lnTo>
                    <a:pt x="17839" y="101"/>
                  </a:lnTo>
                  <a:lnTo>
                    <a:pt x="16810" y="41"/>
                  </a:lnTo>
                  <a:lnTo>
                    <a:pt x="15741" y="21"/>
                  </a:lnTo>
                  <a:lnTo>
                    <a:pt x="1465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flipH="1">
              <a:off x="-3224708" y="-4984335"/>
              <a:ext cx="1754433" cy="1582965"/>
            </a:xfrm>
            <a:custGeom>
              <a:rect b="b" l="l" r="r" t="t"/>
              <a:pathLst>
                <a:path extrusionOk="0" h="28314" w="31381">
                  <a:moveTo>
                    <a:pt x="3310" y="0"/>
                  </a:moveTo>
                  <a:lnTo>
                    <a:pt x="1938" y="121"/>
                  </a:lnTo>
                  <a:lnTo>
                    <a:pt x="1554" y="162"/>
                  </a:lnTo>
                  <a:lnTo>
                    <a:pt x="1231" y="222"/>
                  </a:lnTo>
                  <a:lnTo>
                    <a:pt x="989" y="303"/>
                  </a:lnTo>
                  <a:lnTo>
                    <a:pt x="868" y="343"/>
                  </a:lnTo>
                  <a:lnTo>
                    <a:pt x="787" y="404"/>
                  </a:lnTo>
                  <a:lnTo>
                    <a:pt x="687" y="485"/>
                  </a:lnTo>
                  <a:lnTo>
                    <a:pt x="626" y="565"/>
                  </a:lnTo>
                  <a:lnTo>
                    <a:pt x="545" y="666"/>
                  </a:lnTo>
                  <a:lnTo>
                    <a:pt x="485" y="787"/>
                  </a:lnTo>
                  <a:lnTo>
                    <a:pt x="384" y="1070"/>
                  </a:lnTo>
                  <a:lnTo>
                    <a:pt x="283" y="1453"/>
                  </a:lnTo>
                  <a:lnTo>
                    <a:pt x="162" y="2180"/>
                  </a:lnTo>
                  <a:lnTo>
                    <a:pt x="61" y="2926"/>
                  </a:lnTo>
                  <a:lnTo>
                    <a:pt x="21" y="3693"/>
                  </a:lnTo>
                  <a:lnTo>
                    <a:pt x="0" y="4501"/>
                  </a:lnTo>
                  <a:lnTo>
                    <a:pt x="21" y="5247"/>
                  </a:lnTo>
                  <a:lnTo>
                    <a:pt x="61" y="5974"/>
                  </a:lnTo>
                  <a:lnTo>
                    <a:pt x="122" y="6700"/>
                  </a:lnTo>
                  <a:lnTo>
                    <a:pt x="202" y="7447"/>
                  </a:lnTo>
                  <a:lnTo>
                    <a:pt x="303" y="8193"/>
                  </a:lnTo>
                  <a:lnTo>
                    <a:pt x="424" y="8940"/>
                  </a:lnTo>
                  <a:lnTo>
                    <a:pt x="666" y="10514"/>
                  </a:lnTo>
                  <a:lnTo>
                    <a:pt x="909" y="11826"/>
                  </a:lnTo>
                  <a:lnTo>
                    <a:pt x="1534" y="15559"/>
                  </a:lnTo>
                  <a:lnTo>
                    <a:pt x="1837" y="17436"/>
                  </a:lnTo>
                  <a:lnTo>
                    <a:pt x="2099" y="19333"/>
                  </a:lnTo>
                  <a:lnTo>
                    <a:pt x="2341" y="21230"/>
                  </a:lnTo>
                  <a:lnTo>
                    <a:pt x="2442" y="22198"/>
                  </a:lnTo>
                  <a:lnTo>
                    <a:pt x="2543" y="23147"/>
                  </a:lnTo>
                  <a:lnTo>
                    <a:pt x="2604" y="24095"/>
                  </a:lnTo>
                  <a:lnTo>
                    <a:pt x="2684" y="25044"/>
                  </a:lnTo>
                  <a:lnTo>
                    <a:pt x="2725" y="26013"/>
                  </a:lnTo>
                  <a:lnTo>
                    <a:pt x="2745" y="26961"/>
                  </a:lnTo>
                  <a:lnTo>
                    <a:pt x="2765" y="27143"/>
                  </a:lnTo>
                  <a:lnTo>
                    <a:pt x="2785" y="27304"/>
                  </a:lnTo>
                  <a:lnTo>
                    <a:pt x="2826" y="27486"/>
                  </a:lnTo>
                  <a:lnTo>
                    <a:pt x="2866" y="27667"/>
                  </a:lnTo>
                  <a:lnTo>
                    <a:pt x="2927" y="27829"/>
                  </a:lnTo>
                  <a:lnTo>
                    <a:pt x="3007" y="27970"/>
                  </a:lnTo>
                  <a:lnTo>
                    <a:pt x="3108" y="28091"/>
                  </a:lnTo>
                  <a:lnTo>
                    <a:pt x="3209" y="28192"/>
                  </a:lnTo>
                  <a:lnTo>
                    <a:pt x="3290" y="28253"/>
                  </a:lnTo>
                  <a:lnTo>
                    <a:pt x="3371" y="28273"/>
                  </a:lnTo>
                  <a:lnTo>
                    <a:pt x="3451" y="28313"/>
                  </a:lnTo>
                  <a:lnTo>
                    <a:pt x="3532" y="28313"/>
                  </a:lnTo>
                  <a:lnTo>
                    <a:pt x="3673" y="28293"/>
                  </a:lnTo>
                  <a:lnTo>
                    <a:pt x="3754" y="28273"/>
                  </a:lnTo>
                  <a:lnTo>
                    <a:pt x="3835" y="28232"/>
                  </a:lnTo>
                  <a:lnTo>
                    <a:pt x="3956" y="28131"/>
                  </a:lnTo>
                  <a:lnTo>
                    <a:pt x="4077" y="28031"/>
                  </a:lnTo>
                  <a:lnTo>
                    <a:pt x="4178" y="27909"/>
                  </a:lnTo>
                  <a:lnTo>
                    <a:pt x="4380" y="27667"/>
                  </a:lnTo>
                  <a:lnTo>
                    <a:pt x="5126" y="26820"/>
                  </a:lnTo>
                  <a:lnTo>
                    <a:pt x="5510" y="26396"/>
                  </a:lnTo>
                  <a:lnTo>
                    <a:pt x="5893" y="25992"/>
                  </a:lnTo>
                  <a:lnTo>
                    <a:pt x="6297" y="25589"/>
                  </a:lnTo>
                  <a:lnTo>
                    <a:pt x="6700" y="25205"/>
                  </a:lnTo>
                  <a:lnTo>
                    <a:pt x="7124" y="24842"/>
                  </a:lnTo>
                  <a:lnTo>
                    <a:pt x="7588" y="24499"/>
                  </a:lnTo>
                  <a:lnTo>
                    <a:pt x="8012" y="24196"/>
                  </a:lnTo>
                  <a:lnTo>
                    <a:pt x="8476" y="23914"/>
                  </a:lnTo>
                  <a:lnTo>
                    <a:pt x="8940" y="23651"/>
                  </a:lnTo>
                  <a:lnTo>
                    <a:pt x="9445" y="23409"/>
                  </a:lnTo>
                  <a:lnTo>
                    <a:pt x="9949" y="23187"/>
                  </a:lnTo>
                  <a:lnTo>
                    <a:pt x="10474" y="22985"/>
                  </a:lnTo>
                  <a:lnTo>
                    <a:pt x="11039" y="22804"/>
                  </a:lnTo>
                  <a:lnTo>
                    <a:pt x="11604" y="22642"/>
                  </a:lnTo>
                  <a:lnTo>
                    <a:pt x="12209" y="22501"/>
                  </a:lnTo>
                  <a:lnTo>
                    <a:pt x="12815" y="22380"/>
                  </a:lnTo>
                  <a:lnTo>
                    <a:pt x="13440" y="22279"/>
                  </a:lnTo>
                  <a:lnTo>
                    <a:pt x="14086" y="22219"/>
                  </a:lnTo>
                  <a:lnTo>
                    <a:pt x="14752" y="22158"/>
                  </a:lnTo>
                  <a:lnTo>
                    <a:pt x="15438" y="22118"/>
                  </a:lnTo>
                  <a:lnTo>
                    <a:pt x="16144" y="22098"/>
                  </a:lnTo>
                  <a:lnTo>
                    <a:pt x="16871" y="22098"/>
                  </a:lnTo>
                  <a:lnTo>
                    <a:pt x="18082" y="22138"/>
                  </a:lnTo>
                  <a:lnTo>
                    <a:pt x="19293" y="22219"/>
                  </a:lnTo>
                  <a:lnTo>
                    <a:pt x="20503" y="22320"/>
                  </a:lnTo>
                  <a:lnTo>
                    <a:pt x="21694" y="22441"/>
                  </a:lnTo>
                  <a:lnTo>
                    <a:pt x="22905" y="22562"/>
                  </a:lnTo>
                  <a:lnTo>
                    <a:pt x="24156" y="22663"/>
                  </a:lnTo>
                  <a:lnTo>
                    <a:pt x="25387" y="22743"/>
                  </a:lnTo>
                  <a:lnTo>
                    <a:pt x="26638" y="22784"/>
                  </a:lnTo>
                  <a:lnTo>
                    <a:pt x="27788" y="22784"/>
                  </a:lnTo>
                  <a:lnTo>
                    <a:pt x="28414" y="22723"/>
                  </a:lnTo>
                  <a:lnTo>
                    <a:pt x="29019" y="22642"/>
                  </a:lnTo>
                  <a:lnTo>
                    <a:pt x="29342" y="22582"/>
                  </a:lnTo>
                  <a:lnTo>
                    <a:pt x="29645" y="22501"/>
                  </a:lnTo>
                  <a:lnTo>
                    <a:pt x="29948" y="22420"/>
                  </a:lnTo>
                  <a:lnTo>
                    <a:pt x="30250" y="22320"/>
                  </a:lnTo>
                  <a:lnTo>
                    <a:pt x="30533" y="22198"/>
                  </a:lnTo>
                  <a:lnTo>
                    <a:pt x="30836" y="22057"/>
                  </a:lnTo>
                  <a:lnTo>
                    <a:pt x="31118" y="21896"/>
                  </a:lnTo>
                  <a:lnTo>
                    <a:pt x="31380" y="21734"/>
                  </a:lnTo>
                  <a:lnTo>
                    <a:pt x="31340" y="21674"/>
                  </a:lnTo>
                  <a:lnTo>
                    <a:pt x="31037" y="21855"/>
                  </a:lnTo>
                  <a:lnTo>
                    <a:pt x="30674" y="22057"/>
                  </a:lnTo>
                  <a:lnTo>
                    <a:pt x="30250" y="22239"/>
                  </a:lnTo>
                  <a:lnTo>
                    <a:pt x="30008" y="22320"/>
                  </a:lnTo>
                  <a:lnTo>
                    <a:pt x="29746" y="22400"/>
                  </a:lnTo>
                  <a:lnTo>
                    <a:pt x="29463" y="22461"/>
                  </a:lnTo>
                  <a:lnTo>
                    <a:pt x="29140" y="22542"/>
                  </a:lnTo>
                  <a:lnTo>
                    <a:pt x="28797" y="22582"/>
                  </a:lnTo>
                  <a:lnTo>
                    <a:pt x="28434" y="22642"/>
                  </a:lnTo>
                  <a:lnTo>
                    <a:pt x="28031" y="22683"/>
                  </a:lnTo>
                  <a:lnTo>
                    <a:pt x="27607" y="22703"/>
                  </a:lnTo>
                  <a:lnTo>
                    <a:pt x="26638" y="22703"/>
                  </a:lnTo>
                  <a:lnTo>
                    <a:pt x="25387" y="22663"/>
                  </a:lnTo>
                  <a:lnTo>
                    <a:pt x="24156" y="22582"/>
                  </a:lnTo>
                  <a:lnTo>
                    <a:pt x="22925" y="22481"/>
                  </a:lnTo>
                  <a:lnTo>
                    <a:pt x="21694" y="22360"/>
                  </a:lnTo>
                  <a:lnTo>
                    <a:pt x="20503" y="22259"/>
                  </a:lnTo>
                  <a:lnTo>
                    <a:pt x="19293" y="22138"/>
                  </a:lnTo>
                  <a:lnTo>
                    <a:pt x="18082" y="22057"/>
                  </a:lnTo>
                  <a:lnTo>
                    <a:pt x="16871" y="22017"/>
                  </a:lnTo>
                  <a:lnTo>
                    <a:pt x="16144" y="22017"/>
                  </a:lnTo>
                  <a:lnTo>
                    <a:pt x="15438" y="22037"/>
                  </a:lnTo>
                  <a:lnTo>
                    <a:pt x="14752" y="22077"/>
                  </a:lnTo>
                  <a:lnTo>
                    <a:pt x="14086" y="22138"/>
                  </a:lnTo>
                  <a:lnTo>
                    <a:pt x="13420" y="22219"/>
                  </a:lnTo>
                  <a:lnTo>
                    <a:pt x="12795" y="22299"/>
                  </a:lnTo>
                  <a:lnTo>
                    <a:pt x="12189" y="22420"/>
                  </a:lnTo>
                  <a:lnTo>
                    <a:pt x="11584" y="22562"/>
                  </a:lnTo>
                  <a:lnTo>
                    <a:pt x="11019" y="22723"/>
                  </a:lnTo>
                  <a:lnTo>
                    <a:pt x="10454" y="22905"/>
                  </a:lnTo>
                  <a:lnTo>
                    <a:pt x="9909" y="23107"/>
                  </a:lnTo>
                  <a:lnTo>
                    <a:pt x="9404" y="23329"/>
                  </a:lnTo>
                  <a:lnTo>
                    <a:pt x="8900" y="23571"/>
                  </a:lnTo>
                  <a:lnTo>
                    <a:pt x="8416" y="23833"/>
                  </a:lnTo>
                  <a:lnTo>
                    <a:pt x="7972" y="24116"/>
                  </a:lnTo>
                  <a:lnTo>
                    <a:pt x="7528" y="24418"/>
                  </a:lnTo>
                  <a:lnTo>
                    <a:pt x="7084" y="24782"/>
                  </a:lnTo>
                  <a:lnTo>
                    <a:pt x="6660" y="25145"/>
                  </a:lnTo>
                  <a:lnTo>
                    <a:pt x="6236" y="25528"/>
                  </a:lnTo>
                  <a:lnTo>
                    <a:pt x="5832" y="25932"/>
                  </a:lnTo>
                  <a:lnTo>
                    <a:pt x="5449" y="26356"/>
                  </a:lnTo>
                  <a:lnTo>
                    <a:pt x="5066" y="26759"/>
                  </a:lnTo>
                  <a:lnTo>
                    <a:pt x="4319" y="27607"/>
                  </a:lnTo>
                  <a:lnTo>
                    <a:pt x="4117" y="27869"/>
                  </a:lnTo>
                  <a:lnTo>
                    <a:pt x="3996" y="27990"/>
                  </a:lnTo>
                  <a:lnTo>
                    <a:pt x="3895" y="28091"/>
                  </a:lnTo>
                  <a:lnTo>
                    <a:pt x="3774" y="28172"/>
                  </a:lnTo>
                  <a:lnTo>
                    <a:pt x="3653" y="28212"/>
                  </a:lnTo>
                  <a:lnTo>
                    <a:pt x="3552" y="28232"/>
                  </a:lnTo>
                  <a:lnTo>
                    <a:pt x="3451" y="28212"/>
                  </a:lnTo>
                  <a:lnTo>
                    <a:pt x="3350" y="28192"/>
                  </a:lnTo>
                  <a:lnTo>
                    <a:pt x="3270" y="28131"/>
                  </a:lnTo>
                  <a:lnTo>
                    <a:pt x="3169" y="28031"/>
                  </a:lnTo>
                  <a:lnTo>
                    <a:pt x="3068" y="27909"/>
                  </a:lnTo>
                  <a:lnTo>
                    <a:pt x="3007" y="27768"/>
                  </a:lnTo>
                  <a:lnTo>
                    <a:pt x="2947" y="27627"/>
                  </a:lnTo>
                  <a:lnTo>
                    <a:pt x="2906" y="27465"/>
                  </a:lnTo>
                  <a:lnTo>
                    <a:pt x="2866" y="27284"/>
                  </a:lnTo>
                  <a:lnTo>
                    <a:pt x="2826" y="26961"/>
                  </a:lnTo>
                  <a:lnTo>
                    <a:pt x="2805" y="26013"/>
                  </a:lnTo>
                  <a:lnTo>
                    <a:pt x="2765" y="25044"/>
                  </a:lnTo>
                  <a:lnTo>
                    <a:pt x="2684" y="24095"/>
                  </a:lnTo>
                  <a:lnTo>
                    <a:pt x="2624" y="23147"/>
                  </a:lnTo>
                  <a:lnTo>
                    <a:pt x="2523" y="22178"/>
                  </a:lnTo>
                  <a:lnTo>
                    <a:pt x="2422" y="21230"/>
                  </a:lnTo>
                  <a:lnTo>
                    <a:pt x="2180" y="19333"/>
                  </a:lnTo>
                  <a:lnTo>
                    <a:pt x="1918" y="17436"/>
                  </a:lnTo>
                  <a:lnTo>
                    <a:pt x="1615" y="15539"/>
                  </a:lnTo>
                  <a:lnTo>
                    <a:pt x="989" y="11806"/>
                  </a:lnTo>
                  <a:lnTo>
                    <a:pt x="747" y="10494"/>
                  </a:lnTo>
                  <a:lnTo>
                    <a:pt x="505" y="8940"/>
                  </a:lnTo>
                  <a:lnTo>
                    <a:pt x="384" y="8173"/>
                  </a:lnTo>
                  <a:lnTo>
                    <a:pt x="283" y="7447"/>
                  </a:lnTo>
                  <a:lnTo>
                    <a:pt x="202" y="6700"/>
                  </a:lnTo>
                  <a:lnTo>
                    <a:pt x="142" y="5974"/>
                  </a:lnTo>
                  <a:lnTo>
                    <a:pt x="101" y="5247"/>
                  </a:lnTo>
                  <a:lnTo>
                    <a:pt x="81" y="4501"/>
                  </a:lnTo>
                  <a:lnTo>
                    <a:pt x="101" y="3693"/>
                  </a:lnTo>
                  <a:lnTo>
                    <a:pt x="142" y="2926"/>
                  </a:lnTo>
                  <a:lnTo>
                    <a:pt x="243" y="2180"/>
                  </a:lnTo>
                  <a:lnTo>
                    <a:pt x="364" y="1474"/>
                  </a:lnTo>
                  <a:lnTo>
                    <a:pt x="444" y="1110"/>
                  </a:lnTo>
                  <a:lnTo>
                    <a:pt x="545" y="828"/>
                  </a:lnTo>
                  <a:lnTo>
                    <a:pt x="606" y="707"/>
                  </a:lnTo>
                  <a:lnTo>
                    <a:pt x="666" y="626"/>
                  </a:lnTo>
                  <a:lnTo>
                    <a:pt x="747" y="545"/>
                  </a:lnTo>
                  <a:lnTo>
                    <a:pt x="828" y="465"/>
                  </a:lnTo>
                  <a:lnTo>
                    <a:pt x="909" y="404"/>
                  </a:lnTo>
                  <a:lnTo>
                    <a:pt x="1009" y="364"/>
                  </a:lnTo>
                  <a:lnTo>
                    <a:pt x="1252" y="303"/>
                  </a:lnTo>
                  <a:lnTo>
                    <a:pt x="1574" y="243"/>
                  </a:lnTo>
                  <a:lnTo>
                    <a:pt x="1958" y="202"/>
                  </a:lnTo>
                  <a:lnTo>
                    <a:pt x="3310" y="81"/>
                  </a:lnTo>
                  <a:lnTo>
                    <a:pt x="33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flipH="1">
              <a:off x="-3298053" y="-5040745"/>
              <a:ext cx="1571672" cy="1149682"/>
            </a:xfrm>
            <a:custGeom>
              <a:rect b="b" l="l" r="r" t="t"/>
              <a:pathLst>
                <a:path extrusionOk="0" h="20564" w="28112">
                  <a:moveTo>
                    <a:pt x="7083" y="81"/>
                  </a:moveTo>
                  <a:lnTo>
                    <a:pt x="8436" y="142"/>
                  </a:lnTo>
                  <a:lnTo>
                    <a:pt x="9767" y="202"/>
                  </a:lnTo>
                  <a:lnTo>
                    <a:pt x="12956" y="384"/>
                  </a:lnTo>
                  <a:lnTo>
                    <a:pt x="14550" y="485"/>
                  </a:lnTo>
                  <a:lnTo>
                    <a:pt x="16165" y="586"/>
                  </a:lnTo>
                  <a:lnTo>
                    <a:pt x="17779" y="727"/>
                  </a:lnTo>
                  <a:lnTo>
                    <a:pt x="19393" y="868"/>
                  </a:lnTo>
                  <a:lnTo>
                    <a:pt x="21008" y="1030"/>
                  </a:lnTo>
                  <a:lnTo>
                    <a:pt x="22602" y="1211"/>
                  </a:lnTo>
                  <a:lnTo>
                    <a:pt x="23248" y="1312"/>
                  </a:lnTo>
                  <a:lnTo>
                    <a:pt x="23873" y="1433"/>
                  </a:lnTo>
                  <a:lnTo>
                    <a:pt x="24499" y="1574"/>
                  </a:lnTo>
                  <a:lnTo>
                    <a:pt x="24781" y="1675"/>
                  </a:lnTo>
                  <a:lnTo>
                    <a:pt x="25084" y="1776"/>
                  </a:lnTo>
                  <a:lnTo>
                    <a:pt x="25346" y="1877"/>
                  </a:lnTo>
                  <a:lnTo>
                    <a:pt x="25629" y="2018"/>
                  </a:lnTo>
                  <a:lnTo>
                    <a:pt x="25871" y="2160"/>
                  </a:lnTo>
                  <a:lnTo>
                    <a:pt x="26113" y="2301"/>
                  </a:lnTo>
                  <a:lnTo>
                    <a:pt x="26355" y="2483"/>
                  </a:lnTo>
                  <a:lnTo>
                    <a:pt x="26557" y="2684"/>
                  </a:lnTo>
                  <a:lnTo>
                    <a:pt x="26759" y="2886"/>
                  </a:lnTo>
                  <a:lnTo>
                    <a:pt x="26941" y="3128"/>
                  </a:lnTo>
                  <a:lnTo>
                    <a:pt x="27082" y="3370"/>
                  </a:lnTo>
                  <a:lnTo>
                    <a:pt x="27203" y="3613"/>
                  </a:lnTo>
                  <a:lnTo>
                    <a:pt x="27304" y="3855"/>
                  </a:lnTo>
                  <a:lnTo>
                    <a:pt x="27405" y="4137"/>
                  </a:lnTo>
                  <a:lnTo>
                    <a:pt x="27486" y="4400"/>
                  </a:lnTo>
                  <a:lnTo>
                    <a:pt x="27546" y="4662"/>
                  </a:lnTo>
                  <a:lnTo>
                    <a:pt x="27667" y="5207"/>
                  </a:lnTo>
                  <a:lnTo>
                    <a:pt x="27748" y="5772"/>
                  </a:lnTo>
                  <a:lnTo>
                    <a:pt x="27829" y="6337"/>
                  </a:lnTo>
                  <a:lnTo>
                    <a:pt x="27909" y="6922"/>
                  </a:lnTo>
                  <a:lnTo>
                    <a:pt x="27950" y="7487"/>
                  </a:lnTo>
                  <a:lnTo>
                    <a:pt x="27990" y="8072"/>
                  </a:lnTo>
                  <a:lnTo>
                    <a:pt x="28030" y="8678"/>
                  </a:lnTo>
                  <a:lnTo>
                    <a:pt x="28030" y="9283"/>
                  </a:lnTo>
                  <a:lnTo>
                    <a:pt x="28030" y="9889"/>
                  </a:lnTo>
                  <a:lnTo>
                    <a:pt x="28010" y="10494"/>
                  </a:lnTo>
                  <a:lnTo>
                    <a:pt x="27990" y="11120"/>
                  </a:lnTo>
                  <a:lnTo>
                    <a:pt x="27950" y="11765"/>
                  </a:lnTo>
                  <a:lnTo>
                    <a:pt x="27889" y="12411"/>
                  </a:lnTo>
                  <a:lnTo>
                    <a:pt x="27829" y="13057"/>
                  </a:lnTo>
                  <a:lnTo>
                    <a:pt x="27748" y="13723"/>
                  </a:lnTo>
                  <a:lnTo>
                    <a:pt x="27526" y="15075"/>
                  </a:lnTo>
                  <a:lnTo>
                    <a:pt x="27405" y="15700"/>
                  </a:lnTo>
                  <a:lnTo>
                    <a:pt x="27344" y="16003"/>
                  </a:lnTo>
                  <a:lnTo>
                    <a:pt x="27264" y="16306"/>
                  </a:lnTo>
                  <a:lnTo>
                    <a:pt x="27142" y="16609"/>
                  </a:lnTo>
                  <a:lnTo>
                    <a:pt x="27021" y="16891"/>
                  </a:lnTo>
                  <a:lnTo>
                    <a:pt x="26880" y="17174"/>
                  </a:lnTo>
                  <a:lnTo>
                    <a:pt x="26698" y="17436"/>
                  </a:lnTo>
                  <a:lnTo>
                    <a:pt x="26577" y="17597"/>
                  </a:lnTo>
                  <a:lnTo>
                    <a:pt x="26436" y="17739"/>
                  </a:lnTo>
                  <a:lnTo>
                    <a:pt x="26275" y="17900"/>
                  </a:lnTo>
                  <a:lnTo>
                    <a:pt x="26113" y="18021"/>
                  </a:lnTo>
                  <a:lnTo>
                    <a:pt x="25932" y="18162"/>
                  </a:lnTo>
                  <a:lnTo>
                    <a:pt x="25750" y="18284"/>
                  </a:lnTo>
                  <a:lnTo>
                    <a:pt x="25548" y="18384"/>
                  </a:lnTo>
                  <a:lnTo>
                    <a:pt x="25326" y="18485"/>
                  </a:lnTo>
                  <a:lnTo>
                    <a:pt x="25104" y="18586"/>
                  </a:lnTo>
                  <a:lnTo>
                    <a:pt x="24862" y="18667"/>
                  </a:lnTo>
                  <a:lnTo>
                    <a:pt x="24337" y="18828"/>
                  </a:lnTo>
                  <a:lnTo>
                    <a:pt x="23772" y="18949"/>
                  </a:lnTo>
                  <a:lnTo>
                    <a:pt x="23147" y="19030"/>
                  </a:lnTo>
                  <a:lnTo>
                    <a:pt x="22299" y="19091"/>
                  </a:lnTo>
                  <a:lnTo>
                    <a:pt x="21452" y="19111"/>
                  </a:lnTo>
                  <a:lnTo>
                    <a:pt x="20604" y="19091"/>
                  </a:lnTo>
                  <a:lnTo>
                    <a:pt x="19757" y="19050"/>
                  </a:lnTo>
                  <a:lnTo>
                    <a:pt x="18909" y="18990"/>
                  </a:lnTo>
                  <a:lnTo>
                    <a:pt x="18061" y="18909"/>
                  </a:lnTo>
                  <a:lnTo>
                    <a:pt x="16386" y="18727"/>
                  </a:lnTo>
                  <a:lnTo>
                    <a:pt x="15277" y="18606"/>
                  </a:lnTo>
                  <a:lnTo>
                    <a:pt x="14187" y="18485"/>
                  </a:lnTo>
                  <a:lnTo>
                    <a:pt x="13077" y="18405"/>
                  </a:lnTo>
                  <a:lnTo>
                    <a:pt x="11987" y="18344"/>
                  </a:lnTo>
                  <a:lnTo>
                    <a:pt x="10877" y="18344"/>
                  </a:lnTo>
                  <a:lnTo>
                    <a:pt x="10332" y="18384"/>
                  </a:lnTo>
                  <a:lnTo>
                    <a:pt x="9788" y="18425"/>
                  </a:lnTo>
                  <a:lnTo>
                    <a:pt x="9243" y="18485"/>
                  </a:lnTo>
                  <a:lnTo>
                    <a:pt x="8698" y="18566"/>
                  </a:lnTo>
                  <a:lnTo>
                    <a:pt x="8153" y="18667"/>
                  </a:lnTo>
                  <a:lnTo>
                    <a:pt x="7608" y="18808"/>
                  </a:lnTo>
                  <a:lnTo>
                    <a:pt x="7184" y="18929"/>
                  </a:lnTo>
                  <a:lnTo>
                    <a:pt x="6761" y="19071"/>
                  </a:lnTo>
                  <a:lnTo>
                    <a:pt x="5933" y="19373"/>
                  </a:lnTo>
                  <a:lnTo>
                    <a:pt x="5126" y="19716"/>
                  </a:lnTo>
                  <a:lnTo>
                    <a:pt x="4319" y="20059"/>
                  </a:lnTo>
                  <a:lnTo>
                    <a:pt x="4117" y="20140"/>
                  </a:lnTo>
                  <a:lnTo>
                    <a:pt x="3693" y="20322"/>
                  </a:lnTo>
                  <a:lnTo>
                    <a:pt x="3491" y="20382"/>
                  </a:lnTo>
                  <a:lnTo>
                    <a:pt x="3269" y="20443"/>
                  </a:lnTo>
                  <a:lnTo>
                    <a:pt x="3068" y="20463"/>
                  </a:lnTo>
                  <a:lnTo>
                    <a:pt x="2866" y="20483"/>
                  </a:lnTo>
                  <a:lnTo>
                    <a:pt x="2664" y="20443"/>
                  </a:lnTo>
                  <a:lnTo>
                    <a:pt x="2462" y="20382"/>
                  </a:lnTo>
                  <a:lnTo>
                    <a:pt x="2301" y="20302"/>
                  </a:lnTo>
                  <a:lnTo>
                    <a:pt x="2139" y="20180"/>
                  </a:lnTo>
                  <a:lnTo>
                    <a:pt x="2018" y="20059"/>
                  </a:lnTo>
                  <a:lnTo>
                    <a:pt x="1917" y="19898"/>
                  </a:lnTo>
                  <a:lnTo>
                    <a:pt x="1817" y="19737"/>
                  </a:lnTo>
                  <a:lnTo>
                    <a:pt x="1756" y="19575"/>
                  </a:lnTo>
                  <a:lnTo>
                    <a:pt x="1695" y="19414"/>
                  </a:lnTo>
                  <a:lnTo>
                    <a:pt x="1655" y="19252"/>
                  </a:lnTo>
                  <a:lnTo>
                    <a:pt x="1635" y="18909"/>
                  </a:lnTo>
                  <a:lnTo>
                    <a:pt x="1635" y="18586"/>
                  </a:lnTo>
                  <a:lnTo>
                    <a:pt x="1655" y="18243"/>
                  </a:lnTo>
                  <a:lnTo>
                    <a:pt x="1695" y="17920"/>
                  </a:lnTo>
                  <a:lnTo>
                    <a:pt x="1716" y="17759"/>
                  </a:lnTo>
                  <a:lnTo>
                    <a:pt x="1796" y="16851"/>
                  </a:lnTo>
                  <a:lnTo>
                    <a:pt x="1857" y="15922"/>
                  </a:lnTo>
                  <a:lnTo>
                    <a:pt x="1857" y="15014"/>
                  </a:lnTo>
                  <a:lnTo>
                    <a:pt x="1817" y="14106"/>
                  </a:lnTo>
                  <a:lnTo>
                    <a:pt x="1736" y="13198"/>
                  </a:lnTo>
                  <a:lnTo>
                    <a:pt x="1615" y="12290"/>
                  </a:lnTo>
                  <a:lnTo>
                    <a:pt x="1453" y="11382"/>
                  </a:lnTo>
                  <a:lnTo>
                    <a:pt x="1251" y="10474"/>
                  </a:lnTo>
                  <a:lnTo>
                    <a:pt x="1050" y="9747"/>
                  </a:lnTo>
                  <a:lnTo>
                    <a:pt x="848" y="9021"/>
                  </a:lnTo>
                  <a:lnTo>
                    <a:pt x="626" y="8234"/>
                  </a:lnTo>
                  <a:lnTo>
                    <a:pt x="424" y="7447"/>
                  </a:lnTo>
                  <a:lnTo>
                    <a:pt x="323" y="7043"/>
                  </a:lnTo>
                  <a:lnTo>
                    <a:pt x="242" y="6640"/>
                  </a:lnTo>
                  <a:lnTo>
                    <a:pt x="182" y="6236"/>
                  </a:lnTo>
                  <a:lnTo>
                    <a:pt x="121" y="5812"/>
                  </a:lnTo>
                  <a:lnTo>
                    <a:pt x="101" y="5510"/>
                  </a:lnTo>
                  <a:lnTo>
                    <a:pt x="81" y="5227"/>
                  </a:lnTo>
                  <a:lnTo>
                    <a:pt x="81" y="4924"/>
                  </a:lnTo>
                  <a:lnTo>
                    <a:pt x="101" y="4642"/>
                  </a:lnTo>
                  <a:lnTo>
                    <a:pt x="121" y="4339"/>
                  </a:lnTo>
                  <a:lnTo>
                    <a:pt x="162" y="4077"/>
                  </a:lnTo>
                  <a:lnTo>
                    <a:pt x="222" y="3794"/>
                  </a:lnTo>
                  <a:lnTo>
                    <a:pt x="283" y="3532"/>
                  </a:lnTo>
                  <a:lnTo>
                    <a:pt x="343" y="3270"/>
                  </a:lnTo>
                  <a:lnTo>
                    <a:pt x="444" y="3027"/>
                  </a:lnTo>
                  <a:lnTo>
                    <a:pt x="545" y="2765"/>
                  </a:lnTo>
                  <a:lnTo>
                    <a:pt x="646" y="2543"/>
                  </a:lnTo>
                  <a:lnTo>
                    <a:pt x="767" y="2301"/>
                  </a:lnTo>
                  <a:lnTo>
                    <a:pt x="908" y="2099"/>
                  </a:lnTo>
                  <a:lnTo>
                    <a:pt x="1050" y="1877"/>
                  </a:lnTo>
                  <a:lnTo>
                    <a:pt x="1211" y="1675"/>
                  </a:lnTo>
                  <a:lnTo>
                    <a:pt x="1494" y="1352"/>
                  </a:lnTo>
                  <a:lnTo>
                    <a:pt x="1837" y="1070"/>
                  </a:lnTo>
                  <a:lnTo>
                    <a:pt x="2200" y="828"/>
                  </a:lnTo>
                  <a:lnTo>
                    <a:pt x="2583" y="606"/>
                  </a:lnTo>
                  <a:lnTo>
                    <a:pt x="2987" y="444"/>
                  </a:lnTo>
                  <a:lnTo>
                    <a:pt x="3431" y="303"/>
                  </a:lnTo>
                  <a:lnTo>
                    <a:pt x="3895" y="202"/>
                  </a:lnTo>
                  <a:lnTo>
                    <a:pt x="4379" y="142"/>
                  </a:lnTo>
                  <a:lnTo>
                    <a:pt x="5045" y="101"/>
                  </a:lnTo>
                  <a:lnTo>
                    <a:pt x="5731" y="81"/>
                  </a:lnTo>
                  <a:close/>
                  <a:moveTo>
                    <a:pt x="5731" y="0"/>
                  </a:moveTo>
                  <a:lnTo>
                    <a:pt x="5045" y="21"/>
                  </a:lnTo>
                  <a:lnTo>
                    <a:pt x="4359" y="61"/>
                  </a:lnTo>
                  <a:lnTo>
                    <a:pt x="3875" y="121"/>
                  </a:lnTo>
                  <a:lnTo>
                    <a:pt x="3411" y="222"/>
                  </a:lnTo>
                  <a:lnTo>
                    <a:pt x="2967" y="364"/>
                  </a:lnTo>
                  <a:lnTo>
                    <a:pt x="2543" y="545"/>
                  </a:lnTo>
                  <a:lnTo>
                    <a:pt x="2139" y="767"/>
                  </a:lnTo>
                  <a:lnTo>
                    <a:pt x="1776" y="1009"/>
                  </a:lnTo>
                  <a:lnTo>
                    <a:pt x="1453" y="1312"/>
                  </a:lnTo>
                  <a:lnTo>
                    <a:pt x="1151" y="1635"/>
                  </a:lnTo>
                  <a:lnTo>
                    <a:pt x="989" y="1837"/>
                  </a:lnTo>
                  <a:lnTo>
                    <a:pt x="828" y="2039"/>
                  </a:lnTo>
                  <a:lnTo>
                    <a:pt x="707" y="2261"/>
                  </a:lnTo>
                  <a:lnTo>
                    <a:pt x="565" y="2503"/>
                  </a:lnTo>
                  <a:lnTo>
                    <a:pt x="464" y="2745"/>
                  </a:lnTo>
                  <a:lnTo>
                    <a:pt x="364" y="2987"/>
                  </a:lnTo>
                  <a:lnTo>
                    <a:pt x="283" y="3249"/>
                  </a:lnTo>
                  <a:lnTo>
                    <a:pt x="202" y="3512"/>
                  </a:lnTo>
                  <a:lnTo>
                    <a:pt x="142" y="3774"/>
                  </a:lnTo>
                  <a:lnTo>
                    <a:pt x="81" y="4057"/>
                  </a:lnTo>
                  <a:lnTo>
                    <a:pt x="41" y="4339"/>
                  </a:lnTo>
                  <a:lnTo>
                    <a:pt x="20" y="4622"/>
                  </a:lnTo>
                  <a:lnTo>
                    <a:pt x="0" y="4924"/>
                  </a:lnTo>
                  <a:lnTo>
                    <a:pt x="0" y="5227"/>
                  </a:lnTo>
                  <a:lnTo>
                    <a:pt x="20" y="5530"/>
                  </a:lnTo>
                  <a:lnTo>
                    <a:pt x="41" y="5832"/>
                  </a:lnTo>
                  <a:lnTo>
                    <a:pt x="101" y="6236"/>
                  </a:lnTo>
                  <a:lnTo>
                    <a:pt x="162" y="6660"/>
                  </a:lnTo>
                  <a:lnTo>
                    <a:pt x="242" y="7063"/>
                  </a:lnTo>
                  <a:lnTo>
                    <a:pt x="343" y="7467"/>
                  </a:lnTo>
                  <a:lnTo>
                    <a:pt x="545" y="8254"/>
                  </a:lnTo>
                  <a:lnTo>
                    <a:pt x="767" y="9041"/>
                  </a:lnTo>
                  <a:lnTo>
                    <a:pt x="969" y="9768"/>
                  </a:lnTo>
                  <a:lnTo>
                    <a:pt x="1171" y="10494"/>
                  </a:lnTo>
                  <a:lnTo>
                    <a:pt x="1373" y="11402"/>
                  </a:lnTo>
                  <a:lnTo>
                    <a:pt x="1534" y="12290"/>
                  </a:lnTo>
                  <a:lnTo>
                    <a:pt x="1655" y="13198"/>
                  </a:lnTo>
                  <a:lnTo>
                    <a:pt x="1736" y="14106"/>
                  </a:lnTo>
                  <a:lnTo>
                    <a:pt x="1776" y="15014"/>
                  </a:lnTo>
                  <a:lnTo>
                    <a:pt x="1776" y="15922"/>
                  </a:lnTo>
                  <a:lnTo>
                    <a:pt x="1716" y="16851"/>
                  </a:lnTo>
                  <a:lnTo>
                    <a:pt x="1635" y="17759"/>
                  </a:lnTo>
                  <a:lnTo>
                    <a:pt x="1615" y="17900"/>
                  </a:lnTo>
                  <a:lnTo>
                    <a:pt x="1574" y="18243"/>
                  </a:lnTo>
                  <a:lnTo>
                    <a:pt x="1554" y="18586"/>
                  </a:lnTo>
                  <a:lnTo>
                    <a:pt x="1554" y="18929"/>
                  </a:lnTo>
                  <a:lnTo>
                    <a:pt x="1595" y="19252"/>
                  </a:lnTo>
                  <a:lnTo>
                    <a:pt x="1615" y="19434"/>
                  </a:lnTo>
                  <a:lnTo>
                    <a:pt x="1675" y="19595"/>
                  </a:lnTo>
                  <a:lnTo>
                    <a:pt x="1756" y="19777"/>
                  </a:lnTo>
                  <a:lnTo>
                    <a:pt x="1837" y="19938"/>
                  </a:lnTo>
                  <a:lnTo>
                    <a:pt x="1958" y="20100"/>
                  </a:lnTo>
                  <a:lnTo>
                    <a:pt x="2099" y="20241"/>
                  </a:lnTo>
                  <a:lnTo>
                    <a:pt x="2260" y="20362"/>
                  </a:lnTo>
                  <a:lnTo>
                    <a:pt x="2422" y="20463"/>
                  </a:lnTo>
                  <a:lnTo>
                    <a:pt x="2563" y="20503"/>
                  </a:lnTo>
                  <a:lnTo>
                    <a:pt x="2684" y="20544"/>
                  </a:lnTo>
                  <a:lnTo>
                    <a:pt x="2926" y="20564"/>
                  </a:lnTo>
                  <a:lnTo>
                    <a:pt x="3088" y="20544"/>
                  </a:lnTo>
                  <a:lnTo>
                    <a:pt x="3229" y="20524"/>
                  </a:lnTo>
                  <a:lnTo>
                    <a:pt x="3532" y="20463"/>
                  </a:lnTo>
                  <a:lnTo>
                    <a:pt x="3855" y="20342"/>
                  </a:lnTo>
                  <a:lnTo>
                    <a:pt x="4157" y="20221"/>
                  </a:lnTo>
                  <a:lnTo>
                    <a:pt x="4339" y="20140"/>
                  </a:lnTo>
                  <a:lnTo>
                    <a:pt x="5146" y="19777"/>
                  </a:lnTo>
                  <a:lnTo>
                    <a:pt x="5974" y="19454"/>
                  </a:lnTo>
                  <a:lnTo>
                    <a:pt x="6801" y="19131"/>
                  </a:lnTo>
                  <a:lnTo>
                    <a:pt x="7205" y="19010"/>
                  </a:lnTo>
                  <a:lnTo>
                    <a:pt x="7628" y="18889"/>
                  </a:lnTo>
                  <a:lnTo>
                    <a:pt x="8173" y="18748"/>
                  </a:lnTo>
                  <a:lnTo>
                    <a:pt x="8718" y="18647"/>
                  </a:lnTo>
                  <a:lnTo>
                    <a:pt x="9243" y="18566"/>
                  </a:lnTo>
                  <a:lnTo>
                    <a:pt x="9788" y="18506"/>
                  </a:lnTo>
                  <a:lnTo>
                    <a:pt x="10332" y="18465"/>
                  </a:lnTo>
                  <a:lnTo>
                    <a:pt x="10877" y="18425"/>
                  </a:lnTo>
                  <a:lnTo>
                    <a:pt x="11987" y="18425"/>
                  </a:lnTo>
                  <a:lnTo>
                    <a:pt x="13077" y="18485"/>
                  </a:lnTo>
                  <a:lnTo>
                    <a:pt x="14187" y="18566"/>
                  </a:lnTo>
                  <a:lnTo>
                    <a:pt x="15277" y="18687"/>
                  </a:lnTo>
                  <a:lnTo>
                    <a:pt x="16366" y="18808"/>
                  </a:lnTo>
                  <a:lnTo>
                    <a:pt x="18061" y="18990"/>
                  </a:lnTo>
                  <a:lnTo>
                    <a:pt x="18909" y="19071"/>
                  </a:lnTo>
                  <a:lnTo>
                    <a:pt x="19757" y="19131"/>
                  </a:lnTo>
                  <a:lnTo>
                    <a:pt x="20604" y="19171"/>
                  </a:lnTo>
                  <a:lnTo>
                    <a:pt x="21472" y="19192"/>
                  </a:lnTo>
                  <a:lnTo>
                    <a:pt x="22319" y="19171"/>
                  </a:lnTo>
                  <a:lnTo>
                    <a:pt x="23167" y="19111"/>
                  </a:lnTo>
                  <a:lnTo>
                    <a:pt x="23793" y="19010"/>
                  </a:lnTo>
                  <a:lnTo>
                    <a:pt x="24358" y="18909"/>
                  </a:lnTo>
                  <a:lnTo>
                    <a:pt x="24902" y="18748"/>
                  </a:lnTo>
                  <a:lnTo>
                    <a:pt x="25145" y="18667"/>
                  </a:lnTo>
                  <a:lnTo>
                    <a:pt x="25367" y="18566"/>
                  </a:lnTo>
                  <a:lnTo>
                    <a:pt x="25589" y="18465"/>
                  </a:lnTo>
                  <a:lnTo>
                    <a:pt x="25790" y="18344"/>
                  </a:lnTo>
                  <a:lnTo>
                    <a:pt x="25992" y="18223"/>
                  </a:lnTo>
                  <a:lnTo>
                    <a:pt x="26174" y="18082"/>
                  </a:lnTo>
                  <a:lnTo>
                    <a:pt x="26335" y="17961"/>
                  </a:lnTo>
                  <a:lnTo>
                    <a:pt x="26497" y="17799"/>
                  </a:lnTo>
                  <a:lnTo>
                    <a:pt x="26638" y="17638"/>
                  </a:lnTo>
                  <a:lnTo>
                    <a:pt x="26779" y="17476"/>
                  </a:lnTo>
                  <a:lnTo>
                    <a:pt x="26941" y="17214"/>
                  </a:lnTo>
                  <a:lnTo>
                    <a:pt x="27102" y="16931"/>
                  </a:lnTo>
                  <a:lnTo>
                    <a:pt x="27223" y="16629"/>
                  </a:lnTo>
                  <a:lnTo>
                    <a:pt x="27324" y="16326"/>
                  </a:lnTo>
                  <a:lnTo>
                    <a:pt x="27425" y="16023"/>
                  </a:lnTo>
                  <a:lnTo>
                    <a:pt x="27486" y="15721"/>
                  </a:lnTo>
                  <a:lnTo>
                    <a:pt x="27607" y="15095"/>
                  </a:lnTo>
                  <a:lnTo>
                    <a:pt x="27728" y="14409"/>
                  </a:lnTo>
                  <a:lnTo>
                    <a:pt x="27829" y="13723"/>
                  </a:lnTo>
                  <a:lnTo>
                    <a:pt x="27909" y="13057"/>
                  </a:lnTo>
                  <a:lnTo>
                    <a:pt x="27970" y="12411"/>
                  </a:lnTo>
                  <a:lnTo>
                    <a:pt x="28030" y="11765"/>
                  </a:lnTo>
                  <a:lnTo>
                    <a:pt x="28071" y="11140"/>
                  </a:lnTo>
                  <a:lnTo>
                    <a:pt x="28091" y="10494"/>
                  </a:lnTo>
                  <a:lnTo>
                    <a:pt x="28111" y="9889"/>
                  </a:lnTo>
                  <a:lnTo>
                    <a:pt x="28111" y="9263"/>
                  </a:lnTo>
                  <a:lnTo>
                    <a:pt x="28111" y="8678"/>
                  </a:lnTo>
                  <a:lnTo>
                    <a:pt x="28071" y="8072"/>
                  </a:lnTo>
                  <a:lnTo>
                    <a:pt x="28030" y="7487"/>
                  </a:lnTo>
                  <a:lnTo>
                    <a:pt x="27990" y="6902"/>
                  </a:lnTo>
                  <a:lnTo>
                    <a:pt x="27909" y="6337"/>
                  </a:lnTo>
                  <a:lnTo>
                    <a:pt x="27829" y="5752"/>
                  </a:lnTo>
                  <a:lnTo>
                    <a:pt x="27748" y="5207"/>
                  </a:lnTo>
                  <a:lnTo>
                    <a:pt x="27627" y="4642"/>
                  </a:lnTo>
                  <a:lnTo>
                    <a:pt x="27566" y="4379"/>
                  </a:lnTo>
                  <a:lnTo>
                    <a:pt x="27486" y="4097"/>
                  </a:lnTo>
                  <a:lnTo>
                    <a:pt x="27385" y="3835"/>
                  </a:lnTo>
                  <a:lnTo>
                    <a:pt x="27284" y="3572"/>
                  </a:lnTo>
                  <a:lnTo>
                    <a:pt x="27142" y="3330"/>
                  </a:lnTo>
                  <a:lnTo>
                    <a:pt x="27001" y="3088"/>
                  </a:lnTo>
                  <a:lnTo>
                    <a:pt x="26820" y="2846"/>
                  </a:lnTo>
                  <a:lnTo>
                    <a:pt x="26618" y="2624"/>
                  </a:lnTo>
                  <a:lnTo>
                    <a:pt x="26396" y="2422"/>
                  </a:lnTo>
                  <a:lnTo>
                    <a:pt x="26174" y="2240"/>
                  </a:lnTo>
                  <a:lnTo>
                    <a:pt x="25932" y="2079"/>
                  </a:lnTo>
                  <a:lnTo>
                    <a:pt x="25669" y="1938"/>
                  </a:lnTo>
                  <a:lnTo>
                    <a:pt x="25407" y="1817"/>
                  </a:lnTo>
                  <a:lnTo>
                    <a:pt x="25124" y="1696"/>
                  </a:lnTo>
                  <a:lnTo>
                    <a:pt x="24822" y="1595"/>
                  </a:lnTo>
                  <a:lnTo>
                    <a:pt x="24519" y="1494"/>
                  </a:lnTo>
                  <a:lnTo>
                    <a:pt x="23914" y="1352"/>
                  </a:lnTo>
                  <a:lnTo>
                    <a:pt x="23268" y="1231"/>
                  </a:lnTo>
                  <a:lnTo>
                    <a:pt x="22622" y="1130"/>
                  </a:lnTo>
                  <a:lnTo>
                    <a:pt x="21008" y="949"/>
                  </a:lnTo>
                  <a:lnTo>
                    <a:pt x="19413" y="787"/>
                  </a:lnTo>
                  <a:lnTo>
                    <a:pt x="17799" y="646"/>
                  </a:lnTo>
                  <a:lnTo>
                    <a:pt x="16185" y="505"/>
                  </a:lnTo>
                  <a:lnTo>
                    <a:pt x="14570" y="404"/>
                  </a:lnTo>
                  <a:lnTo>
                    <a:pt x="12956" y="303"/>
                  </a:lnTo>
                  <a:lnTo>
                    <a:pt x="9767" y="121"/>
                  </a:lnTo>
                  <a:lnTo>
                    <a:pt x="8436" y="61"/>
                  </a:lnTo>
                  <a:lnTo>
                    <a:pt x="70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flipH="1">
              <a:off x="-3275464" y="-5033980"/>
              <a:ext cx="1393383" cy="700689"/>
            </a:xfrm>
            <a:custGeom>
              <a:rect b="b" l="l" r="r" t="t"/>
              <a:pathLst>
                <a:path extrusionOk="0" h="12533" w="24923">
                  <a:moveTo>
                    <a:pt x="9525" y="0"/>
                  </a:moveTo>
                  <a:lnTo>
                    <a:pt x="8536" y="21"/>
                  </a:lnTo>
                  <a:lnTo>
                    <a:pt x="7547" y="41"/>
                  </a:lnTo>
                  <a:lnTo>
                    <a:pt x="6579" y="61"/>
                  </a:lnTo>
                  <a:lnTo>
                    <a:pt x="5630" y="122"/>
                  </a:lnTo>
                  <a:lnTo>
                    <a:pt x="4682" y="182"/>
                  </a:lnTo>
                  <a:lnTo>
                    <a:pt x="3754" y="263"/>
                  </a:lnTo>
                  <a:lnTo>
                    <a:pt x="3269" y="303"/>
                  </a:lnTo>
                  <a:lnTo>
                    <a:pt x="2785" y="384"/>
                  </a:lnTo>
                  <a:lnTo>
                    <a:pt x="2301" y="485"/>
                  </a:lnTo>
                  <a:lnTo>
                    <a:pt x="2079" y="545"/>
                  </a:lnTo>
                  <a:lnTo>
                    <a:pt x="1857" y="626"/>
                  </a:lnTo>
                  <a:lnTo>
                    <a:pt x="1635" y="727"/>
                  </a:lnTo>
                  <a:lnTo>
                    <a:pt x="1433" y="828"/>
                  </a:lnTo>
                  <a:lnTo>
                    <a:pt x="1231" y="949"/>
                  </a:lnTo>
                  <a:lnTo>
                    <a:pt x="1029" y="1090"/>
                  </a:lnTo>
                  <a:lnTo>
                    <a:pt x="868" y="1252"/>
                  </a:lnTo>
                  <a:lnTo>
                    <a:pt x="686" y="1413"/>
                  </a:lnTo>
                  <a:lnTo>
                    <a:pt x="545" y="1615"/>
                  </a:lnTo>
                  <a:lnTo>
                    <a:pt x="404" y="1817"/>
                  </a:lnTo>
                  <a:lnTo>
                    <a:pt x="283" y="2059"/>
                  </a:lnTo>
                  <a:lnTo>
                    <a:pt x="182" y="2301"/>
                  </a:lnTo>
                  <a:lnTo>
                    <a:pt x="81" y="2543"/>
                  </a:lnTo>
                  <a:lnTo>
                    <a:pt x="0" y="2805"/>
                  </a:lnTo>
                  <a:lnTo>
                    <a:pt x="61" y="2826"/>
                  </a:lnTo>
                  <a:lnTo>
                    <a:pt x="162" y="2584"/>
                  </a:lnTo>
                  <a:lnTo>
                    <a:pt x="242" y="2321"/>
                  </a:lnTo>
                  <a:lnTo>
                    <a:pt x="363" y="2079"/>
                  </a:lnTo>
                  <a:lnTo>
                    <a:pt x="484" y="1857"/>
                  </a:lnTo>
                  <a:lnTo>
                    <a:pt x="606" y="1655"/>
                  </a:lnTo>
                  <a:lnTo>
                    <a:pt x="767" y="1474"/>
                  </a:lnTo>
                  <a:lnTo>
                    <a:pt x="908" y="1292"/>
                  </a:lnTo>
                  <a:lnTo>
                    <a:pt x="1090" y="1151"/>
                  </a:lnTo>
                  <a:lnTo>
                    <a:pt x="1271" y="1009"/>
                  </a:lnTo>
                  <a:lnTo>
                    <a:pt x="1473" y="909"/>
                  </a:lnTo>
                  <a:lnTo>
                    <a:pt x="1675" y="787"/>
                  </a:lnTo>
                  <a:lnTo>
                    <a:pt x="1897" y="707"/>
                  </a:lnTo>
                  <a:lnTo>
                    <a:pt x="2119" y="626"/>
                  </a:lnTo>
                  <a:lnTo>
                    <a:pt x="2341" y="566"/>
                  </a:lnTo>
                  <a:lnTo>
                    <a:pt x="2805" y="465"/>
                  </a:lnTo>
                  <a:lnTo>
                    <a:pt x="3269" y="384"/>
                  </a:lnTo>
                  <a:lnTo>
                    <a:pt x="3754" y="344"/>
                  </a:lnTo>
                  <a:lnTo>
                    <a:pt x="4682" y="263"/>
                  </a:lnTo>
                  <a:lnTo>
                    <a:pt x="5630" y="202"/>
                  </a:lnTo>
                  <a:lnTo>
                    <a:pt x="6579" y="142"/>
                  </a:lnTo>
                  <a:lnTo>
                    <a:pt x="7547" y="122"/>
                  </a:lnTo>
                  <a:lnTo>
                    <a:pt x="8536" y="101"/>
                  </a:lnTo>
                  <a:lnTo>
                    <a:pt x="9525" y="81"/>
                  </a:lnTo>
                  <a:lnTo>
                    <a:pt x="10514" y="81"/>
                  </a:lnTo>
                  <a:lnTo>
                    <a:pt x="11523" y="101"/>
                  </a:lnTo>
                  <a:lnTo>
                    <a:pt x="12552" y="142"/>
                  </a:lnTo>
                  <a:lnTo>
                    <a:pt x="13601" y="182"/>
                  </a:lnTo>
                  <a:lnTo>
                    <a:pt x="14651" y="243"/>
                  </a:lnTo>
                  <a:lnTo>
                    <a:pt x="15720" y="323"/>
                  </a:lnTo>
                  <a:lnTo>
                    <a:pt x="17900" y="505"/>
                  </a:lnTo>
                  <a:lnTo>
                    <a:pt x="20140" y="727"/>
                  </a:lnTo>
                  <a:lnTo>
                    <a:pt x="20927" y="848"/>
                  </a:lnTo>
                  <a:lnTo>
                    <a:pt x="21330" y="909"/>
                  </a:lnTo>
                  <a:lnTo>
                    <a:pt x="21694" y="989"/>
                  </a:lnTo>
                  <a:lnTo>
                    <a:pt x="22057" y="1110"/>
                  </a:lnTo>
                  <a:lnTo>
                    <a:pt x="22400" y="1231"/>
                  </a:lnTo>
                  <a:lnTo>
                    <a:pt x="22723" y="1413"/>
                  </a:lnTo>
                  <a:lnTo>
                    <a:pt x="23046" y="1615"/>
                  </a:lnTo>
                  <a:lnTo>
                    <a:pt x="23248" y="1796"/>
                  </a:lnTo>
                  <a:lnTo>
                    <a:pt x="23449" y="1978"/>
                  </a:lnTo>
                  <a:lnTo>
                    <a:pt x="23631" y="2200"/>
                  </a:lnTo>
                  <a:lnTo>
                    <a:pt x="23792" y="2422"/>
                  </a:lnTo>
                  <a:lnTo>
                    <a:pt x="23954" y="2664"/>
                  </a:lnTo>
                  <a:lnTo>
                    <a:pt x="24075" y="2906"/>
                  </a:lnTo>
                  <a:lnTo>
                    <a:pt x="24196" y="3149"/>
                  </a:lnTo>
                  <a:lnTo>
                    <a:pt x="24297" y="3411"/>
                  </a:lnTo>
                  <a:lnTo>
                    <a:pt x="24378" y="3673"/>
                  </a:lnTo>
                  <a:lnTo>
                    <a:pt x="24458" y="3915"/>
                  </a:lnTo>
                  <a:lnTo>
                    <a:pt x="24579" y="4440"/>
                  </a:lnTo>
                  <a:lnTo>
                    <a:pt x="24660" y="4945"/>
                  </a:lnTo>
                  <a:lnTo>
                    <a:pt x="24721" y="5409"/>
                  </a:lnTo>
                  <a:lnTo>
                    <a:pt x="24781" y="6095"/>
                  </a:lnTo>
                  <a:lnTo>
                    <a:pt x="24822" y="6781"/>
                  </a:lnTo>
                  <a:lnTo>
                    <a:pt x="24842" y="7487"/>
                  </a:lnTo>
                  <a:lnTo>
                    <a:pt x="24822" y="8173"/>
                  </a:lnTo>
                  <a:lnTo>
                    <a:pt x="24801" y="8860"/>
                  </a:lnTo>
                  <a:lnTo>
                    <a:pt x="24741" y="9566"/>
                  </a:lnTo>
                  <a:lnTo>
                    <a:pt x="24660" y="10252"/>
                  </a:lnTo>
                  <a:lnTo>
                    <a:pt x="24559" y="10938"/>
                  </a:lnTo>
                  <a:lnTo>
                    <a:pt x="24479" y="11362"/>
                  </a:lnTo>
                  <a:lnTo>
                    <a:pt x="24398" y="11765"/>
                  </a:lnTo>
                  <a:lnTo>
                    <a:pt x="24297" y="12149"/>
                  </a:lnTo>
                  <a:lnTo>
                    <a:pt x="24196" y="12512"/>
                  </a:lnTo>
                  <a:lnTo>
                    <a:pt x="24257" y="12532"/>
                  </a:lnTo>
                  <a:lnTo>
                    <a:pt x="24378" y="12169"/>
                  </a:lnTo>
                  <a:lnTo>
                    <a:pt x="24479" y="11765"/>
                  </a:lnTo>
                  <a:lnTo>
                    <a:pt x="24559" y="11362"/>
                  </a:lnTo>
                  <a:lnTo>
                    <a:pt x="24640" y="10938"/>
                  </a:lnTo>
                  <a:lnTo>
                    <a:pt x="24741" y="10252"/>
                  </a:lnTo>
                  <a:lnTo>
                    <a:pt x="24822" y="9566"/>
                  </a:lnTo>
                  <a:lnTo>
                    <a:pt x="24882" y="8880"/>
                  </a:lnTo>
                  <a:lnTo>
                    <a:pt x="24902" y="8173"/>
                  </a:lnTo>
                  <a:lnTo>
                    <a:pt x="24922" y="7487"/>
                  </a:lnTo>
                  <a:lnTo>
                    <a:pt x="24902" y="6781"/>
                  </a:lnTo>
                  <a:lnTo>
                    <a:pt x="24862" y="6095"/>
                  </a:lnTo>
                  <a:lnTo>
                    <a:pt x="24801" y="5409"/>
                  </a:lnTo>
                  <a:lnTo>
                    <a:pt x="24741" y="4924"/>
                  </a:lnTo>
                  <a:lnTo>
                    <a:pt x="24660" y="4420"/>
                  </a:lnTo>
                  <a:lnTo>
                    <a:pt x="24539" y="3895"/>
                  </a:lnTo>
                  <a:lnTo>
                    <a:pt x="24458" y="3633"/>
                  </a:lnTo>
                  <a:lnTo>
                    <a:pt x="24357" y="3371"/>
                  </a:lnTo>
                  <a:lnTo>
                    <a:pt x="24257" y="3108"/>
                  </a:lnTo>
                  <a:lnTo>
                    <a:pt x="24156" y="2866"/>
                  </a:lnTo>
                  <a:lnTo>
                    <a:pt x="24014" y="2604"/>
                  </a:lnTo>
                  <a:lnTo>
                    <a:pt x="23873" y="2362"/>
                  </a:lnTo>
                  <a:lnTo>
                    <a:pt x="23692" y="2140"/>
                  </a:lnTo>
                  <a:lnTo>
                    <a:pt x="23510" y="1918"/>
                  </a:lnTo>
                  <a:lnTo>
                    <a:pt x="23308" y="1736"/>
                  </a:lnTo>
                  <a:lnTo>
                    <a:pt x="23086" y="1534"/>
                  </a:lnTo>
                  <a:lnTo>
                    <a:pt x="22763" y="1332"/>
                  </a:lnTo>
                  <a:lnTo>
                    <a:pt x="22440" y="1171"/>
                  </a:lnTo>
                  <a:lnTo>
                    <a:pt x="22077" y="1030"/>
                  </a:lnTo>
                  <a:lnTo>
                    <a:pt x="21714" y="929"/>
                  </a:lnTo>
                  <a:lnTo>
                    <a:pt x="21351" y="828"/>
                  </a:lnTo>
                  <a:lnTo>
                    <a:pt x="20947" y="767"/>
                  </a:lnTo>
                  <a:lnTo>
                    <a:pt x="20160" y="646"/>
                  </a:lnTo>
                  <a:lnTo>
                    <a:pt x="17900" y="424"/>
                  </a:lnTo>
                  <a:lnTo>
                    <a:pt x="15720" y="243"/>
                  </a:lnTo>
                  <a:lnTo>
                    <a:pt x="14651" y="162"/>
                  </a:lnTo>
                  <a:lnTo>
                    <a:pt x="13601" y="101"/>
                  </a:lnTo>
                  <a:lnTo>
                    <a:pt x="12552" y="61"/>
                  </a:lnTo>
                  <a:lnTo>
                    <a:pt x="11543" y="21"/>
                  </a:lnTo>
                  <a:lnTo>
                    <a:pt x="1051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flipH="1">
              <a:off x="-3238229" y="-4877163"/>
              <a:ext cx="1371970" cy="810100"/>
            </a:xfrm>
            <a:custGeom>
              <a:rect b="b" l="l" r="r" t="t"/>
              <a:pathLst>
                <a:path extrusionOk="0" h="14490" w="24540">
                  <a:moveTo>
                    <a:pt x="283" y="0"/>
                  </a:moveTo>
                  <a:lnTo>
                    <a:pt x="182" y="364"/>
                  </a:lnTo>
                  <a:lnTo>
                    <a:pt x="102" y="747"/>
                  </a:lnTo>
                  <a:lnTo>
                    <a:pt x="41" y="1131"/>
                  </a:lnTo>
                  <a:lnTo>
                    <a:pt x="21" y="1534"/>
                  </a:lnTo>
                  <a:lnTo>
                    <a:pt x="1" y="1938"/>
                  </a:lnTo>
                  <a:lnTo>
                    <a:pt x="21" y="2341"/>
                  </a:lnTo>
                  <a:lnTo>
                    <a:pt x="61" y="2765"/>
                  </a:lnTo>
                  <a:lnTo>
                    <a:pt x="122" y="3189"/>
                  </a:lnTo>
                  <a:lnTo>
                    <a:pt x="223" y="3633"/>
                  </a:lnTo>
                  <a:lnTo>
                    <a:pt x="324" y="4097"/>
                  </a:lnTo>
                  <a:lnTo>
                    <a:pt x="566" y="4985"/>
                  </a:lnTo>
                  <a:lnTo>
                    <a:pt x="848" y="6055"/>
                  </a:lnTo>
                  <a:lnTo>
                    <a:pt x="969" y="6599"/>
                  </a:lnTo>
                  <a:lnTo>
                    <a:pt x="1050" y="7144"/>
                  </a:lnTo>
                  <a:lnTo>
                    <a:pt x="1111" y="7649"/>
                  </a:lnTo>
                  <a:lnTo>
                    <a:pt x="1151" y="8173"/>
                  </a:lnTo>
                  <a:lnTo>
                    <a:pt x="1151" y="8718"/>
                  </a:lnTo>
                  <a:lnTo>
                    <a:pt x="1151" y="9243"/>
                  </a:lnTo>
                  <a:lnTo>
                    <a:pt x="1131" y="9768"/>
                  </a:lnTo>
                  <a:lnTo>
                    <a:pt x="1090" y="10292"/>
                  </a:lnTo>
                  <a:lnTo>
                    <a:pt x="989" y="11342"/>
                  </a:lnTo>
                  <a:lnTo>
                    <a:pt x="929" y="12088"/>
                  </a:lnTo>
                  <a:lnTo>
                    <a:pt x="868" y="12855"/>
                  </a:lnTo>
                  <a:lnTo>
                    <a:pt x="848" y="13218"/>
                  </a:lnTo>
                  <a:lnTo>
                    <a:pt x="868" y="13400"/>
                  </a:lnTo>
                  <a:lnTo>
                    <a:pt x="889" y="13582"/>
                  </a:lnTo>
                  <a:lnTo>
                    <a:pt x="929" y="13743"/>
                  </a:lnTo>
                  <a:lnTo>
                    <a:pt x="989" y="13905"/>
                  </a:lnTo>
                  <a:lnTo>
                    <a:pt x="1070" y="14046"/>
                  </a:lnTo>
                  <a:lnTo>
                    <a:pt x="1171" y="14187"/>
                  </a:lnTo>
                  <a:lnTo>
                    <a:pt x="1252" y="14268"/>
                  </a:lnTo>
                  <a:lnTo>
                    <a:pt x="1353" y="14328"/>
                  </a:lnTo>
                  <a:lnTo>
                    <a:pt x="1433" y="14369"/>
                  </a:lnTo>
                  <a:lnTo>
                    <a:pt x="1534" y="14409"/>
                  </a:lnTo>
                  <a:lnTo>
                    <a:pt x="1756" y="14470"/>
                  </a:lnTo>
                  <a:lnTo>
                    <a:pt x="1958" y="14490"/>
                  </a:lnTo>
                  <a:lnTo>
                    <a:pt x="2180" y="14470"/>
                  </a:lnTo>
                  <a:lnTo>
                    <a:pt x="2402" y="14429"/>
                  </a:lnTo>
                  <a:lnTo>
                    <a:pt x="2644" y="14349"/>
                  </a:lnTo>
                  <a:lnTo>
                    <a:pt x="2886" y="14227"/>
                  </a:lnTo>
                  <a:lnTo>
                    <a:pt x="3330" y="13965"/>
                  </a:lnTo>
                  <a:lnTo>
                    <a:pt x="3532" y="13844"/>
                  </a:lnTo>
                  <a:lnTo>
                    <a:pt x="3895" y="13642"/>
                  </a:lnTo>
                  <a:lnTo>
                    <a:pt x="4259" y="13461"/>
                  </a:lnTo>
                  <a:lnTo>
                    <a:pt x="4642" y="13299"/>
                  </a:lnTo>
                  <a:lnTo>
                    <a:pt x="5046" y="13138"/>
                  </a:lnTo>
                  <a:lnTo>
                    <a:pt x="5449" y="12996"/>
                  </a:lnTo>
                  <a:lnTo>
                    <a:pt x="5873" y="12875"/>
                  </a:lnTo>
                  <a:lnTo>
                    <a:pt x="6317" y="12754"/>
                  </a:lnTo>
                  <a:lnTo>
                    <a:pt x="6761" y="12653"/>
                  </a:lnTo>
                  <a:lnTo>
                    <a:pt x="7225" y="12573"/>
                  </a:lnTo>
                  <a:lnTo>
                    <a:pt x="7689" y="12512"/>
                  </a:lnTo>
                  <a:lnTo>
                    <a:pt x="8174" y="12472"/>
                  </a:lnTo>
                  <a:lnTo>
                    <a:pt x="8678" y="12431"/>
                  </a:lnTo>
                  <a:lnTo>
                    <a:pt x="9183" y="12411"/>
                  </a:lnTo>
                  <a:lnTo>
                    <a:pt x="10232" y="12411"/>
                  </a:lnTo>
                  <a:lnTo>
                    <a:pt x="10777" y="12431"/>
                  </a:lnTo>
                  <a:lnTo>
                    <a:pt x="11887" y="12532"/>
                  </a:lnTo>
                  <a:lnTo>
                    <a:pt x="12976" y="12653"/>
                  </a:lnTo>
                  <a:lnTo>
                    <a:pt x="14066" y="12815"/>
                  </a:lnTo>
                  <a:lnTo>
                    <a:pt x="15156" y="12976"/>
                  </a:lnTo>
                  <a:lnTo>
                    <a:pt x="16690" y="13198"/>
                  </a:lnTo>
                  <a:lnTo>
                    <a:pt x="17477" y="13299"/>
                  </a:lnTo>
                  <a:lnTo>
                    <a:pt x="18243" y="13400"/>
                  </a:lnTo>
                  <a:lnTo>
                    <a:pt x="18768" y="13440"/>
                  </a:lnTo>
                  <a:lnTo>
                    <a:pt x="19273" y="13481"/>
                  </a:lnTo>
                  <a:lnTo>
                    <a:pt x="19797" y="13481"/>
                  </a:lnTo>
                  <a:lnTo>
                    <a:pt x="20302" y="13461"/>
                  </a:lnTo>
                  <a:lnTo>
                    <a:pt x="20806" y="13400"/>
                  </a:lnTo>
                  <a:lnTo>
                    <a:pt x="21048" y="13360"/>
                  </a:lnTo>
                  <a:lnTo>
                    <a:pt x="21291" y="13299"/>
                  </a:lnTo>
                  <a:lnTo>
                    <a:pt x="21533" y="13218"/>
                  </a:lnTo>
                  <a:lnTo>
                    <a:pt x="21775" y="13138"/>
                  </a:lnTo>
                  <a:lnTo>
                    <a:pt x="21997" y="13037"/>
                  </a:lnTo>
                  <a:lnTo>
                    <a:pt x="22219" y="12936"/>
                  </a:lnTo>
                  <a:lnTo>
                    <a:pt x="22421" y="12815"/>
                  </a:lnTo>
                  <a:lnTo>
                    <a:pt x="22602" y="12694"/>
                  </a:lnTo>
                  <a:lnTo>
                    <a:pt x="22784" y="12553"/>
                  </a:lnTo>
                  <a:lnTo>
                    <a:pt x="22966" y="12411"/>
                  </a:lnTo>
                  <a:lnTo>
                    <a:pt x="23127" y="12250"/>
                  </a:lnTo>
                  <a:lnTo>
                    <a:pt x="23288" y="12068"/>
                  </a:lnTo>
                  <a:lnTo>
                    <a:pt x="23450" y="11887"/>
                  </a:lnTo>
                  <a:lnTo>
                    <a:pt x="23591" y="11685"/>
                  </a:lnTo>
                  <a:lnTo>
                    <a:pt x="23874" y="11261"/>
                  </a:lnTo>
                  <a:lnTo>
                    <a:pt x="24116" y="10797"/>
                  </a:lnTo>
                  <a:lnTo>
                    <a:pt x="24358" y="10292"/>
                  </a:lnTo>
                  <a:lnTo>
                    <a:pt x="24540" y="9727"/>
                  </a:lnTo>
                  <a:lnTo>
                    <a:pt x="24479" y="9707"/>
                  </a:lnTo>
                  <a:lnTo>
                    <a:pt x="24277" y="10252"/>
                  </a:lnTo>
                  <a:lnTo>
                    <a:pt x="24055" y="10756"/>
                  </a:lnTo>
                  <a:lnTo>
                    <a:pt x="23813" y="11221"/>
                  </a:lnTo>
                  <a:lnTo>
                    <a:pt x="23531" y="11644"/>
                  </a:lnTo>
                  <a:lnTo>
                    <a:pt x="23228" y="12008"/>
                  </a:lnTo>
                  <a:lnTo>
                    <a:pt x="23066" y="12189"/>
                  </a:lnTo>
                  <a:lnTo>
                    <a:pt x="22905" y="12351"/>
                  </a:lnTo>
                  <a:lnTo>
                    <a:pt x="22744" y="12492"/>
                  </a:lnTo>
                  <a:lnTo>
                    <a:pt x="22562" y="12613"/>
                  </a:lnTo>
                  <a:lnTo>
                    <a:pt x="22380" y="12754"/>
                  </a:lnTo>
                  <a:lnTo>
                    <a:pt x="22178" y="12855"/>
                  </a:lnTo>
                  <a:lnTo>
                    <a:pt x="21957" y="12976"/>
                  </a:lnTo>
                  <a:lnTo>
                    <a:pt x="21735" y="13077"/>
                  </a:lnTo>
                  <a:lnTo>
                    <a:pt x="21492" y="13158"/>
                  </a:lnTo>
                  <a:lnTo>
                    <a:pt x="21270" y="13218"/>
                  </a:lnTo>
                  <a:lnTo>
                    <a:pt x="21028" y="13279"/>
                  </a:lnTo>
                  <a:lnTo>
                    <a:pt x="20786" y="13319"/>
                  </a:lnTo>
                  <a:lnTo>
                    <a:pt x="20282" y="13380"/>
                  </a:lnTo>
                  <a:lnTo>
                    <a:pt x="19777" y="13400"/>
                  </a:lnTo>
                  <a:lnTo>
                    <a:pt x="19273" y="13400"/>
                  </a:lnTo>
                  <a:lnTo>
                    <a:pt x="18768" y="13360"/>
                  </a:lnTo>
                  <a:lnTo>
                    <a:pt x="18264" y="13319"/>
                  </a:lnTo>
                  <a:lnTo>
                    <a:pt x="17477" y="13218"/>
                  </a:lnTo>
                  <a:lnTo>
                    <a:pt x="16710" y="13118"/>
                  </a:lnTo>
                  <a:lnTo>
                    <a:pt x="15156" y="12896"/>
                  </a:lnTo>
                  <a:lnTo>
                    <a:pt x="14086" y="12734"/>
                  </a:lnTo>
                  <a:lnTo>
                    <a:pt x="12997" y="12573"/>
                  </a:lnTo>
                  <a:lnTo>
                    <a:pt x="11887" y="12452"/>
                  </a:lnTo>
                  <a:lnTo>
                    <a:pt x="10797" y="12351"/>
                  </a:lnTo>
                  <a:lnTo>
                    <a:pt x="10252" y="12331"/>
                  </a:lnTo>
                  <a:lnTo>
                    <a:pt x="9183" y="12331"/>
                  </a:lnTo>
                  <a:lnTo>
                    <a:pt x="8658" y="12351"/>
                  </a:lnTo>
                  <a:lnTo>
                    <a:pt x="8174" y="12391"/>
                  </a:lnTo>
                  <a:lnTo>
                    <a:pt x="7669" y="12431"/>
                  </a:lnTo>
                  <a:lnTo>
                    <a:pt x="7205" y="12492"/>
                  </a:lnTo>
                  <a:lnTo>
                    <a:pt x="6741" y="12573"/>
                  </a:lnTo>
                  <a:lnTo>
                    <a:pt x="6277" y="12674"/>
                  </a:lnTo>
                  <a:lnTo>
                    <a:pt x="5853" y="12795"/>
                  </a:lnTo>
                  <a:lnTo>
                    <a:pt x="5429" y="12916"/>
                  </a:lnTo>
                  <a:lnTo>
                    <a:pt x="5005" y="13057"/>
                  </a:lnTo>
                  <a:lnTo>
                    <a:pt x="4602" y="13218"/>
                  </a:lnTo>
                  <a:lnTo>
                    <a:pt x="4218" y="13380"/>
                  </a:lnTo>
                  <a:lnTo>
                    <a:pt x="3855" y="13582"/>
                  </a:lnTo>
                  <a:lnTo>
                    <a:pt x="3492" y="13783"/>
                  </a:lnTo>
                  <a:lnTo>
                    <a:pt x="3290" y="13905"/>
                  </a:lnTo>
                  <a:lnTo>
                    <a:pt x="2846" y="14147"/>
                  </a:lnTo>
                  <a:lnTo>
                    <a:pt x="2624" y="14268"/>
                  </a:lnTo>
                  <a:lnTo>
                    <a:pt x="2382" y="14349"/>
                  </a:lnTo>
                  <a:lnTo>
                    <a:pt x="2241" y="14389"/>
                  </a:lnTo>
                  <a:lnTo>
                    <a:pt x="2079" y="14409"/>
                  </a:lnTo>
                  <a:lnTo>
                    <a:pt x="1938" y="14409"/>
                  </a:lnTo>
                  <a:lnTo>
                    <a:pt x="1776" y="14389"/>
                  </a:lnTo>
                  <a:lnTo>
                    <a:pt x="1635" y="14369"/>
                  </a:lnTo>
                  <a:lnTo>
                    <a:pt x="1494" y="14308"/>
                  </a:lnTo>
                  <a:lnTo>
                    <a:pt x="1353" y="14227"/>
                  </a:lnTo>
                  <a:lnTo>
                    <a:pt x="1232" y="14127"/>
                  </a:lnTo>
                  <a:lnTo>
                    <a:pt x="1131" y="14005"/>
                  </a:lnTo>
                  <a:lnTo>
                    <a:pt x="1050" y="13864"/>
                  </a:lnTo>
                  <a:lnTo>
                    <a:pt x="1010" y="13723"/>
                  </a:lnTo>
                  <a:lnTo>
                    <a:pt x="969" y="13562"/>
                  </a:lnTo>
                  <a:lnTo>
                    <a:pt x="949" y="13380"/>
                  </a:lnTo>
                  <a:lnTo>
                    <a:pt x="929" y="13218"/>
                  </a:lnTo>
                  <a:lnTo>
                    <a:pt x="949" y="12855"/>
                  </a:lnTo>
                  <a:lnTo>
                    <a:pt x="1010" y="12109"/>
                  </a:lnTo>
                  <a:lnTo>
                    <a:pt x="1070" y="11342"/>
                  </a:lnTo>
                  <a:lnTo>
                    <a:pt x="1171" y="10292"/>
                  </a:lnTo>
                  <a:lnTo>
                    <a:pt x="1211" y="9768"/>
                  </a:lnTo>
                  <a:lnTo>
                    <a:pt x="1232" y="9243"/>
                  </a:lnTo>
                  <a:lnTo>
                    <a:pt x="1232" y="8698"/>
                  </a:lnTo>
                  <a:lnTo>
                    <a:pt x="1232" y="8173"/>
                  </a:lnTo>
                  <a:lnTo>
                    <a:pt x="1191" y="7649"/>
                  </a:lnTo>
                  <a:lnTo>
                    <a:pt x="1131" y="7124"/>
                  </a:lnTo>
                  <a:lnTo>
                    <a:pt x="1050" y="6579"/>
                  </a:lnTo>
                  <a:lnTo>
                    <a:pt x="929" y="6034"/>
                  </a:lnTo>
                  <a:lnTo>
                    <a:pt x="646" y="4965"/>
                  </a:lnTo>
                  <a:lnTo>
                    <a:pt x="404" y="4077"/>
                  </a:lnTo>
                  <a:lnTo>
                    <a:pt x="303" y="3633"/>
                  </a:lnTo>
                  <a:lnTo>
                    <a:pt x="202" y="3169"/>
                  </a:lnTo>
                  <a:lnTo>
                    <a:pt x="142" y="2765"/>
                  </a:lnTo>
                  <a:lnTo>
                    <a:pt x="102" y="2341"/>
                  </a:lnTo>
                  <a:lnTo>
                    <a:pt x="81" y="1938"/>
                  </a:lnTo>
                  <a:lnTo>
                    <a:pt x="102" y="1534"/>
                  </a:lnTo>
                  <a:lnTo>
                    <a:pt x="122" y="1151"/>
                  </a:lnTo>
                  <a:lnTo>
                    <a:pt x="182" y="767"/>
                  </a:lnTo>
                  <a:lnTo>
                    <a:pt x="243" y="384"/>
                  </a:lnTo>
                  <a:lnTo>
                    <a:pt x="344" y="21"/>
                  </a:lnTo>
                  <a:lnTo>
                    <a:pt x="2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flipH="1">
              <a:off x="-3249516" y="-5106211"/>
              <a:ext cx="1060565" cy="526984"/>
            </a:xfrm>
            <a:custGeom>
              <a:rect b="b" l="l" r="r" t="t"/>
              <a:pathLst>
                <a:path extrusionOk="0" h="9426" w="18970">
                  <a:moveTo>
                    <a:pt x="7103" y="1"/>
                  </a:moveTo>
                  <a:lnTo>
                    <a:pt x="5812" y="41"/>
                  </a:lnTo>
                  <a:lnTo>
                    <a:pt x="4480" y="142"/>
                  </a:lnTo>
                  <a:lnTo>
                    <a:pt x="3976" y="183"/>
                  </a:lnTo>
                  <a:lnTo>
                    <a:pt x="3552" y="223"/>
                  </a:lnTo>
                  <a:lnTo>
                    <a:pt x="3168" y="263"/>
                  </a:lnTo>
                  <a:lnTo>
                    <a:pt x="2805" y="324"/>
                  </a:lnTo>
                  <a:lnTo>
                    <a:pt x="2462" y="425"/>
                  </a:lnTo>
                  <a:lnTo>
                    <a:pt x="2301" y="505"/>
                  </a:lnTo>
                  <a:lnTo>
                    <a:pt x="2139" y="586"/>
                  </a:lnTo>
                  <a:lnTo>
                    <a:pt x="1958" y="667"/>
                  </a:lnTo>
                  <a:lnTo>
                    <a:pt x="1796" y="788"/>
                  </a:lnTo>
                  <a:lnTo>
                    <a:pt x="1635" y="909"/>
                  </a:lnTo>
                  <a:lnTo>
                    <a:pt x="1453" y="1070"/>
                  </a:lnTo>
                  <a:lnTo>
                    <a:pt x="1090" y="1434"/>
                  </a:lnTo>
                  <a:lnTo>
                    <a:pt x="827" y="1736"/>
                  </a:lnTo>
                  <a:lnTo>
                    <a:pt x="585" y="2059"/>
                  </a:lnTo>
                  <a:lnTo>
                    <a:pt x="404" y="2362"/>
                  </a:lnTo>
                  <a:lnTo>
                    <a:pt x="242" y="2665"/>
                  </a:lnTo>
                  <a:lnTo>
                    <a:pt x="121" y="2988"/>
                  </a:lnTo>
                  <a:lnTo>
                    <a:pt x="40" y="3290"/>
                  </a:lnTo>
                  <a:lnTo>
                    <a:pt x="0" y="3593"/>
                  </a:lnTo>
                  <a:lnTo>
                    <a:pt x="0" y="3896"/>
                  </a:lnTo>
                  <a:lnTo>
                    <a:pt x="81" y="3896"/>
                  </a:lnTo>
                  <a:lnTo>
                    <a:pt x="81" y="3593"/>
                  </a:lnTo>
                  <a:lnTo>
                    <a:pt x="121" y="3290"/>
                  </a:lnTo>
                  <a:lnTo>
                    <a:pt x="202" y="3008"/>
                  </a:lnTo>
                  <a:lnTo>
                    <a:pt x="323" y="2705"/>
                  </a:lnTo>
                  <a:lnTo>
                    <a:pt x="464" y="2402"/>
                  </a:lnTo>
                  <a:lnTo>
                    <a:pt x="666" y="2100"/>
                  </a:lnTo>
                  <a:lnTo>
                    <a:pt x="888" y="1797"/>
                  </a:lnTo>
                  <a:lnTo>
                    <a:pt x="1150" y="1474"/>
                  </a:lnTo>
                  <a:lnTo>
                    <a:pt x="1514" y="1131"/>
                  </a:lnTo>
                  <a:lnTo>
                    <a:pt x="1675" y="970"/>
                  </a:lnTo>
                  <a:lnTo>
                    <a:pt x="1837" y="848"/>
                  </a:lnTo>
                  <a:lnTo>
                    <a:pt x="2018" y="748"/>
                  </a:lnTo>
                  <a:lnTo>
                    <a:pt x="2180" y="647"/>
                  </a:lnTo>
                  <a:lnTo>
                    <a:pt x="2341" y="566"/>
                  </a:lnTo>
                  <a:lnTo>
                    <a:pt x="2502" y="505"/>
                  </a:lnTo>
                  <a:lnTo>
                    <a:pt x="2825" y="405"/>
                  </a:lnTo>
                  <a:lnTo>
                    <a:pt x="3189" y="344"/>
                  </a:lnTo>
                  <a:lnTo>
                    <a:pt x="3572" y="304"/>
                  </a:lnTo>
                  <a:lnTo>
                    <a:pt x="3996" y="263"/>
                  </a:lnTo>
                  <a:lnTo>
                    <a:pt x="4500" y="223"/>
                  </a:lnTo>
                  <a:lnTo>
                    <a:pt x="5812" y="122"/>
                  </a:lnTo>
                  <a:lnTo>
                    <a:pt x="7103" y="82"/>
                  </a:lnTo>
                  <a:lnTo>
                    <a:pt x="8355" y="82"/>
                  </a:lnTo>
                  <a:lnTo>
                    <a:pt x="9586" y="102"/>
                  </a:lnTo>
                  <a:lnTo>
                    <a:pt x="10574" y="162"/>
                  </a:lnTo>
                  <a:lnTo>
                    <a:pt x="11099" y="223"/>
                  </a:lnTo>
                  <a:lnTo>
                    <a:pt x="11664" y="283"/>
                  </a:lnTo>
                  <a:lnTo>
                    <a:pt x="12209" y="384"/>
                  </a:lnTo>
                  <a:lnTo>
                    <a:pt x="12794" y="505"/>
                  </a:lnTo>
                  <a:lnTo>
                    <a:pt x="13359" y="647"/>
                  </a:lnTo>
                  <a:lnTo>
                    <a:pt x="13945" y="828"/>
                  </a:lnTo>
                  <a:lnTo>
                    <a:pt x="14348" y="990"/>
                  </a:lnTo>
                  <a:lnTo>
                    <a:pt x="14812" y="1171"/>
                  </a:lnTo>
                  <a:lnTo>
                    <a:pt x="15276" y="1414"/>
                  </a:lnTo>
                  <a:lnTo>
                    <a:pt x="15741" y="1696"/>
                  </a:lnTo>
                  <a:lnTo>
                    <a:pt x="16205" y="2019"/>
                  </a:lnTo>
                  <a:lnTo>
                    <a:pt x="16447" y="2201"/>
                  </a:lnTo>
                  <a:lnTo>
                    <a:pt x="16669" y="2382"/>
                  </a:lnTo>
                  <a:lnTo>
                    <a:pt x="16891" y="2604"/>
                  </a:lnTo>
                  <a:lnTo>
                    <a:pt x="17113" y="2826"/>
                  </a:lnTo>
                  <a:lnTo>
                    <a:pt x="17315" y="3068"/>
                  </a:lnTo>
                  <a:lnTo>
                    <a:pt x="17516" y="3310"/>
                  </a:lnTo>
                  <a:lnTo>
                    <a:pt x="17698" y="3593"/>
                  </a:lnTo>
                  <a:lnTo>
                    <a:pt x="17880" y="3876"/>
                  </a:lnTo>
                  <a:lnTo>
                    <a:pt x="18041" y="4178"/>
                  </a:lnTo>
                  <a:lnTo>
                    <a:pt x="18182" y="4501"/>
                  </a:lnTo>
                  <a:lnTo>
                    <a:pt x="18324" y="4824"/>
                  </a:lnTo>
                  <a:lnTo>
                    <a:pt x="18445" y="5187"/>
                  </a:lnTo>
                  <a:lnTo>
                    <a:pt x="18546" y="5530"/>
                  </a:lnTo>
                  <a:lnTo>
                    <a:pt x="18646" y="5914"/>
                  </a:lnTo>
                  <a:lnTo>
                    <a:pt x="18727" y="6297"/>
                  </a:lnTo>
                  <a:lnTo>
                    <a:pt x="18788" y="6701"/>
                  </a:lnTo>
                  <a:lnTo>
                    <a:pt x="18828" y="7125"/>
                  </a:lnTo>
                  <a:lnTo>
                    <a:pt x="18868" y="7548"/>
                  </a:lnTo>
                  <a:lnTo>
                    <a:pt x="18889" y="7992"/>
                  </a:lnTo>
                  <a:lnTo>
                    <a:pt x="18889" y="8456"/>
                  </a:lnTo>
                  <a:lnTo>
                    <a:pt x="18889" y="8941"/>
                  </a:lnTo>
                  <a:lnTo>
                    <a:pt x="18868" y="9425"/>
                  </a:lnTo>
                  <a:lnTo>
                    <a:pt x="18949" y="9425"/>
                  </a:lnTo>
                  <a:lnTo>
                    <a:pt x="18969" y="8941"/>
                  </a:lnTo>
                  <a:lnTo>
                    <a:pt x="18969" y="8456"/>
                  </a:lnTo>
                  <a:lnTo>
                    <a:pt x="18969" y="7992"/>
                  </a:lnTo>
                  <a:lnTo>
                    <a:pt x="18949" y="7528"/>
                  </a:lnTo>
                  <a:lnTo>
                    <a:pt x="18909" y="7104"/>
                  </a:lnTo>
                  <a:lnTo>
                    <a:pt x="18868" y="6681"/>
                  </a:lnTo>
                  <a:lnTo>
                    <a:pt x="18788" y="6277"/>
                  </a:lnTo>
                  <a:lnTo>
                    <a:pt x="18727" y="5894"/>
                  </a:lnTo>
                  <a:lnTo>
                    <a:pt x="18626" y="5510"/>
                  </a:lnTo>
                  <a:lnTo>
                    <a:pt x="18525" y="5147"/>
                  </a:lnTo>
                  <a:lnTo>
                    <a:pt x="18404" y="4804"/>
                  </a:lnTo>
                  <a:lnTo>
                    <a:pt x="18263" y="4461"/>
                  </a:lnTo>
                  <a:lnTo>
                    <a:pt x="18102" y="4138"/>
                  </a:lnTo>
                  <a:lnTo>
                    <a:pt x="17940" y="3835"/>
                  </a:lnTo>
                  <a:lnTo>
                    <a:pt x="17759" y="3553"/>
                  </a:lnTo>
                  <a:lnTo>
                    <a:pt x="17577" y="3270"/>
                  </a:lnTo>
                  <a:lnTo>
                    <a:pt x="17375" y="3008"/>
                  </a:lnTo>
                  <a:lnTo>
                    <a:pt x="17173" y="2766"/>
                  </a:lnTo>
                  <a:lnTo>
                    <a:pt x="16951" y="2544"/>
                  </a:lnTo>
                  <a:lnTo>
                    <a:pt x="16729" y="2322"/>
                  </a:lnTo>
                  <a:lnTo>
                    <a:pt x="16507" y="2140"/>
                  </a:lnTo>
                  <a:lnTo>
                    <a:pt x="16265" y="1958"/>
                  </a:lnTo>
                  <a:lnTo>
                    <a:pt x="15781" y="1615"/>
                  </a:lnTo>
                  <a:lnTo>
                    <a:pt x="15317" y="1333"/>
                  </a:lnTo>
                  <a:lnTo>
                    <a:pt x="14832" y="1111"/>
                  </a:lnTo>
                  <a:lnTo>
                    <a:pt x="14388" y="909"/>
                  </a:lnTo>
                  <a:lnTo>
                    <a:pt x="13965" y="748"/>
                  </a:lnTo>
                  <a:lnTo>
                    <a:pt x="13400" y="566"/>
                  </a:lnTo>
                  <a:lnTo>
                    <a:pt x="12814" y="425"/>
                  </a:lnTo>
                  <a:lnTo>
                    <a:pt x="12229" y="304"/>
                  </a:lnTo>
                  <a:lnTo>
                    <a:pt x="11664" y="223"/>
                  </a:lnTo>
                  <a:lnTo>
                    <a:pt x="11119" y="142"/>
                  </a:lnTo>
                  <a:lnTo>
                    <a:pt x="10574" y="82"/>
                  </a:lnTo>
                  <a:lnTo>
                    <a:pt x="9586" y="21"/>
                  </a:lnTo>
                  <a:lnTo>
                    <a:pt x="83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flipH="1">
              <a:off x="-3364577" y="-5090390"/>
              <a:ext cx="1339208" cy="816864"/>
            </a:xfrm>
            <a:custGeom>
              <a:rect b="b" l="l" r="r" t="t"/>
              <a:pathLst>
                <a:path extrusionOk="0" h="14611" w="23954">
                  <a:moveTo>
                    <a:pt x="8637" y="0"/>
                  </a:moveTo>
                  <a:lnTo>
                    <a:pt x="7870" y="41"/>
                  </a:lnTo>
                  <a:lnTo>
                    <a:pt x="7083" y="81"/>
                  </a:lnTo>
                  <a:lnTo>
                    <a:pt x="6296" y="162"/>
                  </a:lnTo>
                  <a:lnTo>
                    <a:pt x="5509" y="243"/>
                  </a:lnTo>
                  <a:lnTo>
                    <a:pt x="5065" y="303"/>
                  </a:lnTo>
                  <a:lnTo>
                    <a:pt x="4601" y="384"/>
                  </a:lnTo>
                  <a:lnTo>
                    <a:pt x="4097" y="485"/>
                  </a:lnTo>
                  <a:lnTo>
                    <a:pt x="3592" y="626"/>
                  </a:lnTo>
                  <a:lnTo>
                    <a:pt x="3067" y="787"/>
                  </a:lnTo>
                  <a:lnTo>
                    <a:pt x="2563" y="1009"/>
                  </a:lnTo>
                  <a:lnTo>
                    <a:pt x="2321" y="1131"/>
                  </a:lnTo>
                  <a:lnTo>
                    <a:pt x="2079" y="1252"/>
                  </a:lnTo>
                  <a:lnTo>
                    <a:pt x="1836" y="1393"/>
                  </a:lnTo>
                  <a:lnTo>
                    <a:pt x="1614" y="1554"/>
                  </a:lnTo>
                  <a:lnTo>
                    <a:pt x="1392" y="1716"/>
                  </a:lnTo>
                  <a:lnTo>
                    <a:pt x="1191" y="1897"/>
                  </a:lnTo>
                  <a:lnTo>
                    <a:pt x="1009" y="2079"/>
                  </a:lnTo>
                  <a:lnTo>
                    <a:pt x="827" y="2261"/>
                  </a:lnTo>
                  <a:lnTo>
                    <a:pt x="686" y="2462"/>
                  </a:lnTo>
                  <a:lnTo>
                    <a:pt x="545" y="2664"/>
                  </a:lnTo>
                  <a:lnTo>
                    <a:pt x="404" y="2866"/>
                  </a:lnTo>
                  <a:lnTo>
                    <a:pt x="303" y="3088"/>
                  </a:lnTo>
                  <a:lnTo>
                    <a:pt x="222" y="3330"/>
                  </a:lnTo>
                  <a:lnTo>
                    <a:pt x="141" y="3552"/>
                  </a:lnTo>
                  <a:lnTo>
                    <a:pt x="81" y="3814"/>
                  </a:lnTo>
                  <a:lnTo>
                    <a:pt x="40" y="4057"/>
                  </a:lnTo>
                  <a:lnTo>
                    <a:pt x="0" y="4319"/>
                  </a:lnTo>
                  <a:lnTo>
                    <a:pt x="0" y="4581"/>
                  </a:lnTo>
                  <a:lnTo>
                    <a:pt x="0" y="4864"/>
                  </a:lnTo>
                  <a:lnTo>
                    <a:pt x="20" y="5146"/>
                  </a:lnTo>
                  <a:lnTo>
                    <a:pt x="81" y="5611"/>
                  </a:lnTo>
                  <a:lnTo>
                    <a:pt x="182" y="6095"/>
                  </a:lnTo>
                  <a:lnTo>
                    <a:pt x="303" y="6559"/>
                  </a:lnTo>
                  <a:lnTo>
                    <a:pt x="424" y="7023"/>
                  </a:lnTo>
                  <a:lnTo>
                    <a:pt x="565" y="7588"/>
                  </a:lnTo>
                  <a:lnTo>
                    <a:pt x="706" y="8173"/>
                  </a:lnTo>
                  <a:lnTo>
                    <a:pt x="767" y="8537"/>
                  </a:lnTo>
                  <a:lnTo>
                    <a:pt x="827" y="8920"/>
                  </a:lnTo>
                  <a:lnTo>
                    <a:pt x="868" y="9324"/>
                  </a:lnTo>
                  <a:lnTo>
                    <a:pt x="888" y="9707"/>
                  </a:lnTo>
                  <a:lnTo>
                    <a:pt x="908" y="10090"/>
                  </a:lnTo>
                  <a:lnTo>
                    <a:pt x="888" y="10474"/>
                  </a:lnTo>
                  <a:lnTo>
                    <a:pt x="868" y="10857"/>
                  </a:lnTo>
                  <a:lnTo>
                    <a:pt x="827" y="11241"/>
                  </a:lnTo>
                  <a:lnTo>
                    <a:pt x="807" y="11483"/>
                  </a:lnTo>
                  <a:lnTo>
                    <a:pt x="767" y="11765"/>
                  </a:lnTo>
                  <a:lnTo>
                    <a:pt x="747" y="12068"/>
                  </a:lnTo>
                  <a:lnTo>
                    <a:pt x="747" y="12351"/>
                  </a:lnTo>
                  <a:lnTo>
                    <a:pt x="767" y="12653"/>
                  </a:lnTo>
                  <a:lnTo>
                    <a:pt x="807" y="12815"/>
                  </a:lnTo>
                  <a:lnTo>
                    <a:pt x="848" y="12976"/>
                  </a:lnTo>
                  <a:lnTo>
                    <a:pt x="928" y="13138"/>
                  </a:lnTo>
                  <a:lnTo>
                    <a:pt x="1029" y="13299"/>
                  </a:lnTo>
                  <a:lnTo>
                    <a:pt x="1130" y="13440"/>
                  </a:lnTo>
                  <a:lnTo>
                    <a:pt x="1271" y="13561"/>
                  </a:lnTo>
                  <a:lnTo>
                    <a:pt x="1433" y="13662"/>
                  </a:lnTo>
                  <a:lnTo>
                    <a:pt x="1614" y="13723"/>
                  </a:lnTo>
                  <a:lnTo>
                    <a:pt x="1715" y="13763"/>
                  </a:lnTo>
                  <a:lnTo>
                    <a:pt x="2058" y="13763"/>
                  </a:lnTo>
                  <a:lnTo>
                    <a:pt x="2280" y="13723"/>
                  </a:lnTo>
                  <a:lnTo>
                    <a:pt x="2502" y="13683"/>
                  </a:lnTo>
                  <a:lnTo>
                    <a:pt x="3794" y="13420"/>
                  </a:lnTo>
                  <a:lnTo>
                    <a:pt x="4419" y="13299"/>
                  </a:lnTo>
                  <a:lnTo>
                    <a:pt x="5065" y="13198"/>
                  </a:lnTo>
                  <a:lnTo>
                    <a:pt x="5691" y="13118"/>
                  </a:lnTo>
                  <a:lnTo>
                    <a:pt x="6337" y="13057"/>
                  </a:lnTo>
                  <a:lnTo>
                    <a:pt x="6962" y="13037"/>
                  </a:lnTo>
                  <a:lnTo>
                    <a:pt x="7588" y="13037"/>
                  </a:lnTo>
                  <a:lnTo>
                    <a:pt x="8133" y="13077"/>
                  </a:lnTo>
                  <a:lnTo>
                    <a:pt x="8657" y="13138"/>
                  </a:lnTo>
                  <a:lnTo>
                    <a:pt x="9202" y="13218"/>
                  </a:lnTo>
                  <a:lnTo>
                    <a:pt x="9747" y="13319"/>
                  </a:lnTo>
                  <a:lnTo>
                    <a:pt x="10796" y="13561"/>
                  </a:lnTo>
                  <a:lnTo>
                    <a:pt x="11846" y="13824"/>
                  </a:lnTo>
                  <a:lnTo>
                    <a:pt x="13218" y="14167"/>
                  </a:lnTo>
                  <a:lnTo>
                    <a:pt x="13924" y="14328"/>
                  </a:lnTo>
                  <a:lnTo>
                    <a:pt x="14610" y="14449"/>
                  </a:lnTo>
                  <a:lnTo>
                    <a:pt x="15095" y="14530"/>
                  </a:lnTo>
                  <a:lnTo>
                    <a:pt x="15559" y="14570"/>
                  </a:lnTo>
                  <a:lnTo>
                    <a:pt x="16023" y="14611"/>
                  </a:lnTo>
                  <a:lnTo>
                    <a:pt x="16871" y="14611"/>
                  </a:lnTo>
                  <a:lnTo>
                    <a:pt x="17274" y="14570"/>
                  </a:lnTo>
                  <a:lnTo>
                    <a:pt x="17658" y="14530"/>
                  </a:lnTo>
                  <a:lnTo>
                    <a:pt x="18021" y="14449"/>
                  </a:lnTo>
                  <a:lnTo>
                    <a:pt x="18485" y="14328"/>
                  </a:lnTo>
                  <a:lnTo>
                    <a:pt x="18909" y="14187"/>
                  </a:lnTo>
                  <a:lnTo>
                    <a:pt x="19312" y="14005"/>
                  </a:lnTo>
                  <a:lnTo>
                    <a:pt x="19676" y="13783"/>
                  </a:lnTo>
                  <a:lnTo>
                    <a:pt x="20039" y="13541"/>
                  </a:lnTo>
                  <a:lnTo>
                    <a:pt x="20341" y="13279"/>
                  </a:lnTo>
                  <a:lnTo>
                    <a:pt x="20644" y="12976"/>
                  </a:lnTo>
                  <a:lnTo>
                    <a:pt x="20886" y="12674"/>
                  </a:lnTo>
                  <a:lnTo>
                    <a:pt x="21028" y="12472"/>
                  </a:lnTo>
                  <a:lnTo>
                    <a:pt x="21149" y="12270"/>
                  </a:lnTo>
                  <a:lnTo>
                    <a:pt x="21250" y="12048"/>
                  </a:lnTo>
                  <a:lnTo>
                    <a:pt x="21350" y="11846"/>
                  </a:lnTo>
                  <a:lnTo>
                    <a:pt x="21512" y="11402"/>
                  </a:lnTo>
                  <a:lnTo>
                    <a:pt x="21633" y="10958"/>
                  </a:lnTo>
                  <a:lnTo>
                    <a:pt x="21734" y="10494"/>
                  </a:lnTo>
                  <a:lnTo>
                    <a:pt x="21794" y="10030"/>
                  </a:lnTo>
                  <a:lnTo>
                    <a:pt x="21835" y="9586"/>
                  </a:lnTo>
                  <a:lnTo>
                    <a:pt x="21875" y="9142"/>
                  </a:lnTo>
                  <a:lnTo>
                    <a:pt x="21794" y="9142"/>
                  </a:lnTo>
                  <a:lnTo>
                    <a:pt x="21754" y="9586"/>
                  </a:lnTo>
                  <a:lnTo>
                    <a:pt x="21714" y="10030"/>
                  </a:lnTo>
                  <a:lnTo>
                    <a:pt x="21653" y="10474"/>
                  </a:lnTo>
                  <a:lnTo>
                    <a:pt x="21552" y="10918"/>
                  </a:lnTo>
                  <a:lnTo>
                    <a:pt x="21431" y="11362"/>
                  </a:lnTo>
                  <a:lnTo>
                    <a:pt x="21270" y="11806"/>
                  </a:lnTo>
                  <a:lnTo>
                    <a:pt x="21189" y="12008"/>
                  </a:lnTo>
                  <a:lnTo>
                    <a:pt x="21068" y="12230"/>
                  </a:lnTo>
                  <a:lnTo>
                    <a:pt x="20947" y="12431"/>
                  </a:lnTo>
                  <a:lnTo>
                    <a:pt x="20826" y="12613"/>
                  </a:lnTo>
                  <a:lnTo>
                    <a:pt x="20584" y="12936"/>
                  </a:lnTo>
                  <a:lnTo>
                    <a:pt x="20301" y="13218"/>
                  </a:lnTo>
                  <a:lnTo>
                    <a:pt x="19978" y="13481"/>
                  </a:lnTo>
                  <a:lnTo>
                    <a:pt x="19635" y="13723"/>
                  </a:lnTo>
                  <a:lnTo>
                    <a:pt x="19272" y="13925"/>
                  </a:lnTo>
                  <a:lnTo>
                    <a:pt x="18868" y="14106"/>
                  </a:lnTo>
                  <a:lnTo>
                    <a:pt x="18445" y="14248"/>
                  </a:lnTo>
                  <a:lnTo>
                    <a:pt x="18001" y="14369"/>
                  </a:lnTo>
                  <a:lnTo>
                    <a:pt x="17637" y="14449"/>
                  </a:lnTo>
                  <a:lnTo>
                    <a:pt x="17254" y="14490"/>
                  </a:lnTo>
                  <a:lnTo>
                    <a:pt x="16871" y="14530"/>
                  </a:lnTo>
                  <a:lnTo>
                    <a:pt x="16023" y="14530"/>
                  </a:lnTo>
                  <a:lnTo>
                    <a:pt x="15579" y="14490"/>
                  </a:lnTo>
                  <a:lnTo>
                    <a:pt x="15115" y="14449"/>
                  </a:lnTo>
                  <a:lnTo>
                    <a:pt x="14631" y="14369"/>
                  </a:lnTo>
                  <a:lnTo>
                    <a:pt x="13924" y="14248"/>
                  </a:lnTo>
                  <a:lnTo>
                    <a:pt x="13238" y="14086"/>
                  </a:lnTo>
                  <a:lnTo>
                    <a:pt x="11866" y="13743"/>
                  </a:lnTo>
                  <a:lnTo>
                    <a:pt x="10817" y="13481"/>
                  </a:lnTo>
                  <a:lnTo>
                    <a:pt x="9747" y="13239"/>
                  </a:lnTo>
                  <a:lnTo>
                    <a:pt x="9222" y="13138"/>
                  </a:lnTo>
                  <a:lnTo>
                    <a:pt x="8677" y="13057"/>
                  </a:lnTo>
                  <a:lnTo>
                    <a:pt x="8133" y="12996"/>
                  </a:lnTo>
                  <a:lnTo>
                    <a:pt x="7588" y="12956"/>
                  </a:lnTo>
                  <a:lnTo>
                    <a:pt x="6962" y="12956"/>
                  </a:lnTo>
                  <a:lnTo>
                    <a:pt x="6316" y="12976"/>
                  </a:lnTo>
                  <a:lnTo>
                    <a:pt x="5691" y="13037"/>
                  </a:lnTo>
                  <a:lnTo>
                    <a:pt x="5065" y="13118"/>
                  </a:lnTo>
                  <a:lnTo>
                    <a:pt x="4419" y="13218"/>
                  </a:lnTo>
                  <a:lnTo>
                    <a:pt x="3774" y="13339"/>
                  </a:lnTo>
                  <a:lnTo>
                    <a:pt x="2482" y="13602"/>
                  </a:lnTo>
                  <a:lnTo>
                    <a:pt x="2280" y="13642"/>
                  </a:lnTo>
                  <a:lnTo>
                    <a:pt x="2058" y="13683"/>
                  </a:lnTo>
                  <a:lnTo>
                    <a:pt x="1735" y="13683"/>
                  </a:lnTo>
                  <a:lnTo>
                    <a:pt x="1635" y="13662"/>
                  </a:lnTo>
                  <a:lnTo>
                    <a:pt x="1453" y="13582"/>
                  </a:lnTo>
                  <a:lnTo>
                    <a:pt x="1312" y="13501"/>
                  </a:lnTo>
                  <a:lnTo>
                    <a:pt x="1191" y="13380"/>
                  </a:lnTo>
                  <a:lnTo>
                    <a:pt x="1090" y="13239"/>
                  </a:lnTo>
                  <a:lnTo>
                    <a:pt x="989" y="13097"/>
                  </a:lnTo>
                  <a:lnTo>
                    <a:pt x="928" y="12936"/>
                  </a:lnTo>
                  <a:lnTo>
                    <a:pt x="888" y="12795"/>
                  </a:lnTo>
                  <a:lnTo>
                    <a:pt x="848" y="12633"/>
                  </a:lnTo>
                  <a:lnTo>
                    <a:pt x="827" y="12351"/>
                  </a:lnTo>
                  <a:lnTo>
                    <a:pt x="827" y="12068"/>
                  </a:lnTo>
                  <a:lnTo>
                    <a:pt x="848" y="11765"/>
                  </a:lnTo>
                  <a:lnTo>
                    <a:pt x="888" y="11483"/>
                  </a:lnTo>
                  <a:lnTo>
                    <a:pt x="908" y="11261"/>
                  </a:lnTo>
                  <a:lnTo>
                    <a:pt x="948" y="10857"/>
                  </a:lnTo>
                  <a:lnTo>
                    <a:pt x="969" y="10474"/>
                  </a:lnTo>
                  <a:lnTo>
                    <a:pt x="989" y="10090"/>
                  </a:lnTo>
                  <a:lnTo>
                    <a:pt x="969" y="9707"/>
                  </a:lnTo>
                  <a:lnTo>
                    <a:pt x="948" y="9303"/>
                  </a:lnTo>
                  <a:lnTo>
                    <a:pt x="908" y="8920"/>
                  </a:lnTo>
                  <a:lnTo>
                    <a:pt x="848" y="8537"/>
                  </a:lnTo>
                  <a:lnTo>
                    <a:pt x="787" y="8153"/>
                  </a:lnTo>
                  <a:lnTo>
                    <a:pt x="646" y="7568"/>
                  </a:lnTo>
                  <a:lnTo>
                    <a:pt x="505" y="7003"/>
                  </a:lnTo>
                  <a:lnTo>
                    <a:pt x="383" y="6539"/>
                  </a:lnTo>
                  <a:lnTo>
                    <a:pt x="262" y="6075"/>
                  </a:lnTo>
                  <a:lnTo>
                    <a:pt x="161" y="5611"/>
                  </a:lnTo>
                  <a:lnTo>
                    <a:pt x="101" y="5126"/>
                  </a:lnTo>
                  <a:lnTo>
                    <a:pt x="81" y="4844"/>
                  </a:lnTo>
                  <a:lnTo>
                    <a:pt x="81" y="4581"/>
                  </a:lnTo>
                  <a:lnTo>
                    <a:pt x="81" y="4319"/>
                  </a:lnTo>
                  <a:lnTo>
                    <a:pt x="121" y="4077"/>
                  </a:lnTo>
                  <a:lnTo>
                    <a:pt x="161" y="3835"/>
                  </a:lnTo>
                  <a:lnTo>
                    <a:pt x="222" y="3593"/>
                  </a:lnTo>
                  <a:lnTo>
                    <a:pt x="283" y="3350"/>
                  </a:lnTo>
                  <a:lnTo>
                    <a:pt x="383" y="3128"/>
                  </a:lnTo>
                  <a:lnTo>
                    <a:pt x="484" y="2906"/>
                  </a:lnTo>
                  <a:lnTo>
                    <a:pt x="605" y="2705"/>
                  </a:lnTo>
                  <a:lnTo>
                    <a:pt x="747" y="2503"/>
                  </a:lnTo>
                  <a:lnTo>
                    <a:pt x="888" y="2301"/>
                  </a:lnTo>
                  <a:lnTo>
                    <a:pt x="1070" y="2119"/>
                  </a:lnTo>
                  <a:lnTo>
                    <a:pt x="1251" y="1938"/>
                  </a:lnTo>
                  <a:lnTo>
                    <a:pt x="1453" y="1776"/>
                  </a:lnTo>
                  <a:lnTo>
                    <a:pt x="1655" y="1615"/>
                  </a:lnTo>
                  <a:lnTo>
                    <a:pt x="1897" y="1453"/>
                  </a:lnTo>
                  <a:lnTo>
                    <a:pt x="2119" y="1332"/>
                  </a:lnTo>
                  <a:lnTo>
                    <a:pt x="2361" y="1191"/>
                  </a:lnTo>
                  <a:lnTo>
                    <a:pt x="2603" y="1070"/>
                  </a:lnTo>
                  <a:lnTo>
                    <a:pt x="3108" y="868"/>
                  </a:lnTo>
                  <a:lnTo>
                    <a:pt x="3612" y="707"/>
                  </a:lnTo>
                  <a:lnTo>
                    <a:pt x="4117" y="565"/>
                  </a:lnTo>
                  <a:lnTo>
                    <a:pt x="4621" y="465"/>
                  </a:lnTo>
                  <a:lnTo>
                    <a:pt x="5085" y="384"/>
                  </a:lnTo>
                  <a:lnTo>
                    <a:pt x="5529" y="323"/>
                  </a:lnTo>
                  <a:lnTo>
                    <a:pt x="6316" y="243"/>
                  </a:lnTo>
                  <a:lnTo>
                    <a:pt x="7083" y="162"/>
                  </a:lnTo>
                  <a:lnTo>
                    <a:pt x="7870" y="122"/>
                  </a:lnTo>
                  <a:lnTo>
                    <a:pt x="8637" y="81"/>
                  </a:lnTo>
                  <a:lnTo>
                    <a:pt x="10171" y="81"/>
                  </a:lnTo>
                  <a:lnTo>
                    <a:pt x="10938" y="101"/>
                  </a:lnTo>
                  <a:lnTo>
                    <a:pt x="11704" y="142"/>
                  </a:lnTo>
                  <a:lnTo>
                    <a:pt x="12451" y="202"/>
                  </a:lnTo>
                  <a:lnTo>
                    <a:pt x="13218" y="283"/>
                  </a:lnTo>
                  <a:lnTo>
                    <a:pt x="13965" y="364"/>
                  </a:lnTo>
                  <a:lnTo>
                    <a:pt x="14711" y="485"/>
                  </a:lnTo>
                  <a:lnTo>
                    <a:pt x="15458" y="606"/>
                  </a:lnTo>
                  <a:lnTo>
                    <a:pt x="16225" y="767"/>
                  </a:lnTo>
                  <a:lnTo>
                    <a:pt x="16971" y="929"/>
                  </a:lnTo>
                  <a:lnTo>
                    <a:pt x="17718" y="1110"/>
                  </a:lnTo>
                  <a:lnTo>
                    <a:pt x="18445" y="1312"/>
                  </a:lnTo>
                  <a:lnTo>
                    <a:pt x="19191" y="1554"/>
                  </a:lnTo>
                  <a:lnTo>
                    <a:pt x="19554" y="1675"/>
                  </a:lnTo>
                  <a:lnTo>
                    <a:pt x="19938" y="1817"/>
                  </a:lnTo>
                  <a:lnTo>
                    <a:pt x="20301" y="1978"/>
                  </a:lnTo>
                  <a:lnTo>
                    <a:pt x="20644" y="2140"/>
                  </a:lnTo>
                  <a:lnTo>
                    <a:pt x="20987" y="2321"/>
                  </a:lnTo>
                  <a:lnTo>
                    <a:pt x="21330" y="2523"/>
                  </a:lnTo>
                  <a:lnTo>
                    <a:pt x="21653" y="2745"/>
                  </a:lnTo>
                  <a:lnTo>
                    <a:pt x="21956" y="2967"/>
                  </a:lnTo>
                  <a:lnTo>
                    <a:pt x="22259" y="3229"/>
                  </a:lnTo>
                  <a:lnTo>
                    <a:pt x="22541" y="3492"/>
                  </a:lnTo>
                  <a:lnTo>
                    <a:pt x="22783" y="3794"/>
                  </a:lnTo>
                  <a:lnTo>
                    <a:pt x="23025" y="4097"/>
                  </a:lnTo>
                  <a:lnTo>
                    <a:pt x="23207" y="4380"/>
                  </a:lnTo>
                  <a:lnTo>
                    <a:pt x="23368" y="4682"/>
                  </a:lnTo>
                  <a:lnTo>
                    <a:pt x="23510" y="4965"/>
                  </a:lnTo>
                  <a:lnTo>
                    <a:pt x="23611" y="5288"/>
                  </a:lnTo>
                  <a:lnTo>
                    <a:pt x="23712" y="5611"/>
                  </a:lnTo>
                  <a:lnTo>
                    <a:pt x="23792" y="5933"/>
                  </a:lnTo>
                  <a:lnTo>
                    <a:pt x="23833" y="6256"/>
                  </a:lnTo>
                  <a:lnTo>
                    <a:pt x="23873" y="6579"/>
                  </a:lnTo>
                  <a:lnTo>
                    <a:pt x="23873" y="6922"/>
                  </a:lnTo>
                  <a:lnTo>
                    <a:pt x="23873" y="7245"/>
                  </a:lnTo>
                  <a:lnTo>
                    <a:pt x="23833" y="7588"/>
                  </a:lnTo>
                  <a:lnTo>
                    <a:pt x="23772" y="7911"/>
                  </a:lnTo>
                  <a:lnTo>
                    <a:pt x="23712" y="8234"/>
                  </a:lnTo>
                  <a:lnTo>
                    <a:pt x="23611" y="8537"/>
                  </a:lnTo>
                  <a:lnTo>
                    <a:pt x="23490" y="8860"/>
                  </a:lnTo>
                  <a:lnTo>
                    <a:pt x="23328" y="9162"/>
                  </a:lnTo>
                  <a:lnTo>
                    <a:pt x="23409" y="9182"/>
                  </a:lnTo>
                  <a:lnTo>
                    <a:pt x="23550" y="8880"/>
                  </a:lnTo>
                  <a:lnTo>
                    <a:pt x="23671" y="8577"/>
                  </a:lnTo>
                  <a:lnTo>
                    <a:pt x="23772" y="8254"/>
                  </a:lnTo>
                  <a:lnTo>
                    <a:pt x="23853" y="7931"/>
                  </a:lnTo>
                  <a:lnTo>
                    <a:pt x="23913" y="7588"/>
                  </a:lnTo>
                  <a:lnTo>
                    <a:pt x="23954" y="7265"/>
                  </a:lnTo>
                  <a:lnTo>
                    <a:pt x="23954" y="6922"/>
                  </a:lnTo>
                  <a:lnTo>
                    <a:pt x="23954" y="6579"/>
                  </a:lnTo>
                  <a:lnTo>
                    <a:pt x="23913" y="6236"/>
                  </a:lnTo>
                  <a:lnTo>
                    <a:pt x="23873" y="5913"/>
                  </a:lnTo>
                  <a:lnTo>
                    <a:pt x="23792" y="5590"/>
                  </a:lnTo>
                  <a:lnTo>
                    <a:pt x="23691" y="5267"/>
                  </a:lnTo>
                  <a:lnTo>
                    <a:pt x="23570" y="4945"/>
                  </a:lnTo>
                  <a:lnTo>
                    <a:pt x="23429" y="4642"/>
                  </a:lnTo>
                  <a:lnTo>
                    <a:pt x="23268" y="4339"/>
                  </a:lnTo>
                  <a:lnTo>
                    <a:pt x="23086" y="4057"/>
                  </a:lnTo>
                  <a:lnTo>
                    <a:pt x="22844" y="3734"/>
                  </a:lnTo>
                  <a:lnTo>
                    <a:pt x="22602" y="3451"/>
                  </a:lnTo>
                  <a:lnTo>
                    <a:pt x="22319" y="3169"/>
                  </a:lnTo>
                  <a:lnTo>
                    <a:pt x="22016" y="2906"/>
                  </a:lnTo>
                  <a:lnTo>
                    <a:pt x="21694" y="2684"/>
                  </a:lnTo>
                  <a:lnTo>
                    <a:pt x="21371" y="2462"/>
                  </a:lnTo>
                  <a:lnTo>
                    <a:pt x="21048" y="2261"/>
                  </a:lnTo>
                  <a:lnTo>
                    <a:pt x="20685" y="2079"/>
                  </a:lnTo>
                  <a:lnTo>
                    <a:pt x="20341" y="1897"/>
                  </a:lnTo>
                  <a:lnTo>
                    <a:pt x="19978" y="1756"/>
                  </a:lnTo>
                  <a:lnTo>
                    <a:pt x="19595" y="1595"/>
                  </a:lnTo>
                  <a:lnTo>
                    <a:pt x="19232" y="1474"/>
                  </a:lnTo>
                  <a:lnTo>
                    <a:pt x="18465" y="1231"/>
                  </a:lnTo>
                  <a:lnTo>
                    <a:pt x="17738" y="1030"/>
                  </a:lnTo>
                  <a:lnTo>
                    <a:pt x="16971" y="848"/>
                  </a:lnTo>
                  <a:lnTo>
                    <a:pt x="16225" y="687"/>
                  </a:lnTo>
                  <a:lnTo>
                    <a:pt x="15478" y="545"/>
                  </a:lnTo>
                  <a:lnTo>
                    <a:pt x="14731" y="404"/>
                  </a:lnTo>
                  <a:lnTo>
                    <a:pt x="13985" y="283"/>
                  </a:lnTo>
                  <a:lnTo>
                    <a:pt x="13218" y="202"/>
                  </a:lnTo>
                  <a:lnTo>
                    <a:pt x="12471" y="122"/>
                  </a:lnTo>
                  <a:lnTo>
                    <a:pt x="11704" y="61"/>
                  </a:lnTo>
                  <a:lnTo>
                    <a:pt x="10938" y="21"/>
                  </a:lnTo>
                  <a:lnTo>
                    <a:pt x="1019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flipH="1">
              <a:off x="-3334104" y="-4888456"/>
              <a:ext cx="1145153" cy="459224"/>
            </a:xfrm>
            <a:custGeom>
              <a:rect b="b" l="l" r="r" t="t"/>
              <a:pathLst>
                <a:path extrusionOk="0" h="8214" w="20483">
                  <a:moveTo>
                    <a:pt x="0" y="1"/>
                  </a:moveTo>
                  <a:lnTo>
                    <a:pt x="20" y="182"/>
                  </a:lnTo>
                  <a:lnTo>
                    <a:pt x="40" y="384"/>
                  </a:lnTo>
                  <a:lnTo>
                    <a:pt x="141" y="768"/>
                  </a:lnTo>
                  <a:lnTo>
                    <a:pt x="283" y="1131"/>
                  </a:lnTo>
                  <a:lnTo>
                    <a:pt x="424" y="1494"/>
                  </a:lnTo>
                  <a:lnTo>
                    <a:pt x="585" y="1877"/>
                  </a:lnTo>
                  <a:lnTo>
                    <a:pt x="727" y="2261"/>
                  </a:lnTo>
                  <a:lnTo>
                    <a:pt x="787" y="2463"/>
                  </a:lnTo>
                  <a:lnTo>
                    <a:pt x="827" y="2664"/>
                  </a:lnTo>
                  <a:lnTo>
                    <a:pt x="848" y="2886"/>
                  </a:lnTo>
                  <a:lnTo>
                    <a:pt x="868" y="3088"/>
                  </a:lnTo>
                  <a:lnTo>
                    <a:pt x="848" y="3330"/>
                  </a:lnTo>
                  <a:lnTo>
                    <a:pt x="807" y="3573"/>
                  </a:lnTo>
                  <a:lnTo>
                    <a:pt x="686" y="4057"/>
                  </a:lnTo>
                  <a:lnTo>
                    <a:pt x="585" y="4460"/>
                  </a:lnTo>
                  <a:lnTo>
                    <a:pt x="545" y="4662"/>
                  </a:lnTo>
                  <a:lnTo>
                    <a:pt x="525" y="4864"/>
                  </a:lnTo>
                  <a:lnTo>
                    <a:pt x="525" y="5066"/>
                  </a:lnTo>
                  <a:lnTo>
                    <a:pt x="525" y="5248"/>
                  </a:lnTo>
                  <a:lnTo>
                    <a:pt x="565" y="5449"/>
                  </a:lnTo>
                  <a:lnTo>
                    <a:pt x="646" y="5631"/>
                  </a:lnTo>
                  <a:lnTo>
                    <a:pt x="706" y="5752"/>
                  </a:lnTo>
                  <a:lnTo>
                    <a:pt x="767" y="5873"/>
                  </a:lnTo>
                  <a:lnTo>
                    <a:pt x="848" y="5974"/>
                  </a:lnTo>
                  <a:lnTo>
                    <a:pt x="949" y="6075"/>
                  </a:lnTo>
                  <a:lnTo>
                    <a:pt x="1049" y="6156"/>
                  </a:lnTo>
                  <a:lnTo>
                    <a:pt x="1171" y="6236"/>
                  </a:lnTo>
                  <a:lnTo>
                    <a:pt x="1453" y="6378"/>
                  </a:lnTo>
                  <a:lnTo>
                    <a:pt x="1756" y="6478"/>
                  </a:lnTo>
                  <a:lnTo>
                    <a:pt x="2139" y="6559"/>
                  </a:lnTo>
                  <a:lnTo>
                    <a:pt x="2543" y="6600"/>
                  </a:lnTo>
                  <a:lnTo>
                    <a:pt x="3007" y="6620"/>
                  </a:lnTo>
                  <a:lnTo>
                    <a:pt x="4682" y="6600"/>
                  </a:lnTo>
                  <a:lnTo>
                    <a:pt x="7426" y="6600"/>
                  </a:lnTo>
                  <a:lnTo>
                    <a:pt x="8334" y="6640"/>
                  </a:lnTo>
                  <a:lnTo>
                    <a:pt x="9243" y="6721"/>
                  </a:lnTo>
                  <a:lnTo>
                    <a:pt x="10151" y="6822"/>
                  </a:lnTo>
                  <a:lnTo>
                    <a:pt x="10595" y="6902"/>
                  </a:lnTo>
                  <a:lnTo>
                    <a:pt x="11059" y="6983"/>
                  </a:lnTo>
                  <a:lnTo>
                    <a:pt x="11503" y="7084"/>
                  </a:lnTo>
                  <a:lnTo>
                    <a:pt x="11927" y="7205"/>
                  </a:lnTo>
                  <a:lnTo>
                    <a:pt x="12512" y="7387"/>
                  </a:lnTo>
                  <a:lnTo>
                    <a:pt x="13077" y="7568"/>
                  </a:lnTo>
                  <a:lnTo>
                    <a:pt x="13803" y="7790"/>
                  </a:lnTo>
                  <a:lnTo>
                    <a:pt x="14167" y="7911"/>
                  </a:lnTo>
                  <a:lnTo>
                    <a:pt x="14550" y="8012"/>
                  </a:lnTo>
                  <a:lnTo>
                    <a:pt x="14913" y="8093"/>
                  </a:lnTo>
                  <a:lnTo>
                    <a:pt x="15297" y="8153"/>
                  </a:lnTo>
                  <a:lnTo>
                    <a:pt x="15680" y="8194"/>
                  </a:lnTo>
                  <a:lnTo>
                    <a:pt x="16063" y="8214"/>
                  </a:lnTo>
                  <a:lnTo>
                    <a:pt x="16427" y="8214"/>
                  </a:lnTo>
                  <a:lnTo>
                    <a:pt x="16770" y="8174"/>
                  </a:lnTo>
                  <a:lnTo>
                    <a:pt x="17093" y="8113"/>
                  </a:lnTo>
                  <a:lnTo>
                    <a:pt x="17415" y="8032"/>
                  </a:lnTo>
                  <a:lnTo>
                    <a:pt x="17738" y="7931"/>
                  </a:lnTo>
                  <a:lnTo>
                    <a:pt x="18061" y="7810"/>
                  </a:lnTo>
                  <a:lnTo>
                    <a:pt x="18364" y="7649"/>
                  </a:lnTo>
                  <a:lnTo>
                    <a:pt x="18646" y="7488"/>
                  </a:lnTo>
                  <a:lnTo>
                    <a:pt x="18929" y="7306"/>
                  </a:lnTo>
                  <a:lnTo>
                    <a:pt x="19191" y="7104"/>
                  </a:lnTo>
                  <a:lnTo>
                    <a:pt x="19454" y="6902"/>
                  </a:lnTo>
                  <a:lnTo>
                    <a:pt x="19696" y="6660"/>
                  </a:lnTo>
                  <a:lnTo>
                    <a:pt x="19918" y="6418"/>
                  </a:lnTo>
                  <a:lnTo>
                    <a:pt x="20120" y="6156"/>
                  </a:lnTo>
                  <a:lnTo>
                    <a:pt x="20321" y="5873"/>
                  </a:lnTo>
                  <a:lnTo>
                    <a:pt x="20483" y="5570"/>
                  </a:lnTo>
                  <a:lnTo>
                    <a:pt x="20402" y="5550"/>
                  </a:lnTo>
                  <a:lnTo>
                    <a:pt x="20241" y="5833"/>
                  </a:lnTo>
                  <a:lnTo>
                    <a:pt x="20059" y="6095"/>
                  </a:lnTo>
                  <a:lnTo>
                    <a:pt x="19857" y="6357"/>
                  </a:lnTo>
                  <a:lnTo>
                    <a:pt x="19635" y="6600"/>
                  </a:lnTo>
                  <a:lnTo>
                    <a:pt x="19393" y="6842"/>
                  </a:lnTo>
                  <a:lnTo>
                    <a:pt x="19151" y="7044"/>
                  </a:lnTo>
                  <a:lnTo>
                    <a:pt x="18889" y="7245"/>
                  </a:lnTo>
                  <a:lnTo>
                    <a:pt x="18606" y="7427"/>
                  </a:lnTo>
                  <a:lnTo>
                    <a:pt x="18324" y="7588"/>
                  </a:lnTo>
                  <a:lnTo>
                    <a:pt x="18021" y="7730"/>
                  </a:lnTo>
                  <a:lnTo>
                    <a:pt x="17718" y="7851"/>
                  </a:lnTo>
                  <a:lnTo>
                    <a:pt x="17395" y="7952"/>
                  </a:lnTo>
                  <a:lnTo>
                    <a:pt x="17072" y="8032"/>
                  </a:lnTo>
                  <a:lnTo>
                    <a:pt x="16750" y="8093"/>
                  </a:lnTo>
                  <a:lnTo>
                    <a:pt x="16427" y="8133"/>
                  </a:lnTo>
                  <a:lnTo>
                    <a:pt x="16063" y="8133"/>
                  </a:lnTo>
                  <a:lnTo>
                    <a:pt x="15680" y="8113"/>
                  </a:lnTo>
                  <a:lnTo>
                    <a:pt x="15317" y="8073"/>
                  </a:lnTo>
                  <a:lnTo>
                    <a:pt x="14933" y="8012"/>
                  </a:lnTo>
                  <a:lnTo>
                    <a:pt x="14550" y="7931"/>
                  </a:lnTo>
                  <a:lnTo>
                    <a:pt x="14187" y="7831"/>
                  </a:lnTo>
                  <a:lnTo>
                    <a:pt x="13823" y="7730"/>
                  </a:lnTo>
                  <a:lnTo>
                    <a:pt x="13097" y="7488"/>
                  </a:lnTo>
                  <a:lnTo>
                    <a:pt x="12532" y="7306"/>
                  </a:lnTo>
                  <a:lnTo>
                    <a:pt x="11947" y="7124"/>
                  </a:lnTo>
                  <a:lnTo>
                    <a:pt x="11523" y="7003"/>
                  </a:lnTo>
                  <a:lnTo>
                    <a:pt x="11059" y="6902"/>
                  </a:lnTo>
                  <a:lnTo>
                    <a:pt x="10615" y="6822"/>
                  </a:lnTo>
                  <a:lnTo>
                    <a:pt x="10171" y="6741"/>
                  </a:lnTo>
                  <a:lnTo>
                    <a:pt x="9263" y="6640"/>
                  </a:lnTo>
                  <a:lnTo>
                    <a:pt x="8355" y="6559"/>
                  </a:lnTo>
                  <a:lnTo>
                    <a:pt x="7426" y="6519"/>
                  </a:lnTo>
                  <a:lnTo>
                    <a:pt x="4682" y="6519"/>
                  </a:lnTo>
                  <a:lnTo>
                    <a:pt x="3007" y="6539"/>
                  </a:lnTo>
                  <a:lnTo>
                    <a:pt x="2563" y="6519"/>
                  </a:lnTo>
                  <a:lnTo>
                    <a:pt x="2159" y="6478"/>
                  </a:lnTo>
                  <a:lnTo>
                    <a:pt x="1796" y="6398"/>
                  </a:lnTo>
                  <a:lnTo>
                    <a:pt x="1493" y="6297"/>
                  </a:lnTo>
                  <a:lnTo>
                    <a:pt x="1231" y="6176"/>
                  </a:lnTo>
                  <a:lnTo>
                    <a:pt x="1110" y="6095"/>
                  </a:lnTo>
                  <a:lnTo>
                    <a:pt x="1009" y="6014"/>
                  </a:lnTo>
                  <a:lnTo>
                    <a:pt x="928" y="5913"/>
                  </a:lnTo>
                  <a:lnTo>
                    <a:pt x="848" y="5833"/>
                  </a:lnTo>
                  <a:lnTo>
                    <a:pt x="767" y="5712"/>
                  </a:lnTo>
                  <a:lnTo>
                    <a:pt x="706" y="5611"/>
                  </a:lnTo>
                  <a:lnTo>
                    <a:pt x="646" y="5429"/>
                  </a:lnTo>
                  <a:lnTo>
                    <a:pt x="606" y="5248"/>
                  </a:lnTo>
                  <a:lnTo>
                    <a:pt x="606" y="5046"/>
                  </a:lnTo>
                  <a:lnTo>
                    <a:pt x="606" y="4864"/>
                  </a:lnTo>
                  <a:lnTo>
                    <a:pt x="626" y="4662"/>
                  </a:lnTo>
                  <a:lnTo>
                    <a:pt x="666" y="4481"/>
                  </a:lnTo>
                  <a:lnTo>
                    <a:pt x="767" y="4077"/>
                  </a:lnTo>
                  <a:lnTo>
                    <a:pt x="888" y="3593"/>
                  </a:lnTo>
                  <a:lnTo>
                    <a:pt x="928" y="3330"/>
                  </a:lnTo>
                  <a:lnTo>
                    <a:pt x="949" y="3088"/>
                  </a:lnTo>
                  <a:lnTo>
                    <a:pt x="928" y="2866"/>
                  </a:lnTo>
                  <a:lnTo>
                    <a:pt x="908" y="2664"/>
                  </a:lnTo>
                  <a:lnTo>
                    <a:pt x="868" y="2463"/>
                  </a:lnTo>
                  <a:lnTo>
                    <a:pt x="807" y="2261"/>
                  </a:lnTo>
                  <a:lnTo>
                    <a:pt x="666" y="1857"/>
                  </a:lnTo>
                  <a:lnTo>
                    <a:pt x="505" y="1454"/>
                  </a:lnTo>
                  <a:lnTo>
                    <a:pt x="363" y="1090"/>
                  </a:lnTo>
                  <a:lnTo>
                    <a:pt x="222" y="727"/>
                  </a:lnTo>
                  <a:lnTo>
                    <a:pt x="121" y="364"/>
                  </a:lnTo>
                  <a:lnTo>
                    <a:pt x="101" y="182"/>
                  </a:lnTo>
                  <a:lnTo>
                    <a:pt x="8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flipH="1">
              <a:off x="-3310451" y="-5112976"/>
              <a:ext cx="886861" cy="530339"/>
            </a:xfrm>
            <a:custGeom>
              <a:rect b="b" l="l" r="r" t="t"/>
              <a:pathLst>
                <a:path extrusionOk="0" h="9486" w="15863">
                  <a:moveTo>
                    <a:pt x="4117" y="82"/>
                  </a:moveTo>
                  <a:lnTo>
                    <a:pt x="4581" y="122"/>
                  </a:lnTo>
                  <a:lnTo>
                    <a:pt x="5025" y="162"/>
                  </a:lnTo>
                  <a:lnTo>
                    <a:pt x="5429" y="223"/>
                  </a:lnTo>
                  <a:lnTo>
                    <a:pt x="6176" y="344"/>
                  </a:lnTo>
                  <a:lnTo>
                    <a:pt x="6741" y="465"/>
                  </a:lnTo>
                  <a:lnTo>
                    <a:pt x="7427" y="626"/>
                  </a:lnTo>
                  <a:lnTo>
                    <a:pt x="8113" y="788"/>
                  </a:lnTo>
                  <a:lnTo>
                    <a:pt x="8799" y="990"/>
                  </a:lnTo>
                  <a:lnTo>
                    <a:pt x="9485" y="1171"/>
                  </a:lnTo>
                  <a:lnTo>
                    <a:pt x="10171" y="1393"/>
                  </a:lnTo>
                  <a:lnTo>
                    <a:pt x="10837" y="1615"/>
                  </a:lnTo>
                  <a:lnTo>
                    <a:pt x="11503" y="1857"/>
                  </a:lnTo>
                  <a:lnTo>
                    <a:pt x="12169" y="2100"/>
                  </a:lnTo>
                  <a:lnTo>
                    <a:pt x="12815" y="2382"/>
                  </a:lnTo>
                  <a:lnTo>
                    <a:pt x="13158" y="2523"/>
                  </a:lnTo>
                  <a:lnTo>
                    <a:pt x="13481" y="2705"/>
                  </a:lnTo>
                  <a:lnTo>
                    <a:pt x="13824" y="2887"/>
                  </a:lnTo>
                  <a:lnTo>
                    <a:pt x="14127" y="3109"/>
                  </a:lnTo>
                  <a:lnTo>
                    <a:pt x="14429" y="3331"/>
                  </a:lnTo>
                  <a:lnTo>
                    <a:pt x="14712" y="3593"/>
                  </a:lnTo>
                  <a:lnTo>
                    <a:pt x="14954" y="3875"/>
                  </a:lnTo>
                  <a:lnTo>
                    <a:pt x="15176" y="4158"/>
                  </a:lnTo>
                  <a:lnTo>
                    <a:pt x="15358" y="4481"/>
                  </a:lnTo>
                  <a:lnTo>
                    <a:pt x="15519" y="4804"/>
                  </a:lnTo>
                  <a:lnTo>
                    <a:pt x="15620" y="5127"/>
                  </a:lnTo>
                  <a:lnTo>
                    <a:pt x="15721" y="5490"/>
                  </a:lnTo>
                  <a:lnTo>
                    <a:pt x="15761" y="5833"/>
                  </a:lnTo>
                  <a:lnTo>
                    <a:pt x="15781" y="6176"/>
                  </a:lnTo>
                  <a:lnTo>
                    <a:pt x="15741" y="6539"/>
                  </a:lnTo>
                  <a:lnTo>
                    <a:pt x="15680" y="6902"/>
                  </a:lnTo>
                  <a:lnTo>
                    <a:pt x="15580" y="7246"/>
                  </a:lnTo>
                  <a:lnTo>
                    <a:pt x="15438" y="7589"/>
                  </a:lnTo>
                  <a:lnTo>
                    <a:pt x="15257" y="7891"/>
                  </a:lnTo>
                  <a:lnTo>
                    <a:pt x="15055" y="8174"/>
                  </a:lnTo>
                  <a:lnTo>
                    <a:pt x="14813" y="8436"/>
                  </a:lnTo>
                  <a:lnTo>
                    <a:pt x="14550" y="8678"/>
                  </a:lnTo>
                  <a:lnTo>
                    <a:pt x="14389" y="8799"/>
                  </a:lnTo>
                  <a:lnTo>
                    <a:pt x="14207" y="8900"/>
                  </a:lnTo>
                  <a:lnTo>
                    <a:pt x="14026" y="8981"/>
                  </a:lnTo>
                  <a:lnTo>
                    <a:pt x="13844" y="9082"/>
                  </a:lnTo>
                  <a:lnTo>
                    <a:pt x="13481" y="9203"/>
                  </a:lnTo>
                  <a:lnTo>
                    <a:pt x="13097" y="9304"/>
                  </a:lnTo>
                  <a:lnTo>
                    <a:pt x="12734" y="9364"/>
                  </a:lnTo>
                  <a:lnTo>
                    <a:pt x="12371" y="9385"/>
                  </a:lnTo>
                  <a:lnTo>
                    <a:pt x="12028" y="9405"/>
                  </a:lnTo>
                  <a:lnTo>
                    <a:pt x="11725" y="9385"/>
                  </a:lnTo>
                  <a:lnTo>
                    <a:pt x="11362" y="9364"/>
                  </a:lnTo>
                  <a:lnTo>
                    <a:pt x="10999" y="9324"/>
                  </a:lnTo>
                  <a:lnTo>
                    <a:pt x="10615" y="9264"/>
                  </a:lnTo>
                  <a:lnTo>
                    <a:pt x="10272" y="9183"/>
                  </a:lnTo>
                  <a:lnTo>
                    <a:pt x="9546" y="9021"/>
                  </a:lnTo>
                  <a:lnTo>
                    <a:pt x="8839" y="8840"/>
                  </a:lnTo>
                  <a:lnTo>
                    <a:pt x="7810" y="8577"/>
                  </a:lnTo>
                  <a:lnTo>
                    <a:pt x="7306" y="8476"/>
                  </a:lnTo>
                  <a:lnTo>
                    <a:pt x="6781" y="8376"/>
                  </a:lnTo>
                  <a:lnTo>
                    <a:pt x="6055" y="8295"/>
                  </a:lnTo>
                  <a:lnTo>
                    <a:pt x="5328" y="8234"/>
                  </a:lnTo>
                  <a:lnTo>
                    <a:pt x="4622" y="8214"/>
                  </a:lnTo>
                  <a:lnTo>
                    <a:pt x="3895" y="8214"/>
                  </a:lnTo>
                  <a:lnTo>
                    <a:pt x="2866" y="8194"/>
                  </a:lnTo>
                  <a:lnTo>
                    <a:pt x="2341" y="8174"/>
                  </a:lnTo>
                  <a:lnTo>
                    <a:pt x="1837" y="8133"/>
                  </a:lnTo>
                  <a:lnTo>
                    <a:pt x="1393" y="8073"/>
                  </a:lnTo>
                  <a:lnTo>
                    <a:pt x="1171" y="8033"/>
                  </a:lnTo>
                  <a:lnTo>
                    <a:pt x="969" y="7972"/>
                  </a:lnTo>
                  <a:lnTo>
                    <a:pt x="767" y="7871"/>
                  </a:lnTo>
                  <a:lnTo>
                    <a:pt x="586" y="7770"/>
                  </a:lnTo>
                  <a:lnTo>
                    <a:pt x="404" y="7629"/>
                  </a:lnTo>
                  <a:lnTo>
                    <a:pt x="283" y="7467"/>
                  </a:lnTo>
                  <a:lnTo>
                    <a:pt x="223" y="7367"/>
                  </a:lnTo>
                  <a:lnTo>
                    <a:pt x="162" y="7246"/>
                  </a:lnTo>
                  <a:lnTo>
                    <a:pt x="101" y="7024"/>
                  </a:lnTo>
                  <a:lnTo>
                    <a:pt x="81" y="6802"/>
                  </a:lnTo>
                  <a:lnTo>
                    <a:pt x="101" y="6580"/>
                  </a:lnTo>
                  <a:lnTo>
                    <a:pt x="142" y="6337"/>
                  </a:lnTo>
                  <a:lnTo>
                    <a:pt x="182" y="6095"/>
                  </a:lnTo>
                  <a:lnTo>
                    <a:pt x="323" y="5611"/>
                  </a:lnTo>
                  <a:lnTo>
                    <a:pt x="445" y="5248"/>
                  </a:lnTo>
                  <a:lnTo>
                    <a:pt x="525" y="4905"/>
                  </a:lnTo>
                  <a:lnTo>
                    <a:pt x="545" y="4723"/>
                  </a:lnTo>
                  <a:lnTo>
                    <a:pt x="566" y="4562"/>
                  </a:lnTo>
                  <a:lnTo>
                    <a:pt x="586" y="4380"/>
                  </a:lnTo>
                  <a:lnTo>
                    <a:pt x="566" y="4218"/>
                  </a:lnTo>
                  <a:lnTo>
                    <a:pt x="485" y="3795"/>
                  </a:lnTo>
                  <a:lnTo>
                    <a:pt x="384" y="3391"/>
                  </a:lnTo>
                  <a:lnTo>
                    <a:pt x="263" y="2887"/>
                  </a:lnTo>
                  <a:lnTo>
                    <a:pt x="223" y="2644"/>
                  </a:lnTo>
                  <a:lnTo>
                    <a:pt x="182" y="2382"/>
                  </a:lnTo>
                  <a:lnTo>
                    <a:pt x="202" y="2140"/>
                  </a:lnTo>
                  <a:lnTo>
                    <a:pt x="243" y="1898"/>
                  </a:lnTo>
                  <a:lnTo>
                    <a:pt x="323" y="1656"/>
                  </a:lnTo>
                  <a:lnTo>
                    <a:pt x="445" y="1393"/>
                  </a:lnTo>
                  <a:lnTo>
                    <a:pt x="566" y="1212"/>
                  </a:lnTo>
                  <a:lnTo>
                    <a:pt x="707" y="1050"/>
                  </a:lnTo>
                  <a:lnTo>
                    <a:pt x="868" y="889"/>
                  </a:lnTo>
                  <a:lnTo>
                    <a:pt x="1030" y="748"/>
                  </a:lnTo>
                  <a:lnTo>
                    <a:pt x="1211" y="626"/>
                  </a:lnTo>
                  <a:lnTo>
                    <a:pt x="1393" y="526"/>
                  </a:lnTo>
                  <a:lnTo>
                    <a:pt x="1595" y="425"/>
                  </a:lnTo>
                  <a:lnTo>
                    <a:pt x="1797" y="344"/>
                  </a:lnTo>
                  <a:lnTo>
                    <a:pt x="2019" y="283"/>
                  </a:lnTo>
                  <a:lnTo>
                    <a:pt x="2241" y="223"/>
                  </a:lnTo>
                  <a:lnTo>
                    <a:pt x="2705" y="142"/>
                  </a:lnTo>
                  <a:lnTo>
                    <a:pt x="3189" y="82"/>
                  </a:lnTo>
                  <a:close/>
                  <a:moveTo>
                    <a:pt x="3552" y="1"/>
                  </a:moveTo>
                  <a:lnTo>
                    <a:pt x="3088" y="21"/>
                  </a:lnTo>
                  <a:lnTo>
                    <a:pt x="2604" y="61"/>
                  </a:lnTo>
                  <a:lnTo>
                    <a:pt x="2160" y="162"/>
                  </a:lnTo>
                  <a:lnTo>
                    <a:pt x="1938" y="223"/>
                  </a:lnTo>
                  <a:lnTo>
                    <a:pt x="1716" y="283"/>
                  </a:lnTo>
                  <a:lnTo>
                    <a:pt x="1514" y="384"/>
                  </a:lnTo>
                  <a:lnTo>
                    <a:pt x="1312" y="465"/>
                  </a:lnTo>
                  <a:lnTo>
                    <a:pt x="1131" y="586"/>
                  </a:lnTo>
                  <a:lnTo>
                    <a:pt x="949" y="707"/>
                  </a:lnTo>
                  <a:lnTo>
                    <a:pt x="788" y="848"/>
                  </a:lnTo>
                  <a:lnTo>
                    <a:pt x="646" y="990"/>
                  </a:lnTo>
                  <a:lnTo>
                    <a:pt x="505" y="1171"/>
                  </a:lnTo>
                  <a:lnTo>
                    <a:pt x="384" y="1353"/>
                  </a:lnTo>
                  <a:lnTo>
                    <a:pt x="243" y="1615"/>
                  </a:lnTo>
                  <a:lnTo>
                    <a:pt x="162" y="1878"/>
                  </a:lnTo>
                  <a:lnTo>
                    <a:pt x="122" y="2140"/>
                  </a:lnTo>
                  <a:lnTo>
                    <a:pt x="101" y="2382"/>
                  </a:lnTo>
                  <a:lnTo>
                    <a:pt x="142" y="2644"/>
                  </a:lnTo>
                  <a:lnTo>
                    <a:pt x="182" y="2887"/>
                  </a:lnTo>
                  <a:lnTo>
                    <a:pt x="303" y="3411"/>
                  </a:lnTo>
                  <a:lnTo>
                    <a:pt x="404" y="3815"/>
                  </a:lnTo>
                  <a:lnTo>
                    <a:pt x="485" y="4218"/>
                  </a:lnTo>
                  <a:lnTo>
                    <a:pt x="505" y="4380"/>
                  </a:lnTo>
                  <a:lnTo>
                    <a:pt x="485" y="4541"/>
                  </a:lnTo>
                  <a:lnTo>
                    <a:pt x="445" y="4884"/>
                  </a:lnTo>
                  <a:lnTo>
                    <a:pt x="364" y="5227"/>
                  </a:lnTo>
                  <a:lnTo>
                    <a:pt x="263" y="5591"/>
                  </a:lnTo>
                  <a:lnTo>
                    <a:pt x="101" y="6075"/>
                  </a:lnTo>
                  <a:lnTo>
                    <a:pt x="61" y="6337"/>
                  </a:lnTo>
                  <a:lnTo>
                    <a:pt x="21" y="6580"/>
                  </a:lnTo>
                  <a:lnTo>
                    <a:pt x="1" y="6822"/>
                  </a:lnTo>
                  <a:lnTo>
                    <a:pt x="41" y="7064"/>
                  </a:lnTo>
                  <a:lnTo>
                    <a:pt x="101" y="7286"/>
                  </a:lnTo>
                  <a:lnTo>
                    <a:pt x="142" y="7387"/>
                  </a:lnTo>
                  <a:lnTo>
                    <a:pt x="202" y="7508"/>
                  </a:lnTo>
                  <a:lnTo>
                    <a:pt x="344" y="7689"/>
                  </a:lnTo>
                  <a:lnTo>
                    <a:pt x="525" y="7831"/>
                  </a:lnTo>
                  <a:lnTo>
                    <a:pt x="727" y="7952"/>
                  </a:lnTo>
                  <a:lnTo>
                    <a:pt x="929" y="8033"/>
                  </a:lnTo>
                  <a:lnTo>
                    <a:pt x="1151" y="8113"/>
                  </a:lnTo>
                  <a:lnTo>
                    <a:pt x="1373" y="8154"/>
                  </a:lnTo>
                  <a:lnTo>
                    <a:pt x="1817" y="8214"/>
                  </a:lnTo>
                  <a:lnTo>
                    <a:pt x="2341" y="8255"/>
                  </a:lnTo>
                  <a:lnTo>
                    <a:pt x="2866" y="8275"/>
                  </a:lnTo>
                  <a:lnTo>
                    <a:pt x="3895" y="8295"/>
                  </a:lnTo>
                  <a:lnTo>
                    <a:pt x="4602" y="8295"/>
                  </a:lnTo>
                  <a:lnTo>
                    <a:pt x="5328" y="8315"/>
                  </a:lnTo>
                  <a:lnTo>
                    <a:pt x="6055" y="8376"/>
                  </a:lnTo>
                  <a:lnTo>
                    <a:pt x="6761" y="8456"/>
                  </a:lnTo>
                  <a:lnTo>
                    <a:pt x="7286" y="8557"/>
                  </a:lnTo>
                  <a:lnTo>
                    <a:pt x="7790" y="8658"/>
                  </a:lnTo>
                  <a:lnTo>
                    <a:pt x="8819" y="8920"/>
                  </a:lnTo>
                  <a:lnTo>
                    <a:pt x="9526" y="9102"/>
                  </a:lnTo>
                  <a:lnTo>
                    <a:pt x="10252" y="9264"/>
                  </a:lnTo>
                  <a:lnTo>
                    <a:pt x="10615" y="9344"/>
                  </a:lnTo>
                  <a:lnTo>
                    <a:pt x="10979" y="9385"/>
                  </a:lnTo>
                  <a:lnTo>
                    <a:pt x="11342" y="9445"/>
                  </a:lnTo>
                  <a:lnTo>
                    <a:pt x="11725" y="9465"/>
                  </a:lnTo>
                  <a:lnTo>
                    <a:pt x="12048" y="9485"/>
                  </a:lnTo>
                  <a:lnTo>
                    <a:pt x="12351" y="9465"/>
                  </a:lnTo>
                  <a:lnTo>
                    <a:pt x="12674" y="9445"/>
                  </a:lnTo>
                  <a:lnTo>
                    <a:pt x="12997" y="9405"/>
                  </a:lnTo>
                  <a:lnTo>
                    <a:pt x="13319" y="9324"/>
                  </a:lnTo>
                  <a:lnTo>
                    <a:pt x="13662" y="9223"/>
                  </a:lnTo>
                  <a:lnTo>
                    <a:pt x="13985" y="9102"/>
                  </a:lnTo>
                  <a:lnTo>
                    <a:pt x="14288" y="8941"/>
                  </a:lnTo>
                  <a:lnTo>
                    <a:pt x="14591" y="8739"/>
                  </a:lnTo>
                  <a:lnTo>
                    <a:pt x="14873" y="8497"/>
                  </a:lnTo>
                  <a:lnTo>
                    <a:pt x="15115" y="8234"/>
                  </a:lnTo>
                  <a:lnTo>
                    <a:pt x="15337" y="7932"/>
                  </a:lnTo>
                  <a:lnTo>
                    <a:pt x="15499" y="7609"/>
                  </a:lnTo>
                  <a:lnTo>
                    <a:pt x="15660" y="7286"/>
                  </a:lnTo>
                  <a:lnTo>
                    <a:pt x="15761" y="6923"/>
                  </a:lnTo>
                  <a:lnTo>
                    <a:pt x="15822" y="6559"/>
                  </a:lnTo>
                  <a:lnTo>
                    <a:pt x="15862" y="6176"/>
                  </a:lnTo>
                  <a:lnTo>
                    <a:pt x="15842" y="5833"/>
                  </a:lnTo>
                  <a:lnTo>
                    <a:pt x="15802" y="5470"/>
                  </a:lnTo>
                  <a:lnTo>
                    <a:pt x="15701" y="5106"/>
                  </a:lnTo>
                  <a:lnTo>
                    <a:pt x="15580" y="4763"/>
                  </a:lnTo>
                  <a:lnTo>
                    <a:pt x="15418" y="4440"/>
                  </a:lnTo>
                  <a:lnTo>
                    <a:pt x="15236" y="4118"/>
                  </a:lnTo>
                  <a:lnTo>
                    <a:pt x="15015" y="3815"/>
                  </a:lnTo>
                  <a:lnTo>
                    <a:pt x="14772" y="3532"/>
                  </a:lnTo>
                  <a:lnTo>
                    <a:pt x="14490" y="3270"/>
                  </a:lnTo>
                  <a:lnTo>
                    <a:pt x="14187" y="3028"/>
                  </a:lnTo>
                  <a:lnTo>
                    <a:pt x="13864" y="2826"/>
                  </a:lnTo>
                  <a:lnTo>
                    <a:pt x="13541" y="2624"/>
                  </a:lnTo>
                  <a:lnTo>
                    <a:pt x="13198" y="2463"/>
                  </a:lnTo>
                  <a:lnTo>
                    <a:pt x="12855" y="2301"/>
                  </a:lnTo>
                  <a:lnTo>
                    <a:pt x="12189" y="2039"/>
                  </a:lnTo>
                  <a:lnTo>
                    <a:pt x="11523" y="1777"/>
                  </a:lnTo>
                  <a:lnTo>
                    <a:pt x="10857" y="1535"/>
                  </a:lnTo>
                  <a:lnTo>
                    <a:pt x="10191" y="1313"/>
                  </a:lnTo>
                  <a:lnTo>
                    <a:pt x="9505" y="1111"/>
                  </a:lnTo>
                  <a:lnTo>
                    <a:pt x="8819" y="909"/>
                  </a:lnTo>
                  <a:lnTo>
                    <a:pt x="8133" y="707"/>
                  </a:lnTo>
                  <a:lnTo>
                    <a:pt x="7447" y="546"/>
                  </a:lnTo>
                  <a:lnTo>
                    <a:pt x="6761" y="384"/>
                  </a:lnTo>
                  <a:lnTo>
                    <a:pt x="6176" y="263"/>
                  </a:lnTo>
                  <a:lnTo>
                    <a:pt x="5389" y="142"/>
                  </a:lnTo>
                  <a:lnTo>
                    <a:pt x="4965" y="82"/>
                  </a:lnTo>
                  <a:lnTo>
                    <a:pt x="4501" y="21"/>
                  </a:lnTo>
                  <a:lnTo>
                    <a:pt x="403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flipH="1">
              <a:off x="-3290097" y="-5084743"/>
              <a:ext cx="669045" cy="364461"/>
            </a:xfrm>
            <a:custGeom>
              <a:rect b="b" l="l" r="r" t="t"/>
              <a:pathLst>
                <a:path extrusionOk="0" h="6519" w="11967">
                  <a:moveTo>
                    <a:pt x="6216" y="81"/>
                  </a:moveTo>
                  <a:lnTo>
                    <a:pt x="6720" y="121"/>
                  </a:lnTo>
                  <a:lnTo>
                    <a:pt x="7204" y="202"/>
                  </a:lnTo>
                  <a:lnTo>
                    <a:pt x="7709" y="283"/>
                  </a:lnTo>
                  <a:lnTo>
                    <a:pt x="8173" y="404"/>
                  </a:lnTo>
                  <a:lnTo>
                    <a:pt x="8657" y="565"/>
                  </a:lnTo>
                  <a:lnTo>
                    <a:pt x="9121" y="727"/>
                  </a:lnTo>
                  <a:lnTo>
                    <a:pt x="9565" y="929"/>
                  </a:lnTo>
                  <a:lnTo>
                    <a:pt x="9868" y="1090"/>
                  </a:lnTo>
                  <a:lnTo>
                    <a:pt x="10171" y="1272"/>
                  </a:lnTo>
                  <a:lnTo>
                    <a:pt x="10433" y="1433"/>
                  </a:lnTo>
                  <a:lnTo>
                    <a:pt x="10675" y="1615"/>
                  </a:lnTo>
                  <a:lnTo>
                    <a:pt x="10897" y="1796"/>
                  </a:lnTo>
                  <a:lnTo>
                    <a:pt x="11099" y="1998"/>
                  </a:lnTo>
                  <a:lnTo>
                    <a:pt x="11261" y="2200"/>
                  </a:lnTo>
                  <a:lnTo>
                    <a:pt x="11422" y="2402"/>
                  </a:lnTo>
                  <a:lnTo>
                    <a:pt x="11583" y="2684"/>
                  </a:lnTo>
                  <a:lnTo>
                    <a:pt x="11725" y="2967"/>
                  </a:lnTo>
                  <a:lnTo>
                    <a:pt x="11805" y="3270"/>
                  </a:lnTo>
                  <a:lnTo>
                    <a:pt x="11866" y="3552"/>
                  </a:lnTo>
                  <a:lnTo>
                    <a:pt x="11886" y="3855"/>
                  </a:lnTo>
                  <a:lnTo>
                    <a:pt x="11866" y="4137"/>
                  </a:lnTo>
                  <a:lnTo>
                    <a:pt x="11805" y="4420"/>
                  </a:lnTo>
                  <a:lnTo>
                    <a:pt x="11725" y="4662"/>
                  </a:lnTo>
                  <a:lnTo>
                    <a:pt x="11644" y="4823"/>
                  </a:lnTo>
                  <a:lnTo>
                    <a:pt x="11543" y="4965"/>
                  </a:lnTo>
                  <a:lnTo>
                    <a:pt x="11442" y="5106"/>
                  </a:lnTo>
                  <a:lnTo>
                    <a:pt x="11321" y="5247"/>
                  </a:lnTo>
                  <a:lnTo>
                    <a:pt x="11180" y="5388"/>
                  </a:lnTo>
                  <a:lnTo>
                    <a:pt x="11039" y="5510"/>
                  </a:lnTo>
                  <a:lnTo>
                    <a:pt x="10877" y="5631"/>
                  </a:lnTo>
                  <a:lnTo>
                    <a:pt x="10695" y="5752"/>
                  </a:lnTo>
                  <a:lnTo>
                    <a:pt x="10494" y="5853"/>
                  </a:lnTo>
                  <a:lnTo>
                    <a:pt x="10292" y="5953"/>
                  </a:lnTo>
                  <a:lnTo>
                    <a:pt x="10070" y="6054"/>
                  </a:lnTo>
                  <a:lnTo>
                    <a:pt x="9848" y="6135"/>
                  </a:lnTo>
                  <a:lnTo>
                    <a:pt x="9606" y="6216"/>
                  </a:lnTo>
                  <a:lnTo>
                    <a:pt x="9364" y="6276"/>
                  </a:lnTo>
                  <a:lnTo>
                    <a:pt x="8859" y="6377"/>
                  </a:lnTo>
                  <a:lnTo>
                    <a:pt x="8314" y="6438"/>
                  </a:lnTo>
                  <a:lnTo>
                    <a:pt x="7729" y="6438"/>
                  </a:lnTo>
                  <a:lnTo>
                    <a:pt x="7103" y="6418"/>
                  </a:lnTo>
                  <a:lnTo>
                    <a:pt x="6438" y="6357"/>
                  </a:lnTo>
                  <a:lnTo>
                    <a:pt x="5731" y="6256"/>
                  </a:lnTo>
                  <a:lnTo>
                    <a:pt x="5025" y="6115"/>
                  </a:lnTo>
                  <a:lnTo>
                    <a:pt x="4339" y="5953"/>
                  </a:lnTo>
                  <a:lnTo>
                    <a:pt x="3653" y="5772"/>
                  </a:lnTo>
                  <a:lnTo>
                    <a:pt x="2987" y="5550"/>
                  </a:lnTo>
                  <a:lnTo>
                    <a:pt x="2321" y="5308"/>
                  </a:lnTo>
                  <a:lnTo>
                    <a:pt x="1655" y="5025"/>
                  </a:lnTo>
                  <a:lnTo>
                    <a:pt x="1009" y="4722"/>
                  </a:lnTo>
                  <a:lnTo>
                    <a:pt x="787" y="4581"/>
                  </a:lnTo>
                  <a:lnTo>
                    <a:pt x="585" y="4460"/>
                  </a:lnTo>
                  <a:lnTo>
                    <a:pt x="424" y="4299"/>
                  </a:lnTo>
                  <a:lnTo>
                    <a:pt x="283" y="4137"/>
                  </a:lnTo>
                  <a:lnTo>
                    <a:pt x="182" y="3956"/>
                  </a:lnTo>
                  <a:lnTo>
                    <a:pt x="121" y="3754"/>
                  </a:lnTo>
                  <a:lnTo>
                    <a:pt x="81" y="3552"/>
                  </a:lnTo>
                  <a:lnTo>
                    <a:pt x="81" y="3350"/>
                  </a:lnTo>
                  <a:lnTo>
                    <a:pt x="101" y="3148"/>
                  </a:lnTo>
                  <a:lnTo>
                    <a:pt x="141" y="2947"/>
                  </a:lnTo>
                  <a:lnTo>
                    <a:pt x="222" y="2745"/>
                  </a:lnTo>
                  <a:lnTo>
                    <a:pt x="303" y="2543"/>
                  </a:lnTo>
                  <a:lnTo>
                    <a:pt x="424" y="2341"/>
                  </a:lnTo>
                  <a:lnTo>
                    <a:pt x="545" y="2139"/>
                  </a:lnTo>
                  <a:lnTo>
                    <a:pt x="686" y="1958"/>
                  </a:lnTo>
                  <a:lnTo>
                    <a:pt x="827" y="1776"/>
                  </a:lnTo>
                  <a:lnTo>
                    <a:pt x="989" y="1595"/>
                  </a:lnTo>
                  <a:lnTo>
                    <a:pt x="1171" y="1433"/>
                  </a:lnTo>
                  <a:lnTo>
                    <a:pt x="1352" y="1272"/>
                  </a:lnTo>
                  <a:lnTo>
                    <a:pt x="1534" y="1130"/>
                  </a:lnTo>
                  <a:lnTo>
                    <a:pt x="1715" y="1009"/>
                  </a:lnTo>
                  <a:lnTo>
                    <a:pt x="1917" y="888"/>
                  </a:lnTo>
                  <a:lnTo>
                    <a:pt x="2099" y="787"/>
                  </a:lnTo>
                  <a:lnTo>
                    <a:pt x="2301" y="707"/>
                  </a:lnTo>
                  <a:lnTo>
                    <a:pt x="2724" y="565"/>
                  </a:lnTo>
                  <a:lnTo>
                    <a:pt x="3148" y="424"/>
                  </a:lnTo>
                  <a:lnTo>
                    <a:pt x="3572" y="323"/>
                  </a:lnTo>
                  <a:lnTo>
                    <a:pt x="3996" y="222"/>
                  </a:lnTo>
                  <a:lnTo>
                    <a:pt x="4419" y="162"/>
                  </a:lnTo>
                  <a:lnTo>
                    <a:pt x="4863" y="121"/>
                  </a:lnTo>
                  <a:lnTo>
                    <a:pt x="5287" y="81"/>
                  </a:lnTo>
                  <a:close/>
                  <a:moveTo>
                    <a:pt x="5550" y="0"/>
                  </a:moveTo>
                  <a:lnTo>
                    <a:pt x="5085" y="21"/>
                  </a:lnTo>
                  <a:lnTo>
                    <a:pt x="4601" y="61"/>
                  </a:lnTo>
                  <a:lnTo>
                    <a:pt x="4137" y="121"/>
                  </a:lnTo>
                  <a:lnTo>
                    <a:pt x="3653" y="222"/>
                  </a:lnTo>
                  <a:lnTo>
                    <a:pt x="3189" y="323"/>
                  </a:lnTo>
                  <a:lnTo>
                    <a:pt x="2724" y="464"/>
                  </a:lnTo>
                  <a:lnTo>
                    <a:pt x="2260" y="626"/>
                  </a:lnTo>
                  <a:lnTo>
                    <a:pt x="2079" y="707"/>
                  </a:lnTo>
                  <a:lnTo>
                    <a:pt x="1877" y="808"/>
                  </a:lnTo>
                  <a:lnTo>
                    <a:pt x="1675" y="929"/>
                  </a:lnTo>
                  <a:lnTo>
                    <a:pt x="1493" y="1070"/>
                  </a:lnTo>
                  <a:lnTo>
                    <a:pt x="1292" y="1211"/>
                  </a:lnTo>
                  <a:lnTo>
                    <a:pt x="1110" y="1373"/>
                  </a:lnTo>
                  <a:lnTo>
                    <a:pt x="928" y="1554"/>
                  </a:lnTo>
                  <a:lnTo>
                    <a:pt x="767" y="1716"/>
                  </a:lnTo>
                  <a:lnTo>
                    <a:pt x="605" y="1917"/>
                  </a:lnTo>
                  <a:lnTo>
                    <a:pt x="464" y="2119"/>
                  </a:lnTo>
                  <a:lnTo>
                    <a:pt x="343" y="2301"/>
                  </a:lnTo>
                  <a:lnTo>
                    <a:pt x="242" y="2523"/>
                  </a:lnTo>
                  <a:lnTo>
                    <a:pt x="141" y="2725"/>
                  </a:lnTo>
                  <a:lnTo>
                    <a:pt x="81" y="2926"/>
                  </a:lnTo>
                  <a:lnTo>
                    <a:pt x="20" y="3128"/>
                  </a:lnTo>
                  <a:lnTo>
                    <a:pt x="0" y="3330"/>
                  </a:lnTo>
                  <a:lnTo>
                    <a:pt x="0" y="3572"/>
                  </a:lnTo>
                  <a:lnTo>
                    <a:pt x="40" y="3774"/>
                  </a:lnTo>
                  <a:lnTo>
                    <a:pt x="121" y="3976"/>
                  </a:lnTo>
                  <a:lnTo>
                    <a:pt x="222" y="4178"/>
                  </a:lnTo>
                  <a:lnTo>
                    <a:pt x="363" y="4339"/>
                  </a:lnTo>
                  <a:lnTo>
                    <a:pt x="525" y="4501"/>
                  </a:lnTo>
                  <a:lnTo>
                    <a:pt x="747" y="4662"/>
                  </a:lnTo>
                  <a:lnTo>
                    <a:pt x="969" y="4783"/>
                  </a:lnTo>
                  <a:lnTo>
                    <a:pt x="1614" y="5106"/>
                  </a:lnTo>
                  <a:lnTo>
                    <a:pt x="2280" y="5368"/>
                  </a:lnTo>
                  <a:lnTo>
                    <a:pt x="2946" y="5631"/>
                  </a:lnTo>
                  <a:lnTo>
                    <a:pt x="3632" y="5853"/>
                  </a:lnTo>
                  <a:lnTo>
                    <a:pt x="4319" y="6034"/>
                  </a:lnTo>
                  <a:lnTo>
                    <a:pt x="5025" y="6196"/>
                  </a:lnTo>
                  <a:lnTo>
                    <a:pt x="5731" y="6337"/>
                  </a:lnTo>
                  <a:lnTo>
                    <a:pt x="6438" y="6438"/>
                  </a:lnTo>
                  <a:lnTo>
                    <a:pt x="7144" y="6498"/>
                  </a:lnTo>
                  <a:lnTo>
                    <a:pt x="7790" y="6519"/>
                  </a:lnTo>
                  <a:lnTo>
                    <a:pt x="8234" y="6519"/>
                  </a:lnTo>
                  <a:lnTo>
                    <a:pt x="8637" y="6478"/>
                  </a:lnTo>
                  <a:lnTo>
                    <a:pt x="9041" y="6418"/>
                  </a:lnTo>
                  <a:lnTo>
                    <a:pt x="9424" y="6357"/>
                  </a:lnTo>
                  <a:lnTo>
                    <a:pt x="9767" y="6256"/>
                  </a:lnTo>
                  <a:lnTo>
                    <a:pt x="10110" y="6135"/>
                  </a:lnTo>
                  <a:lnTo>
                    <a:pt x="10433" y="5974"/>
                  </a:lnTo>
                  <a:lnTo>
                    <a:pt x="10736" y="5812"/>
                  </a:lnTo>
                  <a:lnTo>
                    <a:pt x="10917" y="5691"/>
                  </a:lnTo>
                  <a:lnTo>
                    <a:pt x="11079" y="5570"/>
                  </a:lnTo>
                  <a:lnTo>
                    <a:pt x="11240" y="5429"/>
                  </a:lnTo>
                  <a:lnTo>
                    <a:pt x="11382" y="5308"/>
                  </a:lnTo>
                  <a:lnTo>
                    <a:pt x="11503" y="5166"/>
                  </a:lnTo>
                  <a:lnTo>
                    <a:pt x="11604" y="5005"/>
                  </a:lnTo>
                  <a:lnTo>
                    <a:pt x="11704" y="4864"/>
                  </a:lnTo>
                  <a:lnTo>
                    <a:pt x="11785" y="4702"/>
                  </a:lnTo>
                  <a:lnTo>
                    <a:pt x="11886" y="4440"/>
                  </a:lnTo>
                  <a:lnTo>
                    <a:pt x="11947" y="4137"/>
                  </a:lnTo>
                  <a:lnTo>
                    <a:pt x="11967" y="3855"/>
                  </a:lnTo>
                  <a:lnTo>
                    <a:pt x="11947" y="3552"/>
                  </a:lnTo>
                  <a:lnTo>
                    <a:pt x="11886" y="3249"/>
                  </a:lnTo>
                  <a:lnTo>
                    <a:pt x="11805" y="2947"/>
                  </a:lnTo>
                  <a:lnTo>
                    <a:pt x="11664" y="2644"/>
                  </a:lnTo>
                  <a:lnTo>
                    <a:pt x="11483" y="2361"/>
                  </a:lnTo>
                  <a:lnTo>
                    <a:pt x="11341" y="2160"/>
                  </a:lnTo>
                  <a:lnTo>
                    <a:pt x="11160" y="1938"/>
                  </a:lnTo>
                  <a:lnTo>
                    <a:pt x="10958" y="1736"/>
                  </a:lnTo>
                  <a:lnTo>
                    <a:pt x="10716" y="1554"/>
                  </a:lnTo>
                  <a:lnTo>
                    <a:pt x="10474" y="1373"/>
                  </a:lnTo>
                  <a:lnTo>
                    <a:pt x="10211" y="1191"/>
                  </a:lnTo>
                  <a:lnTo>
                    <a:pt x="9908" y="1030"/>
                  </a:lnTo>
                  <a:lnTo>
                    <a:pt x="9606" y="868"/>
                  </a:lnTo>
                  <a:lnTo>
                    <a:pt x="9182" y="666"/>
                  </a:lnTo>
                  <a:lnTo>
                    <a:pt x="8758" y="505"/>
                  </a:lnTo>
                  <a:lnTo>
                    <a:pt x="8314" y="364"/>
                  </a:lnTo>
                  <a:lnTo>
                    <a:pt x="7870" y="243"/>
                  </a:lnTo>
                  <a:lnTo>
                    <a:pt x="7406" y="142"/>
                  </a:lnTo>
                  <a:lnTo>
                    <a:pt x="6942" y="81"/>
                  </a:lnTo>
                  <a:lnTo>
                    <a:pt x="6478" y="21"/>
                  </a:lnTo>
                  <a:lnTo>
                    <a:pt x="601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flipH="1">
              <a:off x="-246264" y="-1063843"/>
              <a:ext cx="235874" cy="188464"/>
            </a:xfrm>
            <a:custGeom>
              <a:rect b="b" l="l" r="r" t="t"/>
              <a:pathLst>
                <a:path extrusionOk="0" h="3371" w="4219">
                  <a:moveTo>
                    <a:pt x="3875" y="81"/>
                  </a:moveTo>
                  <a:lnTo>
                    <a:pt x="3976" y="101"/>
                  </a:lnTo>
                  <a:lnTo>
                    <a:pt x="4057" y="182"/>
                  </a:lnTo>
                  <a:lnTo>
                    <a:pt x="4097" y="263"/>
                  </a:lnTo>
                  <a:lnTo>
                    <a:pt x="4137" y="363"/>
                  </a:lnTo>
                  <a:lnTo>
                    <a:pt x="4137" y="464"/>
                  </a:lnTo>
                  <a:lnTo>
                    <a:pt x="4137" y="585"/>
                  </a:lnTo>
                  <a:lnTo>
                    <a:pt x="4077" y="807"/>
                  </a:lnTo>
                  <a:lnTo>
                    <a:pt x="3936" y="1130"/>
                  </a:lnTo>
                  <a:lnTo>
                    <a:pt x="3794" y="1433"/>
                  </a:lnTo>
                  <a:lnTo>
                    <a:pt x="3613" y="1715"/>
                  </a:lnTo>
                  <a:lnTo>
                    <a:pt x="3411" y="1998"/>
                  </a:lnTo>
                  <a:lnTo>
                    <a:pt x="3189" y="2240"/>
                  </a:lnTo>
                  <a:lnTo>
                    <a:pt x="2947" y="2482"/>
                  </a:lnTo>
                  <a:lnTo>
                    <a:pt x="2684" y="2684"/>
                  </a:lnTo>
                  <a:lnTo>
                    <a:pt x="2422" y="2866"/>
                  </a:lnTo>
                  <a:lnTo>
                    <a:pt x="2180" y="2967"/>
                  </a:lnTo>
                  <a:lnTo>
                    <a:pt x="1897" y="3088"/>
                  </a:lnTo>
                  <a:lnTo>
                    <a:pt x="1575" y="3189"/>
                  </a:lnTo>
                  <a:lnTo>
                    <a:pt x="1252" y="3249"/>
                  </a:lnTo>
                  <a:lnTo>
                    <a:pt x="929" y="3290"/>
                  </a:lnTo>
                  <a:lnTo>
                    <a:pt x="626" y="3290"/>
                  </a:lnTo>
                  <a:lnTo>
                    <a:pt x="505" y="3269"/>
                  </a:lnTo>
                  <a:lnTo>
                    <a:pt x="384" y="3249"/>
                  </a:lnTo>
                  <a:lnTo>
                    <a:pt x="283" y="3209"/>
                  </a:lnTo>
                  <a:lnTo>
                    <a:pt x="202" y="3148"/>
                  </a:lnTo>
                  <a:lnTo>
                    <a:pt x="142" y="3088"/>
                  </a:lnTo>
                  <a:lnTo>
                    <a:pt x="122" y="3007"/>
                  </a:lnTo>
                  <a:lnTo>
                    <a:pt x="101" y="2926"/>
                  </a:lnTo>
                  <a:lnTo>
                    <a:pt x="81" y="2846"/>
                  </a:lnTo>
                  <a:lnTo>
                    <a:pt x="101" y="2745"/>
                  </a:lnTo>
                  <a:lnTo>
                    <a:pt x="122" y="2624"/>
                  </a:lnTo>
                  <a:lnTo>
                    <a:pt x="222" y="2381"/>
                  </a:lnTo>
                  <a:lnTo>
                    <a:pt x="344" y="2159"/>
                  </a:lnTo>
                  <a:lnTo>
                    <a:pt x="485" y="1958"/>
                  </a:lnTo>
                  <a:lnTo>
                    <a:pt x="666" y="1756"/>
                  </a:lnTo>
                  <a:lnTo>
                    <a:pt x="848" y="1574"/>
                  </a:lnTo>
                  <a:lnTo>
                    <a:pt x="1070" y="1393"/>
                  </a:lnTo>
                  <a:lnTo>
                    <a:pt x="1292" y="1231"/>
                  </a:lnTo>
                  <a:lnTo>
                    <a:pt x="1534" y="1070"/>
                  </a:lnTo>
                  <a:lnTo>
                    <a:pt x="1776" y="928"/>
                  </a:lnTo>
                  <a:lnTo>
                    <a:pt x="2261" y="666"/>
                  </a:lnTo>
                  <a:lnTo>
                    <a:pt x="2765" y="444"/>
                  </a:lnTo>
                  <a:lnTo>
                    <a:pt x="3229" y="263"/>
                  </a:lnTo>
                  <a:lnTo>
                    <a:pt x="3653" y="101"/>
                  </a:lnTo>
                  <a:lnTo>
                    <a:pt x="3774" y="81"/>
                  </a:lnTo>
                  <a:close/>
                  <a:moveTo>
                    <a:pt x="3754" y="0"/>
                  </a:moveTo>
                  <a:lnTo>
                    <a:pt x="3633" y="41"/>
                  </a:lnTo>
                  <a:lnTo>
                    <a:pt x="3209" y="182"/>
                  </a:lnTo>
                  <a:lnTo>
                    <a:pt x="2725" y="363"/>
                  </a:lnTo>
                  <a:lnTo>
                    <a:pt x="2220" y="606"/>
                  </a:lnTo>
                  <a:lnTo>
                    <a:pt x="1716" y="868"/>
                  </a:lnTo>
                  <a:lnTo>
                    <a:pt x="1474" y="1009"/>
                  </a:lnTo>
                  <a:lnTo>
                    <a:pt x="1231" y="1171"/>
                  </a:lnTo>
                  <a:lnTo>
                    <a:pt x="1009" y="1352"/>
                  </a:lnTo>
                  <a:lnTo>
                    <a:pt x="787" y="1514"/>
                  </a:lnTo>
                  <a:lnTo>
                    <a:pt x="606" y="1715"/>
                  </a:lnTo>
                  <a:lnTo>
                    <a:pt x="424" y="1917"/>
                  </a:lnTo>
                  <a:lnTo>
                    <a:pt x="283" y="2119"/>
                  </a:lnTo>
                  <a:lnTo>
                    <a:pt x="142" y="2341"/>
                  </a:lnTo>
                  <a:lnTo>
                    <a:pt x="81" y="2482"/>
                  </a:lnTo>
                  <a:lnTo>
                    <a:pt x="41" y="2624"/>
                  </a:lnTo>
                  <a:lnTo>
                    <a:pt x="21" y="2745"/>
                  </a:lnTo>
                  <a:lnTo>
                    <a:pt x="0" y="2866"/>
                  </a:lnTo>
                  <a:lnTo>
                    <a:pt x="21" y="2967"/>
                  </a:lnTo>
                  <a:lnTo>
                    <a:pt x="41" y="3047"/>
                  </a:lnTo>
                  <a:lnTo>
                    <a:pt x="81" y="3128"/>
                  </a:lnTo>
                  <a:lnTo>
                    <a:pt x="142" y="3209"/>
                  </a:lnTo>
                  <a:lnTo>
                    <a:pt x="263" y="3290"/>
                  </a:lnTo>
                  <a:lnTo>
                    <a:pt x="404" y="3330"/>
                  </a:lnTo>
                  <a:lnTo>
                    <a:pt x="586" y="3370"/>
                  </a:lnTo>
                  <a:lnTo>
                    <a:pt x="989" y="3370"/>
                  </a:lnTo>
                  <a:lnTo>
                    <a:pt x="1211" y="3350"/>
                  </a:lnTo>
                  <a:lnTo>
                    <a:pt x="1453" y="3290"/>
                  </a:lnTo>
                  <a:lnTo>
                    <a:pt x="1675" y="3229"/>
                  </a:lnTo>
                  <a:lnTo>
                    <a:pt x="2119" y="3088"/>
                  </a:lnTo>
                  <a:lnTo>
                    <a:pt x="2301" y="3007"/>
                  </a:lnTo>
                  <a:lnTo>
                    <a:pt x="2462" y="2926"/>
                  </a:lnTo>
                  <a:lnTo>
                    <a:pt x="2745" y="2745"/>
                  </a:lnTo>
                  <a:lnTo>
                    <a:pt x="3007" y="2543"/>
                  </a:lnTo>
                  <a:lnTo>
                    <a:pt x="3249" y="2301"/>
                  </a:lnTo>
                  <a:lnTo>
                    <a:pt x="3471" y="2038"/>
                  </a:lnTo>
                  <a:lnTo>
                    <a:pt x="3673" y="1776"/>
                  </a:lnTo>
                  <a:lnTo>
                    <a:pt x="3855" y="1473"/>
                  </a:lnTo>
                  <a:lnTo>
                    <a:pt x="4016" y="1150"/>
                  </a:lnTo>
                  <a:lnTo>
                    <a:pt x="4137" y="828"/>
                  </a:lnTo>
                  <a:lnTo>
                    <a:pt x="4218" y="585"/>
                  </a:lnTo>
                  <a:lnTo>
                    <a:pt x="4218" y="464"/>
                  </a:lnTo>
                  <a:lnTo>
                    <a:pt x="4218" y="343"/>
                  </a:lnTo>
                  <a:lnTo>
                    <a:pt x="4178" y="222"/>
                  </a:lnTo>
                  <a:lnTo>
                    <a:pt x="4097" y="121"/>
                  </a:lnTo>
                  <a:lnTo>
                    <a:pt x="3996" y="41"/>
                  </a:lnTo>
                  <a:lnTo>
                    <a:pt x="39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flipH="1">
              <a:off x="-486582" y="-3332637"/>
              <a:ext cx="1826666" cy="1093271"/>
            </a:xfrm>
            <a:custGeom>
              <a:rect b="b" l="l" r="r" t="t"/>
              <a:pathLst>
                <a:path extrusionOk="0" h="19555" w="32673">
                  <a:moveTo>
                    <a:pt x="4340" y="81"/>
                  </a:moveTo>
                  <a:lnTo>
                    <a:pt x="4622" y="101"/>
                  </a:lnTo>
                  <a:lnTo>
                    <a:pt x="4885" y="121"/>
                  </a:lnTo>
                  <a:lnTo>
                    <a:pt x="5167" y="161"/>
                  </a:lnTo>
                  <a:lnTo>
                    <a:pt x="5450" y="222"/>
                  </a:lnTo>
                  <a:lnTo>
                    <a:pt x="5712" y="283"/>
                  </a:lnTo>
                  <a:lnTo>
                    <a:pt x="6216" y="444"/>
                  </a:lnTo>
                  <a:lnTo>
                    <a:pt x="6640" y="626"/>
                  </a:lnTo>
                  <a:lnTo>
                    <a:pt x="7003" y="787"/>
                  </a:lnTo>
                  <a:lnTo>
                    <a:pt x="7266" y="928"/>
                  </a:lnTo>
                  <a:lnTo>
                    <a:pt x="7629" y="1130"/>
                  </a:lnTo>
                  <a:lnTo>
                    <a:pt x="7972" y="1352"/>
                  </a:lnTo>
                  <a:lnTo>
                    <a:pt x="8315" y="1594"/>
                  </a:lnTo>
                  <a:lnTo>
                    <a:pt x="8658" y="1836"/>
                  </a:lnTo>
                  <a:lnTo>
                    <a:pt x="9324" y="2341"/>
                  </a:lnTo>
                  <a:lnTo>
                    <a:pt x="9950" y="2866"/>
                  </a:lnTo>
                  <a:lnTo>
                    <a:pt x="10918" y="3632"/>
                  </a:lnTo>
                  <a:lnTo>
                    <a:pt x="11746" y="4258"/>
                  </a:lnTo>
                  <a:lnTo>
                    <a:pt x="12613" y="4843"/>
                  </a:lnTo>
                  <a:lnTo>
                    <a:pt x="13481" y="5388"/>
                  </a:lnTo>
                  <a:lnTo>
                    <a:pt x="14369" y="5913"/>
                  </a:lnTo>
                  <a:lnTo>
                    <a:pt x="15297" y="6397"/>
                  </a:lnTo>
                  <a:lnTo>
                    <a:pt x="16226" y="6861"/>
                  </a:lnTo>
                  <a:lnTo>
                    <a:pt x="17174" y="7285"/>
                  </a:lnTo>
                  <a:lnTo>
                    <a:pt x="18143" y="7709"/>
                  </a:lnTo>
                  <a:lnTo>
                    <a:pt x="19132" y="8092"/>
                  </a:lnTo>
                  <a:lnTo>
                    <a:pt x="20120" y="8476"/>
                  </a:lnTo>
                  <a:lnTo>
                    <a:pt x="21129" y="8839"/>
                  </a:lnTo>
                  <a:lnTo>
                    <a:pt x="22138" y="9182"/>
                  </a:lnTo>
                  <a:lnTo>
                    <a:pt x="23168" y="9505"/>
                  </a:lnTo>
                  <a:lnTo>
                    <a:pt x="24217" y="9848"/>
                  </a:lnTo>
                  <a:lnTo>
                    <a:pt x="26316" y="10473"/>
                  </a:lnTo>
                  <a:lnTo>
                    <a:pt x="26376" y="10494"/>
                  </a:lnTo>
                  <a:lnTo>
                    <a:pt x="27627" y="10877"/>
                  </a:lnTo>
                  <a:lnTo>
                    <a:pt x="28253" y="11079"/>
                  </a:lnTo>
                  <a:lnTo>
                    <a:pt x="28879" y="11301"/>
                  </a:lnTo>
                  <a:lnTo>
                    <a:pt x="29484" y="11523"/>
                  </a:lnTo>
                  <a:lnTo>
                    <a:pt x="30089" y="11805"/>
                  </a:lnTo>
                  <a:lnTo>
                    <a:pt x="30675" y="12088"/>
                  </a:lnTo>
                  <a:lnTo>
                    <a:pt x="31240" y="12411"/>
                  </a:lnTo>
                  <a:lnTo>
                    <a:pt x="31583" y="12633"/>
                  </a:lnTo>
                  <a:lnTo>
                    <a:pt x="31744" y="12754"/>
                  </a:lnTo>
                  <a:lnTo>
                    <a:pt x="31906" y="12895"/>
                  </a:lnTo>
                  <a:lnTo>
                    <a:pt x="32067" y="13036"/>
                  </a:lnTo>
                  <a:lnTo>
                    <a:pt x="32208" y="13198"/>
                  </a:lnTo>
                  <a:lnTo>
                    <a:pt x="32329" y="13379"/>
                  </a:lnTo>
                  <a:lnTo>
                    <a:pt x="32450" y="13581"/>
                  </a:lnTo>
                  <a:lnTo>
                    <a:pt x="32511" y="13763"/>
                  </a:lnTo>
                  <a:lnTo>
                    <a:pt x="32572" y="13965"/>
                  </a:lnTo>
                  <a:lnTo>
                    <a:pt x="32592" y="14166"/>
                  </a:lnTo>
                  <a:lnTo>
                    <a:pt x="32592" y="14368"/>
                  </a:lnTo>
                  <a:lnTo>
                    <a:pt x="32551" y="14570"/>
                  </a:lnTo>
                  <a:lnTo>
                    <a:pt x="32471" y="14772"/>
                  </a:lnTo>
                  <a:lnTo>
                    <a:pt x="32370" y="14953"/>
                  </a:lnTo>
                  <a:lnTo>
                    <a:pt x="32289" y="15034"/>
                  </a:lnTo>
                  <a:lnTo>
                    <a:pt x="32208" y="15095"/>
                  </a:lnTo>
                  <a:lnTo>
                    <a:pt x="32067" y="15196"/>
                  </a:lnTo>
                  <a:lnTo>
                    <a:pt x="31926" y="15256"/>
                  </a:lnTo>
                  <a:lnTo>
                    <a:pt x="31764" y="15317"/>
                  </a:lnTo>
                  <a:lnTo>
                    <a:pt x="31603" y="15337"/>
                  </a:lnTo>
                  <a:lnTo>
                    <a:pt x="31421" y="15357"/>
                  </a:lnTo>
                  <a:lnTo>
                    <a:pt x="31240" y="15377"/>
                  </a:lnTo>
                  <a:lnTo>
                    <a:pt x="30876" y="15357"/>
                  </a:lnTo>
                  <a:lnTo>
                    <a:pt x="29625" y="15276"/>
                  </a:lnTo>
                  <a:lnTo>
                    <a:pt x="28354" y="15196"/>
                  </a:lnTo>
                  <a:lnTo>
                    <a:pt x="25872" y="14974"/>
                  </a:lnTo>
                  <a:lnTo>
                    <a:pt x="24116" y="14832"/>
                  </a:lnTo>
                  <a:lnTo>
                    <a:pt x="22360" y="14691"/>
                  </a:lnTo>
                  <a:lnTo>
                    <a:pt x="20585" y="14590"/>
                  </a:lnTo>
                  <a:lnTo>
                    <a:pt x="19697" y="14550"/>
                  </a:lnTo>
                  <a:lnTo>
                    <a:pt x="18809" y="14530"/>
                  </a:lnTo>
                  <a:lnTo>
                    <a:pt x="17073" y="14530"/>
                  </a:lnTo>
                  <a:lnTo>
                    <a:pt x="16226" y="14570"/>
                  </a:lnTo>
                  <a:lnTo>
                    <a:pt x="15398" y="14631"/>
                  </a:lnTo>
                  <a:lnTo>
                    <a:pt x="14591" y="14691"/>
                  </a:lnTo>
                  <a:lnTo>
                    <a:pt x="13824" y="14792"/>
                  </a:lnTo>
                  <a:lnTo>
                    <a:pt x="13057" y="14893"/>
                  </a:lnTo>
                  <a:lnTo>
                    <a:pt x="12311" y="15034"/>
                  </a:lnTo>
                  <a:lnTo>
                    <a:pt x="11584" y="15175"/>
                  </a:lnTo>
                  <a:lnTo>
                    <a:pt x="10878" y="15337"/>
                  </a:lnTo>
                  <a:lnTo>
                    <a:pt x="10192" y="15539"/>
                  </a:lnTo>
                  <a:lnTo>
                    <a:pt x="9526" y="15740"/>
                  </a:lnTo>
                  <a:lnTo>
                    <a:pt x="8880" y="15962"/>
                  </a:lnTo>
                  <a:lnTo>
                    <a:pt x="8255" y="16205"/>
                  </a:lnTo>
                  <a:lnTo>
                    <a:pt x="7629" y="16487"/>
                  </a:lnTo>
                  <a:lnTo>
                    <a:pt x="7024" y="16770"/>
                  </a:lnTo>
                  <a:lnTo>
                    <a:pt x="6539" y="17012"/>
                  </a:lnTo>
                  <a:lnTo>
                    <a:pt x="6055" y="17294"/>
                  </a:lnTo>
                  <a:lnTo>
                    <a:pt x="5086" y="17839"/>
                  </a:lnTo>
                  <a:lnTo>
                    <a:pt x="4441" y="18202"/>
                  </a:lnTo>
                  <a:lnTo>
                    <a:pt x="3775" y="18586"/>
                  </a:lnTo>
                  <a:lnTo>
                    <a:pt x="3089" y="18929"/>
                  </a:lnTo>
                  <a:lnTo>
                    <a:pt x="2382" y="19252"/>
                  </a:lnTo>
                  <a:lnTo>
                    <a:pt x="2160" y="19353"/>
                  </a:lnTo>
                  <a:lnTo>
                    <a:pt x="1918" y="19413"/>
                  </a:lnTo>
                  <a:lnTo>
                    <a:pt x="1676" y="19454"/>
                  </a:lnTo>
                  <a:lnTo>
                    <a:pt x="1434" y="19454"/>
                  </a:lnTo>
                  <a:lnTo>
                    <a:pt x="1333" y="19413"/>
                  </a:lnTo>
                  <a:lnTo>
                    <a:pt x="1212" y="19373"/>
                  </a:lnTo>
                  <a:lnTo>
                    <a:pt x="1030" y="19272"/>
                  </a:lnTo>
                  <a:lnTo>
                    <a:pt x="869" y="19111"/>
                  </a:lnTo>
                  <a:lnTo>
                    <a:pt x="748" y="18949"/>
                  </a:lnTo>
                  <a:lnTo>
                    <a:pt x="627" y="18788"/>
                  </a:lnTo>
                  <a:lnTo>
                    <a:pt x="546" y="18606"/>
                  </a:lnTo>
                  <a:lnTo>
                    <a:pt x="425" y="18324"/>
                  </a:lnTo>
                  <a:lnTo>
                    <a:pt x="324" y="18001"/>
                  </a:lnTo>
                  <a:lnTo>
                    <a:pt x="263" y="17678"/>
                  </a:lnTo>
                  <a:lnTo>
                    <a:pt x="203" y="17335"/>
                  </a:lnTo>
                  <a:lnTo>
                    <a:pt x="162" y="16992"/>
                  </a:lnTo>
                  <a:lnTo>
                    <a:pt x="122" y="16326"/>
                  </a:lnTo>
                  <a:lnTo>
                    <a:pt x="102" y="15660"/>
                  </a:lnTo>
                  <a:lnTo>
                    <a:pt x="102" y="14368"/>
                  </a:lnTo>
                  <a:lnTo>
                    <a:pt x="82" y="13137"/>
                  </a:lnTo>
                  <a:lnTo>
                    <a:pt x="102" y="11947"/>
                  </a:lnTo>
                  <a:lnTo>
                    <a:pt x="122" y="10756"/>
                  </a:lnTo>
                  <a:lnTo>
                    <a:pt x="203" y="9485"/>
                  </a:lnTo>
                  <a:lnTo>
                    <a:pt x="324" y="8274"/>
                  </a:lnTo>
                  <a:lnTo>
                    <a:pt x="405" y="7689"/>
                  </a:lnTo>
                  <a:lnTo>
                    <a:pt x="485" y="7124"/>
                  </a:lnTo>
                  <a:lnTo>
                    <a:pt x="586" y="6579"/>
                  </a:lnTo>
                  <a:lnTo>
                    <a:pt x="687" y="6054"/>
                  </a:lnTo>
                  <a:lnTo>
                    <a:pt x="808" y="5529"/>
                  </a:lnTo>
                  <a:lnTo>
                    <a:pt x="929" y="5025"/>
                  </a:lnTo>
                  <a:lnTo>
                    <a:pt x="1071" y="4541"/>
                  </a:lnTo>
                  <a:lnTo>
                    <a:pt x="1232" y="4056"/>
                  </a:lnTo>
                  <a:lnTo>
                    <a:pt x="1393" y="3592"/>
                  </a:lnTo>
                  <a:lnTo>
                    <a:pt x="1555" y="3128"/>
                  </a:lnTo>
                  <a:lnTo>
                    <a:pt x="1736" y="2684"/>
                  </a:lnTo>
                  <a:lnTo>
                    <a:pt x="1938" y="2260"/>
                  </a:lnTo>
                  <a:lnTo>
                    <a:pt x="2039" y="2038"/>
                  </a:lnTo>
                  <a:lnTo>
                    <a:pt x="2301" y="1493"/>
                  </a:lnTo>
                  <a:lnTo>
                    <a:pt x="2463" y="1231"/>
                  </a:lnTo>
                  <a:lnTo>
                    <a:pt x="2624" y="969"/>
                  </a:lnTo>
                  <a:lnTo>
                    <a:pt x="2806" y="727"/>
                  </a:lnTo>
                  <a:lnTo>
                    <a:pt x="3008" y="525"/>
                  </a:lnTo>
                  <a:lnTo>
                    <a:pt x="3129" y="444"/>
                  </a:lnTo>
                  <a:lnTo>
                    <a:pt x="3250" y="363"/>
                  </a:lnTo>
                  <a:lnTo>
                    <a:pt x="3391" y="283"/>
                  </a:lnTo>
                  <a:lnTo>
                    <a:pt x="3532" y="222"/>
                  </a:lnTo>
                  <a:lnTo>
                    <a:pt x="3795" y="161"/>
                  </a:lnTo>
                  <a:lnTo>
                    <a:pt x="4057" y="101"/>
                  </a:lnTo>
                  <a:lnTo>
                    <a:pt x="4340" y="81"/>
                  </a:lnTo>
                  <a:close/>
                  <a:moveTo>
                    <a:pt x="4360" y="0"/>
                  </a:moveTo>
                  <a:lnTo>
                    <a:pt x="3997" y="40"/>
                  </a:lnTo>
                  <a:lnTo>
                    <a:pt x="3714" y="81"/>
                  </a:lnTo>
                  <a:lnTo>
                    <a:pt x="3492" y="161"/>
                  </a:lnTo>
                  <a:lnTo>
                    <a:pt x="3351" y="222"/>
                  </a:lnTo>
                  <a:lnTo>
                    <a:pt x="3210" y="283"/>
                  </a:lnTo>
                  <a:lnTo>
                    <a:pt x="3089" y="363"/>
                  </a:lnTo>
                  <a:lnTo>
                    <a:pt x="2967" y="464"/>
                  </a:lnTo>
                  <a:lnTo>
                    <a:pt x="2745" y="666"/>
                  </a:lnTo>
                  <a:lnTo>
                    <a:pt x="2564" y="908"/>
                  </a:lnTo>
                  <a:lnTo>
                    <a:pt x="2382" y="1170"/>
                  </a:lnTo>
                  <a:lnTo>
                    <a:pt x="2241" y="1453"/>
                  </a:lnTo>
                  <a:lnTo>
                    <a:pt x="1958" y="2018"/>
                  </a:lnTo>
                  <a:lnTo>
                    <a:pt x="1878" y="2220"/>
                  </a:lnTo>
                  <a:lnTo>
                    <a:pt x="1676" y="2664"/>
                  </a:lnTo>
                  <a:lnTo>
                    <a:pt x="1494" y="3108"/>
                  </a:lnTo>
                  <a:lnTo>
                    <a:pt x="1313" y="3552"/>
                  </a:lnTo>
                  <a:lnTo>
                    <a:pt x="1151" y="4036"/>
                  </a:lnTo>
                  <a:lnTo>
                    <a:pt x="990" y="4500"/>
                  </a:lnTo>
                  <a:lnTo>
                    <a:pt x="849" y="5005"/>
                  </a:lnTo>
                  <a:lnTo>
                    <a:pt x="727" y="5509"/>
                  </a:lnTo>
                  <a:lnTo>
                    <a:pt x="606" y="6034"/>
                  </a:lnTo>
                  <a:lnTo>
                    <a:pt x="505" y="6559"/>
                  </a:lnTo>
                  <a:lnTo>
                    <a:pt x="405" y="7103"/>
                  </a:lnTo>
                  <a:lnTo>
                    <a:pt x="324" y="7668"/>
                  </a:lnTo>
                  <a:lnTo>
                    <a:pt x="243" y="8254"/>
                  </a:lnTo>
                  <a:lnTo>
                    <a:pt x="122" y="9464"/>
                  </a:lnTo>
                  <a:lnTo>
                    <a:pt x="41" y="10756"/>
                  </a:lnTo>
                  <a:lnTo>
                    <a:pt x="21" y="11947"/>
                  </a:lnTo>
                  <a:lnTo>
                    <a:pt x="1" y="13137"/>
                  </a:lnTo>
                  <a:lnTo>
                    <a:pt x="21" y="14368"/>
                  </a:lnTo>
                  <a:lnTo>
                    <a:pt x="21" y="15660"/>
                  </a:lnTo>
                  <a:lnTo>
                    <a:pt x="41" y="16326"/>
                  </a:lnTo>
                  <a:lnTo>
                    <a:pt x="82" y="17012"/>
                  </a:lnTo>
                  <a:lnTo>
                    <a:pt x="122" y="17355"/>
                  </a:lnTo>
                  <a:lnTo>
                    <a:pt x="183" y="17678"/>
                  </a:lnTo>
                  <a:lnTo>
                    <a:pt x="263" y="18021"/>
                  </a:lnTo>
                  <a:lnTo>
                    <a:pt x="344" y="18344"/>
                  </a:lnTo>
                  <a:lnTo>
                    <a:pt x="405" y="18505"/>
                  </a:lnTo>
                  <a:lnTo>
                    <a:pt x="485" y="18687"/>
                  </a:lnTo>
                  <a:lnTo>
                    <a:pt x="586" y="18868"/>
                  </a:lnTo>
                  <a:lnTo>
                    <a:pt x="707" y="19030"/>
                  </a:lnTo>
                  <a:lnTo>
                    <a:pt x="849" y="19211"/>
                  </a:lnTo>
                  <a:lnTo>
                    <a:pt x="1010" y="19353"/>
                  </a:lnTo>
                  <a:lnTo>
                    <a:pt x="1192" y="19454"/>
                  </a:lnTo>
                  <a:lnTo>
                    <a:pt x="1313" y="19494"/>
                  </a:lnTo>
                  <a:lnTo>
                    <a:pt x="1414" y="19534"/>
                  </a:lnTo>
                  <a:lnTo>
                    <a:pt x="1615" y="19555"/>
                  </a:lnTo>
                  <a:lnTo>
                    <a:pt x="1817" y="19534"/>
                  </a:lnTo>
                  <a:lnTo>
                    <a:pt x="2039" y="19474"/>
                  </a:lnTo>
                  <a:lnTo>
                    <a:pt x="2241" y="19413"/>
                  </a:lnTo>
                  <a:lnTo>
                    <a:pt x="2423" y="19333"/>
                  </a:lnTo>
                  <a:lnTo>
                    <a:pt x="3129" y="19010"/>
                  </a:lnTo>
                  <a:lnTo>
                    <a:pt x="3795" y="18646"/>
                  </a:lnTo>
                  <a:lnTo>
                    <a:pt x="4481" y="18283"/>
                  </a:lnTo>
                  <a:lnTo>
                    <a:pt x="5127" y="17900"/>
                  </a:lnTo>
                  <a:lnTo>
                    <a:pt x="6095" y="17355"/>
                  </a:lnTo>
                  <a:lnTo>
                    <a:pt x="6580" y="17093"/>
                  </a:lnTo>
                  <a:lnTo>
                    <a:pt x="7064" y="16830"/>
                  </a:lnTo>
                  <a:lnTo>
                    <a:pt x="7669" y="16548"/>
                  </a:lnTo>
                  <a:lnTo>
                    <a:pt x="8275" y="16285"/>
                  </a:lnTo>
                  <a:lnTo>
                    <a:pt x="8900" y="16043"/>
                  </a:lnTo>
                  <a:lnTo>
                    <a:pt x="9566" y="15821"/>
                  </a:lnTo>
                  <a:lnTo>
                    <a:pt x="10232" y="15619"/>
                  </a:lnTo>
                  <a:lnTo>
                    <a:pt x="10898" y="15418"/>
                  </a:lnTo>
                  <a:lnTo>
                    <a:pt x="11604" y="15256"/>
                  </a:lnTo>
                  <a:lnTo>
                    <a:pt x="12331" y="15115"/>
                  </a:lnTo>
                  <a:lnTo>
                    <a:pt x="13078" y="14974"/>
                  </a:lnTo>
                  <a:lnTo>
                    <a:pt x="13824" y="14873"/>
                  </a:lnTo>
                  <a:lnTo>
                    <a:pt x="14611" y="14772"/>
                  </a:lnTo>
                  <a:lnTo>
                    <a:pt x="15419" y="14711"/>
                  </a:lnTo>
                  <a:lnTo>
                    <a:pt x="16226" y="14651"/>
                  </a:lnTo>
                  <a:lnTo>
                    <a:pt x="17073" y="14610"/>
                  </a:lnTo>
                  <a:lnTo>
                    <a:pt x="18809" y="14610"/>
                  </a:lnTo>
                  <a:lnTo>
                    <a:pt x="19697" y="14631"/>
                  </a:lnTo>
                  <a:lnTo>
                    <a:pt x="20585" y="14671"/>
                  </a:lnTo>
                  <a:lnTo>
                    <a:pt x="22360" y="14772"/>
                  </a:lnTo>
                  <a:lnTo>
                    <a:pt x="24116" y="14913"/>
                  </a:lnTo>
                  <a:lnTo>
                    <a:pt x="25852" y="15054"/>
                  </a:lnTo>
                  <a:lnTo>
                    <a:pt x="28354" y="15276"/>
                  </a:lnTo>
                  <a:lnTo>
                    <a:pt x="29605" y="15357"/>
                  </a:lnTo>
                  <a:lnTo>
                    <a:pt x="30876" y="15438"/>
                  </a:lnTo>
                  <a:lnTo>
                    <a:pt x="31240" y="15458"/>
                  </a:lnTo>
                  <a:lnTo>
                    <a:pt x="31441" y="15438"/>
                  </a:lnTo>
                  <a:lnTo>
                    <a:pt x="31623" y="15418"/>
                  </a:lnTo>
                  <a:lnTo>
                    <a:pt x="31785" y="15397"/>
                  </a:lnTo>
                  <a:lnTo>
                    <a:pt x="31966" y="15337"/>
                  </a:lnTo>
                  <a:lnTo>
                    <a:pt x="32128" y="15256"/>
                  </a:lnTo>
                  <a:lnTo>
                    <a:pt x="32269" y="15155"/>
                  </a:lnTo>
                  <a:lnTo>
                    <a:pt x="32350" y="15075"/>
                  </a:lnTo>
                  <a:lnTo>
                    <a:pt x="32430" y="14994"/>
                  </a:lnTo>
                  <a:lnTo>
                    <a:pt x="32551" y="14812"/>
                  </a:lnTo>
                  <a:lnTo>
                    <a:pt x="32612" y="14610"/>
                  </a:lnTo>
                  <a:lnTo>
                    <a:pt x="32672" y="14388"/>
                  </a:lnTo>
                  <a:lnTo>
                    <a:pt x="32672" y="14166"/>
                  </a:lnTo>
                  <a:lnTo>
                    <a:pt x="32652" y="13944"/>
                  </a:lnTo>
                  <a:lnTo>
                    <a:pt x="32592" y="13743"/>
                  </a:lnTo>
                  <a:lnTo>
                    <a:pt x="32511" y="13541"/>
                  </a:lnTo>
                  <a:lnTo>
                    <a:pt x="32410" y="13339"/>
                  </a:lnTo>
                  <a:lnTo>
                    <a:pt x="32269" y="13157"/>
                  </a:lnTo>
                  <a:lnTo>
                    <a:pt x="32128" y="12996"/>
                  </a:lnTo>
                  <a:lnTo>
                    <a:pt x="31966" y="12835"/>
                  </a:lnTo>
                  <a:lnTo>
                    <a:pt x="31805" y="12693"/>
                  </a:lnTo>
                  <a:lnTo>
                    <a:pt x="31623" y="12572"/>
                  </a:lnTo>
                  <a:lnTo>
                    <a:pt x="31280" y="12350"/>
                  </a:lnTo>
                  <a:lnTo>
                    <a:pt x="30715" y="12027"/>
                  </a:lnTo>
                  <a:lnTo>
                    <a:pt x="30130" y="11725"/>
                  </a:lnTo>
                  <a:lnTo>
                    <a:pt x="29524" y="11462"/>
                  </a:lnTo>
                  <a:lnTo>
                    <a:pt x="28919" y="11220"/>
                  </a:lnTo>
                  <a:lnTo>
                    <a:pt x="28293" y="10998"/>
                  </a:lnTo>
                  <a:lnTo>
                    <a:pt x="27648" y="10796"/>
                  </a:lnTo>
                  <a:lnTo>
                    <a:pt x="26396" y="10413"/>
                  </a:lnTo>
                  <a:lnTo>
                    <a:pt x="26336" y="10393"/>
                  </a:lnTo>
                  <a:lnTo>
                    <a:pt x="24237" y="9767"/>
                  </a:lnTo>
                  <a:lnTo>
                    <a:pt x="23208" y="9444"/>
                  </a:lnTo>
                  <a:lnTo>
                    <a:pt x="22179" y="9101"/>
                  </a:lnTo>
                  <a:lnTo>
                    <a:pt x="21170" y="8758"/>
                  </a:lnTo>
                  <a:lnTo>
                    <a:pt x="20161" y="8395"/>
                  </a:lnTo>
                  <a:lnTo>
                    <a:pt x="19152" y="8032"/>
                  </a:lnTo>
                  <a:lnTo>
                    <a:pt x="18183" y="7628"/>
                  </a:lnTo>
                  <a:lnTo>
                    <a:pt x="17215" y="7224"/>
                  </a:lnTo>
                  <a:lnTo>
                    <a:pt x="16266" y="6781"/>
                  </a:lnTo>
                  <a:lnTo>
                    <a:pt x="15338" y="6316"/>
                  </a:lnTo>
                  <a:lnTo>
                    <a:pt x="14410" y="5832"/>
                  </a:lnTo>
                  <a:lnTo>
                    <a:pt x="13522" y="5328"/>
                  </a:lnTo>
                  <a:lnTo>
                    <a:pt x="12654" y="4783"/>
                  </a:lnTo>
                  <a:lnTo>
                    <a:pt x="11806" y="4197"/>
                  </a:lnTo>
                  <a:lnTo>
                    <a:pt x="10979" y="3572"/>
                  </a:lnTo>
                  <a:lnTo>
                    <a:pt x="10010" y="2805"/>
                  </a:lnTo>
                  <a:lnTo>
                    <a:pt x="9365" y="2280"/>
                  </a:lnTo>
                  <a:lnTo>
                    <a:pt x="8699" y="1776"/>
                  </a:lnTo>
                  <a:lnTo>
                    <a:pt x="8356" y="1514"/>
                  </a:lnTo>
                  <a:lnTo>
                    <a:pt x="8012" y="1292"/>
                  </a:lnTo>
                  <a:lnTo>
                    <a:pt x="7669" y="1070"/>
                  </a:lnTo>
                  <a:lnTo>
                    <a:pt x="7306" y="848"/>
                  </a:lnTo>
                  <a:lnTo>
                    <a:pt x="6923" y="666"/>
                  </a:lnTo>
                  <a:lnTo>
                    <a:pt x="6559" y="505"/>
                  </a:lnTo>
                  <a:lnTo>
                    <a:pt x="6216" y="363"/>
                  </a:lnTo>
                  <a:lnTo>
                    <a:pt x="5894" y="242"/>
                  </a:lnTo>
                  <a:lnTo>
                    <a:pt x="5591" y="161"/>
                  </a:lnTo>
                  <a:lnTo>
                    <a:pt x="5308" y="101"/>
                  </a:lnTo>
                  <a:lnTo>
                    <a:pt x="5046" y="61"/>
                  </a:lnTo>
                  <a:lnTo>
                    <a:pt x="4804" y="20"/>
                  </a:lnTo>
                  <a:lnTo>
                    <a:pt x="45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flipH="1">
              <a:off x="396816" y="-3077703"/>
              <a:ext cx="794334" cy="541632"/>
            </a:xfrm>
            <a:custGeom>
              <a:rect b="b" l="l" r="r" t="t"/>
              <a:pathLst>
                <a:path extrusionOk="0" h="9688" w="14208">
                  <a:moveTo>
                    <a:pt x="2765" y="81"/>
                  </a:moveTo>
                  <a:lnTo>
                    <a:pt x="2967" y="142"/>
                  </a:lnTo>
                  <a:lnTo>
                    <a:pt x="3189" y="223"/>
                  </a:lnTo>
                  <a:lnTo>
                    <a:pt x="3431" y="324"/>
                  </a:lnTo>
                  <a:lnTo>
                    <a:pt x="3694" y="465"/>
                  </a:lnTo>
                  <a:lnTo>
                    <a:pt x="3956" y="626"/>
                  </a:lnTo>
                  <a:lnTo>
                    <a:pt x="4218" y="828"/>
                  </a:lnTo>
                  <a:lnTo>
                    <a:pt x="4501" y="1070"/>
                  </a:lnTo>
                  <a:lnTo>
                    <a:pt x="5005" y="1474"/>
                  </a:lnTo>
                  <a:lnTo>
                    <a:pt x="5510" y="1837"/>
                  </a:lnTo>
                  <a:lnTo>
                    <a:pt x="6055" y="2200"/>
                  </a:lnTo>
                  <a:lnTo>
                    <a:pt x="6600" y="2523"/>
                  </a:lnTo>
                  <a:lnTo>
                    <a:pt x="7165" y="2826"/>
                  </a:lnTo>
                  <a:lnTo>
                    <a:pt x="7750" y="3088"/>
                  </a:lnTo>
                  <a:lnTo>
                    <a:pt x="8335" y="3330"/>
                  </a:lnTo>
                  <a:lnTo>
                    <a:pt x="8940" y="3532"/>
                  </a:lnTo>
                  <a:lnTo>
                    <a:pt x="9566" y="3714"/>
                  </a:lnTo>
                  <a:lnTo>
                    <a:pt x="10171" y="3895"/>
                  </a:lnTo>
                  <a:lnTo>
                    <a:pt x="11140" y="4158"/>
                  </a:lnTo>
                  <a:lnTo>
                    <a:pt x="11624" y="4319"/>
                  </a:lnTo>
                  <a:lnTo>
                    <a:pt x="12089" y="4481"/>
                  </a:lnTo>
                  <a:lnTo>
                    <a:pt x="12533" y="4683"/>
                  </a:lnTo>
                  <a:lnTo>
                    <a:pt x="12956" y="4904"/>
                  </a:lnTo>
                  <a:lnTo>
                    <a:pt x="13178" y="5046"/>
                  </a:lnTo>
                  <a:lnTo>
                    <a:pt x="13380" y="5167"/>
                  </a:lnTo>
                  <a:lnTo>
                    <a:pt x="13562" y="5328"/>
                  </a:lnTo>
                  <a:lnTo>
                    <a:pt x="13764" y="5490"/>
                  </a:lnTo>
                  <a:lnTo>
                    <a:pt x="13945" y="5671"/>
                  </a:lnTo>
                  <a:lnTo>
                    <a:pt x="14066" y="5853"/>
                  </a:lnTo>
                  <a:lnTo>
                    <a:pt x="14086" y="5934"/>
                  </a:lnTo>
                  <a:lnTo>
                    <a:pt x="14127" y="6014"/>
                  </a:lnTo>
                  <a:lnTo>
                    <a:pt x="14127" y="6095"/>
                  </a:lnTo>
                  <a:lnTo>
                    <a:pt x="14127" y="6176"/>
                  </a:lnTo>
                  <a:lnTo>
                    <a:pt x="14086" y="6317"/>
                  </a:lnTo>
                  <a:lnTo>
                    <a:pt x="14006" y="6458"/>
                  </a:lnTo>
                  <a:lnTo>
                    <a:pt x="13864" y="6579"/>
                  </a:lnTo>
                  <a:lnTo>
                    <a:pt x="13683" y="6721"/>
                  </a:lnTo>
                  <a:lnTo>
                    <a:pt x="13461" y="6842"/>
                  </a:lnTo>
                  <a:lnTo>
                    <a:pt x="13239" y="6963"/>
                  </a:lnTo>
                  <a:lnTo>
                    <a:pt x="12997" y="7064"/>
                  </a:lnTo>
                  <a:lnTo>
                    <a:pt x="12755" y="7165"/>
                  </a:lnTo>
                  <a:lnTo>
                    <a:pt x="12512" y="7225"/>
                  </a:lnTo>
                  <a:lnTo>
                    <a:pt x="12270" y="7286"/>
                  </a:lnTo>
                  <a:lnTo>
                    <a:pt x="11766" y="7387"/>
                  </a:lnTo>
                  <a:lnTo>
                    <a:pt x="11261" y="7447"/>
                  </a:lnTo>
                  <a:lnTo>
                    <a:pt x="10716" y="7467"/>
                  </a:lnTo>
                  <a:lnTo>
                    <a:pt x="9647" y="7488"/>
                  </a:lnTo>
                  <a:lnTo>
                    <a:pt x="8940" y="7508"/>
                  </a:lnTo>
                  <a:lnTo>
                    <a:pt x="8234" y="7528"/>
                  </a:lnTo>
                  <a:lnTo>
                    <a:pt x="7891" y="7548"/>
                  </a:lnTo>
                  <a:lnTo>
                    <a:pt x="7548" y="7588"/>
                  </a:lnTo>
                  <a:lnTo>
                    <a:pt x="7205" y="7649"/>
                  </a:lnTo>
                  <a:lnTo>
                    <a:pt x="6862" y="7710"/>
                  </a:lnTo>
                  <a:lnTo>
                    <a:pt x="6559" y="7790"/>
                  </a:lnTo>
                  <a:lnTo>
                    <a:pt x="6236" y="7891"/>
                  </a:lnTo>
                  <a:lnTo>
                    <a:pt x="5651" y="8113"/>
                  </a:lnTo>
                  <a:lnTo>
                    <a:pt x="5066" y="8375"/>
                  </a:lnTo>
                  <a:lnTo>
                    <a:pt x="4501" y="8658"/>
                  </a:lnTo>
                  <a:lnTo>
                    <a:pt x="3653" y="9041"/>
                  </a:lnTo>
                  <a:lnTo>
                    <a:pt x="3209" y="9223"/>
                  </a:lnTo>
                  <a:lnTo>
                    <a:pt x="2786" y="9384"/>
                  </a:lnTo>
                  <a:lnTo>
                    <a:pt x="2483" y="9485"/>
                  </a:lnTo>
                  <a:lnTo>
                    <a:pt x="2221" y="9546"/>
                  </a:lnTo>
                  <a:lnTo>
                    <a:pt x="1978" y="9586"/>
                  </a:lnTo>
                  <a:lnTo>
                    <a:pt x="1756" y="9606"/>
                  </a:lnTo>
                  <a:lnTo>
                    <a:pt x="1555" y="9606"/>
                  </a:lnTo>
                  <a:lnTo>
                    <a:pt x="1373" y="9586"/>
                  </a:lnTo>
                  <a:lnTo>
                    <a:pt x="1212" y="9566"/>
                  </a:lnTo>
                  <a:lnTo>
                    <a:pt x="1070" y="9526"/>
                  </a:lnTo>
                  <a:lnTo>
                    <a:pt x="929" y="9465"/>
                  </a:lnTo>
                  <a:lnTo>
                    <a:pt x="808" y="9405"/>
                  </a:lnTo>
                  <a:lnTo>
                    <a:pt x="626" y="9284"/>
                  </a:lnTo>
                  <a:lnTo>
                    <a:pt x="485" y="9162"/>
                  </a:lnTo>
                  <a:lnTo>
                    <a:pt x="404" y="9082"/>
                  </a:lnTo>
                  <a:lnTo>
                    <a:pt x="303" y="8920"/>
                  </a:lnTo>
                  <a:lnTo>
                    <a:pt x="243" y="8759"/>
                  </a:lnTo>
                  <a:lnTo>
                    <a:pt x="182" y="8597"/>
                  </a:lnTo>
                  <a:lnTo>
                    <a:pt x="142" y="8436"/>
                  </a:lnTo>
                  <a:lnTo>
                    <a:pt x="102" y="8073"/>
                  </a:lnTo>
                  <a:lnTo>
                    <a:pt x="81" y="7730"/>
                  </a:lnTo>
                  <a:lnTo>
                    <a:pt x="102" y="6983"/>
                  </a:lnTo>
                  <a:lnTo>
                    <a:pt x="142" y="6236"/>
                  </a:lnTo>
                  <a:lnTo>
                    <a:pt x="243" y="5470"/>
                  </a:lnTo>
                  <a:lnTo>
                    <a:pt x="364" y="4703"/>
                  </a:lnTo>
                  <a:lnTo>
                    <a:pt x="525" y="3895"/>
                  </a:lnTo>
                  <a:lnTo>
                    <a:pt x="727" y="3068"/>
                  </a:lnTo>
                  <a:lnTo>
                    <a:pt x="990" y="2200"/>
                  </a:lnTo>
                  <a:lnTo>
                    <a:pt x="1272" y="1292"/>
                  </a:lnTo>
                  <a:lnTo>
                    <a:pt x="1373" y="1050"/>
                  </a:lnTo>
                  <a:lnTo>
                    <a:pt x="1454" y="848"/>
                  </a:lnTo>
                  <a:lnTo>
                    <a:pt x="1575" y="667"/>
                  </a:lnTo>
                  <a:lnTo>
                    <a:pt x="1696" y="505"/>
                  </a:lnTo>
                  <a:lnTo>
                    <a:pt x="1817" y="364"/>
                  </a:lnTo>
                  <a:lnTo>
                    <a:pt x="1958" y="263"/>
                  </a:lnTo>
                  <a:lnTo>
                    <a:pt x="2099" y="162"/>
                  </a:lnTo>
                  <a:lnTo>
                    <a:pt x="2261" y="122"/>
                  </a:lnTo>
                  <a:lnTo>
                    <a:pt x="2402" y="81"/>
                  </a:lnTo>
                  <a:close/>
                  <a:moveTo>
                    <a:pt x="2463" y="1"/>
                  </a:moveTo>
                  <a:lnTo>
                    <a:pt x="2241" y="41"/>
                  </a:lnTo>
                  <a:lnTo>
                    <a:pt x="2079" y="102"/>
                  </a:lnTo>
                  <a:lnTo>
                    <a:pt x="1918" y="182"/>
                  </a:lnTo>
                  <a:lnTo>
                    <a:pt x="1777" y="303"/>
                  </a:lnTo>
                  <a:lnTo>
                    <a:pt x="1635" y="445"/>
                  </a:lnTo>
                  <a:lnTo>
                    <a:pt x="1514" y="606"/>
                  </a:lnTo>
                  <a:lnTo>
                    <a:pt x="1393" y="808"/>
                  </a:lnTo>
                  <a:lnTo>
                    <a:pt x="1292" y="1030"/>
                  </a:lnTo>
                  <a:lnTo>
                    <a:pt x="1191" y="1272"/>
                  </a:lnTo>
                  <a:lnTo>
                    <a:pt x="909" y="2180"/>
                  </a:lnTo>
                  <a:lnTo>
                    <a:pt x="646" y="3048"/>
                  </a:lnTo>
                  <a:lnTo>
                    <a:pt x="445" y="3875"/>
                  </a:lnTo>
                  <a:lnTo>
                    <a:pt x="283" y="4683"/>
                  </a:lnTo>
                  <a:lnTo>
                    <a:pt x="162" y="5470"/>
                  </a:lnTo>
                  <a:lnTo>
                    <a:pt x="61" y="6236"/>
                  </a:lnTo>
                  <a:lnTo>
                    <a:pt x="21" y="6983"/>
                  </a:lnTo>
                  <a:lnTo>
                    <a:pt x="1" y="7730"/>
                  </a:lnTo>
                  <a:lnTo>
                    <a:pt x="21" y="8093"/>
                  </a:lnTo>
                  <a:lnTo>
                    <a:pt x="41" y="8275"/>
                  </a:lnTo>
                  <a:lnTo>
                    <a:pt x="61" y="8456"/>
                  </a:lnTo>
                  <a:lnTo>
                    <a:pt x="102" y="8638"/>
                  </a:lnTo>
                  <a:lnTo>
                    <a:pt x="162" y="8799"/>
                  </a:lnTo>
                  <a:lnTo>
                    <a:pt x="243" y="8961"/>
                  </a:lnTo>
                  <a:lnTo>
                    <a:pt x="344" y="9122"/>
                  </a:lnTo>
                  <a:lnTo>
                    <a:pt x="465" y="9263"/>
                  </a:lnTo>
                  <a:lnTo>
                    <a:pt x="606" y="9384"/>
                  </a:lnTo>
                  <a:lnTo>
                    <a:pt x="768" y="9485"/>
                  </a:lnTo>
                  <a:lnTo>
                    <a:pt x="929" y="9566"/>
                  </a:lnTo>
                  <a:lnTo>
                    <a:pt x="1111" y="9627"/>
                  </a:lnTo>
                  <a:lnTo>
                    <a:pt x="1272" y="9647"/>
                  </a:lnTo>
                  <a:lnTo>
                    <a:pt x="1454" y="9667"/>
                  </a:lnTo>
                  <a:lnTo>
                    <a:pt x="1635" y="9687"/>
                  </a:lnTo>
                  <a:lnTo>
                    <a:pt x="1999" y="9667"/>
                  </a:lnTo>
                  <a:lnTo>
                    <a:pt x="2321" y="9606"/>
                  </a:lnTo>
                  <a:lnTo>
                    <a:pt x="2604" y="9526"/>
                  </a:lnTo>
                  <a:lnTo>
                    <a:pt x="2806" y="9465"/>
                  </a:lnTo>
                  <a:lnTo>
                    <a:pt x="3250" y="9304"/>
                  </a:lnTo>
                  <a:lnTo>
                    <a:pt x="3673" y="9122"/>
                  </a:lnTo>
                  <a:lnTo>
                    <a:pt x="4521" y="8719"/>
                  </a:lnTo>
                  <a:lnTo>
                    <a:pt x="5106" y="8456"/>
                  </a:lnTo>
                  <a:lnTo>
                    <a:pt x="5671" y="8194"/>
                  </a:lnTo>
                  <a:lnTo>
                    <a:pt x="6277" y="7972"/>
                  </a:lnTo>
                  <a:lnTo>
                    <a:pt x="6579" y="7871"/>
                  </a:lnTo>
                  <a:lnTo>
                    <a:pt x="6882" y="7790"/>
                  </a:lnTo>
                  <a:lnTo>
                    <a:pt x="7205" y="7730"/>
                  </a:lnTo>
                  <a:lnTo>
                    <a:pt x="7548" y="7669"/>
                  </a:lnTo>
                  <a:lnTo>
                    <a:pt x="7891" y="7629"/>
                  </a:lnTo>
                  <a:lnTo>
                    <a:pt x="8254" y="7609"/>
                  </a:lnTo>
                  <a:lnTo>
                    <a:pt x="8940" y="7588"/>
                  </a:lnTo>
                  <a:lnTo>
                    <a:pt x="9647" y="7568"/>
                  </a:lnTo>
                  <a:lnTo>
                    <a:pt x="10716" y="7548"/>
                  </a:lnTo>
                  <a:lnTo>
                    <a:pt x="11241" y="7528"/>
                  </a:lnTo>
                  <a:lnTo>
                    <a:pt x="11766" y="7467"/>
                  </a:lnTo>
                  <a:lnTo>
                    <a:pt x="12290" y="7366"/>
                  </a:lnTo>
                  <a:lnTo>
                    <a:pt x="12533" y="7306"/>
                  </a:lnTo>
                  <a:lnTo>
                    <a:pt x="12775" y="7225"/>
                  </a:lnTo>
                  <a:lnTo>
                    <a:pt x="13037" y="7144"/>
                  </a:lnTo>
                  <a:lnTo>
                    <a:pt x="13259" y="7044"/>
                  </a:lnTo>
                  <a:lnTo>
                    <a:pt x="13501" y="6922"/>
                  </a:lnTo>
                  <a:lnTo>
                    <a:pt x="13723" y="6781"/>
                  </a:lnTo>
                  <a:lnTo>
                    <a:pt x="13885" y="6680"/>
                  </a:lnTo>
                  <a:lnTo>
                    <a:pt x="14026" y="6559"/>
                  </a:lnTo>
                  <a:lnTo>
                    <a:pt x="14086" y="6479"/>
                  </a:lnTo>
                  <a:lnTo>
                    <a:pt x="14147" y="6398"/>
                  </a:lnTo>
                  <a:lnTo>
                    <a:pt x="14187" y="6297"/>
                  </a:lnTo>
                  <a:lnTo>
                    <a:pt x="14207" y="6196"/>
                  </a:lnTo>
                  <a:lnTo>
                    <a:pt x="14207" y="6095"/>
                  </a:lnTo>
                  <a:lnTo>
                    <a:pt x="14207" y="6014"/>
                  </a:lnTo>
                  <a:lnTo>
                    <a:pt x="14167" y="5913"/>
                  </a:lnTo>
                  <a:lnTo>
                    <a:pt x="14127" y="5813"/>
                  </a:lnTo>
                  <a:lnTo>
                    <a:pt x="14086" y="5712"/>
                  </a:lnTo>
                  <a:lnTo>
                    <a:pt x="14006" y="5631"/>
                  </a:lnTo>
                  <a:lnTo>
                    <a:pt x="13804" y="5429"/>
                  </a:lnTo>
                  <a:lnTo>
                    <a:pt x="13622" y="5268"/>
                  </a:lnTo>
                  <a:lnTo>
                    <a:pt x="13420" y="5106"/>
                  </a:lnTo>
                  <a:lnTo>
                    <a:pt x="13219" y="4965"/>
                  </a:lnTo>
                  <a:lnTo>
                    <a:pt x="13017" y="4844"/>
                  </a:lnTo>
                  <a:lnTo>
                    <a:pt x="12573" y="4602"/>
                  </a:lnTo>
                  <a:lnTo>
                    <a:pt x="12109" y="4420"/>
                  </a:lnTo>
                  <a:lnTo>
                    <a:pt x="11645" y="4239"/>
                  </a:lnTo>
                  <a:lnTo>
                    <a:pt x="11160" y="4077"/>
                  </a:lnTo>
                  <a:lnTo>
                    <a:pt x="10192" y="3815"/>
                  </a:lnTo>
                  <a:lnTo>
                    <a:pt x="9586" y="3653"/>
                  </a:lnTo>
                  <a:lnTo>
                    <a:pt x="8961" y="3452"/>
                  </a:lnTo>
                  <a:lnTo>
                    <a:pt x="8375" y="3250"/>
                  </a:lnTo>
                  <a:lnTo>
                    <a:pt x="7770" y="3008"/>
                  </a:lnTo>
                  <a:lnTo>
                    <a:pt x="7205" y="2745"/>
                  </a:lnTo>
                  <a:lnTo>
                    <a:pt x="6640" y="2443"/>
                  </a:lnTo>
                  <a:lnTo>
                    <a:pt x="6095" y="2120"/>
                  </a:lnTo>
                  <a:lnTo>
                    <a:pt x="5570" y="1777"/>
                  </a:lnTo>
                  <a:lnTo>
                    <a:pt x="5046" y="1413"/>
                  </a:lnTo>
                  <a:lnTo>
                    <a:pt x="4561" y="1010"/>
                  </a:lnTo>
                  <a:lnTo>
                    <a:pt x="4218" y="727"/>
                  </a:lnTo>
                  <a:lnTo>
                    <a:pt x="3875" y="485"/>
                  </a:lnTo>
                  <a:lnTo>
                    <a:pt x="3573" y="303"/>
                  </a:lnTo>
                  <a:lnTo>
                    <a:pt x="3270" y="162"/>
                  </a:lnTo>
                  <a:lnTo>
                    <a:pt x="2987" y="61"/>
                  </a:lnTo>
                  <a:lnTo>
                    <a:pt x="27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flipH="1">
              <a:off x="2086879" y="-1327833"/>
              <a:ext cx="152348" cy="92527"/>
            </a:xfrm>
            <a:custGeom>
              <a:rect b="b" l="l" r="r" t="t"/>
              <a:pathLst>
                <a:path extrusionOk="0" h="1655" w="2725">
                  <a:moveTo>
                    <a:pt x="2099" y="81"/>
                  </a:moveTo>
                  <a:lnTo>
                    <a:pt x="2240" y="101"/>
                  </a:lnTo>
                  <a:lnTo>
                    <a:pt x="2382" y="121"/>
                  </a:lnTo>
                  <a:lnTo>
                    <a:pt x="2483" y="182"/>
                  </a:lnTo>
                  <a:lnTo>
                    <a:pt x="2563" y="262"/>
                  </a:lnTo>
                  <a:lnTo>
                    <a:pt x="2624" y="363"/>
                  </a:lnTo>
                  <a:lnTo>
                    <a:pt x="2644" y="424"/>
                  </a:lnTo>
                  <a:lnTo>
                    <a:pt x="2644" y="484"/>
                  </a:lnTo>
                  <a:lnTo>
                    <a:pt x="2644" y="565"/>
                  </a:lnTo>
                  <a:lnTo>
                    <a:pt x="2604" y="626"/>
                  </a:lnTo>
                  <a:lnTo>
                    <a:pt x="2503" y="767"/>
                  </a:lnTo>
                  <a:lnTo>
                    <a:pt x="2321" y="969"/>
                  </a:lnTo>
                  <a:lnTo>
                    <a:pt x="2099" y="1150"/>
                  </a:lnTo>
                  <a:lnTo>
                    <a:pt x="1857" y="1312"/>
                  </a:lnTo>
                  <a:lnTo>
                    <a:pt x="1595" y="1433"/>
                  </a:lnTo>
                  <a:lnTo>
                    <a:pt x="1332" y="1534"/>
                  </a:lnTo>
                  <a:lnTo>
                    <a:pt x="1191" y="1554"/>
                  </a:lnTo>
                  <a:lnTo>
                    <a:pt x="1050" y="1574"/>
                  </a:lnTo>
                  <a:lnTo>
                    <a:pt x="909" y="1574"/>
                  </a:lnTo>
                  <a:lnTo>
                    <a:pt x="767" y="1554"/>
                  </a:lnTo>
                  <a:lnTo>
                    <a:pt x="646" y="1514"/>
                  </a:lnTo>
                  <a:lnTo>
                    <a:pt x="505" y="1473"/>
                  </a:lnTo>
                  <a:lnTo>
                    <a:pt x="364" y="1392"/>
                  </a:lnTo>
                  <a:lnTo>
                    <a:pt x="263" y="1312"/>
                  </a:lnTo>
                  <a:lnTo>
                    <a:pt x="182" y="1231"/>
                  </a:lnTo>
                  <a:lnTo>
                    <a:pt x="122" y="1110"/>
                  </a:lnTo>
                  <a:lnTo>
                    <a:pt x="81" y="1009"/>
                  </a:lnTo>
                  <a:lnTo>
                    <a:pt x="101" y="868"/>
                  </a:lnTo>
                  <a:lnTo>
                    <a:pt x="142" y="747"/>
                  </a:lnTo>
                  <a:lnTo>
                    <a:pt x="222" y="646"/>
                  </a:lnTo>
                  <a:lnTo>
                    <a:pt x="364" y="505"/>
                  </a:lnTo>
                  <a:lnTo>
                    <a:pt x="566" y="404"/>
                  </a:lnTo>
                  <a:lnTo>
                    <a:pt x="787" y="303"/>
                  </a:lnTo>
                  <a:lnTo>
                    <a:pt x="1030" y="242"/>
                  </a:lnTo>
                  <a:lnTo>
                    <a:pt x="1252" y="182"/>
                  </a:lnTo>
                  <a:lnTo>
                    <a:pt x="1474" y="161"/>
                  </a:lnTo>
                  <a:lnTo>
                    <a:pt x="1655" y="121"/>
                  </a:lnTo>
                  <a:lnTo>
                    <a:pt x="1877" y="101"/>
                  </a:lnTo>
                  <a:lnTo>
                    <a:pt x="2099" y="81"/>
                  </a:lnTo>
                  <a:close/>
                  <a:moveTo>
                    <a:pt x="2018" y="0"/>
                  </a:moveTo>
                  <a:lnTo>
                    <a:pt x="1837" y="20"/>
                  </a:lnTo>
                  <a:lnTo>
                    <a:pt x="1635" y="40"/>
                  </a:lnTo>
                  <a:lnTo>
                    <a:pt x="1474" y="81"/>
                  </a:lnTo>
                  <a:lnTo>
                    <a:pt x="1231" y="101"/>
                  </a:lnTo>
                  <a:lnTo>
                    <a:pt x="989" y="161"/>
                  </a:lnTo>
                  <a:lnTo>
                    <a:pt x="767" y="222"/>
                  </a:lnTo>
                  <a:lnTo>
                    <a:pt x="525" y="323"/>
                  </a:lnTo>
                  <a:lnTo>
                    <a:pt x="323" y="444"/>
                  </a:lnTo>
                  <a:lnTo>
                    <a:pt x="162" y="585"/>
                  </a:lnTo>
                  <a:lnTo>
                    <a:pt x="61" y="727"/>
                  </a:lnTo>
                  <a:lnTo>
                    <a:pt x="21" y="868"/>
                  </a:lnTo>
                  <a:lnTo>
                    <a:pt x="0" y="1009"/>
                  </a:lnTo>
                  <a:lnTo>
                    <a:pt x="41" y="1150"/>
                  </a:lnTo>
                  <a:lnTo>
                    <a:pt x="101" y="1271"/>
                  </a:lnTo>
                  <a:lnTo>
                    <a:pt x="202" y="1372"/>
                  </a:lnTo>
                  <a:lnTo>
                    <a:pt x="323" y="1473"/>
                  </a:lnTo>
                  <a:lnTo>
                    <a:pt x="465" y="1554"/>
                  </a:lnTo>
                  <a:lnTo>
                    <a:pt x="606" y="1594"/>
                  </a:lnTo>
                  <a:lnTo>
                    <a:pt x="727" y="1635"/>
                  </a:lnTo>
                  <a:lnTo>
                    <a:pt x="868" y="1635"/>
                  </a:lnTo>
                  <a:lnTo>
                    <a:pt x="989" y="1655"/>
                  </a:lnTo>
                  <a:lnTo>
                    <a:pt x="1211" y="1635"/>
                  </a:lnTo>
                  <a:lnTo>
                    <a:pt x="1433" y="1574"/>
                  </a:lnTo>
                  <a:lnTo>
                    <a:pt x="1655" y="1514"/>
                  </a:lnTo>
                  <a:lnTo>
                    <a:pt x="1857" y="1392"/>
                  </a:lnTo>
                  <a:lnTo>
                    <a:pt x="2059" y="1271"/>
                  </a:lnTo>
                  <a:lnTo>
                    <a:pt x="2240" y="1130"/>
                  </a:lnTo>
                  <a:lnTo>
                    <a:pt x="2422" y="969"/>
                  </a:lnTo>
                  <a:lnTo>
                    <a:pt x="2563" y="807"/>
                  </a:lnTo>
                  <a:lnTo>
                    <a:pt x="2684" y="666"/>
                  </a:lnTo>
                  <a:lnTo>
                    <a:pt x="2705" y="585"/>
                  </a:lnTo>
                  <a:lnTo>
                    <a:pt x="2725" y="484"/>
                  </a:lnTo>
                  <a:lnTo>
                    <a:pt x="2725" y="424"/>
                  </a:lnTo>
                  <a:lnTo>
                    <a:pt x="2705" y="343"/>
                  </a:lnTo>
                  <a:lnTo>
                    <a:pt x="2684" y="283"/>
                  </a:lnTo>
                  <a:lnTo>
                    <a:pt x="2644" y="222"/>
                  </a:lnTo>
                  <a:lnTo>
                    <a:pt x="2523" y="121"/>
                  </a:lnTo>
                  <a:lnTo>
                    <a:pt x="2402" y="40"/>
                  </a:lnTo>
                  <a:lnTo>
                    <a:pt x="222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flipH="1">
              <a:off x="-459496" y="-4947101"/>
              <a:ext cx="453633" cy="455870"/>
            </a:xfrm>
            <a:custGeom>
              <a:rect b="b" l="l" r="r" t="t"/>
              <a:pathLst>
                <a:path extrusionOk="0" h="8154" w="8114">
                  <a:moveTo>
                    <a:pt x="1010" y="81"/>
                  </a:moveTo>
                  <a:lnTo>
                    <a:pt x="1151" y="101"/>
                  </a:lnTo>
                  <a:lnTo>
                    <a:pt x="1413" y="162"/>
                  </a:lnTo>
                  <a:lnTo>
                    <a:pt x="1696" y="263"/>
                  </a:lnTo>
                  <a:lnTo>
                    <a:pt x="1938" y="384"/>
                  </a:lnTo>
                  <a:lnTo>
                    <a:pt x="2200" y="545"/>
                  </a:lnTo>
                  <a:lnTo>
                    <a:pt x="2422" y="707"/>
                  </a:lnTo>
                  <a:lnTo>
                    <a:pt x="2644" y="888"/>
                  </a:lnTo>
                  <a:lnTo>
                    <a:pt x="3108" y="1251"/>
                  </a:lnTo>
                  <a:lnTo>
                    <a:pt x="3552" y="1635"/>
                  </a:lnTo>
                  <a:lnTo>
                    <a:pt x="3976" y="2039"/>
                  </a:lnTo>
                  <a:lnTo>
                    <a:pt x="4400" y="2422"/>
                  </a:lnTo>
                  <a:lnTo>
                    <a:pt x="4783" y="2826"/>
                  </a:lnTo>
                  <a:lnTo>
                    <a:pt x="5167" y="3229"/>
                  </a:lnTo>
                  <a:lnTo>
                    <a:pt x="5530" y="3653"/>
                  </a:lnTo>
                  <a:lnTo>
                    <a:pt x="5873" y="4077"/>
                  </a:lnTo>
                  <a:lnTo>
                    <a:pt x="6196" y="4500"/>
                  </a:lnTo>
                  <a:lnTo>
                    <a:pt x="6499" y="4924"/>
                  </a:lnTo>
                  <a:lnTo>
                    <a:pt x="6781" y="5348"/>
                  </a:lnTo>
                  <a:lnTo>
                    <a:pt x="7064" y="5792"/>
                  </a:lnTo>
                  <a:lnTo>
                    <a:pt x="7306" y="6236"/>
                  </a:lnTo>
                  <a:lnTo>
                    <a:pt x="7548" y="6680"/>
                  </a:lnTo>
                  <a:lnTo>
                    <a:pt x="7770" y="7144"/>
                  </a:lnTo>
                  <a:lnTo>
                    <a:pt x="7972" y="7588"/>
                  </a:lnTo>
                  <a:lnTo>
                    <a:pt x="8012" y="7729"/>
                  </a:lnTo>
                  <a:lnTo>
                    <a:pt x="8032" y="7871"/>
                  </a:lnTo>
                  <a:lnTo>
                    <a:pt x="8032" y="7931"/>
                  </a:lnTo>
                  <a:lnTo>
                    <a:pt x="8012" y="7992"/>
                  </a:lnTo>
                  <a:lnTo>
                    <a:pt x="7972" y="8032"/>
                  </a:lnTo>
                  <a:lnTo>
                    <a:pt x="7932" y="8052"/>
                  </a:lnTo>
                  <a:lnTo>
                    <a:pt x="7851" y="8072"/>
                  </a:lnTo>
                  <a:lnTo>
                    <a:pt x="7790" y="8072"/>
                  </a:lnTo>
                  <a:lnTo>
                    <a:pt x="7649" y="8012"/>
                  </a:lnTo>
                  <a:lnTo>
                    <a:pt x="7346" y="7830"/>
                  </a:lnTo>
                  <a:lnTo>
                    <a:pt x="7084" y="7628"/>
                  </a:lnTo>
                  <a:lnTo>
                    <a:pt x="6822" y="7386"/>
                  </a:lnTo>
                  <a:lnTo>
                    <a:pt x="6559" y="7164"/>
                  </a:lnTo>
                  <a:lnTo>
                    <a:pt x="2523" y="3310"/>
                  </a:lnTo>
                  <a:lnTo>
                    <a:pt x="2180" y="3007"/>
                  </a:lnTo>
                  <a:lnTo>
                    <a:pt x="1514" y="2462"/>
                  </a:lnTo>
                  <a:lnTo>
                    <a:pt x="1151" y="2119"/>
                  </a:lnTo>
                  <a:lnTo>
                    <a:pt x="808" y="1776"/>
                  </a:lnTo>
                  <a:lnTo>
                    <a:pt x="485" y="1413"/>
                  </a:lnTo>
                  <a:lnTo>
                    <a:pt x="364" y="1251"/>
                  </a:lnTo>
                  <a:lnTo>
                    <a:pt x="243" y="1070"/>
                  </a:lnTo>
                  <a:lnTo>
                    <a:pt x="162" y="908"/>
                  </a:lnTo>
                  <a:lnTo>
                    <a:pt x="102" y="767"/>
                  </a:lnTo>
                  <a:lnTo>
                    <a:pt x="81" y="626"/>
                  </a:lnTo>
                  <a:lnTo>
                    <a:pt x="81" y="485"/>
                  </a:lnTo>
                  <a:lnTo>
                    <a:pt x="122" y="424"/>
                  </a:lnTo>
                  <a:lnTo>
                    <a:pt x="142" y="364"/>
                  </a:lnTo>
                  <a:lnTo>
                    <a:pt x="243" y="263"/>
                  </a:lnTo>
                  <a:lnTo>
                    <a:pt x="404" y="182"/>
                  </a:lnTo>
                  <a:lnTo>
                    <a:pt x="606" y="101"/>
                  </a:lnTo>
                  <a:lnTo>
                    <a:pt x="747" y="81"/>
                  </a:lnTo>
                  <a:close/>
                  <a:moveTo>
                    <a:pt x="727" y="0"/>
                  </a:moveTo>
                  <a:lnTo>
                    <a:pt x="586" y="41"/>
                  </a:lnTo>
                  <a:lnTo>
                    <a:pt x="364" y="101"/>
                  </a:lnTo>
                  <a:lnTo>
                    <a:pt x="203" y="202"/>
                  </a:lnTo>
                  <a:lnTo>
                    <a:pt x="122" y="263"/>
                  </a:lnTo>
                  <a:lnTo>
                    <a:pt x="81" y="323"/>
                  </a:lnTo>
                  <a:lnTo>
                    <a:pt x="41" y="384"/>
                  </a:lnTo>
                  <a:lnTo>
                    <a:pt x="21" y="464"/>
                  </a:lnTo>
                  <a:lnTo>
                    <a:pt x="1" y="606"/>
                  </a:lnTo>
                  <a:lnTo>
                    <a:pt x="21" y="767"/>
                  </a:lnTo>
                  <a:lnTo>
                    <a:pt x="81" y="908"/>
                  </a:lnTo>
                  <a:lnTo>
                    <a:pt x="162" y="1090"/>
                  </a:lnTo>
                  <a:lnTo>
                    <a:pt x="263" y="1251"/>
                  </a:lnTo>
                  <a:lnTo>
                    <a:pt x="404" y="1433"/>
                  </a:lnTo>
                  <a:lnTo>
                    <a:pt x="707" y="1796"/>
                  </a:lnTo>
                  <a:lnTo>
                    <a:pt x="1070" y="2139"/>
                  </a:lnTo>
                  <a:lnTo>
                    <a:pt x="1434" y="2482"/>
                  </a:lnTo>
                  <a:lnTo>
                    <a:pt x="2120" y="3088"/>
                  </a:lnTo>
                  <a:lnTo>
                    <a:pt x="2463" y="3370"/>
                  </a:lnTo>
                  <a:lnTo>
                    <a:pt x="6499" y="7225"/>
                  </a:lnTo>
                  <a:lnTo>
                    <a:pt x="6761" y="7467"/>
                  </a:lnTo>
                  <a:lnTo>
                    <a:pt x="7023" y="7689"/>
                  </a:lnTo>
                  <a:lnTo>
                    <a:pt x="7306" y="7911"/>
                  </a:lnTo>
                  <a:lnTo>
                    <a:pt x="7609" y="8093"/>
                  </a:lnTo>
                  <a:lnTo>
                    <a:pt x="7730" y="8133"/>
                  </a:lnTo>
                  <a:lnTo>
                    <a:pt x="7851" y="8153"/>
                  </a:lnTo>
                  <a:lnTo>
                    <a:pt x="7911" y="8153"/>
                  </a:lnTo>
                  <a:lnTo>
                    <a:pt x="7972" y="8133"/>
                  </a:lnTo>
                  <a:lnTo>
                    <a:pt x="8032" y="8093"/>
                  </a:lnTo>
                  <a:lnTo>
                    <a:pt x="8073" y="8032"/>
                  </a:lnTo>
                  <a:lnTo>
                    <a:pt x="8093" y="7971"/>
                  </a:lnTo>
                  <a:lnTo>
                    <a:pt x="8113" y="7891"/>
                  </a:lnTo>
                  <a:lnTo>
                    <a:pt x="8093" y="7729"/>
                  </a:lnTo>
                  <a:lnTo>
                    <a:pt x="8032" y="7568"/>
                  </a:lnTo>
                  <a:lnTo>
                    <a:pt x="7831" y="7104"/>
                  </a:lnTo>
                  <a:lnTo>
                    <a:pt x="7629" y="6640"/>
                  </a:lnTo>
                  <a:lnTo>
                    <a:pt x="7387" y="6196"/>
                  </a:lnTo>
                  <a:lnTo>
                    <a:pt x="7124" y="5752"/>
                  </a:lnTo>
                  <a:lnTo>
                    <a:pt x="6862" y="5308"/>
                  </a:lnTo>
                  <a:lnTo>
                    <a:pt x="6559" y="4884"/>
                  </a:lnTo>
                  <a:lnTo>
                    <a:pt x="6257" y="4440"/>
                  </a:lnTo>
                  <a:lnTo>
                    <a:pt x="5934" y="4016"/>
                  </a:lnTo>
                  <a:lnTo>
                    <a:pt x="5591" y="3592"/>
                  </a:lnTo>
                  <a:lnTo>
                    <a:pt x="5227" y="3189"/>
                  </a:lnTo>
                  <a:lnTo>
                    <a:pt x="4844" y="2785"/>
                  </a:lnTo>
                  <a:lnTo>
                    <a:pt x="4461" y="2382"/>
                  </a:lnTo>
                  <a:lnTo>
                    <a:pt x="4037" y="1978"/>
                  </a:lnTo>
                  <a:lnTo>
                    <a:pt x="3613" y="1574"/>
                  </a:lnTo>
                  <a:lnTo>
                    <a:pt x="3169" y="1191"/>
                  </a:lnTo>
                  <a:lnTo>
                    <a:pt x="2705" y="808"/>
                  </a:lnTo>
                  <a:lnTo>
                    <a:pt x="2463" y="646"/>
                  </a:lnTo>
                  <a:lnTo>
                    <a:pt x="2221" y="464"/>
                  </a:lnTo>
                  <a:lnTo>
                    <a:pt x="1978" y="323"/>
                  </a:lnTo>
                  <a:lnTo>
                    <a:pt x="1716" y="182"/>
                  </a:lnTo>
                  <a:lnTo>
                    <a:pt x="1434" y="81"/>
                  </a:lnTo>
                  <a:lnTo>
                    <a:pt x="1151" y="21"/>
                  </a:lnTo>
                  <a:lnTo>
                    <a:pt x="10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p:nvPr/>
          </p:nvSpPr>
          <p:spPr>
            <a:xfrm flipH="1">
              <a:off x="2120703" y="-1885164"/>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flipH="1">
              <a:off x="2118467" y="-1887456"/>
              <a:ext cx="104994" cy="104994"/>
            </a:xfrm>
            <a:custGeom>
              <a:rect b="b" l="l" r="r" t="t"/>
              <a:pathLst>
                <a:path extrusionOk="0" h="1878" w="1878">
                  <a:moveTo>
                    <a:pt x="949" y="81"/>
                  </a:moveTo>
                  <a:lnTo>
                    <a:pt x="1111" y="102"/>
                  </a:lnTo>
                  <a:lnTo>
                    <a:pt x="1272" y="142"/>
                  </a:lnTo>
                  <a:lnTo>
                    <a:pt x="1414" y="223"/>
                  </a:lnTo>
                  <a:lnTo>
                    <a:pt x="1555" y="324"/>
                  </a:lnTo>
                  <a:lnTo>
                    <a:pt x="1656" y="465"/>
                  </a:lnTo>
                  <a:lnTo>
                    <a:pt x="1736" y="606"/>
                  </a:lnTo>
                  <a:lnTo>
                    <a:pt x="1777" y="768"/>
                  </a:lnTo>
                  <a:lnTo>
                    <a:pt x="1797" y="949"/>
                  </a:lnTo>
                  <a:lnTo>
                    <a:pt x="1777" y="1111"/>
                  </a:lnTo>
                  <a:lnTo>
                    <a:pt x="1736" y="1272"/>
                  </a:lnTo>
                  <a:lnTo>
                    <a:pt x="1656" y="1413"/>
                  </a:lnTo>
                  <a:lnTo>
                    <a:pt x="1555" y="1555"/>
                  </a:lnTo>
                  <a:lnTo>
                    <a:pt x="1414" y="1655"/>
                  </a:lnTo>
                  <a:lnTo>
                    <a:pt x="1272" y="1736"/>
                  </a:lnTo>
                  <a:lnTo>
                    <a:pt x="1111" y="1777"/>
                  </a:lnTo>
                  <a:lnTo>
                    <a:pt x="949" y="1797"/>
                  </a:lnTo>
                  <a:lnTo>
                    <a:pt x="768" y="1777"/>
                  </a:lnTo>
                  <a:lnTo>
                    <a:pt x="606" y="1736"/>
                  </a:lnTo>
                  <a:lnTo>
                    <a:pt x="465" y="1655"/>
                  </a:lnTo>
                  <a:lnTo>
                    <a:pt x="344" y="1555"/>
                  </a:lnTo>
                  <a:lnTo>
                    <a:pt x="223" y="1413"/>
                  </a:lnTo>
                  <a:lnTo>
                    <a:pt x="142" y="1272"/>
                  </a:lnTo>
                  <a:lnTo>
                    <a:pt x="102" y="1111"/>
                  </a:lnTo>
                  <a:lnTo>
                    <a:pt x="82" y="949"/>
                  </a:lnTo>
                  <a:lnTo>
                    <a:pt x="102" y="768"/>
                  </a:lnTo>
                  <a:lnTo>
                    <a:pt x="142" y="606"/>
                  </a:lnTo>
                  <a:lnTo>
                    <a:pt x="223" y="465"/>
                  </a:lnTo>
                  <a:lnTo>
                    <a:pt x="344" y="324"/>
                  </a:lnTo>
                  <a:lnTo>
                    <a:pt x="465" y="223"/>
                  </a:lnTo>
                  <a:lnTo>
                    <a:pt x="606" y="142"/>
                  </a:lnTo>
                  <a:lnTo>
                    <a:pt x="768" y="102"/>
                  </a:lnTo>
                  <a:lnTo>
                    <a:pt x="949" y="81"/>
                  </a:lnTo>
                  <a:close/>
                  <a:moveTo>
                    <a:pt x="949" y="1"/>
                  </a:moveTo>
                  <a:lnTo>
                    <a:pt x="748" y="21"/>
                  </a:lnTo>
                  <a:lnTo>
                    <a:pt x="586" y="81"/>
                  </a:lnTo>
                  <a:lnTo>
                    <a:pt x="425" y="162"/>
                  </a:lnTo>
                  <a:lnTo>
                    <a:pt x="284" y="283"/>
                  </a:lnTo>
                  <a:lnTo>
                    <a:pt x="162" y="404"/>
                  </a:lnTo>
                  <a:lnTo>
                    <a:pt x="82" y="566"/>
                  </a:lnTo>
                  <a:lnTo>
                    <a:pt x="21" y="747"/>
                  </a:lnTo>
                  <a:lnTo>
                    <a:pt x="1" y="949"/>
                  </a:lnTo>
                  <a:lnTo>
                    <a:pt x="21" y="1131"/>
                  </a:lnTo>
                  <a:lnTo>
                    <a:pt x="82" y="1312"/>
                  </a:lnTo>
                  <a:lnTo>
                    <a:pt x="162" y="1474"/>
                  </a:lnTo>
                  <a:lnTo>
                    <a:pt x="284" y="1615"/>
                  </a:lnTo>
                  <a:lnTo>
                    <a:pt x="425" y="1716"/>
                  </a:lnTo>
                  <a:lnTo>
                    <a:pt x="586" y="1817"/>
                  </a:lnTo>
                  <a:lnTo>
                    <a:pt x="748" y="1857"/>
                  </a:lnTo>
                  <a:lnTo>
                    <a:pt x="949" y="1877"/>
                  </a:lnTo>
                  <a:lnTo>
                    <a:pt x="1131" y="1857"/>
                  </a:lnTo>
                  <a:lnTo>
                    <a:pt x="1313" y="1817"/>
                  </a:lnTo>
                  <a:lnTo>
                    <a:pt x="1474" y="1716"/>
                  </a:lnTo>
                  <a:lnTo>
                    <a:pt x="1615" y="1615"/>
                  </a:lnTo>
                  <a:lnTo>
                    <a:pt x="1716" y="1474"/>
                  </a:lnTo>
                  <a:lnTo>
                    <a:pt x="1817" y="1312"/>
                  </a:lnTo>
                  <a:lnTo>
                    <a:pt x="1858" y="1131"/>
                  </a:lnTo>
                  <a:lnTo>
                    <a:pt x="1878" y="949"/>
                  </a:lnTo>
                  <a:lnTo>
                    <a:pt x="1858" y="747"/>
                  </a:lnTo>
                  <a:lnTo>
                    <a:pt x="1817" y="566"/>
                  </a:lnTo>
                  <a:lnTo>
                    <a:pt x="1716" y="404"/>
                  </a:lnTo>
                  <a:lnTo>
                    <a:pt x="1615" y="283"/>
                  </a:lnTo>
                  <a:lnTo>
                    <a:pt x="1474" y="162"/>
                  </a:lnTo>
                  <a:lnTo>
                    <a:pt x="1313" y="81"/>
                  </a:lnTo>
                  <a:lnTo>
                    <a:pt x="1131"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flipH="1">
              <a:off x="1892829" y="-3305578"/>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flipH="1">
              <a:off x="1890536" y="-3307870"/>
              <a:ext cx="104994" cy="106112"/>
            </a:xfrm>
            <a:custGeom>
              <a:rect b="b" l="l" r="r" t="t"/>
              <a:pathLst>
                <a:path extrusionOk="0" h="1898" w="1878">
                  <a:moveTo>
                    <a:pt x="929" y="82"/>
                  </a:moveTo>
                  <a:lnTo>
                    <a:pt x="1110" y="102"/>
                  </a:lnTo>
                  <a:lnTo>
                    <a:pt x="1272" y="162"/>
                  </a:lnTo>
                  <a:lnTo>
                    <a:pt x="1413" y="243"/>
                  </a:lnTo>
                  <a:lnTo>
                    <a:pt x="1554" y="344"/>
                  </a:lnTo>
                  <a:lnTo>
                    <a:pt x="1655" y="465"/>
                  </a:lnTo>
                  <a:lnTo>
                    <a:pt x="1736" y="606"/>
                  </a:lnTo>
                  <a:lnTo>
                    <a:pt x="1776" y="768"/>
                  </a:lnTo>
                  <a:lnTo>
                    <a:pt x="1796" y="949"/>
                  </a:lnTo>
                  <a:lnTo>
                    <a:pt x="1776" y="1131"/>
                  </a:lnTo>
                  <a:lnTo>
                    <a:pt x="1736" y="1293"/>
                  </a:lnTo>
                  <a:lnTo>
                    <a:pt x="1655" y="1434"/>
                  </a:lnTo>
                  <a:lnTo>
                    <a:pt x="1554" y="1555"/>
                  </a:lnTo>
                  <a:lnTo>
                    <a:pt x="1413" y="1656"/>
                  </a:lnTo>
                  <a:lnTo>
                    <a:pt x="1272" y="1736"/>
                  </a:lnTo>
                  <a:lnTo>
                    <a:pt x="1110" y="1797"/>
                  </a:lnTo>
                  <a:lnTo>
                    <a:pt x="929" y="1817"/>
                  </a:lnTo>
                  <a:lnTo>
                    <a:pt x="767" y="1797"/>
                  </a:lnTo>
                  <a:lnTo>
                    <a:pt x="606" y="1736"/>
                  </a:lnTo>
                  <a:lnTo>
                    <a:pt x="465" y="1656"/>
                  </a:lnTo>
                  <a:lnTo>
                    <a:pt x="323" y="1555"/>
                  </a:lnTo>
                  <a:lnTo>
                    <a:pt x="222" y="1434"/>
                  </a:lnTo>
                  <a:lnTo>
                    <a:pt x="142" y="1293"/>
                  </a:lnTo>
                  <a:lnTo>
                    <a:pt x="101" y="1131"/>
                  </a:lnTo>
                  <a:lnTo>
                    <a:pt x="81" y="949"/>
                  </a:lnTo>
                  <a:lnTo>
                    <a:pt x="101" y="768"/>
                  </a:lnTo>
                  <a:lnTo>
                    <a:pt x="142" y="606"/>
                  </a:lnTo>
                  <a:lnTo>
                    <a:pt x="222" y="465"/>
                  </a:lnTo>
                  <a:lnTo>
                    <a:pt x="323" y="344"/>
                  </a:lnTo>
                  <a:lnTo>
                    <a:pt x="465" y="243"/>
                  </a:lnTo>
                  <a:lnTo>
                    <a:pt x="606" y="162"/>
                  </a:lnTo>
                  <a:lnTo>
                    <a:pt x="767" y="102"/>
                  </a:lnTo>
                  <a:lnTo>
                    <a:pt x="929" y="82"/>
                  </a:lnTo>
                  <a:close/>
                  <a:moveTo>
                    <a:pt x="929" y="1"/>
                  </a:moveTo>
                  <a:lnTo>
                    <a:pt x="747" y="21"/>
                  </a:lnTo>
                  <a:lnTo>
                    <a:pt x="565" y="82"/>
                  </a:lnTo>
                  <a:lnTo>
                    <a:pt x="404" y="162"/>
                  </a:lnTo>
                  <a:lnTo>
                    <a:pt x="263" y="284"/>
                  </a:lnTo>
                  <a:lnTo>
                    <a:pt x="162" y="425"/>
                  </a:lnTo>
                  <a:lnTo>
                    <a:pt x="61" y="586"/>
                  </a:lnTo>
                  <a:lnTo>
                    <a:pt x="21" y="768"/>
                  </a:lnTo>
                  <a:lnTo>
                    <a:pt x="0" y="949"/>
                  </a:lnTo>
                  <a:lnTo>
                    <a:pt x="21" y="1131"/>
                  </a:lnTo>
                  <a:lnTo>
                    <a:pt x="61" y="1313"/>
                  </a:lnTo>
                  <a:lnTo>
                    <a:pt x="162" y="1474"/>
                  </a:lnTo>
                  <a:lnTo>
                    <a:pt x="263" y="1615"/>
                  </a:lnTo>
                  <a:lnTo>
                    <a:pt x="404" y="1736"/>
                  </a:lnTo>
                  <a:lnTo>
                    <a:pt x="565" y="1817"/>
                  </a:lnTo>
                  <a:lnTo>
                    <a:pt x="747" y="1878"/>
                  </a:lnTo>
                  <a:lnTo>
                    <a:pt x="929" y="1898"/>
                  </a:lnTo>
                  <a:lnTo>
                    <a:pt x="1130" y="1878"/>
                  </a:lnTo>
                  <a:lnTo>
                    <a:pt x="1312" y="1817"/>
                  </a:lnTo>
                  <a:lnTo>
                    <a:pt x="1453" y="1736"/>
                  </a:lnTo>
                  <a:lnTo>
                    <a:pt x="1595" y="1615"/>
                  </a:lnTo>
                  <a:lnTo>
                    <a:pt x="1716" y="1474"/>
                  </a:lnTo>
                  <a:lnTo>
                    <a:pt x="1796" y="1313"/>
                  </a:lnTo>
                  <a:lnTo>
                    <a:pt x="1857" y="1131"/>
                  </a:lnTo>
                  <a:lnTo>
                    <a:pt x="1877" y="949"/>
                  </a:lnTo>
                  <a:lnTo>
                    <a:pt x="1857" y="768"/>
                  </a:lnTo>
                  <a:lnTo>
                    <a:pt x="1796" y="586"/>
                  </a:lnTo>
                  <a:lnTo>
                    <a:pt x="1716" y="425"/>
                  </a:lnTo>
                  <a:lnTo>
                    <a:pt x="1595" y="284"/>
                  </a:lnTo>
                  <a:lnTo>
                    <a:pt x="1453" y="162"/>
                  </a:lnTo>
                  <a:lnTo>
                    <a:pt x="1312" y="82"/>
                  </a:lnTo>
                  <a:lnTo>
                    <a:pt x="1130"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flipH="1">
              <a:off x="511885" y="-3871966"/>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flipH="1">
              <a:off x="509648" y="-3874202"/>
              <a:ext cx="104994" cy="106112"/>
            </a:xfrm>
            <a:custGeom>
              <a:rect b="b" l="l" r="r" t="t"/>
              <a:pathLst>
                <a:path extrusionOk="0" h="1898" w="1878">
                  <a:moveTo>
                    <a:pt x="949" y="81"/>
                  </a:moveTo>
                  <a:lnTo>
                    <a:pt x="1111" y="101"/>
                  </a:lnTo>
                  <a:lnTo>
                    <a:pt x="1272" y="162"/>
                  </a:lnTo>
                  <a:lnTo>
                    <a:pt x="1413" y="243"/>
                  </a:lnTo>
                  <a:lnTo>
                    <a:pt x="1555" y="344"/>
                  </a:lnTo>
                  <a:lnTo>
                    <a:pt x="1655" y="465"/>
                  </a:lnTo>
                  <a:lnTo>
                    <a:pt x="1736" y="606"/>
                  </a:lnTo>
                  <a:lnTo>
                    <a:pt x="1777" y="767"/>
                  </a:lnTo>
                  <a:lnTo>
                    <a:pt x="1797" y="949"/>
                  </a:lnTo>
                  <a:lnTo>
                    <a:pt x="1777" y="1110"/>
                  </a:lnTo>
                  <a:lnTo>
                    <a:pt x="1736" y="1272"/>
                  </a:lnTo>
                  <a:lnTo>
                    <a:pt x="1655" y="1433"/>
                  </a:lnTo>
                  <a:lnTo>
                    <a:pt x="1555" y="1554"/>
                  </a:lnTo>
                  <a:lnTo>
                    <a:pt x="1413" y="1655"/>
                  </a:lnTo>
                  <a:lnTo>
                    <a:pt x="1272" y="1736"/>
                  </a:lnTo>
                  <a:lnTo>
                    <a:pt x="1111" y="1797"/>
                  </a:lnTo>
                  <a:lnTo>
                    <a:pt x="949" y="1817"/>
                  </a:lnTo>
                  <a:lnTo>
                    <a:pt x="768" y="1797"/>
                  </a:lnTo>
                  <a:lnTo>
                    <a:pt x="606" y="1736"/>
                  </a:lnTo>
                  <a:lnTo>
                    <a:pt x="465" y="1655"/>
                  </a:lnTo>
                  <a:lnTo>
                    <a:pt x="324" y="1554"/>
                  </a:lnTo>
                  <a:lnTo>
                    <a:pt x="223" y="1433"/>
                  </a:lnTo>
                  <a:lnTo>
                    <a:pt x="142" y="1272"/>
                  </a:lnTo>
                  <a:lnTo>
                    <a:pt x="102" y="1110"/>
                  </a:lnTo>
                  <a:lnTo>
                    <a:pt x="81" y="949"/>
                  </a:lnTo>
                  <a:lnTo>
                    <a:pt x="102" y="767"/>
                  </a:lnTo>
                  <a:lnTo>
                    <a:pt x="142" y="606"/>
                  </a:lnTo>
                  <a:lnTo>
                    <a:pt x="223" y="465"/>
                  </a:lnTo>
                  <a:lnTo>
                    <a:pt x="324" y="344"/>
                  </a:lnTo>
                  <a:lnTo>
                    <a:pt x="465" y="243"/>
                  </a:lnTo>
                  <a:lnTo>
                    <a:pt x="606" y="162"/>
                  </a:lnTo>
                  <a:lnTo>
                    <a:pt x="768" y="101"/>
                  </a:lnTo>
                  <a:lnTo>
                    <a:pt x="949" y="81"/>
                  </a:lnTo>
                  <a:close/>
                  <a:moveTo>
                    <a:pt x="949" y="1"/>
                  </a:moveTo>
                  <a:lnTo>
                    <a:pt x="747" y="21"/>
                  </a:lnTo>
                  <a:lnTo>
                    <a:pt x="566" y="81"/>
                  </a:lnTo>
                  <a:lnTo>
                    <a:pt x="425" y="162"/>
                  </a:lnTo>
                  <a:lnTo>
                    <a:pt x="283" y="283"/>
                  </a:lnTo>
                  <a:lnTo>
                    <a:pt x="162" y="424"/>
                  </a:lnTo>
                  <a:lnTo>
                    <a:pt x="81" y="586"/>
                  </a:lnTo>
                  <a:lnTo>
                    <a:pt x="21" y="767"/>
                  </a:lnTo>
                  <a:lnTo>
                    <a:pt x="1" y="949"/>
                  </a:lnTo>
                  <a:lnTo>
                    <a:pt x="21" y="1131"/>
                  </a:lnTo>
                  <a:lnTo>
                    <a:pt x="81" y="1312"/>
                  </a:lnTo>
                  <a:lnTo>
                    <a:pt x="162" y="1474"/>
                  </a:lnTo>
                  <a:lnTo>
                    <a:pt x="283" y="1615"/>
                  </a:lnTo>
                  <a:lnTo>
                    <a:pt x="425" y="1736"/>
                  </a:lnTo>
                  <a:lnTo>
                    <a:pt x="566" y="1817"/>
                  </a:lnTo>
                  <a:lnTo>
                    <a:pt x="747" y="1877"/>
                  </a:lnTo>
                  <a:lnTo>
                    <a:pt x="949" y="1898"/>
                  </a:lnTo>
                  <a:lnTo>
                    <a:pt x="1131" y="1877"/>
                  </a:lnTo>
                  <a:lnTo>
                    <a:pt x="1312" y="1817"/>
                  </a:lnTo>
                  <a:lnTo>
                    <a:pt x="1474" y="1736"/>
                  </a:lnTo>
                  <a:lnTo>
                    <a:pt x="1615" y="1615"/>
                  </a:lnTo>
                  <a:lnTo>
                    <a:pt x="1716" y="1474"/>
                  </a:lnTo>
                  <a:lnTo>
                    <a:pt x="1817" y="1312"/>
                  </a:lnTo>
                  <a:lnTo>
                    <a:pt x="1857" y="1131"/>
                  </a:lnTo>
                  <a:lnTo>
                    <a:pt x="1877" y="949"/>
                  </a:lnTo>
                  <a:lnTo>
                    <a:pt x="1857" y="767"/>
                  </a:lnTo>
                  <a:lnTo>
                    <a:pt x="1817" y="586"/>
                  </a:lnTo>
                  <a:lnTo>
                    <a:pt x="1716" y="424"/>
                  </a:lnTo>
                  <a:lnTo>
                    <a:pt x="1615" y="283"/>
                  </a:lnTo>
                  <a:lnTo>
                    <a:pt x="1474" y="162"/>
                  </a:lnTo>
                  <a:lnTo>
                    <a:pt x="1312" y="81"/>
                  </a:lnTo>
                  <a:lnTo>
                    <a:pt x="1131"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flipH="1">
              <a:off x="-1037114" y="-3361987"/>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2"/>
            <p:cNvSpPr/>
            <p:nvPr/>
          </p:nvSpPr>
          <p:spPr>
            <a:xfrm flipH="1">
              <a:off x="-1039350" y="-3364280"/>
              <a:ext cx="104994" cy="104994"/>
            </a:xfrm>
            <a:custGeom>
              <a:rect b="b" l="l" r="r" t="t"/>
              <a:pathLst>
                <a:path extrusionOk="0" h="1878" w="1878">
                  <a:moveTo>
                    <a:pt x="949" y="82"/>
                  </a:moveTo>
                  <a:lnTo>
                    <a:pt x="1111" y="102"/>
                  </a:lnTo>
                  <a:lnTo>
                    <a:pt x="1272" y="142"/>
                  </a:lnTo>
                  <a:lnTo>
                    <a:pt x="1434" y="223"/>
                  </a:lnTo>
                  <a:lnTo>
                    <a:pt x="1555" y="324"/>
                  </a:lnTo>
                  <a:lnTo>
                    <a:pt x="1656" y="465"/>
                  </a:lnTo>
                  <a:lnTo>
                    <a:pt x="1736" y="606"/>
                  </a:lnTo>
                  <a:lnTo>
                    <a:pt x="1797" y="768"/>
                  </a:lnTo>
                  <a:lnTo>
                    <a:pt x="1797" y="949"/>
                  </a:lnTo>
                  <a:lnTo>
                    <a:pt x="1797" y="1111"/>
                  </a:lnTo>
                  <a:lnTo>
                    <a:pt x="1736" y="1272"/>
                  </a:lnTo>
                  <a:lnTo>
                    <a:pt x="1656" y="1414"/>
                  </a:lnTo>
                  <a:lnTo>
                    <a:pt x="1555" y="1555"/>
                  </a:lnTo>
                  <a:lnTo>
                    <a:pt x="1434" y="1656"/>
                  </a:lnTo>
                  <a:lnTo>
                    <a:pt x="1272" y="1736"/>
                  </a:lnTo>
                  <a:lnTo>
                    <a:pt x="1111" y="1777"/>
                  </a:lnTo>
                  <a:lnTo>
                    <a:pt x="949" y="1797"/>
                  </a:lnTo>
                  <a:lnTo>
                    <a:pt x="768" y="1777"/>
                  </a:lnTo>
                  <a:lnTo>
                    <a:pt x="606" y="1736"/>
                  </a:lnTo>
                  <a:lnTo>
                    <a:pt x="465" y="1656"/>
                  </a:lnTo>
                  <a:lnTo>
                    <a:pt x="344" y="1555"/>
                  </a:lnTo>
                  <a:lnTo>
                    <a:pt x="223" y="1414"/>
                  </a:lnTo>
                  <a:lnTo>
                    <a:pt x="162" y="1272"/>
                  </a:lnTo>
                  <a:lnTo>
                    <a:pt x="102" y="1111"/>
                  </a:lnTo>
                  <a:lnTo>
                    <a:pt x="82" y="949"/>
                  </a:lnTo>
                  <a:lnTo>
                    <a:pt x="102" y="768"/>
                  </a:lnTo>
                  <a:lnTo>
                    <a:pt x="162" y="606"/>
                  </a:lnTo>
                  <a:lnTo>
                    <a:pt x="223" y="465"/>
                  </a:lnTo>
                  <a:lnTo>
                    <a:pt x="344" y="324"/>
                  </a:lnTo>
                  <a:lnTo>
                    <a:pt x="465" y="223"/>
                  </a:lnTo>
                  <a:lnTo>
                    <a:pt x="606" y="142"/>
                  </a:lnTo>
                  <a:lnTo>
                    <a:pt x="768" y="102"/>
                  </a:lnTo>
                  <a:lnTo>
                    <a:pt x="949" y="82"/>
                  </a:lnTo>
                  <a:close/>
                  <a:moveTo>
                    <a:pt x="949" y="1"/>
                  </a:moveTo>
                  <a:lnTo>
                    <a:pt x="748" y="21"/>
                  </a:lnTo>
                  <a:lnTo>
                    <a:pt x="586" y="82"/>
                  </a:lnTo>
                  <a:lnTo>
                    <a:pt x="425" y="162"/>
                  </a:lnTo>
                  <a:lnTo>
                    <a:pt x="283" y="284"/>
                  </a:lnTo>
                  <a:lnTo>
                    <a:pt x="162" y="405"/>
                  </a:lnTo>
                  <a:lnTo>
                    <a:pt x="82" y="566"/>
                  </a:lnTo>
                  <a:lnTo>
                    <a:pt x="21" y="748"/>
                  </a:lnTo>
                  <a:lnTo>
                    <a:pt x="1" y="949"/>
                  </a:lnTo>
                  <a:lnTo>
                    <a:pt x="21" y="1131"/>
                  </a:lnTo>
                  <a:lnTo>
                    <a:pt x="82" y="1313"/>
                  </a:lnTo>
                  <a:lnTo>
                    <a:pt x="162" y="1474"/>
                  </a:lnTo>
                  <a:lnTo>
                    <a:pt x="283" y="1595"/>
                  </a:lnTo>
                  <a:lnTo>
                    <a:pt x="425" y="1716"/>
                  </a:lnTo>
                  <a:lnTo>
                    <a:pt x="586" y="1817"/>
                  </a:lnTo>
                  <a:lnTo>
                    <a:pt x="748" y="1858"/>
                  </a:lnTo>
                  <a:lnTo>
                    <a:pt x="949" y="1878"/>
                  </a:lnTo>
                  <a:lnTo>
                    <a:pt x="1131" y="1858"/>
                  </a:lnTo>
                  <a:lnTo>
                    <a:pt x="1313" y="1817"/>
                  </a:lnTo>
                  <a:lnTo>
                    <a:pt x="1474" y="1716"/>
                  </a:lnTo>
                  <a:lnTo>
                    <a:pt x="1615" y="1595"/>
                  </a:lnTo>
                  <a:lnTo>
                    <a:pt x="1716" y="1474"/>
                  </a:lnTo>
                  <a:lnTo>
                    <a:pt x="1817" y="1313"/>
                  </a:lnTo>
                  <a:lnTo>
                    <a:pt x="1878" y="1131"/>
                  </a:lnTo>
                  <a:lnTo>
                    <a:pt x="1878" y="949"/>
                  </a:lnTo>
                  <a:lnTo>
                    <a:pt x="1878" y="748"/>
                  </a:lnTo>
                  <a:lnTo>
                    <a:pt x="1817" y="566"/>
                  </a:lnTo>
                  <a:lnTo>
                    <a:pt x="1716" y="405"/>
                  </a:lnTo>
                  <a:lnTo>
                    <a:pt x="1615" y="284"/>
                  </a:lnTo>
                  <a:lnTo>
                    <a:pt x="1474" y="162"/>
                  </a:lnTo>
                  <a:lnTo>
                    <a:pt x="1313" y="82"/>
                  </a:lnTo>
                  <a:lnTo>
                    <a:pt x="1131"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2"/>
            <p:cNvSpPr/>
            <p:nvPr/>
          </p:nvSpPr>
          <p:spPr>
            <a:xfrm flipH="1">
              <a:off x="1080509" y="-136624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2"/>
            <p:cNvSpPr/>
            <p:nvPr/>
          </p:nvSpPr>
          <p:spPr>
            <a:xfrm flipH="1">
              <a:off x="1078272" y="-1368477"/>
              <a:ext cx="104994" cy="104994"/>
            </a:xfrm>
            <a:custGeom>
              <a:rect b="b" l="l" r="r" t="t"/>
              <a:pathLst>
                <a:path extrusionOk="0" h="1878" w="1878">
                  <a:moveTo>
                    <a:pt x="929" y="81"/>
                  </a:moveTo>
                  <a:lnTo>
                    <a:pt x="1111" y="101"/>
                  </a:lnTo>
                  <a:lnTo>
                    <a:pt x="1272" y="142"/>
                  </a:lnTo>
                  <a:lnTo>
                    <a:pt x="1414" y="223"/>
                  </a:lnTo>
                  <a:lnTo>
                    <a:pt x="1535" y="344"/>
                  </a:lnTo>
                  <a:lnTo>
                    <a:pt x="1656" y="465"/>
                  </a:lnTo>
                  <a:lnTo>
                    <a:pt x="1736" y="606"/>
                  </a:lnTo>
                  <a:lnTo>
                    <a:pt x="1777" y="767"/>
                  </a:lnTo>
                  <a:lnTo>
                    <a:pt x="1797" y="949"/>
                  </a:lnTo>
                  <a:lnTo>
                    <a:pt x="1777" y="1110"/>
                  </a:lnTo>
                  <a:lnTo>
                    <a:pt x="1736" y="1272"/>
                  </a:lnTo>
                  <a:lnTo>
                    <a:pt x="1656" y="1433"/>
                  </a:lnTo>
                  <a:lnTo>
                    <a:pt x="1535" y="1554"/>
                  </a:lnTo>
                  <a:lnTo>
                    <a:pt x="1414" y="1655"/>
                  </a:lnTo>
                  <a:lnTo>
                    <a:pt x="1272" y="1736"/>
                  </a:lnTo>
                  <a:lnTo>
                    <a:pt x="1111" y="1797"/>
                  </a:lnTo>
                  <a:lnTo>
                    <a:pt x="768" y="1797"/>
                  </a:lnTo>
                  <a:lnTo>
                    <a:pt x="606" y="1736"/>
                  </a:lnTo>
                  <a:lnTo>
                    <a:pt x="445" y="1655"/>
                  </a:lnTo>
                  <a:lnTo>
                    <a:pt x="324" y="1554"/>
                  </a:lnTo>
                  <a:lnTo>
                    <a:pt x="223" y="1433"/>
                  </a:lnTo>
                  <a:lnTo>
                    <a:pt x="142" y="1272"/>
                  </a:lnTo>
                  <a:lnTo>
                    <a:pt x="82" y="1110"/>
                  </a:lnTo>
                  <a:lnTo>
                    <a:pt x="82" y="949"/>
                  </a:lnTo>
                  <a:lnTo>
                    <a:pt x="82" y="767"/>
                  </a:lnTo>
                  <a:lnTo>
                    <a:pt x="142" y="606"/>
                  </a:lnTo>
                  <a:lnTo>
                    <a:pt x="223" y="465"/>
                  </a:lnTo>
                  <a:lnTo>
                    <a:pt x="324" y="344"/>
                  </a:lnTo>
                  <a:lnTo>
                    <a:pt x="445" y="223"/>
                  </a:lnTo>
                  <a:lnTo>
                    <a:pt x="606" y="142"/>
                  </a:lnTo>
                  <a:lnTo>
                    <a:pt x="768" y="101"/>
                  </a:lnTo>
                  <a:lnTo>
                    <a:pt x="929" y="81"/>
                  </a:lnTo>
                  <a:close/>
                  <a:moveTo>
                    <a:pt x="929" y="1"/>
                  </a:moveTo>
                  <a:lnTo>
                    <a:pt x="748" y="21"/>
                  </a:lnTo>
                  <a:lnTo>
                    <a:pt x="566" y="81"/>
                  </a:lnTo>
                  <a:lnTo>
                    <a:pt x="405" y="162"/>
                  </a:lnTo>
                  <a:lnTo>
                    <a:pt x="263" y="283"/>
                  </a:lnTo>
                  <a:lnTo>
                    <a:pt x="162" y="424"/>
                  </a:lnTo>
                  <a:lnTo>
                    <a:pt x="62" y="586"/>
                  </a:lnTo>
                  <a:lnTo>
                    <a:pt x="21" y="747"/>
                  </a:lnTo>
                  <a:lnTo>
                    <a:pt x="1" y="949"/>
                  </a:lnTo>
                  <a:lnTo>
                    <a:pt x="21" y="1131"/>
                  </a:lnTo>
                  <a:lnTo>
                    <a:pt x="62" y="1312"/>
                  </a:lnTo>
                  <a:lnTo>
                    <a:pt x="162" y="1474"/>
                  </a:lnTo>
                  <a:lnTo>
                    <a:pt x="263" y="1615"/>
                  </a:lnTo>
                  <a:lnTo>
                    <a:pt x="405" y="1716"/>
                  </a:lnTo>
                  <a:lnTo>
                    <a:pt x="566" y="1817"/>
                  </a:lnTo>
                  <a:lnTo>
                    <a:pt x="748" y="1857"/>
                  </a:lnTo>
                  <a:lnTo>
                    <a:pt x="929" y="1877"/>
                  </a:lnTo>
                  <a:lnTo>
                    <a:pt x="1131" y="1857"/>
                  </a:lnTo>
                  <a:lnTo>
                    <a:pt x="1293" y="1817"/>
                  </a:lnTo>
                  <a:lnTo>
                    <a:pt x="1454" y="1716"/>
                  </a:lnTo>
                  <a:lnTo>
                    <a:pt x="1595" y="1615"/>
                  </a:lnTo>
                  <a:lnTo>
                    <a:pt x="1716" y="1474"/>
                  </a:lnTo>
                  <a:lnTo>
                    <a:pt x="1797" y="1312"/>
                  </a:lnTo>
                  <a:lnTo>
                    <a:pt x="1858" y="1131"/>
                  </a:lnTo>
                  <a:lnTo>
                    <a:pt x="1878" y="949"/>
                  </a:lnTo>
                  <a:lnTo>
                    <a:pt x="1858" y="747"/>
                  </a:lnTo>
                  <a:lnTo>
                    <a:pt x="1797" y="586"/>
                  </a:lnTo>
                  <a:lnTo>
                    <a:pt x="1716" y="424"/>
                  </a:lnTo>
                  <a:lnTo>
                    <a:pt x="1595" y="283"/>
                  </a:lnTo>
                  <a:lnTo>
                    <a:pt x="1454" y="162"/>
                  </a:lnTo>
                  <a:lnTo>
                    <a:pt x="1293" y="81"/>
                  </a:lnTo>
                  <a:lnTo>
                    <a:pt x="1131"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p:nvPr/>
          </p:nvSpPr>
          <p:spPr>
            <a:xfrm flipH="1">
              <a:off x="-1522213" y="-1840048"/>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p:nvPr/>
          </p:nvSpPr>
          <p:spPr>
            <a:xfrm flipH="1">
              <a:off x="-1524506" y="-1842340"/>
              <a:ext cx="104994" cy="104994"/>
            </a:xfrm>
            <a:custGeom>
              <a:rect b="b" l="l" r="r" t="t"/>
              <a:pathLst>
                <a:path extrusionOk="0" h="1878" w="1878">
                  <a:moveTo>
                    <a:pt x="949" y="82"/>
                  </a:moveTo>
                  <a:lnTo>
                    <a:pt x="1110" y="102"/>
                  </a:lnTo>
                  <a:lnTo>
                    <a:pt x="1272" y="142"/>
                  </a:lnTo>
                  <a:lnTo>
                    <a:pt x="1413" y="223"/>
                  </a:lnTo>
                  <a:lnTo>
                    <a:pt x="1554" y="324"/>
                  </a:lnTo>
                  <a:lnTo>
                    <a:pt x="1655" y="465"/>
                  </a:lnTo>
                  <a:lnTo>
                    <a:pt x="1736" y="606"/>
                  </a:lnTo>
                  <a:lnTo>
                    <a:pt x="1776" y="768"/>
                  </a:lnTo>
                  <a:lnTo>
                    <a:pt x="1796" y="949"/>
                  </a:lnTo>
                  <a:lnTo>
                    <a:pt x="1776" y="1111"/>
                  </a:lnTo>
                  <a:lnTo>
                    <a:pt x="1736" y="1272"/>
                  </a:lnTo>
                  <a:lnTo>
                    <a:pt x="1655" y="1414"/>
                  </a:lnTo>
                  <a:lnTo>
                    <a:pt x="1554" y="1555"/>
                  </a:lnTo>
                  <a:lnTo>
                    <a:pt x="1413" y="1656"/>
                  </a:lnTo>
                  <a:lnTo>
                    <a:pt x="1272" y="1736"/>
                  </a:lnTo>
                  <a:lnTo>
                    <a:pt x="1110" y="1777"/>
                  </a:lnTo>
                  <a:lnTo>
                    <a:pt x="949" y="1797"/>
                  </a:lnTo>
                  <a:lnTo>
                    <a:pt x="767" y="1777"/>
                  </a:lnTo>
                  <a:lnTo>
                    <a:pt x="606" y="1736"/>
                  </a:lnTo>
                  <a:lnTo>
                    <a:pt x="464" y="1656"/>
                  </a:lnTo>
                  <a:lnTo>
                    <a:pt x="323" y="1555"/>
                  </a:lnTo>
                  <a:lnTo>
                    <a:pt x="222" y="1414"/>
                  </a:lnTo>
                  <a:lnTo>
                    <a:pt x="142" y="1272"/>
                  </a:lnTo>
                  <a:lnTo>
                    <a:pt x="101" y="1111"/>
                  </a:lnTo>
                  <a:lnTo>
                    <a:pt x="81" y="949"/>
                  </a:lnTo>
                  <a:lnTo>
                    <a:pt x="101" y="768"/>
                  </a:lnTo>
                  <a:lnTo>
                    <a:pt x="142" y="606"/>
                  </a:lnTo>
                  <a:lnTo>
                    <a:pt x="222" y="465"/>
                  </a:lnTo>
                  <a:lnTo>
                    <a:pt x="323" y="324"/>
                  </a:lnTo>
                  <a:lnTo>
                    <a:pt x="464" y="223"/>
                  </a:lnTo>
                  <a:lnTo>
                    <a:pt x="606" y="142"/>
                  </a:lnTo>
                  <a:lnTo>
                    <a:pt x="767" y="102"/>
                  </a:lnTo>
                  <a:lnTo>
                    <a:pt x="949" y="82"/>
                  </a:lnTo>
                  <a:close/>
                  <a:moveTo>
                    <a:pt x="949" y="1"/>
                  </a:moveTo>
                  <a:lnTo>
                    <a:pt x="747" y="21"/>
                  </a:lnTo>
                  <a:lnTo>
                    <a:pt x="565" y="82"/>
                  </a:lnTo>
                  <a:lnTo>
                    <a:pt x="424" y="162"/>
                  </a:lnTo>
                  <a:lnTo>
                    <a:pt x="283" y="283"/>
                  </a:lnTo>
                  <a:lnTo>
                    <a:pt x="162" y="405"/>
                  </a:lnTo>
                  <a:lnTo>
                    <a:pt x="81" y="566"/>
                  </a:lnTo>
                  <a:lnTo>
                    <a:pt x="21" y="748"/>
                  </a:lnTo>
                  <a:lnTo>
                    <a:pt x="0" y="949"/>
                  </a:lnTo>
                  <a:lnTo>
                    <a:pt x="21" y="1131"/>
                  </a:lnTo>
                  <a:lnTo>
                    <a:pt x="81" y="1313"/>
                  </a:lnTo>
                  <a:lnTo>
                    <a:pt x="162" y="1474"/>
                  </a:lnTo>
                  <a:lnTo>
                    <a:pt x="283" y="1595"/>
                  </a:lnTo>
                  <a:lnTo>
                    <a:pt x="424" y="1716"/>
                  </a:lnTo>
                  <a:lnTo>
                    <a:pt x="565" y="1797"/>
                  </a:lnTo>
                  <a:lnTo>
                    <a:pt x="747" y="1857"/>
                  </a:lnTo>
                  <a:lnTo>
                    <a:pt x="949" y="1878"/>
                  </a:lnTo>
                  <a:lnTo>
                    <a:pt x="1130" y="1857"/>
                  </a:lnTo>
                  <a:lnTo>
                    <a:pt x="1312" y="1797"/>
                  </a:lnTo>
                  <a:lnTo>
                    <a:pt x="1473" y="1716"/>
                  </a:lnTo>
                  <a:lnTo>
                    <a:pt x="1615" y="1595"/>
                  </a:lnTo>
                  <a:lnTo>
                    <a:pt x="1716" y="1474"/>
                  </a:lnTo>
                  <a:lnTo>
                    <a:pt x="1817" y="1313"/>
                  </a:lnTo>
                  <a:lnTo>
                    <a:pt x="1857" y="1131"/>
                  </a:lnTo>
                  <a:lnTo>
                    <a:pt x="1877" y="949"/>
                  </a:lnTo>
                  <a:lnTo>
                    <a:pt x="1857" y="748"/>
                  </a:lnTo>
                  <a:lnTo>
                    <a:pt x="1817" y="566"/>
                  </a:lnTo>
                  <a:lnTo>
                    <a:pt x="1716" y="405"/>
                  </a:lnTo>
                  <a:lnTo>
                    <a:pt x="1615" y="283"/>
                  </a:lnTo>
                  <a:lnTo>
                    <a:pt x="1473" y="162"/>
                  </a:lnTo>
                  <a:lnTo>
                    <a:pt x="1312" y="82"/>
                  </a:lnTo>
                  <a:lnTo>
                    <a:pt x="1130"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2"/>
            <p:cNvSpPr/>
            <p:nvPr/>
          </p:nvSpPr>
          <p:spPr>
            <a:xfrm flipH="1">
              <a:off x="-3230321" y="-2914121"/>
              <a:ext cx="101584" cy="101640"/>
            </a:xfrm>
            <a:custGeom>
              <a:rect b="b" l="l" r="r" t="t"/>
              <a:pathLst>
                <a:path extrusionOk="0" h="1818" w="1817">
                  <a:moveTo>
                    <a:pt x="908" y="1"/>
                  </a:moveTo>
                  <a:lnTo>
                    <a:pt x="727" y="21"/>
                  </a:lnTo>
                  <a:lnTo>
                    <a:pt x="565" y="82"/>
                  </a:lnTo>
                  <a:lnTo>
                    <a:pt x="404" y="162"/>
                  </a:lnTo>
                  <a:lnTo>
                    <a:pt x="262" y="263"/>
                  </a:lnTo>
                  <a:lnTo>
                    <a:pt x="162" y="404"/>
                  </a:lnTo>
                  <a:lnTo>
                    <a:pt x="81" y="566"/>
                  </a:lnTo>
                  <a:lnTo>
                    <a:pt x="20" y="727"/>
                  </a:lnTo>
                  <a:lnTo>
                    <a:pt x="0" y="909"/>
                  </a:lnTo>
                  <a:lnTo>
                    <a:pt x="20" y="1091"/>
                  </a:lnTo>
                  <a:lnTo>
                    <a:pt x="81" y="1252"/>
                  </a:lnTo>
                  <a:lnTo>
                    <a:pt x="162" y="1413"/>
                  </a:lnTo>
                  <a:lnTo>
                    <a:pt x="262" y="1555"/>
                  </a:lnTo>
                  <a:lnTo>
                    <a:pt x="404" y="1656"/>
                  </a:lnTo>
                  <a:lnTo>
                    <a:pt x="565" y="1736"/>
                  </a:lnTo>
                  <a:lnTo>
                    <a:pt x="727" y="1797"/>
                  </a:lnTo>
                  <a:lnTo>
                    <a:pt x="908" y="1817"/>
                  </a:lnTo>
                  <a:lnTo>
                    <a:pt x="1090" y="1797"/>
                  </a:lnTo>
                  <a:lnTo>
                    <a:pt x="1251" y="1736"/>
                  </a:lnTo>
                  <a:lnTo>
                    <a:pt x="1413" y="1656"/>
                  </a:lnTo>
                  <a:lnTo>
                    <a:pt x="1534" y="1555"/>
                  </a:lnTo>
                  <a:lnTo>
                    <a:pt x="1655" y="1413"/>
                  </a:lnTo>
                  <a:lnTo>
                    <a:pt x="1736" y="1252"/>
                  </a:lnTo>
                  <a:lnTo>
                    <a:pt x="1796" y="1091"/>
                  </a:lnTo>
                  <a:lnTo>
                    <a:pt x="1816" y="909"/>
                  </a:lnTo>
                  <a:lnTo>
                    <a:pt x="1796" y="727"/>
                  </a:lnTo>
                  <a:lnTo>
                    <a:pt x="1736" y="566"/>
                  </a:lnTo>
                  <a:lnTo>
                    <a:pt x="1655" y="404"/>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2"/>
            <p:cNvSpPr/>
            <p:nvPr/>
          </p:nvSpPr>
          <p:spPr>
            <a:xfrm flipH="1">
              <a:off x="-3232558" y="-2916358"/>
              <a:ext cx="106112" cy="106112"/>
            </a:xfrm>
            <a:custGeom>
              <a:rect b="b" l="l" r="r" t="t"/>
              <a:pathLst>
                <a:path extrusionOk="0" h="1898" w="1898">
                  <a:moveTo>
                    <a:pt x="949" y="81"/>
                  </a:moveTo>
                  <a:lnTo>
                    <a:pt x="1131" y="101"/>
                  </a:lnTo>
                  <a:lnTo>
                    <a:pt x="1292" y="162"/>
                  </a:lnTo>
                  <a:lnTo>
                    <a:pt x="1434" y="243"/>
                  </a:lnTo>
                  <a:lnTo>
                    <a:pt x="1555" y="344"/>
                  </a:lnTo>
                  <a:lnTo>
                    <a:pt x="1655" y="465"/>
                  </a:lnTo>
                  <a:lnTo>
                    <a:pt x="1736" y="606"/>
                  </a:lnTo>
                  <a:lnTo>
                    <a:pt x="1797" y="767"/>
                  </a:lnTo>
                  <a:lnTo>
                    <a:pt x="1817" y="949"/>
                  </a:lnTo>
                  <a:lnTo>
                    <a:pt x="1797" y="1131"/>
                  </a:lnTo>
                  <a:lnTo>
                    <a:pt x="1736" y="1292"/>
                  </a:lnTo>
                  <a:lnTo>
                    <a:pt x="1655" y="1433"/>
                  </a:lnTo>
                  <a:lnTo>
                    <a:pt x="1555" y="1554"/>
                  </a:lnTo>
                  <a:lnTo>
                    <a:pt x="1434" y="1655"/>
                  </a:lnTo>
                  <a:lnTo>
                    <a:pt x="1292" y="1736"/>
                  </a:lnTo>
                  <a:lnTo>
                    <a:pt x="1131" y="1797"/>
                  </a:lnTo>
                  <a:lnTo>
                    <a:pt x="949" y="1817"/>
                  </a:lnTo>
                  <a:lnTo>
                    <a:pt x="768" y="1797"/>
                  </a:lnTo>
                  <a:lnTo>
                    <a:pt x="606" y="1736"/>
                  </a:lnTo>
                  <a:lnTo>
                    <a:pt x="465" y="1655"/>
                  </a:lnTo>
                  <a:lnTo>
                    <a:pt x="344" y="1554"/>
                  </a:lnTo>
                  <a:lnTo>
                    <a:pt x="243" y="1433"/>
                  </a:lnTo>
                  <a:lnTo>
                    <a:pt x="162" y="1292"/>
                  </a:lnTo>
                  <a:lnTo>
                    <a:pt x="102" y="1131"/>
                  </a:lnTo>
                  <a:lnTo>
                    <a:pt x="81" y="949"/>
                  </a:lnTo>
                  <a:lnTo>
                    <a:pt x="102" y="767"/>
                  </a:lnTo>
                  <a:lnTo>
                    <a:pt x="162" y="606"/>
                  </a:lnTo>
                  <a:lnTo>
                    <a:pt x="243" y="465"/>
                  </a:lnTo>
                  <a:lnTo>
                    <a:pt x="344" y="344"/>
                  </a:lnTo>
                  <a:lnTo>
                    <a:pt x="465" y="243"/>
                  </a:lnTo>
                  <a:lnTo>
                    <a:pt x="606" y="162"/>
                  </a:lnTo>
                  <a:lnTo>
                    <a:pt x="768" y="101"/>
                  </a:lnTo>
                  <a:lnTo>
                    <a:pt x="949" y="81"/>
                  </a:lnTo>
                  <a:close/>
                  <a:moveTo>
                    <a:pt x="949" y="0"/>
                  </a:moveTo>
                  <a:lnTo>
                    <a:pt x="768" y="21"/>
                  </a:lnTo>
                  <a:lnTo>
                    <a:pt x="586" y="81"/>
                  </a:lnTo>
                  <a:lnTo>
                    <a:pt x="425" y="162"/>
                  </a:lnTo>
                  <a:lnTo>
                    <a:pt x="283" y="283"/>
                  </a:lnTo>
                  <a:lnTo>
                    <a:pt x="162" y="424"/>
                  </a:lnTo>
                  <a:lnTo>
                    <a:pt x="81" y="586"/>
                  </a:lnTo>
                  <a:lnTo>
                    <a:pt x="21" y="767"/>
                  </a:lnTo>
                  <a:lnTo>
                    <a:pt x="1" y="949"/>
                  </a:lnTo>
                  <a:lnTo>
                    <a:pt x="21" y="1131"/>
                  </a:lnTo>
                  <a:lnTo>
                    <a:pt x="81" y="1312"/>
                  </a:lnTo>
                  <a:lnTo>
                    <a:pt x="162" y="1474"/>
                  </a:lnTo>
                  <a:lnTo>
                    <a:pt x="283" y="1615"/>
                  </a:lnTo>
                  <a:lnTo>
                    <a:pt x="425" y="1736"/>
                  </a:lnTo>
                  <a:lnTo>
                    <a:pt x="586" y="1817"/>
                  </a:lnTo>
                  <a:lnTo>
                    <a:pt x="768" y="1877"/>
                  </a:lnTo>
                  <a:lnTo>
                    <a:pt x="949" y="1897"/>
                  </a:lnTo>
                  <a:lnTo>
                    <a:pt x="1131" y="1877"/>
                  </a:lnTo>
                  <a:lnTo>
                    <a:pt x="1312" y="1817"/>
                  </a:lnTo>
                  <a:lnTo>
                    <a:pt x="1474" y="1736"/>
                  </a:lnTo>
                  <a:lnTo>
                    <a:pt x="1615" y="1615"/>
                  </a:lnTo>
                  <a:lnTo>
                    <a:pt x="1736" y="1474"/>
                  </a:lnTo>
                  <a:lnTo>
                    <a:pt x="1817" y="1312"/>
                  </a:lnTo>
                  <a:lnTo>
                    <a:pt x="1877" y="1131"/>
                  </a:lnTo>
                  <a:lnTo>
                    <a:pt x="1898" y="949"/>
                  </a:lnTo>
                  <a:lnTo>
                    <a:pt x="1877" y="767"/>
                  </a:lnTo>
                  <a:lnTo>
                    <a:pt x="1817" y="586"/>
                  </a:lnTo>
                  <a:lnTo>
                    <a:pt x="1736" y="424"/>
                  </a:lnTo>
                  <a:lnTo>
                    <a:pt x="1615" y="283"/>
                  </a:lnTo>
                  <a:lnTo>
                    <a:pt x="1474" y="162"/>
                  </a:lnTo>
                  <a:lnTo>
                    <a:pt x="1312" y="81"/>
                  </a:lnTo>
                  <a:lnTo>
                    <a:pt x="1131" y="21"/>
                  </a:lnTo>
                  <a:lnTo>
                    <a:pt x="9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2"/>
            <p:cNvSpPr/>
            <p:nvPr/>
          </p:nvSpPr>
          <p:spPr>
            <a:xfrm flipH="1">
              <a:off x="-1102524" y="-4869280"/>
              <a:ext cx="101584" cy="100466"/>
            </a:xfrm>
            <a:custGeom>
              <a:rect b="b" l="l" r="r" t="t"/>
              <a:pathLst>
                <a:path extrusionOk="0" h="1797" w="1817">
                  <a:moveTo>
                    <a:pt x="909" y="1"/>
                  </a:moveTo>
                  <a:lnTo>
                    <a:pt x="727" y="21"/>
                  </a:lnTo>
                  <a:lnTo>
                    <a:pt x="566" y="61"/>
                  </a:lnTo>
                  <a:lnTo>
                    <a:pt x="404" y="142"/>
                  </a:lnTo>
                  <a:lnTo>
                    <a:pt x="283" y="263"/>
                  </a:lnTo>
                  <a:lnTo>
                    <a:pt x="162" y="384"/>
                  </a:lnTo>
                  <a:lnTo>
                    <a:pt x="81" y="546"/>
                  </a:lnTo>
                  <a:lnTo>
                    <a:pt x="21" y="707"/>
                  </a:lnTo>
                  <a:lnTo>
                    <a:pt x="1" y="889"/>
                  </a:lnTo>
                  <a:lnTo>
                    <a:pt x="21" y="1070"/>
                  </a:lnTo>
                  <a:lnTo>
                    <a:pt x="81" y="1252"/>
                  </a:lnTo>
                  <a:lnTo>
                    <a:pt x="162" y="1393"/>
                  </a:lnTo>
                  <a:lnTo>
                    <a:pt x="283" y="1534"/>
                  </a:lnTo>
                  <a:lnTo>
                    <a:pt x="404" y="1635"/>
                  </a:lnTo>
                  <a:lnTo>
                    <a:pt x="566" y="1716"/>
                  </a:lnTo>
                  <a:lnTo>
                    <a:pt x="727" y="1777"/>
                  </a:lnTo>
                  <a:lnTo>
                    <a:pt x="909" y="1797"/>
                  </a:lnTo>
                  <a:lnTo>
                    <a:pt x="1090" y="1777"/>
                  </a:lnTo>
                  <a:lnTo>
                    <a:pt x="1272" y="1716"/>
                  </a:lnTo>
                  <a:lnTo>
                    <a:pt x="1413" y="1635"/>
                  </a:lnTo>
                  <a:lnTo>
                    <a:pt x="1554" y="1534"/>
                  </a:lnTo>
                  <a:lnTo>
                    <a:pt x="1655" y="1393"/>
                  </a:lnTo>
                  <a:lnTo>
                    <a:pt x="1736" y="1252"/>
                  </a:lnTo>
                  <a:lnTo>
                    <a:pt x="1797" y="1070"/>
                  </a:lnTo>
                  <a:lnTo>
                    <a:pt x="1817" y="889"/>
                  </a:lnTo>
                  <a:lnTo>
                    <a:pt x="1797" y="707"/>
                  </a:lnTo>
                  <a:lnTo>
                    <a:pt x="1736" y="546"/>
                  </a:lnTo>
                  <a:lnTo>
                    <a:pt x="1655" y="384"/>
                  </a:lnTo>
                  <a:lnTo>
                    <a:pt x="1554" y="263"/>
                  </a:lnTo>
                  <a:lnTo>
                    <a:pt x="1413" y="142"/>
                  </a:lnTo>
                  <a:lnTo>
                    <a:pt x="1272" y="61"/>
                  </a:lnTo>
                  <a:lnTo>
                    <a:pt x="1090" y="21"/>
                  </a:lnTo>
                  <a:lnTo>
                    <a:pt x="9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2"/>
            <p:cNvSpPr/>
            <p:nvPr/>
          </p:nvSpPr>
          <p:spPr>
            <a:xfrm flipH="1">
              <a:off x="-1104816" y="-4871516"/>
              <a:ext cx="106112" cy="104994"/>
            </a:xfrm>
            <a:custGeom>
              <a:rect b="b" l="l" r="r" t="t"/>
              <a:pathLst>
                <a:path extrusionOk="0" h="1878" w="1898">
                  <a:moveTo>
                    <a:pt x="949" y="81"/>
                  </a:moveTo>
                  <a:lnTo>
                    <a:pt x="1130" y="101"/>
                  </a:lnTo>
                  <a:lnTo>
                    <a:pt x="1292" y="142"/>
                  </a:lnTo>
                  <a:lnTo>
                    <a:pt x="1433" y="222"/>
                  </a:lnTo>
                  <a:lnTo>
                    <a:pt x="1554" y="323"/>
                  </a:lnTo>
                  <a:lnTo>
                    <a:pt x="1655" y="444"/>
                  </a:lnTo>
                  <a:lnTo>
                    <a:pt x="1736" y="606"/>
                  </a:lnTo>
                  <a:lnTo>
                    <a:pt x="1796" y="767"/>
                  </a:lnTo>
                  <a:lnTo>
                    <a:pt x="1816" y="929"/>
                  </a:lnTo>
                  <a:lnTo>
                    <a:pt x="1796" y="1110"/>
                  </a:lnTo>
                  <a:lnTo>
                    <a:pt x="1736" y="1272"/>
                  </a:lnTo>
                  <a:lnTo>
                    <a:pt x="1655" y="1413"/>
                  </a:lnTo>
                  <a:lnTo>
                    <a:pt x="1554" y="1534"/>
                  </a:lnTo>
                  <a:lnTo>
                    <a:pt x="1433" y="1655"/>
                  </a:lnTo>
                  <a:lnTo>
                    <a:pt x="1292" y="1736"/>
                  </a:lnTo>
                  <a:lnTo>
                    <a:pt x="1130" y="1776"/>
                  </a:lnTo>
                  <a:lnTo>
                    <a:pt x="949" y="1796"/>
                  </a:lnTo>
                  <a:lnTo>
                    <a:pt x="787" y="1776"/>
                  </a:lnTo>
                  <a:lnTo>
                    <a:pt x="626" y="1736"/>
                  </a:lnTo>
                  <a:lnTo>
                    <a:pt x="464" y="1655"/>
                  </a:lnTo>
                  <a:lnTo>
                    <a:pt x="343" y="1534"/>
                  </a:lnTo>
                  <a:lnTo>
                    <a:pt x="242" y="1413"/>
                  </a:lnTo>
                  <a:lnTo>
                    <a:pt x="162" y="1272"/>
                  </a:lnTo>
                  <a:lnTo>
                    <a:pt x="101" y="1110"/>
                  </a:lnTo>
                  <a:lnTo>
                    <a:pt x="81" y="929"/>
                  </a:lnTo>
                  <a:lnTo>
                    <a:pt x="101" y="767"/>
                  </a:lnTo>
                  <a:lnTo>
                    <a:pt x="162" y="606"/>
                  </a:lnTo>
                  <a:lnTo>
                    <a:pt x="242" y="444"/>
                  </a:lnTo>
                  <a:lnTo>
                    <a:pt x="343" y="323"/>
                  </a:lnTo>
                  <a:lnTo>
                    <a:pt x="464" y="222"/>
                  </a:lnTo>
                  <a:lnTo>
                    <a:pt x="626" y="142"/>
                  </a:lnTo>
                  <a:lnTo>
                    <a:pt x="787" y="101"/>
                  </a:lnTo>
                  <a:lnTo>
                    <a:pt x="949" y="81"/>
                  </a:lnTo>
                  <a:close/>
                  <a:moveTo>
                    <a:pt x="949" y="0"/>
                  </a:moveTo>
                  <a:lnTo>
                    <a:pt x="767" y="21"/>
                  </a:lnTo>
                  <a:lnTo>
                    <a:pt x="585" y="61"/>
                  </a:lnTo>
                  <a:lnTo>
                    <a:pt x="424" y="162"/>
                  </a:lnTo>
                  <a:lnTo>
                    <a:pt x="283" y="263"/>
                  </a:lnTo>
                  <a:lnTo>
                    <a:pt x="162" y="404"/>
                  </a:lnTo>
                  <a:lnTo>
                    <a:pt x="81" y="565"/>
                  </a:lnTo>
                  <a:lnTo>
                    <a:pt x="20" y="747"/>
                  </a:lnTo>
                  <a:lnTo>
                    <a:pt x="0" y="929"/>
                  </a:lnTo>
                  <a:lnTo>
                    <a:pt x="20" y="1130"/>
                  </a:lnTo>
                  <a:lnTo>
                    <a:pt x="81" y="1292"/>
                  </a:lnTo>
                  <a:lnTo>
                    <a:pt x="162" y="1453"/>
                  </a:lnTo>
                  <a:lnTo>
                    <a:pt x="283" y="1595"/>
                  </a:lnTo>
                  <a:lnTo>
                    <a:pt x="424" y="1716"/>
                  </a:lnTo>
                  <a:lnTo>
                    <a:pt x="585" y="1796"/>
                  </a:lnTo>
                  <a:lnTo>
                    <a:pt x="767" y="1857"/>
                  </a:lnTo>
                  <a:lnTo>
                    <a:pt x="949" y="1877"/>
                  </a:lnTo>
                  <a:lnTo>
                    <a:pt x="1150" y="1857"/>
                  </a:lnTo>
                  <a:lnTo>
                    <a:pt x="1312" y="1796"/>
                  </a:lnTo>
                  <a:lnTo>
                    <a:pt x="1473" y="1716"/>
                  </a:lnTo>
                  <a:lnTo>
                    <a:pt x="1615" y="1595"/>
                  </a:lnTo>
                  <a:lnTo>
                    <a:pt x="1736" y="1453"/>
                  </a:lnTo>
                  <a:lnTo>
                    <a:pt x="1816" y="1292"/>
                  </a:lnTo>
                  <a:lnTo>
                    <a:pt x="1877" y="1130"/>
                  </a:lnTo>
                  <a:lnTo>
                    <a:pt x="1897" y="929"/>
                  </a:lnTo>
                  <a:lnTo>
                    <a:pt x="1877" y="747"/>
                  </a:lnTo>
                  <a:lnTo>
                    <a:pt x="1816" y="565"/>
                  </a:lnTo>
                  <a:lnTo>
                    <a:pt x="1736" y="404"/>
                  </a:lnTo>
                  <a:lnTo>
                    <a:pt x="1615" y="263"/>
                  </a:lnTo>
                  <a:lnTo>
                    <a:pt x="1473" y="162"/>
                  </a:lnTo>
                  <a:lnTo>
                    <a:pt x="1312" y="61"/>
                  </a:lnTo>
                  <a:lnTo>
                    <a:pt x="1150" y="21"/>
                  </a:lnTo>
                  <a:lnTo>
                    <a:pt x="9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2"/>
            <p:cNvSpPr/>
            <p:nvPr/>
          </p:nvSpPr>
          <p:spPr>
            <a:xfrm flipH="1">
              <a:off x="915810" y="-2826125"/>
              <a:ext cx="4584" cy="51994"/>
            </a:xfrm>
            <a:custGeom>
              <a:rect b="b" l="l" r="r" t="t"/>
              <a:pathLst>
                <a:path extrusionOk="0" h="930" w="82">
                  <a:moveTo>
                    <a:pt x="1" y="1"/>
                  </a:moveTo>
                  <a:lnTo>
                    <a:pt x="1" y="929"/>
                  </a:lnTo>
                  <a:lnTo>
                    <a:pt x="82" y="929"/>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2"/>
            <p:cNvSpPr/>
            <p:nvPr/>
          </p:nvSpPr>
          <p:spPr>
            <a:xfrm flipH="1">
              <a:off x="892105" y="-2802420"/>
              <a:ext cx="51938" cy="4584"/>
            </a:xfrm>
            <a:custGeom>
              <a:rect b="b" l="l" r="r" t="t"/>
              <a:pathLst>
                <a:path extrusionOk="0" h="82" w="929">
                  <a:moveTo>
                    <a:pt x="0" y="1"/>
                  </a:moveTo>
                  <a:lnTo>
                    <a:pt x="0" y="81"/>
                  </a:lnTo>
                  <a:lnTo>
                    <a:pt x="928" y="81"/>
                  </a:lnTo>
                  <a:lnTo>
                    <a:pt x="92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2"/>
            <p:cNvSpPr/>
            <p:nvPr/>
          </p:nvSpPr>
          <p:spPr>
            <a:xfrm flipH="1">
              <a:off x="161018" y="-3857262"/>
              <a:ext cx="4584" cy="55348"/>
            </a:xfrm>
            <a:custGeom>
              <a:rect b="b" l="l" r="r" t="t"/>
              <a:pathLst>
                <a:path extrusionOk="0" h="990" w="82">
                  <a:moveTo>
                    <a:pt x="0" y="0"/>
                  </a:moveTo>
                  <a:lnTo>
                    <a:pt x="0"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
            <p:cNvSpPr/>
            <p:nvPr/>
          </p:nvSpPr>
          <p:spPr>
            <a:xfrm flipH="1">
              <a:off x="136195" y="-3832440"/>
              <a:ext cx="55348" cy="4529"/>
            </a:xfrm>
            <a:custGeom>
              <a:rect b="b" l="l" r="r" t="t"/>
              <a:pathLst>
                <a:path extrusionOk="0" h="81" w="990">
                  <a:moveTo>
                    <a:pt x="0" y="0"/>
                  </a:moveTo>
                  <a:lnTo>
                    <a:pt x="0" y="81"/>
                  </a:lnTo>
                  <a:lnTo>
                    <a:pt x="989" y="81"/>
                  </a:lnTo>
                  <a:lnTo>
                    <a:pt x="9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
            <p:cNvSpPr/>
            <p:nvPr/>
          </p:nvSpPr>
          <p:spPr>
            <a:xfrm flipH="1">
              <a:off x="-2522936" y="-2096155"/>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2"/>
            <p:cNvSpPr/>
            <p:nvPr/>
          </p:nvSpPr>
          <p:spPr>
            <a:xfrm flipH="1">
              <a:off x="-2548878" y="-2071332"/>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2"/>
          <p:cNvSpPr/>
          <p:nvPr/>
        </p:nvSpPr>
        <p:spPr>
          <a:xfrm flipH="1">
            <a:off x="3923500" y="0"/>
            <a:ext cx="4548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2"/>
          <p:cNvGrpSpPr/>
          <p:nvPr/>
        </p:nvGrpSpPr>
        <p:grpSpPr>
          <a:xfrm>
            <a:off x="8720580" y="1912541"/>
            <a:ext cx="1209708" cy="1147945"/>
            <a:chOff x="5235125" y="2636100"/>
            <a:chExt cx="796175" cy="755525"/>
          </a:xfrm>
        </p:grpSpPr>
        <p:sp>
          <p:nvSpPr>
            <p:cNvPr id="86" name="Google Shape;86;p2"/>
            <p:cNvSpPr/>
            <p:nvPr/>
          </p:nvSpPr>
          <p:spPr>
            <a:xfrm>
              <a:off x="5779275" y="2943825"/>
              <a:ext cx="35175" cy="33150"/>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
            <p:cNvSpPr/>
            <p:nvPr/>
          </p:nvSpPr>
          <p:spPr>
            <a:xfrm>
              <a:off x="5885700" y="3044725"/>
              <a:ext cx="37175" cy="3467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
            <p:cNvSpPr/>
            <p:nvPr/>
          </p:nvSpPr>
          <p:spPr>
            <a:xfrm>
              <a:off x="5562925" y="2636100"/>
              <a:ext cx="35675" cy="33175"/>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
            <p:cNvSpPr/>
            <p:nvPr/>
          </p:nvSpPr>
          <p:spPr>
            <a:xfrm>
              <a:off x="5672850" y="2636100"/>
              <a:ext cx="33175" cy="32175"/>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
            <p:cNvSpPr/>
            <p:nvPr/>
          </p:nvSpPr>
          <p:spPr>
            <a:xfrm>
              <a:off x="5886700" y="3351450"/>
              <a:ext cx="37675" cy="36675"/>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
            <p:cNvSpPr/>
            <p:nvPr/>
          </p:nvSpPr>
          <p:spPr>
            <a:xfrm>
              <a:off x="5563925" y="2738525"/>
              <a:ext cx="35675" cy="34150"/>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
            <p:cNvSpPr/>
            <p:nvPr/>
          </p:nvSpPr>
          <p:spPr>
            <a:xfrm>
              <a:off x="5671350" y="2738025"/>
              <a:ext cx="35675" cy="35650"/>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
            <p:cNvSpPr/>
            <p:nvPr/>
          </p:nvSpPr>
          <p:spPr>
            <a:xfrm>
              <a:off x="5780775" y="2738525"/>
              <a:ext cx="33675" cy="31150"/>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
            <p:cNvSpPr/>
            <p:nvPr/>
          </p:nvSpPr>
          <p:spPr>
            <a:xfrm>
              <a:off x="5777775" y="3352450"/>
              <a:ext cx="38175" cy="34150"/>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
            <p:cNvSpPr/>
            <p:nvPr/>
          </p:nvSpPr>
          <p:spPr>
            <a:xfrm>
              <a:off x="5669350" y="3350450"/>
              <a:ext cx="40175" cy="39175"/>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
            <p:cNvSpPr/>
            <p:nvPr/>
          </p:nvSpPr>
          <p:spPr>
            <a:xfrm>
              <a:off x="5562425" y="3350950"/>
              <a:ext cx="41700" cy="38175"/>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
            <p:cNvSpPr/>
            <p:nvPr/>
          </p:nvSpPr>
          <p:spPr>
            <a:xfrm>
              <a:off x="5455500" y="3351450"/>
              <a:ext cx="41700" cy="38175"/>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
            <p:cNvSpPr/>
            <p:nvPr/>
          </p:nvSpPr>
          <p:spPr>
            <a:xfrm>
              <a:off x="5887700" y="3250550"/>
              <a:ext cx="36675" cy="34150"/>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
            <p:cNvSpPr/>
            <p:nvPr/>
          </p:nvSpPr>
          <p:spPr>
            <a:xfrm>
              <a:off x="5558900" y="2837900"/>
              <a:ext cx="42200" cy="36675"/>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
            <p:cNvSpPr/>
            <p:nvPr/>
          </p:nvSpPr>
          <p:spPr>
            <a:xfrm>
              <a:off x="5672350" y="2840925"/>
              <a:ext cx="35175" cy="33150"/>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
            <p:cNvSpPr/>
            <p:nvPr/>
          </p:nvSpPr>
          <p:spPr>
            <a:xfrm>
              <a:off x="5780775" y="2841425"/>
              <a:ext cx="33675" cy="31650"/>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
            <p:cNvSpPr/>
            <p:nvPr/>
          </p:nvSpPr>
          <p:spPr>
            <a:xfrm>
              <a:off x="5779275" y="3246525"/>
              <a:ext cx="36175" cy="39675"/>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
            <p:cNvSpPr/>
            <p:nvPr/>
          </p:nvSpPr>
          <p:spPr>
            <a:xfrm>
              <a:off x="5670350" y="3249550"/>
              <a:ext cx="37675" cy="37675"/>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
            <p:cNvSpPr/>
            <p:nvPr/>
          </p:nvSpPr>
          <p:spPr>
            <a:xfrm>
              <a:off x="5562425" y="3247025"/>
              <a:ext cx="37675" cy="38175"/>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2"/>
            <p:cNvSpPr/>
            <p:nvPr/>
          </p:nvSpPr>
          <p:spPr>
            <a:xfrm>
              <a:off x="5454500" y="3247025"/>
              <a:ext cx="43200" cy="4070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
            <p:cNvSpPr/>
            <p:nvPr/>
          </p:nvSpPr>
          <p:spPr>
            <a:xfrm>
              <a:off x="5887200" y="3147125"/>
              <a:ext cx="35675" cy="33675"/>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2"/>
            <p:cNvSpPr/>
            <p:nvPr/>
          </p:nvSpPr>
          <p:spPr>
            <a:xfrm>
              <a:off x="5560925" y="2942825"/>
              <a:ext cx="38175" cy="3517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
            <p:cNvSpPr/>
            <p:nvPr/>
          </p:nvSpPr>
          <p:spPr>
            <a:xfrm>
              <a:off x="5671850" y="2943325"/>
              <a:ext cx="35175" cy="33150"/>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2"/>
            <p:cNvSpPr/>
            <p:nvPr/>
          </p:nvSpPr>
          <p:spPr>
            <a:xfrm>
              <a:off x="5781300" y="2636625"/>
              <a:ext cx="33150" cy="30625"/>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
            <p:cNvSpPr/>
            <p:nvPr/>
          </p:nvSpPr>
          <p:spPr>
            <a:xfrm>
              <a:off x="5779275" y="3148150"/>
              <a:ext cx="35675" cy="33150"/>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
            <p:cNvSpPr/>
            <p:nvPr/>
          </p:nvSpPr>
          <p:spPr>
            <a:xfrm>
              <a:off x="5668850" y="3145125"/>
              <a:ext cx="46200" cy="38175"/>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2"/>
            <p:cNvSpPr/>
            <p:nvPr/>
          </p:nvSpPr>
          <p:spPr>
            <a:xfrm>
              <a:off x="5562425" y="3146625"/>
              <a:ext cx="38675" cy="36675"/>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
            <p:cNvSpPr/>
            <p:nvPr/>
          </p:nvSpPr>
          <p:spPr>
            <a:xfrm>
              <a:off x="5454000" y="3143625"/>
              <a:ext cx="38175" cy="42200"/>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
            <p:cNvSpPr/>
            <p:nvPr/>
          </p:nvSpPr>
          <p:spPr>
            <a:xfrm>
              <a:off x="5776775" y="3046225"/>
              <a:ext cx="37675" cy="3567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
            <p:cNvSpPr/>
            <p:nvPr/>
          </p:nvSpPr>
          <p:spPr>
            <a:xfrm>
              <a:off x="5562425" y="3045225"/>
              <a:ext cx="37675" cy="3517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
            <p:cNvSpPr/>
            <p:nvPr/>
          </p:nvSpPr>
          <p:spPr>
            <a:xfrm>
              <a:off x="5671850" y="3044225"/>
              <a:ext cx="38175" cy="36175"/>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
            <p:cNvSpPr/>
            <p:nvPr/>
          </p:nvSpPr>
          <p:spPr>
            <a:xfrm>
              <a:off x="5889225" y="2638125"/>
              <a:ext cx="32650" cy="29125"/>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
            <p:cNvSpPr/>
            <p:nvPr/>
          </p:nvSpPr>
          <p:spPr>
            <a:xfrm>
              <a:off x="5455000" y="3043225"/>
              <a:ext cx="39675" cy="36675"/>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
            <p:cNvSpPr/>
            <p:nvPr/>
          </p:nvSpPr>
          <p:spPr>
            <a:xfrm>
              <a:off x="5996150" y="3046725"/>
              <a:ext cx="34150" cy="31650"/>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
            <p:cNvSpPr/>
            <p:nvPr/>
          </p:nvSpPr>
          <p:spPr>
            <a:xfrm>
              <a:off x="5456500" y="2636625"/>
              <a:ext cx="35175" cy="35650"/>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
            <p:cNvSpPr/>
            <p:nvPr/>
          </p:nvSpPr>
          <p:spPr>
            <a:xfrm>
              <a:off x="5347075" y="3146125"/>
              <a:ext cx="40675" cy="37675"/>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
            <p:cNvSpPr/>
            <p:nvPr/>
          </p:nvSpPr>
          <p:spPr>
            <a:xfrm>
              <a:off x="5346575" y="3042225"/>
              <a:ext cx="40675" cy="38675"/>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
            <p:cNvSpPr/>
            <p:nvPr/>
          </p:nvSpPr>
          <p:spPr>
            <a:xfrm>
              <a:off x="5989100" y="3351950"/>
              <a:ext cx="41700" cy="36175"/>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
            <p:cNvSpPr/>
            <p:nvPr/>
          </p:nvSpPr>
          <p:spPr>
            <a:xfrm>
              <a:off x="5456500" y="2738525"/>
              <a:ext cx="34675" cy="32650"/>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
            <p:cNvSpPr/>
            <p:nvPr/>
          </p:nvSpPr>
          <p:spPr>
            <a:xfrm>
              <a:off x="5888200" y="2943825"/>
              <a:ext cx="34175" cy="31650"/>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2"/>
            <p:cNvSpPr/>
            <p:nvPr/>
          </p:nvSpPr>
          <p:spPr>
            <a:xfrm>
              <a:off x="5455500" y="2943325"/>
              <a:ext cx="36675" cy="3517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
            <p:cNvSpPr/>
            <p:nvPr/>
          </p:nvSpPr>
          <p:spPr>
            <a:xfrm>
              <a:off x="5995650" y="3148650"/>
              <a:ext cx="35150" cy="33650"/>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
            <p:cNvSpPr/>
            <p:nvPr/>
          </p:nvSpPr>
          <p:spPr>
            <a:xfrm>
              <a:off x="5888725" y="2740025"/>
              <a:ext cx="33650" cy="296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
            <p:cNvSpPr/>
            <p:nvPr/>
          </p:nvSpPr>
          <p:spPr>
            <a:xfrm>
              <a:off x="5347075" y="3249050"/>
              <a:ext cx="37675" cy="37650"/>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
            <p:cNvSpPr/>
            <p:nvPr/>
          </p:nvSpPr>
          <p:spPr>
            <a:xfrm>
              <a:off x="5347075" y="2942325"/>
              <a:ext cx="38675" cy="36175"/>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
            <p:cNvSpPr/>
            <p:nvPr/>
          </p:nvSpPr>
          <p:spPr>
            <a:xfrm>
              <a:off x="5346075" y="3350950"/>
              <a:ext cx="41675" cy="39675"/>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
            <p:cNvSpPr/>
            <p:nvPr/>
          </p:nvSpPr>
          <p:spPr>
            <a:xfrm>
              <a:off x="5235125" y="3348925"/>
              <a:ext cx="40700" cy="42700"/>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
            <p:cNvSpPr/>
            <p:nvPr/>
          </p:nvSpPr>
          <p:spPr>
            <a:xfrm>
              <a:off x="5888200" y="2842425"/>
              <a:ext cx="34175" cy="3065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
            <p:cNvSpPr/>
            <p:nvPr/>
          </p:nvSpPr>
          <p:spPr>
            <a:xfrm>
              <a:off x="5456000" y="2840425"/>
              <a:ext cx="35175" cy="36175"/>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
            <p:cNvSpPr/>
            <p:nvPr/>
          </p:nvSpPr>
          <p:spPr>
            <a:xfrm>
              <a:off x="5995125" y="3250550"/>
              <a:ext cx="36175" cy="33650"/>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
            <p:cNvSpPr/>
            <p:nvPr/>
          </p:nvSpPr>
          <p:spPr>
            <a:xfrm>
              <a:off x="5348075" y="2834900"/>
              <a:ext cx="37675" cy="39675"/>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
            <p:cNvSpPr/>
            <p:nvPr/>
          </p:nvSpPr>
          <p:spPr>
            <a:xfrm>
              <a:off x="5237650" y="2942825"/>
              <a:ext cx="38175" cy="33650"/>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
            <p:cNvSpPr/>
            <p:nvPr/>
          </p:nvSpPr>
          <p:spPr>
            <a:xfrm>
              <a:off x="5239150" y="2840925"/>
              <a:ext cx="36150" cy="33150"/>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
            <p:cNvSpPr/>
            <p:nvPr/>
          </p:nvSpPr>
          <p:spPr>
            <a:xfrm>
              <a:off x="5238650" y="3248525"/>
              <a:ext cx="37675" cy="37675"/>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2"/>
            <p:cNvSpPr/>
            <p:nvPr/>
          </p:nvSpPr>
          <p:spPr>
            <a:xfrm>
              <a:off x="5996150" y="2945325"/>
              <a:ext cx="34650" cy="29150"/>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
            <p:cNvSpPr/>
            <p:nvPr/>
          </p:nvSpPr>
          <p:spPr>
            <a:xfrm>
              <a:off x="5237650" y="3044725"/>
              <a:ext cx="38175" cy="3467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
            <p:cNvSpPr/>
            <p:nvPr/>
          </p:nvSpPr>
          <p:spPr>
            <a:xfrm>
              <a:off x="5347075" y="2739525"/>
              <a:ext cx="37175" cy="32150"/>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
            <p:cNvSpPr/>
            <p:nvPr/>
          </p:nvSpPr>
          <p:spPr>
            <a:xfrm>
              <a:off x="5238650" y="3147125"/>
              <a:ext cx="37675" cy="36175"/>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
            <p:cNvSpPr/>
            <p:nvPr/>
          </p:nvSpPr>
          <p:spPr>
            <a:xfrm>
              <a:off x="5345575" y="2637125"/>
              <a:ext cx="36650" cy="30625"/>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
            <p:cNvSpPr/>
            <p:nvPr/>
          </p:nvSpPr>
          <p:spPr>
            <a:xfrm>
              <a:off x="5995125" y="2843425"/>
              <a:ext cx="35675" cy="29150"/>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
            <p:cNvSpPr/>
            <p:nvPr/>
          </p:nvSpPr>
          <p:spPr>
            <a:xfrm>
              <a:off x="5996650" y="2741025"/>
              <a:ext cx="30125" cy="28125"/>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
            <p:cNvSpPr/>
            <p:nvPr/>
          </p:nvSpPr>
          <p:spPr>
            <a:xfrm>
              <a:off x="5240150" y="2738025"/>
              <a:ext cx="35150" cy="32650"/>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
            <p:cNvSpPr/>
            <p:nvPr/>
          </p:nvSpPr>
          <p:spPr>
            <a:xfrm>
              <a:off x="5240650" y="2636100"/>
              <a:ext cx="36175" cy="31650"/>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
            <p:cNvSpPr/>
            <p:nvPr/>
          </p:nvSpPr>
          <p:spPr>
            <a:xfrm>
              <a:off x="5997150" y="2638625"/>
              <a:ext cx="29125" cy="27125"/>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0" name="Google Shape;150;p2"/>
          <p:cNvSpPr/>
          <p:nvPr/>
        </p:nvSpPr>
        <p:spPr>
          <a:xfrm>
            <a:off x="1733088" y="93254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
          <p:cNvSpPr/>
          <p:nvPr/>
        </p:nvSpPr>
        <p:spPr>
          <a:xfrm flipH="1">
            <a:off x="8085888" y="4081828"/>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
          <p:cNvSpPr/>
          <p:nvPr/>
        </p:nvSpPr>
        <p:spPr>
          <a:xfrm>
            <a:off x="8019945" y="421546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3" name="Google Shape;153;p2"/>
          <p:cNvGrpSpPr/>
          <p:nvPr/>
        </p:nvGrpSpPr>
        <p:grpSpPr>
          <a:xfrm>
            <a:off x="3539540" y="4393300"/>
            <a:ext cx="754524" cy="750237"/>
            <a:chOff x="8523754" y="10"/>
            <a:chExt cx="516408" cy="513439"/>
          </a:xfrm>
        </p:grpSpPr>
        <p:sp>
          <p:nvSpPr>
            <p:cNvPr id="154" name="Google Shape;154;p2"/>
            <p:cNvSpPr/>
            <p:nvPr/>
          </p:nvSpPr>
          <p:spPr>
            <a:xfrm>
              <a:off x="8523754" y="255242"/>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
            <p:cNvSpPr/>
            <p:nvPr/>
          </p:nvSpPr>
          <p:spPr>
            <a:xfrm>
              <a:off x="8523754" y="10"/>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6" name="Google Shape;156;p2"/>
          <p:cNvSpPr txBox="1"/>
          <p:nvPr>
            <p:ph type="ctrTitle"/>
          </p:nvPr>
        </p:nvSpPr>
        <p:spPr>
          <a:xfrm>
            <a:off x="4304753" y="1484801"/>
            <a:ext cx="4114800" cy="13716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5200"/>
              <a:buNone/>
              <a:defRPr sz="50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57" name="Google Shape;157;p2"/>
          <p:cNvSpPr txBox="1"/>
          <p:nvPr>
            <p:ph idx="1" type="subTitle"/>
          </p:nvPr>
        </p:nvSpPr>
        <p:spPr>
          <a:xfrm>
            <a:off x="4304753" y="3109999"/>
            <a:ext cx="3442200" cy="54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800"/>
              <a:buFont typeface="Dosis"/>
              <a:buNone/>
              <a:defRPr sz="1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8" name="Shape 158"/>
        <p:cNvGrpSpPr/>
        <p:nvPr/>
      </p:nvGrpSpPr>
      <p:grpSpPr>
        <a:xfrm>
          <a:off x="0" y="0"/>
          <a:ext cx="0" cy="0"/>
          <a:chOff x="0" y="0"/>
          <a:chExt cx="0" cy="0"/>
        </a:xfrm>
      </p:grpSpPr>
      <p:sp>
        <p:nvSpPr>
          <p:cNvPr id="159" name="Google Shape;159;p3"/>
          <p:cNvSpPr/>
          <p:nvPr/>
        </p:nvSpPr>
        <p:spPr>
          <a:xfrm>
            <a:off x="2530200" y="0"/>
            <a:ext cx="4083600" cy="51435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3"/>
          <p:cNvSpPr txBox="1"/>
          <p:nvPr>
            <p:ph type="title"/>
          </p:nvPr>
        </p:nvSpPr>
        <p:spPr>
          <a:xfrm>
            <a:off x="3014400" y="2680488"/>
            <a:ext cx="3115200" cy="4116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1" name="Google Shape;161;p3"/>
          <p:cNvSpPr txBox="1"/>
          <p:nvPr>
            <p:ph idx="1" type="subTitle"/>
          </p:nvPr>
        </p:nvSpPr>
        <p:spPr>
          <a:xfrm>
            <a:off x="3037200" y="3290867"/>
            <a:ext cx="3069600" cy="395100"/>
          </a:xfrm>
          <a:prstGeom prst="rect">
            <a:avLst/>
          </a:prstGeom>
        </p:spPr>
        <p:txBody>
          <a:bodyPr anchorCtr="0" anchor="ctr" bIns="91425" lIns="91425" spcFirstLastPara="1" rIns="91425" wrap="square" tIns="91425">
            <a:noAutofit/>
          </a:bodyPr>
          <a:lstStyle>
            <a:lvl1pPr lvl="0" algn="ctr">
              <a:spcBef>
                <a:spcPts val="0"/>
              </a:spcBef>
              <a:spcAft>
                <a:spcPts val="0"/>
              </a:spcAft>
              <a:buSzPts val="1600"/>
              <a:buNone/>
              <a:defRPr sz="1600"/>
            </a:lvl1pPr>
            <a:lvl2pPr lvl="1">
              <a:spcBef>
                <a:spcPts val="0"/>
              </a:spcBef>
              <a:spcAft>
                <a:spcPts val="0"/>
              </a:spcAft>
              <a:buSzPts val="1600"/>
              <a:buNone/>
              <a:defRPr/>
            </a:lvl2pPr>
            <a:lvl3pPr lvl="2">
              <a:spcBef>
                <a:spcPts val="0"/>
              </a:spcBef>
              <a:spcAft>
                <a:spcPts val="0"/>
              </a:spcAft>
              <a:buSzPts val="1600"/>
              <a:buNone/>
              <a:defRPr/>
            </a:lvl3pPr>
            <a:lvl4pPr lvl="3">
              <a:spcBef>
                <a:spcPts val="0"/>
              </a:spcBef>
              <a:spcAft>
                <a:spcPts val="0"/>
              </a:spcAft>
              <a:buSzPts val="1600"/>
              <a:buNone/>
              <a:defRPr/>
            </a:lvl4pPr>
            <a:lvl5pPr lvl="4">
              <a:spcBef>
                <a:spcPts val="0"/>
              </a:spcBef>
              <a:spcAft>
                <a:spcPts val="0"/>
              </a:spcAft>
              <a:buSzPts val="1600"/>
              <a:buNone/>
              <a:defRPr/>
            </a:lvl5pPr>
            <a:lvl6pPr lvl="5">
              <a:spcBef>
                <a:spcPts val="0"/>
              </a:spcBef>
              <a:spcAft>
                <a:spcPts val="0"/>
              </a:spcAft>
              <a:buSzPts val="1600"/>
              <a:buNone/>
              <a:defRPr/>
            </a:lvl6pPr>
            <a:lvl7pPr lvl="6">
              <a:spcBef>
                <a:spcPts val="0"/>
              </a:spcBef>
              <a:spcAft>
                <a:spcPts val="0"/>
              </a:spcAft>
              <a:buSzPts val="1600"/>
              <a:buNone/>
              <a:defRPr/>
            </a:lvl7pPr>
            <a:lvl8pPr lvl="7">
              <a:spcBef>
                <a:spcPts val="0"/>
              </a:spcBef>
              <a:spcAft>
                <a:spcPts val="0"/>
              </a:spcAft>
              <a:buSzPts val="1600"/>
              <a:buNone/>
              <a:defRPr/>
            </a:lvl8pPr>
            <a:lvl9pPr lvl="8">
              <a:spcBef>
                <a:spcPts val="0"/>
              </a:spcBef>
              <a:spcAft>
                <a:spcPts val="0"/>
              </a:spcAft>
              <a:buSzPts val="1600"/>
              <a:buNone/>
              <a:defRPr/>
            </a:lvl9pPr>
          </a:lstStyle>
          <a:p/>
        </p:txBody>
      </p:sp>
      <p:sp>
        <p:nvSpPr>
          <p:cNvPr id="162" name="Google Shape;162;p3"/>
          <p:cNvSpPr txBox="1"/>
          <p:nvPr>
            <p:ph hasCustomPrompt="1" idx="2" type="title"/>
          </p:nvPr>
        </p:nvSpPr>
        <p:spPr>
          <a:xfrm>
            <a:off x="4027950" y="1693480"/>
            <a:ext cx="1088100" cy="475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500">
                <a:solidFill>
                  <a:schemeClr val="lt1"/>
                </a:solidFill>
              </a:defRPr>
            </a:lvl1pPr>
            <a:lvl2pPr lvl="1" rtl="0" algn="ctr">
              <a:spcBef>
                <a:spcPts val="0"/>
              </a:spcBef>
              <a:spcAft>
                <a:spcPts val="0"/>
              </a:spcAft>
              <a:buClr>
                <a:schemeClr val="dk2"/>
              </a:buClr>
              <a:buSzPts val="6000"/>
              <a:buNone/>
              <a:defRPr sz="6000">
                <a:solidFill>
                  <a:schemeClr val="dk2"/>
                </a:solidFill>
              </a:defRPr>
            </a:lvl2pPr>
            <a:lvl3pPr lvl="2" rtl="0" algn="ctr">
              <a:spcBef>
                <a:spcPts val="0"/>
              </a:spcBef>
              <a:spcAft>
                <a:spcPts val="0"/>
              </a:spcAft>
              <a:buClr>
                <a:schemeClr val="dk2"/>
              </a:buClr>
              <a:buSzPts val="6000"/>
              <a:buNone/>
              <a:defRPr sz="6000">
                <a:solidFill>
                  <a:schemeClr val="dk2"/>
                </a:solidFill>
              </a:defRPr>
            </a:lvl3pPr>
            <a:lvl4pPr lvl="3" rtl="0" algn="ctr">
              <a:spcBef>
                <a:spcPts val="0"/>
              </a:spcBef>
              <a:spcAft>
                <a:spcPts val="0"/>
              </a:spcAft>
              <a:buClr>
                <a:schemeClr val="dk2"/>
              </a:buClr>
              <a:buSzPts val="6000"/>
              <a:buNone/>
              <a:defRPr sz="6000">
                <a:solidFill>
                  <a:schemeClr val="dk2"/>
                </a:solidFill>
              </a:defRPr>
            </a:lvl4pPr>
            <a:lvl5pPr lvl="4" rtl="0" algn="ctr">
              <a:spcBef>
                <a:spcPts val="0"/>
              </a:spcBef>
              <a:spcAft>
                <a:spcPts val="0"/>
              </a:spcAft>
              <a:buClr>
                <a:schemeClr val="dk2"/>
              </a:buClr>
              <a:buSzPts val="6000"/>
              <a:buNone/>
              <a:defRPr sz="6000">
                <a:solidFill>
                  <a:schemeClr val="dk2"/>
                </a:solidFill>
              </a:defRPr>
            </a:lvl5pPr>
            <a:lvl6pPr lvl="5" rtl="0" algn="ctr">
              <a:spcBef>
                <a:spcPts val="0"/>
              </a:spcBef>
              <a:spcAft>
                <a:spcPts val="0"/>
              </a:spcAft>
              <a:buClr>
                <a:schemeClr val="dk2"/>
              </a:buClr>
              <a:buSzPts val="6000"/>
              <a:buNone/>
              <a:defRPr sz="6000">
                <a:solidFill>
                  <a:schemeClr val="dk2"/>
                </a:solidFill>
              </a:defRPr>
            </a:lvl6pPr>
            <a:lvl7pPr lvl="6" rtl="0" algn="ctr">
              <a:spcBef>
                <a:spcPts val="0"/>
              </a:spcBef>
              <a:spcAft>
                <a:spcPts val="0"/>
              </a:spcAft>
              <a:buClr>
                <a:schemeClr val="dk2"/>
              </a:buClr>
              <a:buSzPts val="6000"/>
              <a:buNone/>
              <a:defRPr sz="6000">
                <a:solidFill>
                  <a:schemeClr val="dk2"/>
                </a:solidFill>
              </a:defRPr>
            </a:lvl7pPr>
            <a:lvl8pPr lvl="7" rtl="0" algn="ctr">
              <a:spcBef>
                <a:spcPts val="0"/>
              </a:spcBef>
              <a:spcAft>
                <a:spcPts val="0"/>
              </a:spcAft>
              <a:buClr>
                <a:schemeClr val="dk2"/>
              </a:buClr>
              <a:buSzPts val="6000"/>
              <a:buNone/>
              <a:defRPr sz="6000">
                <a:solidFill>
                  <a:schemeClr val="dk2"/>
                </a:solidFill>
              </a:defRPr>
            </a:lvl8pPr>
            <a:lvl9pPr lvl="8" rtl="0" algn="ctr">
              <a:spcBef>
                <a:spcPts val="0"/>
              </a:spcBef>
              <a:spcAft>
                <a:spcPts val="0"/>
              </a:spcAft>
              <a:buClr>
                <a:schemeClr val="dk2"/>
              </a:buClr>
              <a:buSzPts val="6000"/>
              <a:buNone/>
              <a:defRPr sz="6000">
                <a:solidFill>
                  <a:schemeClr val="dk2"/>
                </a:solidFill>
              </a:defRPr>
            </a:lvl9pPr>
          </a:lstStyle>
          <a:p>
            <a:r>
              <a:t>xx%</a:t>
            </a:r>
          </a:p>
        </p:txBody>
      </p:sp>
      <p:sp>
        <p:nvSpPr>
          <p:cNvPr id="163" name="Google Shape;163;p3"/>
          <p:cNvSpPr/>
          <p:nvPr/>
        </p:nvSpPr>
        <p:spPr>
          <a:xfrm>
            <a:off x="8133850" y="182191"/>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3"/>
          <p:cNvSpPr/>
          <p:nvPr/>
        </p:nvSpPr>
        <p:spPr>
          <a:xfrm rot="5400000">
            <a:off x="8133850" y="787293"/>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3"/>
          <p:cNvSpPr/>
          <p:nvPr/>
        </p:nvSpPr>
        <p:spPr>
          <a:xfrm rot="3449335">
            <a:off x="1473204" y="-1086091"/>
            <a:ext cx="1596402" cy="1802919"/>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3"/>
          <p:cNvSpPr/>
          <p:nvPr/>
        </p:nvSpPr>
        <p:spPr>
          <a:xfrm>
            <a:off x="7290020" y="98147"/>
            <a:ext cx="6754688" cy="4497143"/>
          </a:xfrm>
          <a:custGeom>
            <a:rect b="b" l="l" r="r" t="t"/>
            <a:pathLst>
              <a:path extrusionOk="0" h="80439" w="120819">
                <a:moveTo>
                  <a:pt x="94887" y="81"/>
                </a:moveTo>
                <a:lnTo>
                  <a:pt x="96400" y="122"/>
                </a:lnTo>
                <a:lnTo>
                  <a:pt x="97914" y="182"/>
                </a:lnTo>
                <a:lnTo>
                  <a:pt x="99427" y="283"/>
                </a:lnTo>
                <a:lnTo>
                  <a:pt x="100941" y="424"/>
                </a:lnTo>
                <a:lnTo>
                  <a:pt x="102454" y="586"/>
                </a:lnTo>
                <a:lnTo>
                  <a:pt x="103968" y="788"/>
                </a:lnTo>
                <a:lnTo>
                  <a:pt x="105481" y="1030"/>
                </a:lnTo>
                <a:lnTo>
                  <a:pt x="106894" y="1272"/>
                </a:lnTo>
                <a:lnTo>
                  <a:pt x="107620" y="1413"/>
                </a:lnTo>
                <a:lnTo>
                  <a:pt x="108367" y="1595"/>
                </a:lnTo>
                <a:lnTo>
                  <a:pt x="109114" y="1777"/>
                </a:lnTo>
                <a:lnTo>
                  <a:pt x="109860" y="1998"/>
                </a:lnTo>
                <a:lnTo>
                  <a:pt x="110607" y="2241"/>
                </a:lnTo>
                <a:lnTo>
                  <a:pt x="111354" y="2503"/>
                </a:lnTo>
                <a:lnTo>
                  <a:pt x="112100" y="2806"/>
                </a:lnTo>
                <a:lnTo>
                  <a:pt x="112827" y="3129"/>
                </a:lnTo>
                <a:lnTo>
                  <a:pt x="113533" y="3492"/>
                </a:lnTo>
                <a:lnTo>
                  <a:pt x="114219" y="3895"/>
                </a:lnTo>
                <a:lnTo>
                  <a:pt x="114562" y="4117"/>
                </a:lnTo>
                <a:lnTo>
                  <a:pt x="114885" y="4339"/>
                </a:lnTo>
                <a:lnTo>
                  <a:pt x="115208" y="4582"/>
                </a:lnTo>
                <a:lnTo>
                  <a:pt x="115531" y="4824"/>
                </a:lnTo>
                <a:lnTo>
                  <a:pt x="115834" y="5086"/>
                </a:lnTo>
                <a:lnTo>
                  <a:pt x="116136" y="5369"/>
                </a:lnTo>
                <a:lnTo>
                  <a:pt x="116419" y="5651"/>
                </a:lnTo>
                <a:lnTo>
                  <a:pt x="116701" y="5934"/>
                </a:lnTo>
                <a:lnTo>
                  <a:pt x="117044" y="6317"/>
                </a:lnTo>
                <a:lnTo>
                  <a:pt x="117367" y="6721"/>
                </a:lnTo>
                <a:lnTo>
                  <a:pt x="117690" y="7165"/>
                </a:lnTo>
                <a:lnTo>
                  <a:pt x="118033" y="7669"/>
                </a:lnTo>
                <a:lnTo>
                  <a:pt x="118336" y="8194"/>
                </a:lnTo>
                <a:lnTo>
                  <a:pt x="118659" y="8799"/>
                </a:lnTo>
                <a:lnTo>
                  <a:pt x="118941" y="9445"/>
                </a:lnTo>
                <a:lnTo>
                  <a:pt x="119224" y="10171"/>
                </a:lnTo>
                <a:lnTo>
                  <a:pt x="119486" y="10958"/>
                </a:lnTo>
                <a:lnTo>
                  <a:pt x="119728" y="11826"/>
                </a:lnTo>
                <a:lnTo>
                  <a:pt x="119950" y="12795"/>
                </a:lnTo>
                <a:lnTo>
                  <a:pt x="120152" y="13824"/>
                </a:lnTo>
                <a:lnTo>
                  <a:pt x="120334" y="14974"/>
                </a:lnTo>
                <a:lnTo>
                  <a:pt x="120475" y="16205"/>
                </a:lnTo>
                <a:lnTo>
                  <a:pt x="120576" y="17557"/>
                </a:lnTo>
                <a:lnTo>
                  <a:pt x="120657" y="19010"/>
                </a:lnTo>
                <a:lnTo>
                  <a:pt x="120697" y="20241"/>
                </a:lnTo>
                <a:lnTo>
                  <a:pt x="120717" y="21472"/>
                </a:lnTo>
                <a:lnTo>
                  <a:pt x="120737" y="22683"/>
                </a:lnTo>
                <a:lnTo>
                  <a:pt x="120737" y="23914"/>
                </a:lnTo>
                <a:lnTo>
                  <a:pt x="120717" y="25145"/>
                </a:lnTo>
                <a:lnTo>
                  <a:pt x="120697" y="26376"/>
                </a:lnTo>
                <a:lnTo>
                  <a:pt x="120657" y="27607"/>
                </a:lnTo>
                <a:lnTo>
                  <a:pt x="120616" y="28838"/>
                </a:lnTo>
                <a:lnTo>
                  <a:pt x="120536" y="30049"/>
                </a:lnTo>
                <a:lnTo>
                  <a:pt x="120455" y="31280"/>
                </a:lnTo>
                <a:lnTo>
                  <a:pt x="120374" y="32511"/>
                </a:lnTo>
                <a:lnTo>
                  <a:pt x="120253" y="33722"/>
                </a:lnTo>
                <a:lnTo>
                  <a:pt x="120152" y="34953"/>
                </a:lnTo>
                <a:lnTo>
                  <a:pt x="120011" y="36163"/>
                </a:lnTo>
                <a:lnTo>
                  <a:pt x="119870" y="37394"/>
                </a:lnTo>
                <a:lnTo>
                  <a:pt x="119708" y="38605"/>
                </a:lnTo>
                <a:lnTo>
                  <a:pt x="119567" y="39533"/>
                </a:lnTo>
                <a:lnTo>
                  <a:pt x="119405" y="40462"/>
                </a:lnTo>
                <a:lnTo>
                  <a:pt x="119224" y="41390"/>
                </a:lnTo>
                <a:lnTo>
                  <a:pt x="119103" y="41834"/>
                </a:lnTo>
                <a:lnTo>
                  <a:pt x="118982" y="42278"/>
                </a:lnTo>
                <a:lnTo>
                  <a:pt x="118820" y="42722"/>
                </a:lnTo>
                <a:lnTo>
                  <a:pt x="118659" y="43166"/>
                </a:lnTo>
                <a:lnTo>
                  <a:pt x="118497" y="43590"/>
                </a:lnTo>
                <a:lnTo>
                  <a:pt x="118296" y="43993"/>
                </a:lnTo>
                <a:lnTo>
                  <a:pt x="118074" y="44397"/>
                </a:lnTo>
                <a:lnTo>
                  <a:pt x="117831" y="44800"/>
                </a:lnTo>
                <a:lnTo>
                  <a:pt x="117549" y="45164"/>
                </a:lnTo>
                <a:lnTo>
                  <a:pt x="117266" y="45527"/>
                </a:lnTo>
                <a:lnTo>
                  <a:pt x="117105" y="45709"/>
                </a:lnTo>
                <a:lnTo>
                  <a:pt x="116943" y="45870"/>
                </a:lnTo>
                <a:lnTo>
                  <a:pt x="116782" y="45991"/>
                </a:lnTo>
                <a:lnTo>
                  <a:pt x="116621" y="46112"/>
                </a:lnTo>
                <a:lnTo>
                  <a:pt x="116459" y="46193"/>
                </a:lnTo>
                <a:lnTo>
                  <a:pt x="116298" y="46253"/>
                </a:lnTo>
                <a:lnTo>
                  <a:pt x="116136" y="46294"/>
                </a:lnTo>
                <a:lnTo>
                  <a:pt x="115975" y="46314"/>
                </a:lnTo>
                <a:lnTo>
                  <a:pt x="115813" y="46314"/>
                </a:lnTo>
                <a:lnTo>
                  <a:pt x="115632" y="46294"/>
                </a:lnTo>
                <a:lnTo>
                  <a:pt x="115490" y="46253"/>
                </a:lnTo>
                <a:lnTo>
                  <a:pt x="115349" y="46193"/>
                </a:lnTo>
                <a:lnTo>
                  <a:pt x="115228" y="46092"/>
                </a:lnTo>
                <a:lnTo>
                  <a:pt x="115107" y="45991"/>
                </a:lnTo>
                <a:lnTo>
                  <a:pt x="115006" y="45890"/>
                </a:lnTo>
                <a:lnTo>
                  <a:pt x="114905" y="45749"/>
                </a:lnTo>
                <a:lnTo>
                  <a:pt x="114724" y="45446"/>
                </a:lnTo>
                <a:lnTo>
                  <a:pt x="114562" y="45103"/>
                </a:lnTo>
                <a:lnTo>
                  <a:pt x="114441" y="44740"/>
                </a:lnTo>
                <a:lnTo>
                  <a:pt x="114300" y="44336"/>
                </a:lnTo>
                <a:lnTo>
                  <a:pt x="114360" y="44316"/>
                </a:lnTo>
                <a:lnTo>
                  <a:pt x="114199" y="43751"/>
                </a:lnTo>
                <a:lnTo>
                  <a:pt x="114017" y="43186"/>
                </a:lnTo>
                <a:lnTo>
                  <a:pt x="113816" y="42641"/>
                </a:lnTo>
                <a:lnTo>
                  <a:pt x="113594" y="42096"/>
                </a:lnTo>
                <a:lnTo>
                  <a:pt x="113331" y="41551"/>
                </a:lnTo>
                <a:lnTo>
                  <a:pt x="113049" y="41027"/>
                </a:lnTo>
                <a:lnTo>
                  <a:pt x="112746" y="40522"/>
                </a:lnTo>
                <a:lnTo>
                  <a:pt x="112403" y="40018"/>
                </a:lnTo>
                <a:lnTo>
                  <a:pt x="112040" y="39533"/>
                </a:lnTo>
                <a:lnTo>
                  <a:pt x="111656" y="39049"/>
                </a:lnTo>
                <a:lnTo>
                  <a:pt x="111253" y="38605"/>
                </a:lnTo>
                <a:lnTo>
                  <a:pt x="110829" y="38161"/>
                </a:lnTo>
                <a:lnTo>
                  <a:pt x="110365" y="37717"/>
                </a:lnTo>
                <a:lnTo>
                  <a:pt x="109901" y="37314"/>
                </a:lnTo>
                <a:lnTo>
                  <a:pt x="109396" y="36910"/>
                </a:lnTo>
                <a:lnTo>
                  <a:pt x="108892" y="36547"/>
                </a:lnTo>
                <a:lnTo>
                  <a:pt x="108367" y="36184"/>
                </a:lnTo>
                <a:lnTo>
                  <a:pt x="107822" y="35861"/>
                </a:lnTo>
                <a:lnTo>
                  <a:pt x="107277" y="35558"/>
                </a:lnTo>
                <a:lnTo>
                  <a:pt x="106712" y="35275"/>
                </a:lnTo>
                <a:lnTo>
                  <a:pt x="106147" y="35033"/>
                </a:lnTo>
                <a:lnTo>
                  <a:pt x="105582" y="34811"/>
                </a:lnTo>
                <a:lnTo>
                  <a:pt x="104997" y="34610"/>
                </a:lnTo>
                <a:lnTo>
                  <a:pt x="104412" y="34428"/>
                </a:lnTo>
                <a:lnTo>
                  <a:pt x="103826" y="34287"/>
                </a:lnTo>
                <a:lnTo>
                  <a:pt x="103241" y="34166"/>
                </a:lnTo>
                <a:lnTo>
                  <a:pt x="102636" y="34065"/>
                </a:lnTo>
                <a:lnTo>
                  <a:pt x="102051" y="34004"/>
                </a:lnTo>
                <a:lnTo>
                  <a:pt x="101445" y="33964"/>
                </a:lnTo>
                <a:lnTo>
                  <a:pt x="100860" y="33944"/>
                </a:lnTo>
                <a:lnTo>
                  <a:pt x="100255" y="33964"/>
                </a:lnTo>
                <a:lnTo>
                  <a:pt x="99669" y="34004"/>
                </a:lnTo>
                <a:lnTo>
                  <a:pt x="99084" y="34085"/>
                </a:lnTo>
                <a:lnTo>
                  <a:pt x="98499" y="34166"/>
                </a:lnTo>
                <a:lnTo>
                  <a:pt x="97914" y="34307"/>
                </a:lnTo>
                <a:lnTo>
                  <a:pt x="97349" y="34448"/>
                </a:lnTo>
                <a:lnTo>
                  <a:pt x="96763" y="34630"/>
                </a:lnTo>
                <a:lnTo>
                  <a:pt x="96198" y="34831"/>
                </a:lnTo>
                <a:lnTo>
                  <a:pt x="95654" y="35053"/>
                </a:lnTo>
                <a:lnTo>
                  <a:pt x="95109" y="35296"/>
                </a:lnTo>
                <a:lnTo>
                  <a:pt x="94564" y="35578"/>
                </a:lnTo>
                <a:lnTo>
                  <a:pt x="94019" y="35861"/>
                </a:lnTo>
                <a:lnTo>
                  <a:pt x="93494" y="36184"/>
                </a:lnTo>
                <a:lnTo>
                  <a:pt x="92990" y="36527"/>
                </a:lnTo>
                <a:lnTo>
                  <a:pt x="92485" y="36910"/>
                </a:lnTo>
                <a:lnTo>
                  <a:pt x="92001" y="37293"/>
                </a:lnTo>
                <a:lnTo>
                  <a:pt x="91517" y="37697"/>
                </a:lnTo>
                <a:lnTo>
                  <a:pt x="91052" y="38141"/>
                </a:lnTo>
                <a:lnTo>
                  <a:pt x="90609" y="38585"/>
                </a:lnTo>
                <a:lnTo>
                  <a:pt x="90185" y="39049"/>
                </a:lnTo>
                <a:lnTo>
                  <a:pt x="89781" y="39513"/>
                </a:lnTo>
                <a:lnTo>
                  <a:pt x="89398" y="40018"/>
                </a:lnTo>
                <a:lnTo>
                  <a:pt x="89055" y="40502"/>
                </a:lnTo>
                <a:lnTo>
                  <a:pt x="88712" y="41027"/>
                </a:lnTo>
                <a:lnTo>
                  <a:pt x="88389" y="41551"/>
                </a:lnTo>
                <a:lnTo>
                  <a:pt x="88086" y="42076"/>
                </a:lnTo>
                <a:lnTo>
                  <a:pt x="87824" y="42621"/>
                </a:lnTo>
                <a:lnTo>
                  <a:pt x="87561" y="43186"/>
                </a:lnTo>
                <a:lnTo>
                  <a:pt x="87339" y="43751"/>
                </a:lnTo>
                <a:lnTo>
                  <a:pt x="87138" y="44316"/>
                </a:lnTo>
                <a:lnTo>
                  <a:pt x="86956" y="44881"/>
                </a:lnTo>
                <a:lnTo>
                  <a:pt x="86815" y="45466"/>
                </a:lnTo>
                <a:lnTo>
                  <a:pt x="86673" y="46052"/>
                </a:lnTo>
                <a:lnTo>
                  <a:pt x="86573" y="46637"/>
                </a:lnTo>
                <a:lnTo>
                  <a:pt x="86492" y="47283"/>
                </a:lnTo>
                <a:lnTo>
                  <a:pt x="86411" y="47928"/>
                </a:lnTo>
                <a:lnTo>
                  <a:pt x="86290" y="49240"/>
                </a:lnTo>
                <a:lnTo>
                  <a:pt x="86209" y="50330"/>
                </a:lnTo>
                <a:lnTo>
                  <a:pt x="86088" y="51399"/>
                </a:lnTo>
                <a:lnTo>
                  <a:pt x="86007" y="51924"/>
                </a:lnTo>
                <a:lnTo>
                  <a:pt x="85927" y="52449"/>
                </a:lnTo>
                <a:lnTo>
                  <a:pt x="85806" y="52973"/>
                </a:lnTo>
                <a:lnTo>
                  <a:pt x="85685" y="53458"/>
                </a:lnTo>
                <a:lnTo>
                  <a:pt x="85543" y="53962"/>
                </a:lnTo>
                <a:lnTo>
                  <a:pt x="85362" y="54426"/>
                </a:lnTo>
                <a:lnTo>
                  <a:pt x="85160" y="54870"/>
                </a:lnTo>
                <a:lnTo>
                  <a:pt x="84918" y="55314"/>
                </a:lnTo>
                <a:lnTo>
                  <a:pt x="84655" y="55718"/>
                </a:lnTo>
                <a:lnTo>
                  <a:pt x="84353" y="56101"/>
                </a:lnTo>
                <a:lnTo>
                  <a:pt x="84171" y="56303"/>
                </a:lnTo>
                <a:lnTo>
                  <a:pt x="84010" y="56465"/>
                </a:lnTo>
                <a:lnTo>
                  <a:pt x="83808" y="56646"/>
                </a:lnTo>
                <a:lnTo>
                  <a:pt x="83606" y="56808"/>
                </a:lnTo>
                <a:lnTo>
                  <a:pt x="83344" y="56989"/>
                </a:lnTo>
                <a:lnTo>
                  <a:pt x="83041" y="57191"/>
                </a:lnTo>
                <a:lnTo>
                  <a:pt x="82658" y="57393"/>
                </a:lnTo>
                <a:lnTo>
                  <a:pt x="82173" y="57595"/>
                </a:lnTo>
                <a:lnTo>
                  <a:pt x="81628" y="57776"/>
                </a:lnTo>
                <a:lnTo>
                  <a:pt x="81326" y="57877"/>
                </a:lnTo>
                <a:lnTo>
                  <a:pt x="80983" y="57958"/>
                </a:lnTo>
                <a:lnTo>
                  <a:pt x="80599" y="58018"/>
                </a:lnTo>
                <a:lnTo>
                  <a:pt x="80216" y="58099"/>
                </a:lnTo>
                <a:lnTo>
                  <a:pt x="79792" y="58160"/>
                </a:lnTo>
                <a:lnTo>
                  <a:pt x="79328" y="58200"/>
                </a:lnTo>
                <a:lnTo>
                  <a:pt x="78642" y="58261"/>
                </a:lnTo>
                <a:lnTo>
                  <a:pt x="77935" y="58281"/>
                </a:lnTo>
                <a:lnTo>
                  <a:pt x="77249" y="58301"/>
                </a:lnTo>
                <a:lnTo>
                  <a:pt x="76543" y="58301"/>
                </a:lnTo>
                <a:lnTo>
                  <a:pt x="75837" y="58281"/>
                </a:lnTo>
                <a:lnTo>
                  <a:pt x="75151" y="58240"/>
                </a:lnTo>
                <a:lnTo>
                  <a:pt x="74444" y="58180"/>
                </a:lnTo>
                <a:lnTo>
                  <a:pt x="73758" y="58119"/>
                </a:lnTo>
                <a:lnTo>
                  <a:pt x="72366" y="57958"/>
                </a:lnTo>
                <a:lnTo>
                  <a:pt x="70994" y="57776"/>
                </a:lnTo>
                <a:lnTo>
                  <a:pt x="69601" y="57574"/>
                </a:lnTo>
                <a:lnTo>
                  <a:pt x="68249" y="57352"/>
                </a:lnTo>
                <a:lnTo>
                  <a:pt x="66937" y="57151"/>
                </a:lnTo>
                <a:lnTo>
                  <a:pt x="65605" y="56949"/>
                </a:lnTo>
                <a:lnTo>
                  <a:pt x="64294" y="56767"/>
                </a:lnTo>
                <a:lnTo>
                  <a:pt x="62962" y="56606"/>
                </a:lnTo>
                <a:lnTo>
                  <a:pt x="61771" y="56505"/>
                </a:lnTo>
                <a:lnTo>
                  <a:pt x="60581" y="56424"/>
                </a:lnTo>
                <a:lnTo>
                  <a:pt x="59390" y="56384"/>
                </a:lnTo>
                <a:lnTo>
                  <a:pt x="58179" y="56364"/>
                </a:lnTo>
                <a:lnTo>
                  <a:pt x="56968" y="56384"/>
                </a:lnTo>
                <a:lnTo>
                  <a:pt x="55778" y="56444"/>
                </a:lnTo>
                <a:lnTo>
                  <a:pt x="54567" y="56525"/>
                </a:lnTo>
                <a:lnTo>
                  <a:pt x="53356" y="56646"/>
                </a:lnTo>
                <a:lnTo>
                  <a:pt x="52145" y="56787"/>
                </a:lnTo>
                <a:lnTo>
                  <a:pt x="50935" y="56949"/>
                </a:lnTo>
                <a:lnTo>
                  <a:pt x="49744" y="57151"/>
                </a:lnTo>
                <a:lnTo>
                  <a:pt x="48553" y="57393"/>
                </a:lnTo>
                <a:lnTo>
                  <a:pt x="47343" y="57655"/>
                </a:lnTo>
                <a:lnTo>
                  <a:pt x="46172" y="57958"/>
                </a:lnTo>
                <a:lnTo>
                  <a:pt x="44981" y="58281"/>
                </a:lnTo>
                <a:lnTo>
                  <a:pt x="43811" y="58644"/>
                </a:lnTo>
                <a:lnTo>
                  <a:pt x="42661" y="59027"/>
                </a:lnTo>
                <a:lnTo>
                  <a:pt x="41510" y="59451"/>
                </a:lnTo>
                <a:lnTo>
                  <a:pt x="40380" y="59895"/>
                </a:lnTo>
                <a:lnTo>
                  <a:pt x="39250" y="60359"/>
                </a:lnTo>
                <a:lnTo>
                  <a:pt x="38140" y="60864"/>
                </a:lnTo>
                <a:lnTo>
                  <a:pt x="37031" y="61409"/>
                </a:lnTo>
                <a:lnTo>
                  <a:pt x="35961" y="61954"/>
                </a:lnTo>
                <a:lnTo>
                  <a:pt x="34891" y="62539"/>
                </a:lnTo>
                <a:lnTo>
                  <a:pt x="33842" y="63144"/>
                </a:lnTo>
                <a:lnTo>
                  <a:pt x="32813" y="63790"/>
                </a:lnTo>
                <a:lnTo>
                  <a:pt x="31784" y="64436"/>
                </a:lnTo>
                <a:lnTo>
                  <a:pt x="30795" y="65122"/>
                </a:lnTo>
                <a:lnTo>
                  <a:pt x="29826" y="65828"/>
                </a:lnTo>
                <a:lnTo>
                  <a:pt x="28878" y="66555"/>
                </a:lnTo>
                <a:lnTo>
                  <a:pt x="27950" y="67321"/>
                </a:lnTo>
                <a:lnTo>
                  <a:pt x="27041" y="68088"/>
                </a:lnTo>
                <a:lnTo>
                  <a:pt x="26113" y="68916"/>
                </a:lnTo>
                <a:lnTo>
                  <a:pt x="25205" y="69763"/>
                </a:lnTo>
                <a:lnTo>
                  <a:pt x="23429" y="71499"/>
                </a:lnTo>
                <a:lnTo>
                  <a:pt x="22279" y="72609"/>
                </a:lnTo>
                <a:lnTo>
                  <a:pt x="21129" y="73719"/>
                </a:lnTo>
                <a:lnTo>
                  <a:pt x="19938" y="74788"/>
                </a:lnTo>
                <a:lnTo>
                  <a:pt x="19333" y="75313"/>
                </a:lnTo>
                <a:lnTo>
                  <a:pt x="18707" y="75837"/>
                </a:lnTo>
                <a:lnTo>
                  <a:pt x="18081" y="76342"/>
                </a:lnTo>
                <a:lnTo>
                  <a:pt x="17456" y="76826"/>
                </a:lnTo>
                <a:lnTo>
                  <a:pt x="16810" y="77290"/>
                </a:lnTo>
                <a:lnTo>
                  <a:pt x="16144" y="77734"/>
                </a:lnTo>
                <a:lnTo>
                  <a:pt x="15458" y="78158"/>
                </a:lnTo>
                <a:lnTo>
                  <a:pt x="14772" y="78542"/>
                </a:lnTo>
                <a:lnTo>
                  <a:pt x="14066" y="78925"/>
                </a:lnTo>
                <a:lnTo>
                  <a:pt x="13339" y="79268"/>
                </a:lnTo>
                <a:lnTo>
                  <a:pt x="12915" y="79450"/>
                </a:lnTo>
                <a:lnTo>
                  <a:pt x="12492" y="79611"/>
                </a:lnTo>
                <a:lnTo>
                  <a:pt x="12048" y="79752"/>
                </a:lnTo>
                <a:lnTo>
                  <a:pt x="11604" y="79894"/>
                </a:lnTo>
                <a:lnTo>
                  <a:pt x="11160" y="79995"/>
                </a:lnTo>
                <a:lnTo>
                  <a:pt x="10716" y="80095"/>
                </a:lnTo>
                <a:lnTo>
                  <a:pt x="10252" y="80196"/>
                </a:lnTo>
                <a:lnTo>
                  <a:pt x="9787" y="80257"/>
                </a:lnTo>
                <a:lnTo>
                  <a:pt x="9344" y="80297"/>
                </a:lnTo>
                <a:lnTo>
                  <a:pt x="8879" y="80338"/>
                </a:lnTo>
                <a:lnTo>
                  <a:pt x="8415" y="80358"/>
                </a:lnTo>
                <a:lnTo>
                  <a:pt x="7951" y="80358"/>
                </a:lnTo>
                <a:lnTo>
                  <a:pt x="7507" y="80338"/>
                </a:lnTo>
                <a:lnTo>
                  <a:pt x="7063" y="80317"/>
                </a:lnTo>
                <a:lnTo>
                  <a:pt x="6619" y="80257"/>
                </a:lnTo>
                <a:lnTo>
                  <a:pt x="6175" y="80196"/>
                </a:lnTo>
                <a:lnTo>
                  <a:pt x="5691" y="80095"/>
                </a:lnTo>
                <a:lnTo>
                  <a:pt x="5247" y="79974"/>
                </a:lnTo>
                <a:lnTo>
                  <a:pt x="4803" y="79853"/>
                </a:lnTo>
                <a:lnTo>
                  <a:pt x="4379" y="79692"/>
                </a:lnTo>
                <a:lnTo>
                  <a:pt x="3955" y="79510"/>
                </a:lnTo>
                <a:lnTo>
                  <a:pt x="3572" y="79329"/>
                </a:lnTo>
                <a:lnTo>
                  <a:pt x="3189" y="79107"/>
                </a:lnTo>
                <a:lnTo>
                  <a:pt x="2846" y="78885"/>
                </a:lnTo>
                <a:lnTo>
                  <a:pt x="2502" y="78642"/>
                </a:lnTo>
                <a:lnTo>
                  <a:pt x="2180" y="78380"/>
                </a:lnTo>
                <a:lnTo>
                  <a:pt x="1897" y="78098"/>
                </a:lnTo>
                <a:lnTo>
                  <a:pt x="1615" y="77795"/>
                </a:lnTo>
                <a:lnTo>
                  <a:pt x="1352" y="77472"/>
                </a:lnTo>
                <a:lnTo>
                  <a:pt x="1130" y="77149"/>
                </a:lnTo>
                <a:lnTo>
                  <a:pt x="908" y="76806"/>
                </a:lnTo>
                <a:lnTo>
                  <a:pt x="727" y="76443"/>
                </a:lnTo>
                <a:lnTo>
                  <a:pt x="585" y="76180"/>
                </a:lnTo>
                <a:lnTo>
                  <a:pt x="484" y="75898"/>
                </a:lnTo>
                <a:lnTo>
                  <a:pt x="384" y="75636"/>
                </a:lnTo>
                <a:lnTo>
                  <a:pt x="303" y="75353"/>
                </a:lnTo>
                <a:lnTo>
                  <a:pt x="242" y="75050"/>
                </a:lnTo>
                <a:lnTo>
                  <a:pt x="182" y="74768"/>
                </a:lnTo>
                <a:lnTo>
                  <a:pt x="141" y="74465"/>
                </a:lnTo>
                <a:lnTo>
                  <a:pt x="101" y="74162"/>
                </a:lnTo>
                <a:lnTo>
                  <a:pt x="81" y="73860"/>
                </a:lnTo>
                <a:lnTo>
                  <a:pt x="81" y="73557"/>
                </a:lnTo>
                <a:lnTo>
                  <a:pt x="101" y="73254"/>
                </a:lnTo>
                <a:lnTo>
                  <a:pt x="121" y="72952"/>
                </a:lnTo>
                <a:lnTo>
                  <a:pt x="162" y="72629"/>
                </a:lnTo>
                <a:lnTo>
                  <a:pt x="202" y="72306"/>
                </a:lnTo>
                <a:lnTo>
                  <a:pt x="262" y="71983"/>
                </a:lnTo>
                <a:lnTo>
                  <a:pt x="343" y="71680"/>
                </a:lnTo>
                <a:lnTo>
                  <a:pt x="525" y="71075"/>
                </a:lnTo>
                <a:lnTo>
                  <a:pt x="727" y="70490"/>
                </a:lnTo>
                <a:lnTo>
                  <a:pt x="989" y="69925"/>
                </a:lnTo>
                <a:lnTo>
                  <a:pt x="1292" y="69380"/>
                </a:lnTo>
                <a:lnTo>
                  <a:pt x="1615" y="68835"/>
                </a:lnTo>
                <a:lnTo>
                  <a:pt x="1998" y="68330"/>
                </a:lnTo>
                <a:lnTo>
                  <a:pt x="2381" y="67846"/>
                </a:lnTo>
                <a:lnTo>
                  <a:pt x="2825" y="67382"/>
                </a:lnTo>
                <a:lnTo>
                  <a:pt x="3209" y="67019"/>
                </a:lnTo>
                <a:lnTo>
                  <a:pt x="3612" y="66676"/>
                </a:lnTo>
                <a:lnTo>
                  <a:pt x="4036" y="66353"/>
                </a:lnTo>
                <a:lnTo>
                  <a:pt x="4500" y="66030"/>
                </a:lnTo>
                <a:lnTo>
                  <a:pt x="4964" y="65727"/>
                </a:lnTo>
                <a:lnTo>
                  <a:pt x="5449" y="65445"/>
                </a:lnTo>
                <a:lnTo>
                  <a:pt x="5973" y="65162"/>
                </a:lnTo>
                <a:lnTo>
                  <a:pt x="6518" y="64900"/>
                </a:lnTo>
                <a:lnTo>
                  <a:pt x="7063" y="64658"/>
                </a:lnTo>
                <a:lnTo>
                  <a:pt x="7669" y="64415"/>
                </a:lnTo>
                <a:lnTo>
                  <a:pt x="8274" y="64194"/>
                </a:lnTo>
                <a:lnTo>
                  <a:pt x="8920" y="63992"/>
                </a:lnTo>
                <a:lnTo>
                  <a:pt x="9586" y="63790"/>
                </a:lnTo>
                <a:lnTo>
                  <a:pt x="10272" y="63608"/>
                </a:lnTo>
                <a:lnTo>
                  <a:pt x="10978" y="63427"/>
                </a:lnTo>
                <a:lnTo>
                  <a:pt x="11745" y="63265"/>
                </a:lnTo>
                <a:lnTo>
                  <a:pt x="12673" y="63084"/>
                </a:lnTo>
                <a:lnTo>
                  <a:pt x="13460" y="62942"/>
                </a:lnTo>
                <a:lnTo>
                  <a:pt x="14227" y="62781"/>
                </a:lnTo>
                <a:lnTo>
                  <a:pt x="15014" y="62579"/>
                </a:lnTo>
                <a:lnTo>
                  <a:pt x="15761" y="62377"/>
                </a:lnTo>
                <a:lnTo>
                  <a:pt x="16144" y="62256"/>
                </a:lnTo>
                <a:lnTo>
                  <a:pt x="16507" y="62115"/>
                </a:lnTo>
                <a:lnTo>
                  <a:pt x="16871" y="61974"/>
                </a:lnTo>
                <a:lnTo>
                  <a:pt x="17234" y="61812"/>
                </a:lnTo>
                <a:lnTo>
                  <a:pt x="17577" y="61631"/>
                </a:lnTo>
                <a:lnTo>
                  <a:pt x="17920" y="61429"/>
                </a:lnTo>
                <a:lnTo>
                  <a:pt x="18243" y="61227"/>
                </a:lnTo>
                <a:lnTo>
                  <a:pt x="18566" y="61005"/>
                </a:lnTo>
                <a:lnTo>
                  <a:pt x="18909" y="60723"/>
                </a:lnTo>
                <a:lnTo>
                  <a:pt x="19232" y="60420"/>
                </a:lnTo>
                <a:lnTo>
                  <a:pt x="19534" y="60097"/>
                </a:lnTo>
                <a:lnTo>
                  <a:pt x="19817" y="59754"/>
                </a:lnTo>
                <a:lnTo>
                  <a:pt x="20099" y="59391"/>
                </a:lnTo>
                <a:lnTo>
                  <a:pt x="20362" y="59007"/>
                </a:lnTo>
                <a:lnTo>
                  <a:pt x="20604" y="58604"/>
                </a:lnTo>
                <a:lnTo>
                  <a:pt x="20826" y="58160"/>
                </a:lnTo>
                <a:lnTo>
                  <a:pt x="21028" y="57716"/>
                </a:lnTo>
                <a:lnTo>
                  <a:pt x="21230" y="57252"/>
                </a:lnTo>
                <a:lnTo>
                  <a:pt x="21391" y="56767"/>
                </a:lnTo>
                <a:lnTo>
                  <a:pt x="21552" y="56263"/>
                </a:lnTo>
                <a:lnTo>
                  <a:pt x="21694" y="55738"/>
                </a:lnTo>
                <a:lnTo>
                  <a:pt x="21795" y="55213"/>
                </a:lnTo>
                <a:lnTo>
                  <a:pt x="21895" y="54648"/>
                </a:lnTo>
                <a:lnTo>
                  <a:pt x="21976" y="54083"/>
                </a:lnTo>
                <a:lnTo>
                  <a:pt x="22037" y="53478"/>
                </a:lnTo>
                <a:lnTo>
                  <a:pt x="22077" y="52872"/>
                </a:lnTo>
                <a:lnTo>
                  <a:pt x="22097" y="52267"/>
                </a:lnTo>
                <a:lnTo>
                  <a:pt x="22117" y="51662"/>
                </a:lnTo>
                <a:lnTo>
                  <a:pt x="22097" y="51056"/>
                </a:lnTo>
                <a:lnTo>
                  <a:pt x="22077" y="50451"/>
                </a:lnTo>
                <a:lnTo>
                  <a:pt x="21996" y="49240"/>
                </a:lnTo>
                <a:lnTo>
                  <a:pt x="21875" y="48029"/>
                </a:lnTo>
                <a:lnTo>
                  <a:pt x="21734" y="46818"/>
                </a:lnTo>
                <a:lnTo>
                  <a:pt x="21552" y="45608"/>
                </a:lnTo>
                <a:lnTo>
                  <a:pt x="21371" y="44417"/>
                </a:lnTo>
                <a:lnTo>
                  <a:pt x="21068" y="42359"/>
                </a:lnTo>
                <a:lnTo>
                  <a:pt x="20927" y="41309"/>
                </a:lnTo>
                <a:lnTo>
                  <a:pt x="20806" y="40280"/>
                </a:lnTo>
                <a:lnTo>
                  <a:pt x="20745" y="39493"/>
                </a:lnTo>
                <a:lnTo>
                  <a:pt x="20685" y="38706"/>
                </a:lnTo>
                <a:lnTo>
                  <a:pt x="20665" y="37879"/>
                </a:lnTo>
                <a:lnTo>
                  <a:pt x="20665" y="37031"/>
                </a:lnTo>
                <a:lnTo>
                  <a:pt x="20685" y="36184"/>
                </a:lnTo>
                <a:lnTo>
                  <a:pt x="20765" y="35316"/>
                </a:lnTo>
                <a:lnTo>
                  <a:pt x="20866" y="34448"/>
                </a:lnTo>
                <a:lnTo>
                  <a:pt x="21008" y="33560"/>
                </a:lnTo>
                <a:lnTo>
                  <a:pt x="21088" y="33136"/>
                </a:lnTo>
                <a:lnTo>
                  <a:pt x="21189" y="32713"/>
                </a:lnTo>
                <a:lnTo>
                  <a:pt x="21290" y="32269"/>
                </a:lnTo>
                <a:lnTo>
                  <a:pt x="21431" y="31845"/>
                </a:lnTo>
                <a:lnTo>
                  <a:pt x="21552" y="31441"/>
                </a:lnTo>
                <a:lnTo>
                  <a:pt x="21714" y="31017"/>
                </a:lnTo>
                <a:lnTo>
                  <a:pt x="21875" y="30614"/>
                </a:lnTo>
                <a:lnTo>
                  <a:pt x="22057" y="30210"/>
                </a:lnTo>
                <a:lnTo>
                  <a:pt x="22259" y="29807"/>
                </a:lnTo>
                <a:lnTo>
                  <a:pt x="22461" y="29423"/>
                </a:lnTo>
                <a:lnTo>
                  <a:pt x="22703" y="29040"/>
                </a:lnTo>
                <a:lnTo>
                  <a:pt x="22945" y="28677"/>
                </a:lnTo>
                <a:lnTo>
                  <a:pt x="23207" y="28313"/>
                </a:lnTo>
                <a:lnTo>
                  <a:pt x="23470" y="27950"/>
                </a:lnTo>
                <a:lnTo>
                  <a:pt x="23772" y="27607"/>
                </a:lnTo>
                <a:lnTo>
                  <a:pt x="24095" y="27284"/>
                </a:lnTo>
                <a:lnTo>
                  <a:pt x="24458" y="26921"/>
                </a:lnTo>
                <a:lnTo>
                  <a:pt x="24862" y="26578"/>
                </a:lnTo>
                <a:lnTo>
                  <a:pt x="25266" y="26275"/>
                </a:lnTo>
                <a:lnTo>
                  <a:pt x="25710" y="25972"/>
                </a:lnTo>
                <a:lnTo>
                  <a:pt x="26153" y="25690"/>
                </a:lnTo>
                <a:lnTo>
                  <a:pt x="26597" y="25448"/>
                </a:lnTo>
                <a:lnTo>
                  <a:pt x="27082" y="25226"/>
                </a:lnTo>
                <a:lnTo>
                  <a:pt x="27586" y="25004"/>
                </a:lnTo>
                <a:lnTo>
                  <a:pt x="28091" y="24822"/>
                </a:lnTo>
                <a:lnTo>
                  <a:pt x="28615" y="24661"/>
                </a:lnTo>
                <a:lnTo>
                  <a:pt x="29160" y="24519"/>
                </a:lnTo>
                <a:lnTo>
                  <a:pt x="29705" y="24398"/>
                </a:lnTo>
                <a:lnTo>
                  <a:pt x="30290" y="24297"/>
                </a:lnTo>
                <a:lnTo>
                  <a:pt x="30876" y="24217"/>
                </a:lnTo>
                <a:lnTo>
                  <a:pt x="31481" y="24176"/>
                </a:lnTo>
                <a:lnTo>
                  <a:pt x="32086" y="24136"/>
                </a:lnTo>
                <a:lnTo>
                  <a:pt x="33297" y="24136"/>
                </a:lnTo>
                <a:lnTo>
                  <a:pt x="33903" y="24176"/>
                </a:lnTo>
                <a:lnTo>
                  <a:pt x="34508" y="24217"/>
                </a:lnTo>
                <a:lnTo>
                  <a:pt x="35113" y="24277"/>
                </a:lnTo>
                <a:lnTo>
                  <a:pt x="35699" y="24358"/>
                </a:lnTo>
                <a:lnTo>
                  <a:pt x="36264" y="24459"/>
                </a:lnTo>
                <a:lnTo>
                  <a:pt x="36829" y="24580"/>
                </a:lnTo>
                <a:lnTo>
                  <a:pt x="37394" y="24681"/>
                </a:lnTo>
                <a:lnTo>
                  <a:pt x="38443" y="24943"/>
                </a:lnTo>
                <a:lnTo>
                  <a:pt x="39412" y="25246"/>
                </a:lnTo>
                <a:lnTo>
                  <a:pt x="40320" y="25549"/>
                </a:lnTo>
                <a:lnTo>
                  <a:pt x="41147" y="25851"/>
                </a:lnTo>
                <a:lnTo>
                  <a:pt x="41874" y="26134"/>
                </a:lnTo>
                <a:lnTo>
                  <a:pt x="42600" y="26437"/>
                </a:lnTo>
                <a:lnTo>
                  <a:pt x="43327" y="26759"/>
                </a:lnTo>
                <a:lnTo>
                  <a:pt x="44033" y="27082"/>
                </a:lnTo>
                <a:lnTo>
                  <a:pt x="45466" y="27768"/>
                </a:lnTo>
                <a:lnTo>
                  <a:pt x="46878" y="28495"/>
                </a:lnTo>
                <a:lnTo>
                  <a:pt x="48271" y="29242"/>
                </a:lnTo>
                <a:lnTo>
                  <a:pt x="49643" y="30008"/>
                </a:lnTo>
                <a:lnTo>
                  <a:pt x="52367" y="31542"/>
                </a:lnTo>
                <a:lnTo>
                  <a:pt x="54486" y="32753"/>
                </a:lnTo>
                <a:lnTo>
                  <a:pt x="56646" y="33944"/>
                </a:lnTo>
                <a:lnTo>
                  <a:pt x="57735" y="34529"/>
                </a:lnTo>
                <a:lnTo>
                  <a:pt x="58825" y="35094"/>
                </a:lnTo>
                <a:lnTo>
                  <a:pt x="59935" y="35639"/>
                </a:lnTo>
                <a:lnTo>
                  <a:pt x="61045" y="36163"/>
                </a:lnTo>
                <a:lnTo>
                  <a:pt x="61953" y="36547"/>
                </a:lnTo>
                <a:lnTo>
                  <a:pt x="62821" y="36890"/>
                </a:lnTo>
                <a:lnTo>
                  <a:pt x="63668" y="37193"/>
                </a:lnTo>
                <a:lnTo>
                  <a:pt x="64496" y="37435"/>
                </a:lnTo>
                <a:lnTo>
                  <a:pt x="65283" y="37637"/>
                </a:lnTo>
                <a:lnTo>
                  <a:pt x="66049" y="37798"/>
                </a:lnTo>
                <a:lnTo>
                  <a:pt x="66816" y="37899"/>
                </a:lnTo>
                <a:lnTo>
                  <a:pt x="67523" y="37959"/>
                </a:lnTo>
                <a:lnTo>
                  <a:pt x="68229" y="37980"/>
                </a:lnTo>
                <a:lnTo>
                  <a:pt x="68552" y="37959"/>
                </a:lnTo>
                <a:lnTo>
                  <a:pt x="68895" y="37939"/>
                </a:lnTo>
                <a:lnTo>
                  <a:pt x="69218" y="37899"/>
                </a:lnTo>
                <a:lnTo>
                  <a:pt x="69541" y="37859"/>
                </a:lnTo>
                <a:lnTo>
                  <a:pt x="69843" y="37798"/>
                </a:lnTo>
                <a:lnTo>
                  <a:pt x="70166" y="37737"/>
                </a:lnTo>
                <a:lnTo>
                  <a:pt x="70449" y="37657"/>
                </a:lnTo>
                <a:lnTo>
                  <a:pt x="70751" y="37556"/>
                </a:lnTo>
                <a:lnTo>
                  <a:pt x="71034" y="37455"/>
                </a:lnTo>
                <a:lnTo>
                  <a:pt x="71316" y="37334"/>
                </a:lnTo>
                <a:lnTo>
                  <a:pt x="71579" y="37193"/>
                </a:lnTo>
                <a:lnTo>
                  <a:pt x="71861" y="37051"/>
                </a:lnTo>
                <a:lnTo>
                  <a:pt x="72103" y="36890"/>
                </a:lnTo>
                <a:lnTo>
                  <a:pt x="72366" y="36728"/>
                </a:lnTo>
                <a:lnTo>
                  <a:pt x="72628" y="36547"/>
                </a:lnTo>
                <a:lnTo>
                  <a:pt x="72870" y="36345"/>
                </a:lnTo>
                <a:lnTo>
                  <a:pt x="73112" y="36143"/>
                </a:lnTo>
                <a:lnTo>
                  <a:pt x="73355" y="35921"/>
                </a:lnTo>
                <a:lnTo>
                  <a:pt x="73577" y="35679"/>
                </a:lnTo>
                <a:lnTo>
                  <a:pt x="73778" y="35437"/>
                </a:lnTo>
                <a:lnTo>
                  <a:pt x="74000" y="35195"/>
                </a:lnTo>
                <a:lnTo>
                  <a:pt x="74182" y="34912"/>
                </a:lnTo>
                <a:lnTo>
                  <a:pt x="74384" y="34650"/>
                </a:lnTo>
                <a:lnTo>
                  <a:pt x="74565" y="34347"/>
                </a:lnTo>
                <a:lnTo>
                  <a:pt x="74727" y="34065"/>
                </a:lnTo>
                <a:lnTo>
                  <a:pt x="74888" y="33742"/>
                </a:lnTo>
                <a:lnTo>
                  <a:pt x="75050" y="33419"/>
                </a:lnTo>
                <a:lnTo>
                  <a:pt x="75191" y="33096"/>
                </a:lnTo>
                <a:lnTo>
                  <a:pt x="75312" y="32753"/>
                </a:lnTo>
                <a:lnTo>
                  <a:pt x="75433" y="32410"/>
                </a:lnTo>
                <a:lnTo>
                  <a:pt x="75635" y="31784"/>
                </a:lnTo>
                <a:lnTo>
                  <a:pt x="75796" y="31139"/>
                </a:lnTo>
                <a:lnTo>
                  <a:pt x="75917" y="30473"/>
                </a:lnTo>
                <a:lnTo>
                  <a:pt x="76018" y="29786"/>
                </a:lnTo>
                <a:lnTo>
                  <a:pt x="76099" y="29080"/>
                </a:lnTo>
                <a:lnTo>
                  <a:pt x="76139" y="28374"/>
                </a:lnTo>
                <a:lnTo>
                  <a:pt x="76139" y="27627"/>
                </a:lnTo>
                <a:lnTo>
                  <a:pt x="76119" y="26901"/>
                </a:lnTo>
                <a:lnTo>
                  <a:pt x="76059" y="25791"/>
                </a:lnTo>
                <a:lnTo>
                  <a:pt x="75998" y="24721"/>
                </a:lnTo>
                <a:lnTo>
                  <a:pt x="75837" y="22703"/>
                </a:lnTo>
                <a:lnTo>
                  <a:pt x="75655" y="20786"/>
                </a:lnTo>
                <a:lnTo>
                  <a:pt x="75453" y="18950"/>
                </a:lnTo>
                <a:lnTo>
                  <a:pt x="75252" y="16932"/>
                </a:lnTo>
                <a:lnTo>
                  <a:pt x="75050" y="14833"/>
                </a:lnTo>
                <a:lnTo>
                  <a:pt x="74929" y="13642"/>
                </a:lnTo>
                <a:lnTo>
                  <a:pt x="74787" y="12452"/>
                </a:lnTo>
                <a:lnTo>
                  <a:pt x="74606" y="11140"/>
                </a:lnTo>
                <a:lnTo>
                  <a:pt x="74545" y="10494"/>
                </a:lnTo>
                <a:lnTo>
                  <a:pt x="74485" y="9849"/>
                </a:lnTo>
                <a:lnTo>
                  <a:pt x="74444" y="9203"/>
                </a:lnTo>
                <a:lnTo>
                  <a:pt x="74424" y="8577"/>
                </a:lnTo>
                <a:lnTo>
                  <a:pt x="74424" y="7952"/>
                </a:lnTo>
                <a:lnTo>
                  <a:pt x="74464" y="7346"/>
                </a:lnTo>
                <a:lnTo>
                  <a:pt x="74525" y="6741"/>
                </a:lnTo>
                <a:lnTo>
                  <a:pt x="74646" y="6176"/>
                </a:lnTo>
                <a:lnTo>
                  <a:pt x="74707" y="5893"/>
                </a:lnTo>
                <a:lnTo>
                  <a:pt x="74787" y="5611"/>
                </a:lnTo>
                <a:lnTo>
                  <a:pt x="74888" y="5348"/>
                </a:lnTo>
                <a:lnTo>
                  <a:pt x="74989" y="5066"/>
                </a:lnTo>
                <a:lnTo>
                  <a:pt x="75110" y="4824"/>
                </a:lnTo>
                <a:lnTo>
                  <a:pt x="75231" y="4561"/>
                </a:lnTo>
                <a:lnTo>
                  <a:pt x="75393" y="4319"/>
                </a:lnTo>
                <a:lnTo>
                  <a:pt x="75554" y="4077"/>
                </a:lnTo>
                <a:lnTo>
                  <a:pt x="75716" y="3835"/>
                </a:lnTo>
                <a:lnTo>
                  <a:pt x="75917" y="3613"/>
                </a:lnTo>
                <a:lnTo>
                  <a:pt x="76119" y="3391"/>
                </a:lnTo>
                <a:lnTo>
                  <a:pt x="76341" y="3189"/>
                </a:lnTo>
                <a:lnTo>
                  <a:pt x="76604" y="2967"/>
                </a:lnTo>
                <a:lnTo>
                  <a:pt x="76886" y="2765"/>
                </a:lnTo>
                <a:lnTo>
                  <a:pt x="77169" y="2584"/>
                </a:lnTo>
                <a:lnTo>
                  <a:pt x="77471" y="2422"/>
                </a:lnTo>
                <a:lnTo>
                  <a:pt x="77754" y="2261"/>
                </a:lnTo>
                <a:lnTo>
                  <a:pt x="78077" y="2120"/>
                </a:lnTo>
                <a:lnTo>
                  <a:pt x="78379" y="1998"/>
                </a:lnTo>
                <a:lnTo>
                  <a:pt x="78702" y="1877"/>
                </a:lnTo>
                <a:lnTo>
                  <a:pt x="79348" y="1676"/>
                </a:lnTo>
                <a:lnTo>
                  <a:pt x="80014" y="1514"/>
                </a:lnTo>
                <a:lnTo>
                  <a:pt x="80660" y="1373"/>
                </a:lnTo>
                <a:lnTo>
                  <a:pt x="81306" y="1232"/>
                </a:lnTo>
                <a:lnTo>
                  <a:pt x="82799" y="989"/>
                </a:lnTo>
                <a:lnTo>
                  <a:pt x="84312" y="747"/>
                </a:lnTo>
                <a:lnTo>
                  <a:pt x="85826" y="566"/>
                </a:lnTo>
                <a:lnTo>
                  <a:pt x="87319" y="404"/>
                </a:lnTo>
                <a:lnTo>
                  <a:pt x="88833" y="283"/>
                </a:lnTo>
                <a:lnTo>
                  <a:pt x="90346" y="182"/>
                </a:lnTo>
                <a:lnTo>
                  <a:pt x="91860" y="122"/>
                </a:lnTo>
                <a:lnTo>
                  <a:pt x="93373" y="81"/>
                </a:lnTo>
                <a:close/>
                <a:moveTo>
                  <a:pt x="93373" y="1"/>
                </a:moveTo>
                <a:lnTo>
                  <a:pt x="91860" y="41"/>
                </a:lnTo>
                <a:lnTo>
                  <a:pt x="90346" y="102"/>
                </a:lnTo>
                <a:lnTo>
                  <a:pt x="88833" y="202"/>
                </a:lnTo>
                <a:lnTo>
                  <a:pt x="87319" y="324"/>
                </a:lnTo>
                <a:lnTo>
                  <a:pt x="85806" y="485"/>
                </a:lnTo>
                <a:lnTo>
                  <a:pt x="84292" y="667"/>
                </a:lnTo>
                <a:lnTo>
                  <a:pt x="82799" y="909"/>
                </a:lnTo>
                <a:lnTo>
                  <a:pt x="81285" y="1171"/>
                </a:lnTo>
                <a:lnTo>
                  <a:pt x="80640" y="1292"/>
                </a:lnTo>
                <a:lnTo>
                  <a:pt x="79994" y="1433"/>
                </a:lnTo>
                <a:lnTo>
                  <a:pt x="79328" y="1595"/>
                </a:lnTo>
                <a:lnTo>
                  <a:pt x="78682" y="1797"/>
                </a:lnTo>
                <a:lnTo>
                  <a:pt x="78359" y="1918"/>
                </a:lnTo>
                <a:lnTo>
                  <a:pt x="78036" y="2059"/>
                </a:lnTo>
                <a:lnTo>
                  <a:pt x="77734" y="2200"/>
                </a:lnTo>
                <a:lnTo>
                  <a:pt x="77411" y="2342"/>
                </a:lnTo>
                <a:lnTo>
                  <a:pt x="77128" y="2523"/>
                </a:lnTo>
                <a:lnTo>
                  <a:pt x="76846" y="2705"/>
                </a:lnTo>
                <a:lnTo>
                  <a:pt x="76563" y="2907"/>
                </a:lnTo>
                <a:lnTo>
                  <a:pt x="76301" y="3129"/>
                </a:lnTo>
                <a:lnTo>
                  <a:pt x="76059" y="3330"/>
                </a:lnTo>
                <a:lnTo>
                  <a:pt x="75857" y="3552"/>
                </a:lnTo>
                <a:lnTo>
                  <a:pt x="75655" y="3795"/>
                </a:lnTo>
                <a:lnTo>
                  <a:pt x="75473" y="4017"/>
                </a:lnTo>
                <a:lnTo>
                  <a:pt x="75312" y="4259"/>
                </a:lnTo>
                <a:lnTo>
                  <a:pt x="75171" y="4521"/>
                </a:lnTo>
                <a:lnTo>
                  <a:pt x="75030" y="4763"/>
                </a:lnTo>
                <a:lnTo>
                  <a:pt x="74908" y="5026"/>
                </a:lnTo>
                <a:lnTo>
                  <a:pt x="74808" y="5308"/>
                </a:lnTo>
                <a:lnTo>
                  <a:pt x="74707" y="5570"/>
                </a:lnTo>
                <a:lnTo>
                  <a:pt x="74626" y="5853"/>
                </a:lnTo>
                <a:lnTo>
                  <a:pt x="74565" y="6135"/>
                </a:lnTo>
                <a:lnTo>
                  <a:pt x="74444" y="6721"/>
                </a:lnTo>
                <a:lnTo>
                  <a:pt x="74384" y="7326"/>
                </a:lnTo>
                <a:lnTo>
                  <a:pt x="74343" y="7931"/>
                </a:lnTo>
                <a:lnTo>
                  <a:pt x="74343" y="8557"/>
                </a:lnTo>
                <a:lnTo>
                  <a:pt x="74364" y="9203"/>
                </a:lnTo>
                <a:lnTo>
                  <a:pt x="74404" y="9849"/>
                </a:lnTo>
                <a:lnTo>
                  <a:pt x="74464" y="10494"/>
                </a:lnTo>
                <a:lnTo>
                  <a:pt x="74525" y="11160"/>
                </a:lnTo>
                <a:lnTo>
                  <a:pt x="74707" y="12472"/>
                </a:lnTo>
                <a:lnTo>
                  <a:pt x="74848" y="13663"/>
                </a:lnTo>
                <a:lnTo>
                  <a:pt x="74969" y="14833"/>
                </a:lnTo>
                <a:lnTo>
                  <a:pt x="75171" y="16932"/>
                </a:lnTo>
                <a:lnTo>
                  <a:pt x="75373" y="18950"/>
                </a:lnTo>
                <a:lnTo>
                  <a:pt x="75574" y="20806"/>
                </a:lnTo>
                <a:lnTo>
                  <a:pt x="75756" y="22703"/>
                </a:lnTo>
                <a:lnTo>
                  <a:pt x="75917" y="24741"/>
                </a:lnTo>
                <a:lnTo>
                  <a:pt x="75978" y="25791"/>
                </a:lnTo>
                <a:lnTo>
                  <a:pt x="76039" y="26901"/>
                </a:lnTo>
                <a:lnTo>
                  <a:pt x="76059" y="27627"/>
                </a:lnTo>
                <a:lnTo>
                  <a:pt x="76059" y="28354"/>
                </a:lnTo>
                <a:lnTo>
                  <a:pt x="76018" y="29080"/>
                </a:lnTo>
                <a:lnTo>
                  <a:pt x="75938" y="29766"/>
                </a:lnTo>
                <a:lnTo>
                  <a:pt x="75837" y="30452"/>
                </a:lnTo>
                <a:lnTo>
                  <a:pt x="75716" y="31118"/>
                </a:lnTo>
                <a:lnTo>
                  <a:pt x="75554" y="31764"/>
                </a:lnTo>
                <a:lnTo>
                  <a:pt x="75373" y="32370"/>
                </a:lnTo>
                <a:lnTo>
                  <a:pt x="75252" y="32733"/>
                </a:lnTo>
                <a:lnTo>
                  <a:pt x="75110" y="33056"/>
                </a:lnTo>
                <a:lnTo>
                  <a:pt x="74969" y="33399"/>
                </a:lnTo>
                <a:lnTo>
                  <a:pt x="74808" y="33701"/>
                </a:lnTo>
                <a:lnTo>
                  <a:pt x="74666" y="34024"/>
                </a:lnTo>
                <a:lnTo>
                  <a:pt x="74485" y="34307"/>
                </a:lnTo>
                <a:lnTo>
                  <a:pt x="74303" y="34589"/>
                </a:lnTo>
                <a:lnTo>
                  <a:pt x="74121" y="34872"/>
                </a:lnTo>
                <a:lnTo>
                  <a:pt x="73920" y="35134"/>
                </a:lnTo>
                <a:lnTo>
                  <a:pt x="73718" y="35397"/>
                </a:lnTo>
                <a:lnTo>
                  <a:pt x="73516" y="35639"/>
                </a:lnTo>
                <a:lnTo>
                  <a:pt x="73294" y="35861"/>
                </a:lnTo>
                <a:lnTo>
                  <a:pt x="73052" y="36083"/>
                </a:lnTo>
                <a:lnTo>
                  <a:pt x="72830" y="36284"/>
                </a:lnTo>
                <a:lnTo>
                  <a:pt x="72568" y="36486"/>
                </a:lnTo>
                <a:lnTo>
                  <a:pt x="72325" y="36668"/>
                </a:lnTo>
                <a:lnTo>
                  <a:pt x="72063" y="36829"/>
                </a:lnTo>
                <a:lnTo>
                  <a:pt x="71821" y="36991"/>
                </a:lnTo>
                <a:lnTo>
                  <a:pt x="71538" y="37132"/>
                </a:lnTo>
                <a:lnTo>
                  <a:pt x="71276" y="37253"/>
                </a:lnTo>
                <a:lnTo>
                  <a:pt x="70994" y="37374"/>
                </a:lnTo>
                <a:lnTo>
                  <a:pt x="70711" y="37475"/>
                </a:lnTo>
                <a:lnTo>
                  <a:pt x="70428" y="37576"/>
                </a:lnTo>
                <a:lnTo>
                  <a:pt x="70126" y="37657"/>
                </a:lnTo>
                <a:lnTo>
                  <a:pt x="69823" y="37717"/>
                </a:lnTo>
                <a:lnTo>
                  <a:pt x="69520" y="37778"/>
                </a:lnTo>
                <a:lnTo>
                  <a:pt x="69197" y="37838"/>
                </a:lnTo>
                <a:lnTo>
                  <a:pt x="68875" y="37859"/>
                </a:lnTo>
                <a:lnTo>
                  <a:pt x="68209" y="37899"/>
                </a:lnTo>
                <a:lnTo>
                  <a:pt x="67523" y="37879"/>
                </a:lnTo>
                <a:lnTo>
                  <a:pt x="66796" y="37818"/>
                </a:lnTo>
                <a:lnTo>
                  <a:pt x="66070" y="37717"/>
                </a:lnTo>
                <a:lnTo>
                  <a:pt x="65303" y="37556"/>
                </a:lnTo>
                <a:lnTo>
                  <a:pt x="64496" y="37354"/>
                </a:lnTo>
                <a:lnTo>
                  <a:pt x="63688" y="37112"/>
                </a:lnTo>
                <a:lnTo>
                  <a:pt x="62841" y="36829"/>
                </a:lnTo>
                <a:lnTo>
                  <a:pt x="61973" y="36486"/>
                </a:lnTo>
                <a:lnTo>
                  <a:pt x="61085" y="36083"/>
                </a:lnTo>
                <a:lnTo>
                  <a:pt x="59975" y="35558"/>
                </a:lnTo>
                <a:lnTo>
                  <a:pt x="58865" y="35013"/>
                </a:lnTo>
                <a:lnTo>
                  <a:pt x="57776" y="34448"/>
                </a:lnTo>
                <a:lnTo>
                  <a:pt x="56686" y="33863"/>
                </a:lnTo>
                <a:lnTo>
                  <a:pt x="54527" y="32672"/>
                </a:lnTo>
                <a:lnTo>
                  <a:pt x="52408" y="31461"/>
                </a:lnTo>
                <a:lnTo>
                  <a:pt x="49683" y="29928"/>
                </a:lnTo>
                <a:lnTo>
                  <a:pt x="48311" y="29161"/>
                </a:lnTo>
                <a:lnTo>
                  <a:pt x="46919" y="28414"/>
                </a:lnTo>
                <a:lnTo>
                  <a:pt x="45506" y="27708"/>
                </a:lnTo>
                <a:lnTo>
                  <a:pt x="44073" y="27022"/>
                </a:lnTo>
                <a:lnTo>
                  <a:pt x="43347" y="26679"/>
                </a:lnTo>
                <a:lnTo>
                  <a:pt x="42641" y="26376"/>
                </a:lnTo>
                <a:lnTo>
                  <a:pt x="41894" y="26053"/>
                </a:lnTo>
                <a:lnTo>
                  <a:pt x="41167" y="25771"/>
                </a:lnTo>
                <a:lnTo>
                  <a:pt x="40300" y="25448"/>
                </a:lnTo>
                <a:lnTo>
                  <a:pt x="39331" y="25125"/>
                </a:lnTo>
                <a:lnTo>
                  <a:pt x="38282" y="24822"/>
                </a:lnTo>
                <a:lnTo>
                  <a:pt x="37717" y="24681"/>
                </a:lnTo>
                <a:lnTo>
                  <a:pt x="37152" y="24560"/>
                </a:lnTo>
                <a:lnTo>
                  <a:pt x="36566" y="24439"/>
                </a:lnTo>
                <a:lnTo>
                  <a:pt x="35961" y="24318"/>
                </a:lnTo>
                <a:lnTo>
                  <a:pt x="35335" y="24237"/>
                </a:lnTo>
                <a:lnTo>
                  <a:pt x="34710" y="24156"/>
                </a:lnTo>
                <a:lnTo>
                  <a:pt x="34064" y="24096"/>
                </a:lnTo>
                <a:lnTo>
                  <a:pt x="33418" y="24055"/>
                </a:lnTo>
                <a:lnTo>
                  <a:pt x="32086" y="24055"/>
                </a:lnTo>
                <a:lnTo>
                  <a:pt x="31461" y="24096"/>
                </a:lnTo>
                <a:lnTo>
                  <a:pt x="30855" y="24136"/>
                </a:lnTo>
                <a:lnTo>
                  <a:pt x="30270" y="24217"/>
                </a:lnTo>
                <a:lnTo>
                  <a:pt x="29685" y="24318"/>
                </a:lnTo>
                <a:lnTo>
                  <a:pt x="29140" y="24439"/>
                </a:lnTo>
                <a:lnTo>
                  <a:pt x="28595" y="24580"/>
                </a:lnTo>
                <a:lnTo>
                  <a:pt x="28050" y="24741"/>
                </a:lnTo>
                <a:lnTo>
                  <a:pt x="27546" y="24943"/>
                </a:lnTo>
                <a:lnTo>
                  <a:pt x="27041" y="25145"/>
                </a:lnTo>
                <a:lnTo>
                  <a:pt x="26577" y="25367"/>
                </a:lnTo>
                <a:lnTo>
                  <a:pt x="26113" y="25629"/>
                </a:lnTo>
                <a:lnTo>
                  <a:pt x="25649" y="25912"/>
                </a:lnTo>
                <a:lnTo>
                  <a:pt x="25225" y="26194"/>
                </a:lnTo>
                <a:lnTo>
                  <a:pt x="24801" y="26517"/>
                </a:lnTo>
                <a:lnTo>
                  <a:pt x="24418" y="26860"/>
                </a:lnTo>
                <a:lnTo>
                  <a:pt x="24035" y="27224"/>
                </a:lnTo>
                <a:lnTo>
                  <a:pt x="23712" y="27546"/>
                </a:lnTo>
                <a:lnTo>
                  <a:pt x="23409" y="27890"/>
                </a:lnTo>
                <a:lnTo>
                  <a:pt x="23147" y="28253"/>
                </a:lnTo>
                <a:lnTo>
                  <a:pt x="22884" y="28616"/>
                </a:lnTo>
                <a:lnTo>
                  <a:pt x="22622" y="28999"/>
                </a:lnTo>
                <a:lnTo>
                  <a:pt x="22400" y="29383"/>
                </a:lnTo>
                <a:lnTo>
                  <a:pt x="22178" y="29766"/>
                </a:lnTo>
                <a:lnTo>
                  <a:pt x="21996" y="30170"/>
                </a:lnTo>
                <a:lnTo>
                  <a:pt x="21815" y="30573"/>
                </a:lnTo>
                <a:lnTo>
                  <a:pt x="21633" y="30977"/>
                </a:lnTo>
                <a:lnTo>
                  <a:pt x="21492" y="31401"/>
                </a:lnTo>
                <a:lnTo>
                  <a:pt x="21351" y="31825"/>
                </a:lnTo>
                <a:lnTo>
                  <a:pt x="21230" y="32248"/>
                </a:lnTo>
                <a:lnTo>
                  <a:pt x="21108" y="32672"/>
                </a:lnTo>
                <a:lnTo>
                  <a:pt x="21008" y="33116"/>
                </a:lnTo>
                <a:lnTo>
                  <a:pt x="20927" y="33540"/>
                </a:lnTo>
                <a:lnTo>
                  <a:pt x="20786" y="34428"/>
                </a:lnTo>
                <a:lnTo>
                  <a:pt x="20685" y="35296"/>
                </a:lnTo>
                <a:lnTo>
                  <a:pt x="20604" y="36163"/>
                </a:lnTo>
                <a:lnTo>
                  <a:pt x="20584" y="37031"/>
                </a:lnTo>
                <a:lnTo>
                  <a:pt x="20584" y="37879"/>
                </a:lnTo>
                <a:lnTo>
                  <a:pt x="20604" y="38706"/>
                </a:lnTo>
                <a:lnTo>
                  <a:pt x="20665" y="39513"/>
                </a:lnTo>
                <a:lnTo>
                  <a:pt x="20725" y="40280"/>
                </a:lnTo>
                <a:lnTo>
                  <a:pt x="20846" y="41329"/>
                </a:lnTo>
                <a:lnTo>
                  <a:pt x="20987" y="42359"/>
                </a:lnTo>
                <a:lnTo>
                  <a:pt x="21290" y="44437"/>
                </a:lnTo>
                <a:lnTo>
                  <a:pt x="21472" y="45628"/>
                </a:lnTo>
                <a:lnTo>
                  <a:pt x="21653" y="46818"/>
                </a:lnTo>
                <a:lnTo>
                  <a:pt x="21795" y="48029"/>
                </a:lnTo>
                <a:lnTo>
                  <a:pt x="21916" y="49240"/>
                </a:lnTo>
                <a:lnTo>
                  <a:pt x="21996" y="50451"/>
                </a:lnTo>
                <a:lnTo>
                  <a:pt x="22017" y="51056"/>
                </a:lnTo>
                <a:lnTo>
                  <a:pt x="22037" y="51662"/>
                </a:lnTo>
                <a:lnTo>
                  <a:pt x="22017" y="52267"/>
                </a:lnTo>
                <a:lnTo>
                  <a:pt x="21996" y="52872"/>
                </a:lnTo>
                <a:lnTo>
                  <a:pt x="21956" y="53478"/>
                </a:lnTo>
                <a:lnTo>
                  <a:pt x="21895" y="54083"/>
                </a:lnTo>
                <a:lnTo>
                  <a:pt x="21815" y="54648"/>
                </a:lnTo>
                <a:lnTo>
                  <a:pt x="21734" y="55193"/>
                </a:lnTo>
                <a:lnTo>
                  <a:pt x="21613" y="55718"/>
                </a:lnTo>
                <a:lnTo>
                  <a:pt x="21472" y="56243"/>
                </a:lnTo>
                <a:lnTo>
                  <a:pt x="21330" y="56727"/>
                </a:lnTo>
                <a:lnTo>
                  <a:pt x="21149" y="57211"/>
                </a:lnTo>
                <a:lnTo>
                  <a:pt x="20967" y="57675"/>
                </a:lnTo>
                <a:lnTo>
                  <a:pt x="20745" y="58119"/>
                </a:lnTo>
                <a:lnTo>
                  <a:pt x="20523" y="58543"/>
                </a:lnTo>
                <a:lnTo>
                  <a:pt x="20281" y="58967"/>
                </a:lnTo>
                <a:lnTo>
                  <a:pt x="20039" y="59350"/>
                </a:lnTo>
                <a:lnTo>
                  <a:pt x="19756" y="59714"/>
                </a:lnTo>
                <a:lnTo>
                  <a:pt x="19474" y="60057"/>
                </a:lnTo>
                <a:lnTo>
                  <a:pt x="19171" y="60359"/>
                </a:lnTo>
                <a:lnTo>
                  <a:pt x="18848" y="60662"/>
                </a:lnTo>
                <a:lnTo>
                  <a:pt x="18505" y="60945"/>
                </a:lnTo>
                <a:lnTo>
                  <a:pt x="18203" y="61167"/>
                </a:lnTo>
                <a:lnTo>
                  <a:pt x="17880" y="61368"/>
                </a:lnTo>
                <a:lnTo>
                  <a:pt x="17537" y="61570"/>
                </a:lnTo>
                <a:lnTo>
                  <a:pt x="17194" y="61732"/>
                </a:lnTo>
                <a:lnTo>
                  <a:pt x="16830" y="61893"/>
                </a:lnTo>
                <a:lnTo>
                  <a:pt x="16467" y="62034"/>
                </a:lnTo>
                <a:lnTo>
                  <a:pt x="16104" y="62176"/>
                </a:lnTo>
                <a:lnTo>
                  <a:pt x="15741" y="62297"/>
                </a:lnTo>
                <a:lnTo>
                  <a:pt x="14974" y="62519"/>
                </a:lnTo>
                <a:lnTo>
                  <a:pt x="14207" y="62700"/>
                </a:lnTo>
                <a:lnTo>
                  <a:pt x="13440" y="62862"/>
                </a:lnTo>
                <a:lnTo>
                  <a:pt x="12653" y="63003"/>
                </a:lnTo>
                <a:lnTo>
                  <a:pt x="11725" y="63185"/>
                </a:lnTo>
                <a:lnTo>
                  <a:pt x="10978" y="63346"/>
                </a:lnTo>
                <a:lnTo>
                  <a:pt x="10252" y="63528"/>
                </a:lnTo>
                <a:lnTo>
                  <a:pt x="9545" y="63709"/>
                </a:lnTo>
                <a:lnTo>
                  <a:pt x="8879" y="63911"/>
                </a:lnTo>
                <a:lnTo>
                  <a:pt x="8234" y="64113"/>
                </a:lnTo>
                <a:lnTo>
                  <a:pt x="7628" y="64335"/>
                </a:lnTo>
                <a:lnTo>
                  <a:pt x="7043" y="64577"/>
                </a:lnTo>
                <a:lnTo>
                  <a:pt x="6478" y="64819"/>
                </a:lnTo>
                <a:lnTo>
                  <a:pt x="5933" y="65081"/>
                </a:lnTo>
                <a:lnTo>
                  <a:pt x="5408" y="65364"/>
                </a:lnTo>
                <a:lnTo>
                  <a:pt x="4924" y="65646"/>
                </a:lnTo>
                <a:lnTo>
                  <a:pt x="4440" y="65969"/>
                </a:lnTo>
                <a:lnTo>
                  <a:pt x="3996" y="66272"/>
                </a:lnTo>
                <a:lnTo>
                  <a:pt x="3572" y="66615"/>
                </a:lnTo>
                <a:lnTo>
                  <a:pt x="3148" y="66958"/>
                </a:lnTo>
                <a:lnTo>
                  <a:pt x="2765" y="67321"/>
                </a:lnTo>
                <a:lnTo>
                  <a:pt x="2321" y="67786"/>
                </a:lnTo>
                <a:lnTo>
                  <a:pt x="1917" y="68270"/>
                </a:lnTo>
                <a:lnTo>
                  <a:pt x="1554" y="68795"/>
                </a:lnTo>
                <a:lnTo>
                  <a:pt x="1211" y="69339"/>
                </a:lnTo>
                <a:lnTo>
                  <a:pt x="928" y="69884"/>
                </a:lnTo>
                <a:lnTo>
                  <a:pt x="666" y="70470"/>
                </a:lnTo>
                <a:lnTo>
                  <a:pt x="444" y="71055"/>
                </a:lnTo>
                <a:lnTo>
                  <a:pt x="262" y="71660"/>
                </a:lnTo>
                <a:lnTo>
                  <a:pt x="182" y="71983"/>
                </a:lnTo>
                <a:lnTo>
                  <a:pt x="121" y="72306"/>
                </a:lnTo>
                <a:lnTo>
                  <a:pt x="81" y="72609"/>
                </a:lnTo>
                <a:lnTo>
                  <a:pt x="41" y="72931"/>
                </a:lnTo>
                <a:lnTo>
                  <a:pt x="20" y="73254"/>
                </a:lnTo>
                <a:lnTo>
                  <a:pt x="0" y="73557"/>
                </a:lnTo>
                <a:lnTo>
                  <a:pt x="0" y="73880"/>
                </a:lnTo>
                <a:lnTo>
                  <a:pt x="20" y="74183"/>
                </a:lnTo>
                <a:lnTo>
                  <a:pt x="61" y="74485"/>
                </a:lnTo>
                <a:lnTo>
                  <a:pt x="101" y="74788"/>
                </a:lnTo>
                <a:lnTo>
                  <a:pt x="162" y="75071"/>
                </a:lnTo>
                <a:lnTo>
                  <a:pt x="222" y="75373"/>
                </a:lnTo>
                <a:lnTo>
                  <a:pt x="323" y="75656"/>
                </a:lnTo>
                <a:lnTo>
                  <a:pt x="404" y="75938"/>
                </a:lnTo>
                <a:lnTo>
                  <a:pt x="525" y="76201"/>
                </a:lnTo>
                <a:lnTo>
                  <a:pt x="646" y="76483"/>
                </a:lnTo>
                <a:lnTo>
                  <a:pt x="828" y="76846"/>
                </a:lnTo>
                <a:lnTo>
                  <a:pt x="1050" y="77189"/>
                </a:lnTo>
                <a:lnTo>
                  <a:pt x="1292" y="77533"/>
                </a:lnTo>
                <a:lnTo>
                  <a:pt x="1554" y="77855"/>
                </a:lnTo>
                <a:lnTo>
                  <a:pt x="1837" y="78158"/>
                </a:lnTo>
                <a:lnTo>
                  <a:pt x="2139" y="78441"/>
                </a:lnTo>
                <a:lnTo>
                  <a:pt x="2462" y="78703"/>
                </a:lnTo>
                <a:lnTo>
                  <a:pt x="2785" y="78945"/>
                </a:lnTo>
                <a:lnTo>
                  <a:pt x="3148" y="79187"/>
                </a:lnTo>
                <a:lnTo>
                  <a:pt x="3532" y="79389"/>
                </a:lnTo>
                <a:lnTo>
                  <a:pt x="3935" y="79591"/>
                </a:lnTo>
                <a:lnTo>
                  <a:pt x="4339" y="79773"/>
                </a:lnTo>
                <a:lnTo>
                  <a:pt x="4763" y="79914"/>
                </a:lnTo>
                <a:lnTo>
                  <a:pt x="5227" y="80055"/>
                </a:lnTo>
                <a:lnTo>
                  <a:pt x="5691" y="80176"/>
                </a:lnTo>
                <a:lnTo>
                  <a:pt x="6155" y="80277"/>
                </a:lnTo>
                <a:lnTo>
                  <a:pt x="6660" y="80338"/>
                </a:lnTo>
                <a:lnTo>
                  <a:pt x="7144" y="80398"/>
                </a:lnTo>
                <a:lnTo>
                  <a:pt x="7648" y="80438"/>
                </a:lnTo>
                <a:lnTo>
                  <a:pt x="8153" y="80438"/>
                </a:lnTo>
                <a:lnTo>
                  <a:pt x="8819" y="80418"/>
                </a:lnTo>
                <a:lnTo>
                  <a:pt x="9485" y="80378"/>
                </a:lnTo>
                <a:lnTo>
                  <a:pt x="10171" y="80277"/>
                </a:lnTo>
                <a:lnTo>
                  <a:pt x="10817" y="80156"/>
                </a:lnTo>
                <a:lnTo>
                  <a:pt x="11483" y="80015"/>
                </a:lnTo>
                <a:lnTo>
                  <a:pt x="12128" y="79813"/>
                </a:lnTo>
                <a:lnTo>
                  <a:pt x="12754" y="79591"/>
                </a:lnTo>
                <a:lnTo>
                  <a:pt x="13380" y="79329"/>
                </a:lnTo>
                <a:lnTo>
                  <a:pt x="14106" y="78986"/>
                </a:lnTo>
                <a:lnTo>
                  <a:pt x="14812" y="78622"/>
                </a:lnTo>
                <a:lnTo>
                  <a:pt x="15498" y="78219"/>
                </a:lnTo>
                <a:lnTo>
                  <a:pt x="16185" y="77795"/>
                </a:lnTo>
                <a:lnTo>
                  <a:pt x="16850" y="77351"/>
                </a:lnTo>
                <a:lnTo>
                  <a:pt x="17496" y="76887"/>
                </a:lnTo>
                <a:lnTo>
                  <a:pt x="18142" y="76402"/>
                </a:lnTo>
                <a:lnTo>
                  <a:pt x="18768" y="75898"/>
                </a:lnTo>
                <a:lnTo>
                  <a:pt x="19373" y="75393"/>
                </a:lnTo>
                <a:lnTo>
                  <a:pt x="19978" y="74869"/>
                </a:lnTo>
                <a:lnTo>
                  <a:pt x="21169" y="73779"/>
                </a:lnTo>
                <a:lnTo>
                  <a:pt x="22339" y="72669"/>
                </a:lnTo>
                <a:lnTo>
                  <a:pt x="23490" y="71559"/>
                </a:lnTo>
                <a:lnTo>
                  <a:pt x="25266" y="69824"/>
                </a:lnTo>
                <a:lnTo>
                  <a:pt x="26174" y="68976"/>
                </a:lnTo>
                <a:lnTo>
                  <a:pt x="27102" y="68149"/>
                </a:lnTo>
                <a:lnTo>
                  <a:pt x="27990" y="67382"/>
                </a:lnTo>
                <a:lnTo>
                  <a:pt x="28918" y="66615"/>
                </a:lnTo>
                <a:lnTo>
                  <a:pt x="29867" y="65889"/>
                </a:lnTo>
                <a:lnTo>
                  <a:pt x="30855" y="65182"/>
                </a:lnTo>
                <a:lnTo>
                  <a:pt x="31844" y="64496"/>
                </a:lnTo>
                <a:lnTo>
                  <a:pt x="32853" y="63850"/>
                </a:lnTo>
                <a:lnTo>
                  <a:pt x="33882" y="63225"/>
                </a:lnTo>
                <a:lnTo>
                  <a:pt x="34932" y="62599"/>
                </a:lnTo>
                <a:lnTo>
                  <a:pt x="36001" y="62034"/>
                </a:lnTo>
                <a:lnTo>
                  <a:pt x="37071" y="61469"/>
                </a:lnTo>
                <a:lnTo>
                  <a:pt x="38161" y="60945"/>
                </a:lnTo>
                <a:lnTo>
                  <a:pt x="39271" y="60440"/>
                </a:lnTo>
                <a:lnTo>
                  <a:pt x="40401" y="59976"/>
                </a:lnTo>
                <a:lnTo>
                  <a:pt x="41531" y="59532"/>
                </a:lnTo>
                <a:lnTo>
                  <a:pt x="42681" y="59108"/>
                </a:lnTo>
                <a:lnTo>
                  <a:pt x="43851" y="58725"/>
                </a:lnTo>
                <a:lnTo>
                  <a:pt x="45002" y="58361"/>
                </a:lnTo>
                <a:lnTo>
                  <a:pt x="46192" y="58039"/>
                </a:lnTo>
                <a:lnTo>
                  <a:pt x="47363" y="57736"/>
                </a:lnTo>
                <a:lnTo>
                  <a:pt x="48553" y="57474"/>
                </a:lnTo>
                <a:lnTo>
                  <a:pt x="49764" y="57231"/>
                </a:lnTo>
                <a:lnTo>
                  <a:pt x="50955" y="57030"/>
                </a:lnTo>
                <a:lnTo>
                  <a:pt x="52166" y="56868"/>
                </a:lnTo>
                <a:lnTo>
                  <a:pt x="53356" y="56707"/>
                </a:lnTo>
                <a:lnTo>
                  <a:pt x="54567" y="56606"/>
                </a:lnTo>
                <a:lnTo>
                  <a:pt x="55778" y="56525"/>
                </a:lnTo>
                <a:lnTo>
                  <a:pt x="56989" y="56465"/>
                </a:lnTo>
                <a:lnTo>
                  <a:pt x="58179" y="56444"/>
                </a:lnTo>
                <a:lnTo>
                  <a:pt x="59390" y="56465"/>
                </a:lnTo>
                <a:lnTo>
                  <a:pt x="60581" y="56505"/>
                </a:lnTo>
                <a:lnTo>
                  <a:pt x="61771" y="56586"/>
                </a:lnTo>
                <a:lnTo>
                  <a:pt x="62962" y="56687"/>
                </a:lnTo>
                <a:lnTo>
                  <a:pt x="64274" y="56848"/>
                </a:lnTo>
                <a:lnTo>
                  <a:pt x="65605" y="57030"/>
                </a:lnTo>
                <a:lnTo>
                  <a:pt x="66917" y="57231"/>
                </a:lnTo>
                <a:lnTo>
                  <a:pt x="68229" y="57433"/>
                </a:lnTo>
                <a:lnTo>
                  <a:pt x="69601" y="57655"/>
                </a:lnTo>
                <a:lnTo>
                  <a:pt x="70973" y="57857"/>
                </a:lnTo>
                <a:lnTo>
                  <a:pt x="72366" y="58039"/>
                </a:lnTo>
                <a:lnTo>
                  <a:pt x="73758" y="58200"/>
                </a:lnTo>
                <a:lnTo>
                  <a:pt x="74444" y="58261"/>
                </a:lnTo>
                <a:lnTo>
                  <a:pt x="75151" y="58321"/>
                </a:lnTo>
                <a:lnTo>
                  <a:pt x="75837" y="58361"/>
                </a:lnTo>
                <a:lnTo>
                  <a:pt x="76543" y="58382"/>
                </a:lnTo>
                <a:lnTo>
                  <a:pt x="77249" y="58382"/>
                </a:lnTo>
                <a:lnTo>
                  <a:pt x="77935" y="58361"/>
                </a:lnTo>
                <a:lnTo>
                  <a:pt x="78642" y="58341"/>
                </a:lnTo>
                <a:lnTo>
                  <a:pt x="79328" y="58281"/>
                </a:lnTo>
                <a:lnTo>
                  <a:pt x="79812" y="58220"/>
                </a:lnTo>
                <a:lnTo>
                  <a:pt x="80337" y="58160"/>
                </a:lnTo>
                <a:lnTo>
                  <a:pt x="80882" y="58059"/>
                </a:lnTo>
                <a:lnTo>
                  <a:pt x="81467" y="57918"/>
                </a:lnTo>
                <a:lnTo>
                  <a:pt x="82032" y="57736"/>
                </a:lnTo>
                <a:lnTo>
                  <a:pt x="82315" y="57635"/>
                </a:lnTo>
                <a:lnTo>
                  <a:pt x="82597" y="57514"/>
                </a:lnTo>
                <a:lnTo>
                  <a:pt x="82880" y="57373"/>
                </a:lnTo>
                <a:lnTo>
                  <a:pt x="83142" y="57231"/>
                </a:lnTo>
                <a:lnTo>
                  <a:pt x="83404" y="57050"/>
                </a:lnTo>
                <a:lnTo>
                  <a:pt x="83667" y="56868"/>
                </a:lnTo>
                <a:lnTo>
                  <a:pt x="83868" y="56707"/>
                </a:lnTo>
                <a:lnTo>
                  <a:pt x="84050" y="56525"/>
                </a:lnTo>
                <a:lnTo>
                  <a:pt x="84232" y="56343"/>
                </a:lnTo>
                <a:lnTo>
                  <a:pt x="84413" y="56162"/>
                </a:lnTo>
                <a:lnTo>
                  <a:pt x="84716" y="55778"/>
                </a:lnTo>
                <a:lnTo>
                  <a:pt x="84998" y="55355"/>
                </a:lnTo>
                <a:lnTo>
                  <a:pt x="85220" y="54931"/>
                </a:lnTo>
                <a:lnTo>
                  <a:pt x="85442" y="54467"/>
                </a:lnTo>
                <a:lnTo>
                  <a:pt x="85604" y="53982"/>
                </a:lnTo>
                <a:lnTo>
                  <a:pt x="85765" y="53498"/>
                </a:lnTo>
                <a:lnTo>
                  <a:pt x="85886" y="52994"/>
                </a:lnTo>
                <a:lnTo>
                  <a:pt x="86007" y="52489"/>
                </a:lnTo>
                <a:lnTo>
                  <a:pt x="86088" y="51964"/>
                </a:lnTo>
                <a:lnTo>
                  <a:pt x="86169" y="51420"/>
                </a:lnTo>
                <a:lnTo>
                  <a:pt x="86290" y="50350"/>
                </a:lnTo>
                <a:lnTo>
                  <a:pt x="86371" y="49260"/>
                </a:lnTo>
                <a:lnTo>
                  <a:pt x="86492" y="47949"/>
                </a:lnTo>
                <a:lnTo>
                  <a:pt x="86573" y="47283"/>
                </a:lnTo>
                <a:lnTo>
                  <a:pt x="86653" y="46637"/>
                </a:lnTo>
                <a:lnTo>
                  <a:pt x="86754" y="46052"/>
                </a:lnTo>
                <a:lnTo>
                  <a:pt x="86895" y="45487"/>
                </a:lnTo>
                <a:lnTo>
                  <a:pt x="87037" y="44901"/>
                </a:lnTo>
                <a:lnTo>
                  <a:pt x="87218" y="44336"/>
                </a:lnTo>
                <a:lnTo>
                  <a:pt x="87420" y="43771"/>
                </a:lnTo>
                <a:lnTo>
                  <a:pt x="87642" y="43206"/>
                </a:lnTo>
                <a:lnTo>
                  <a:pt x="87884" y="42661"/>
                </a:lnTo>
                <a:lnTo>
                  <a:pt x="88167" y="42117"/>
                </a:lnTo>
                <a:lnTo>
                  <a:pt x="88449" y="41592"/>
                </a:lnTo>
                <a:lnTo>
                  <a:pt x="88772" y="41067"/>
                </a:lnTo>
                <a:lnTo>
                  <a:pt x="89115" y="40563"/>
                </a:lnTo>
                <a:lnTo>
                  <a:pt x="89478" y="40058"/>
                </a:lnTo>
                <a:lnTo>
                  <a:pt x="89842" y="39574"/>
                </a:lnTo>
                <a:lnTo>
                  <a:pt x="90245" y="39089"/>
                </a:lnTo>
                <a:lnTo>
                  <a:pt x="90669" y="38646"/>
                </a:lnTo>
                <a:lnTo>
                  <a:pt x="91113" y="38202"/>
                </a:lnTo>
                <a:lnTo>
                  <a:pt x="91577" y="37758"/>
                </a:lnTo>
                <a:lnTo>
                  <a:pt x="92041" y="37354"/>
                </a:lnTo>
                <a:lnTo>
                  <a:pt x="92526" y="36971"/>
                </a:lnTo>
                <a:lnTo>
                  <a:pt x="93030" y="36607"/>
                </a:lnTo>
                <a:lnTo>
                  <a:pt x="93535" y="36264"/>
                </a:lnTo>
                <a:lnTo>
                  <a:pt x="94059" y="35941"/>
                </a:lnTo>
                <a:lnTo>
                  <a:pt x="94584" y="35639"/>
                </a:lnTo>
                <a:lnTo>
                  <a:pt x="95129" y="35376"/>
                </a:lnTo>
                <a:lnTo>
                  <a:pt x="95674" y="35114"/>
                </a:lnTo>
                <a:lnTo>
                  <a:pt x="96239" y="34892"/>
                </a:lnTo>
                <a:lnTo>
                  <a:pt x="96804" y="34690"/>
                </a:lnTo>
                <a:lnTo>
                  <a:pt x="97369" y="34529"/>
                </a:lnTo>
                <a:lnTo>
                  <a:pt x="97934" y="34367"/>
                </a:lnTo>
                <a:lnTo>
                  <a:pt x="98519" y="34246"/>
                </a:lnTo>
                <a:lnTo>
                  <a:pt x="99084" y="34166"/>
                </a:lnTo>
                <a:lnTo>
                  <a:pt x="99669" y="34085"/>
                </a:lnTo>
                <a:lnTo>
                  <a:pt x="100255" y="34044"/>
                </a:lnTo>
                <a:lnTo>
                  <a:pt x="100860" y="34024"/>
                </a:lnTo>
                <a:lnTo>
                  <a:pt x="101445" y="34044"/>
                </a:lnTo>
                <a:lnTo>
                  <a:pt x="102051" y="34085"/>
                </a:lnTo>
                <a:lnTo>
                  <a:pt x="102636" y="34145"/>
                </a:lnTo>
                <a:lnTo>
                  <a:pt x="103221" y="34246"/>
                </a:lnTo>
                <a:lnTo>
                  <a:pt x="103806" y="34367"/>
                </a:lnTo>
                <a:lnTo>
                  <a:pt x="104391" y="34509"/>
                </a:lnTo>
                <a:lnTo>
                  <a:pt x="104977" y="34690"/>
                </a:lnTo>
                <a:lnTo>
                  <a:pt x="105542" y="34892"/>
                </a:lnTo>
                <a:lnTo>
                  <a:pt x="106127" y="35114"/>
                </a:lnTo>
                <a:lnTo>
                  <a:pt x="106672" y="35356"/>
                </a:lnTo>
                <a:lnTo>
                  <a:pt x="107237" y="35639"/>
                </a:lnTo>
                <a:lnTo>
                  <a:pt x="107782" y="35941"/>
                </a:lnTo>
                <a:lnTo>
                  <a:pt x="108306" y="36264"/>
                </a:lnTo>
                <a:lnTo>
                  <a:pt x="108831" y="36607"/>
                </a:lnTo>
                <a:lnTo>
                  <a:pt x="109336" y="36971"/>
                </a:lnTo>
                <a:lnTo>
                  <a:pt x="109820" y="37354"/>
                </a:lnTo>
                <a:lnTo>
                  <a:pt x="110284" y="37758"/>
                </a:lnTo>
                <a:lnTo>
                  <a:pt x="110728" y="38161"/>
                </a:lnTo>
                <a:lnTo>
                  <a:pt x="111152" y="38585"/>
                </a:lnTo>
                <a:lnTo>
                  <a:pt x="111535" y="39029"/>
                </a:lnTo>
                <a:lnTo>
                  <a:pt x="111919" y="39493"/>
                </a:lnTo>
                <a:lnTo>
                  <a:pt x="112262" y="39957"/>
                </a:lnTo>
                <a:lnTo>
                  <a:pt x="112605" y="40442"/>
                </a:lnTo>
                <a:lnTo>
                  <a:pt x="112907" y="40946"/>
                </a:lnTo>
                <a:lnTo>
                  <a:pt x="113190" y="41451"/>
                </a:lnTo>
                <a:lnTo>
                  <a:pt x="113452" y="41955"/>
                </a:lnTo>
                <a:lnTo>
                  <a:pt x="113674" y="42480"/>
                </a:lnTo>
                <a:lnTo>
                  <a:pt x="113876" y="43025"/>
                </a:lnTo>
                <a:lnTo>
                  <a:pt x="114058" y="43569"/>
                </a:lnTo>
                <a:lnTo>
                  <a:pt x="114219" y="44114"/>
                </a:lnTo>
                <a:lnTo>
                  <a:pt x="114038" y="43610"/>
                </a:lnTo>
                <a:lnTo>
                  <a:pt x="113937" y="43368"/>
                </a:lnTo>
                <a:lnTo>
                  <a:pt x="113816" y="43126"/>
                </a:lnTo>
                <a:lnTo>
                  <a:pt x="113694" y="42904"/>
                </a:lnTo>
                <a:lnTo>
                  <a:pt x="113573" y="42682"/>
                </a:lnTo>
                <a:lnTo>
                  <a:pt x="113432" y="42500"/>
                </a:lnTo>
                <a:lnTo>
                  <a:pt x="113251" y="42318"/>
                </a:lnTo>
                <a:lnTo>
                  <a:pt x="113210" y="42379"/>
                </a:lnTo>
                <a:lnTo>
                  <a:pt x="113372" y="42560"/>
                </a:lnTo>
                <a:lnTo>
                  <a:pt x="113533" y="42782"/>
                </a:lnTo>
                <a:lnTo>
                  <a:pt x="113674" y="43025"/>
                </a:lnTo>
                <a:lnTo>
                  <a:pt x="113816" y="43267"/>
                </a:lnTo>
                <a:lnTo>
                  <a:pt x="113916" y="43529"/>
                </a:lnTo>
                <a:lnTo>
                  <a:pt x="114017" y="43812"/>
                </a:lnTo>
                <a:lnTo>
                  <a:pt x="114219" y="44377"/>
                </a:lnTo>
                <a:lnTo>
                  <a:pt x="114360" y="44760"/>
                </a:lnTo>
                <a:lnTo>
                  <a:pt x="114502" y="45144"/>
                </a:lnTo>
                <a:lnTo>
                  <a:pt x="114663" y="45507"/>
                </a:lnTo>
                <a:lnTo>
                  <a:pt x="114744" y="45668"/>
                </a:lnTo>
                <a:lnTo>
                  <a:pt x="114845" y="45809"/>
                </a:lnTo>
                <a:lnTo>
                  <a:pt x="114946" y="45951"/>
                </a:lnTo>
                <a:lnTo>
                  <a:pt x="115067" y="46072"/>
                </a:lnTo>
                <a:lnTo>
                  <a:pt x="115188" y="46173"/>
                </a:lnTo>
                <a:lnTo>
                  <a:pt x="115309" y="46274"/>
                </a:lnTo>
                <a:lnTo>
                  <a:pt x="115470" y="46334"/>
                </a:lnTo>
                <a:lnTo>
                  <a:pt x="115632" y="46375"/>
                </a:lnTo>
                <a:lnTo>
                  <a:pt x="115793" y="46395"/>
                </a:lnTo>
                <a:lnTo>
                  <a:pt x="115995" y="46395"/>
                </a:lnTo>
                <a:lnTo>
                  <a:pt x="116156" y="46375"/>
                </a:lnTo>
                <a:lnTo>
                  <a:pt x="116318" y="46334"/>
                </a:lnTo>
                <a:lnTo>
                  <a:pt x="116479" y="46274"/>
                </a:lnTo>
                <a:lnTo>
                  <a:pt x="116641" y="46173"/>
                </a:lnTo>
                <a:lnTo>
                  <a:pt x="116822" y="46072"/>
                </a:lnTo>
                <a:lnTo>
                  <a:pt x="116984" y="45931"/>
                </a:lnTo>
                <a:lnTo>
                  <a:pt x="117145" y="45769"/>
                </a:lnTo>
                <a:lnTo>
                  <a:pt x="117327" y="45587"/>
                </a:lnTo>
                <a:lnTo>
                  <a:pt x="117630" y="45224"/>
                </a:lnTo>
                <a:lnTo>
                  <a:pt x="117892" y="44841"/>
                </a:lnTo>
                <a:lnTo>
                  <a:pt x="118134" y="44437"/>
                </a:lnTo>
                <a:lnTo>
                  <a:pt x="118356" y="44034"/>
                </a:lnTo>
                <a:lnTo>
                  <a:pt x="118558" y="43630"/>
                </a:lnTo>
                <a:lnTo>
                  <a:pt x="118739" y="43186"/>
                </a:lnTo>
                <a:lnTo>
                  <a:pt x="118901" y="42762"/>
                </a:lnTo>
                <a:lnTo>
                  <a:pt x="119042" y="42318"/>
                </a:lnTo>
                <a:lnTo>
                  <a:pt x="119183" y="41854"/>
                </a:lnTo>
                <a:lnTo>
                  <a:pt x="119284" y="41410"/>
                </a:lnTo>
                <a:lnTo>
                  <a:pt x="119486" y="40482"/>
                </a:lnTo>
                <a:lnTo>
                  <a:pt x="119648" y="39554"/>
                </a:lnTo>
                <a:lnTo>
                  <a:pt x="119789" y="38625"/>
                </a:lnTo>
                <a:lnTo>
                  <a:pt x="119950" y="37394"/>
                </a:lnTo>
                <a:lnTo>
                  <a:pt x="120092" y="36184"/>
                </a:lnTo>
                <a:lnTo>
                  <a:pt x="120233" y="34953"/>
                </a:lnTo>
                <a:lnTo>
                  <a:pt x="120334" y="33742"/>
                </a:lnTo>
                <a:lnTo>
                  <a:pt x="120455" y="32511"/>
                </a:lnTo>
                <a:lnTo>
                  <a:pt x="120536" y="31280"/>
                </a:lnTo>
                <a:lnTo>
                  <a:pt x="120616" y="30069"/>
                </a:lnTo>
                <a:lnTo>
                  <a:pt x="120697" y="28838"/>
                </a:lnTo>
                <a:lnTo>
                  <a:pt x="120737" y="27607"/>
                </a:lnTo>
                <a:lnTo>
                  <a:pt x="120778" y="26376"/>
                </a:lnTo>
                <a:lnTo>
                  <a:pt x="120798" y="25145"/>
                </a:lnTo>
                <a:lnTo>
                  <a:pt x="120818" y="23914"/>
                </a:lnTo>
                <a:lnTo>
                  <a:pt x="120818" y="22683"/>
                </a:lnTo>
                <a:lnTo>
                  <a:pt x="120798" y="21452"/>
                </a:lnTo>
                <a:lnTo>
                  <a:pt x="120778" y="20241"/>
                </a:lnTo>
                <a:lnTo>
                  <a:pt x="120737" y="19010"/>
                </a:lnTo>
                <a:lnTo>
                  <a:pt x="120697" y="18143"/>
                </a:lnTo>
                <a:lnTo>
                  <a:pt x="120636" y="17275"/>
                </a:lnTo>
                <a:lnTo>
                  <a:pt x="120576" y="16407"/>
                </a:lnTo>
                <a:lnTo>
                  <a:pt x="120495" y="15519"/>
                </a:lnTo>
                <a:lnTo>
                  <a:pt x="120374" y="14651"/>
                </a:lnTo>
                <a:lnTo>
                  <a:pt x="120233" y="13763"/>
                </a:lnTo>
                <a:lnTo>
                  <a:pt x="120071" y="12896"/>
                </a:lnTo>
                <a:lnTo>
                  <a:pt x="119870" y="12048"/>
                </a:lnTo>
                <a:lnTo>
                  <a:pt x="119648" y="11201"/>
                </a:lnTo>
                <a:lnTo>
                  <a:pt x="119365" y="10353"/>
                </a:lnTo>
                <a:lnTo>
                  <a:pt x="119062" y="9546"/>
                </a:lnTo>
                <a:lnTo>
                  <a:pt x="118881" y="9142"/>
                </a:lnTo>
                <a:lnTo>
                  <a:pt x="118699" y="8759"/>
                </a:lnTo>
                <a:lnTo>
                  <a:pt x="118497" y="8375"/>
                </a:lnTo>
                <a:lnTo>
                  <a:pt x="118296" y="7992"/>
                </a:lnTo>
                <a:lnTo>
                  <a:pt x="118074" y="7609"/>
                </a:lnTo>
                <a:lnTo>
                  <a:pt x="117831" y="7245"/>
                </a:lnTo>
                <a:lnTo>
                  <a:pt x="117589" y="6902"/>
                </a:lnTo>
                <a:lnTo>
                  <a:pt x="117327" y="6559"/>
                </a:lnTo>
                <a:lnTo>
                  <a:pt x="117044" y="6216"/>
                </a:lnTo>
                <a:lnTo>
                  <a:pt x="116762" y="5873"/>
                </a:lnTo>
                <a:lnTo>
                  <a:pt x="116257" y="5369"/>
                </a:lnTo>
                <a:lnTo>
                  <a:pt x="115712" y="4884"/>
                </a:lnTo>
                <a:lnTo>
                  <a:pt x="115127" y="4420"/>
                </a:lnTo>
                <a:lnTo>
                  <a:pt x="114502" y="3976"/>
                </a:lnTo>
                <a:lnTo>
                  <a:pt x="113836" y="3573"/>
                </a:lnTo>
                <a:lnTo>
                  <a:pt x="113129" y="3189"/>
                </a:lnTo>
                <a:lnTo>
                  <a:pt x="112403" y="2846"/>
                </a:lnTo>
                <a:lnTo>
                  <a:pt x="111596" y="2503"/>
                </a:lnTo>
                <a:lnTo>
                  <a:pt x="110970" y="2261"/>
                </a:lnTo>
                <a:lnTo>
                  <a:pt x="110284" y="2039"/>
                </a:lnTo>
                <a:lnTo>
                  <a:pt x="109578" y="1837"/>
                </a:lnTo>
                <a:lnTo>
                  <a:pt x="108851" y="1635"/>
                </a:lnTo>
                <a:lnTo>
                  <a:pt x="108064" y="1433"/>
                </a:lnTo>
                <a:lnTo>
                  <a:pt x="107257" y="1272"/>
                </a:lnTo>
                <a:lnTo>
                  <a:pt x="106389" y="1090"/>
                </a:lnTo>
                <a:lnTo>
                  <a:pt x="105481" y="949"/>
                </a:lnTo>
                <a:lnTo>
                  <a:pt x="103988" y="707"/>
                </a:lnTo>
                <a:lnTo>
                  <a:pt x="102474" y="505"/>
                </a:lnTo>
                <a:lnTo>
                  <a:pt x="100961" y="344"/>
                </a:lnTo>
                <a:lnTo>
                  <a:pt x="99447" y="202"/>
                </a:lnTo>
                <a:lnTo>
                  <a:pt x="97934" y="102"/>
                </a:lnTo>
                <a:lnTo>
                  <a:pt x="96420" y="41"/>
                </a:lnTo>
                <a:lnTo>
                  <a:pt x="948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3"/>
          <p:cNvSpPr/>
          <p:nvPr/>
        </p:nvSpPr>
        <p:spPr>
          <a:xfrm>
            <a:off x="9011602" y="-25"/>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3"/>
          <p:cNvSpPr/>
          <p:nvPr/>
        </p:nvSpPr>
        <p:spPr>
          <a:xfrm>
            <a:off x="7182848" y="1854781"/>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3"/>
          <p:cNvSpPr/>
          <p:nvPr/>
        </p:nvSpPr>
        <p:spPr>
          <a:xfrm>
            <a:off x="7364488" y="113968"/>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3"/>
          <p:cNvSpPr/>
          <p:nvPr/>
        </p:nvSpPr>
        <p:spPr>
          <a:xfrm>
            <a:off x="8605498" y="3630536"/>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3"/>
          <p:cNvSpPr/>
          <p:nvPr/>
        </p:nvSpPr>
        <p:spPr>
          <a:xfrm>
            <a:off x="7917290" y="1315452"/>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3"/>
          <p:cNvSpPr/>
          <p:nvPr/>
        </p:nvSpPr>
        <p:spPr>
          <a:xfrm>
            <a:off x="1573619" y="4469485"/>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3"/>
          <p:cNvSpPr/>
          <p:nvPr/>
        </p:nvSpPr>
        <p:spPr>
          <a:xfrm rot="3449335">
            <a:off x="1554254" y="-1020347"/>
            <a:ext cx="1395586" cy="1650631"/>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
          <p:cNvSpPr/>
          <p:nvPr/>
        </p:nvSpPr>
        <p:spPr>
          <a:xfrm>
            <a:off x="8938198" y="3915546"/>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3"/>
          <p:cNvSpPr/>
          <p:nvPr/>
        </p:nvSpPr>
        <p:spPr>
          <a:xfrm>
            <a:off x="1754085" y="4576657"/>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3"/>
          <p:cNvSpPr/>
          <p:nvPr/>
        </p:nvSpPr>
        <p:spPr>
          <a:xfrm>
            <a:off x="7475015" y="1977720"/>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3"/>
          <p:cNvSpPr/>
          <p:nvPr/>
        </p:nvSpPr>
        <p:spPr>
          <a:xfrm>
            <a:off x="7497601" y="258374"/>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3"/>
          <p:cNvSpPr/>
          <p:nvPr/>
        </p:nvSpPr>
        <p:spPr>
          <a:xfrm>
            <a:off x="7989465" y="1384273"/>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3"/>
          <p:cNvSpPr/>
          <p:nvPr/>
        </p:nvSpPr>
        <p:spPr>
          <a:xfrm rot="3449335">
            <a:off x="1655522" y="-908175"/>
            <a:ext cx="1193653" cy="1427229"/>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3"/>
          <p:cNvSpPr/>
          <p:nvPr/>
        </p:nvSpPr>
        <p:spPr>
          <a:xfrm>
            <a:off x="7611538" y="319256"/>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3"/>
          <p:cNvSpPr/>
          <p:nvPr/>
        </p:nvSpPr>
        <p:spPr>
          <a:xfrm>
            <a:off x="8093284" y="1493738"/>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3"/>
          <p:cNvSpPr/>
          <p:nvPr/>
        </p:nvSpPr>
        <p:spPr>
          <a:xfrm rot="3449335">
            <a:off x="1810805" y="-768073"/>
            <a:ext cx="901487" cy="1104539"/>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3"/>
          <p:cNvSpPr/>
          <p:nvPr/>
        </p:nvSpPr>
        <p:spPr>
          <a:xfrm>
            <a:off x="8740847" y="1813019"/>
            <a:ext cx="2960526" cy="1551321"/>
          </a:xfrm>
          <a:custGeom>
            <a:rect b="b" l="l" r="r" t="t"/>
            <a:pathLst>
              <a:path extrusionOk="0" h="27748" w="52954">
                <a:moveTo>
                  <a:pt x="8698" y="81"/>
                </a:moveTo>
                <a:lnTo>
                  <a:pt x="9162" y="121"/>
                </a:lnTo>
                <a:lnTo>
                  <a:pt x="9647" y="162"/>
                </a:lnTo>
                <a:lnTo>
                  <a:pt x="10111" y="243"/>
                </a:lnTo>
                <a:lnTo>
                  <a:pt x="10555" y="343"/>
                </a:lnTo>
                <a:lnTo>
                  <a:pt x="10999" y="444"/>
                </a:lnTo>
                <a:lnTo>
                  <a:pt x="11443" y="565"/>
                </a:lnTo>
                <a:lnTo>
                  <a:pt x="11887" y="707"/>
                </a:lnTo>
                <a:lnTo>
                  <a:pt x="12311" y="848"/>
                </a:lnTo>
                <a:lnTo>
                  <a:pt x="12734" y="1009"/>
                </a:lnTo>
                <a:lnTo>
                  <a:pt x="13582" y="1373"/>
                </a:lnTo>
                <a:lnTo>
                  <a:pt x="14389" y="1756"/>
                </a:lnTo>
                <a:lnTo>
                  <a:pt x="15176" y="2160"/>
                </a:lnTo>
                <a:lnTo>
                  <a:pt x="15943" y="2563"/>
                </a:lnTo>
                <a:lnTo>
                  <a:pt x="16669" y="2987"/>
                </a:lnTo>
                <a:lnTo>
                  <a:pt x="18021" y="3754"/>
                </a:lnTo>
                <a:lnTo>
                  <a:pt x="19353" y="4561"/>
                </a:lnTo>
                <a:lnTo>
                  <a:pt x="22017" y="6176"/>
                </a:lnTo>
                <a:lnTo>
                  <a:pt x="24439" y="7649"/>
                </a:lnTo>
                <a:lnTo>
                  <a:pt x="25670" y="8395"/>
                </a:lnTo>
                <a:lnTo>
                  <a:pt x="26901" y="9102"/>
                </a:lnTo>
                <a:lnTo>
                  <a:pt x="28152" y="9808"/>
                </a:lnTo>
                <a:lnTo>
                  <a:pt x="29403" y="10494"/>
                </a:lnTo>
                <a:lnTo>
                  <a:pt x="30654" y="11160"/>
                </a:lnTo>
                <a:lnTo>
                  <a:pt x="31925" y="11806"/>
                </a:lnTo>
                <a:lnTo>
                  <a:pt x="33217" y="12391"/>
                </a:lnTo>
                <a:lnTo>
                  <a:pt x="34509" y="12956"/>
                </a:lnTo>
                <a:lnTo>
                  <a:pt x="35820" y="13481"/>
                </a:lnTo>
                <a:lnTo>
                  <a:pt x="36486" y="13743"/>
                </a:lnTo>
                <a:lnTo>
                  <a:pt x="37152" y="13965"/>
                </a:lnTo>
                <a:lnTo>
                  <a:pt x="37818" y="14187"/>
                </a:lnTo>
                <a:lnTo>
                  <a:pt x="38484" y="14389"/>
                </a:lnTo>
                <a:lnTo>
                  <a:pt x="39170" y="14591"/>
                </a:lnTo>
                <a:lnTo>
                  <a:pt x="39856" y="14772"/>
                </a:lnTo>
                <a:lnTo>
                  <a:pt x="40542" y="14934"/>
                </a:lnTo>
                <a:lnTo>
                  <a:pt x="41228" y="15075"/>
                </a:lnTo>
                <a:lnTo>
                  <a:pt x="41935" y="15216"/>
                </a:lnTo>
                <a:lnTo>
                  <a:pt x="42621" y="15317"/>
                </a:lnTo>
                <a:lnTo>
                  <a:pt x="43246" y="15418"/>
                </a:lnTo>
                <a:lnTo>
                  <a:pt x="43852" y="15479"/>
                </a:lnTo>
                <a:lnTo>
                  <a:pt x="44437" y="15519"/>
                </a:lnTo>
                <a:lnTo>
                  <a:pt x="45002" y="15539"/>
                </a:lnTo>
                <a:lnTo>
                  <a:pt x="45567" y="15539"/>
                </a:lnTo>
                <a:lnTo>
                  <a:pt x="46092" y="15519"/>
                </a:lnTo>
                <a:lnTo>
                  <a:pt x="46596" y="15479"/>
                </a:lnTo>
                <a:lnTo>
                  <a:pt x="47081" y="15398"/>
                </a:lnTo>
                <a:lnTo>
                  <a:pt x="47565" y="15317"/>
                </a:lnTo>
                <a:lnTo>
                  <a:pt x="48009" y="15216"/>
                </a:lnTo>
                <a:lnTo>
                  <a:pt x="48453" y="15075"/>
                </a:lnTo>
                <a:lnTo>
                  <a:pt x="48877" y="14934"/>
                </a:lnTo>
                <a:lnTo>
                  <a:pt x="49280" y="14752"/>
                </a:lnTo>
                <a:lnTo>
                  <a:pt x="49664" y="14550"/>
                </a:lnTo>
                <a:lnTo>
                  <a:pt x="50027" y="14348"/>
                </a:lnTo>
                <a:lnTo>
                  <a:pt x="50390" y="14106"/>
                </a:lnTo>
                <a:lnTo>
                  <a:pt x="50612" y="13925"/>
                </a:lnTo>
                <a:lnTo>
                  <a:pt x="50814" y="13763"/>
                </a:lnTo>
                <a:lnTo>
                  <a:pt x="51036" y="13622"/>
                </a:lnTo>
                <a:lnTo>
                  <a:pt x="51258" y="13481"/>
                </a:lnTo>
                <a:lnTo>
                  <a:pt x="51500" y="13380"/>
                </a:lnTo>
                <a:lnTo>
                  <a:pt x="51662" y="13339"/>
                </a:lnTo>
                <a:lnTo>
                  <a:pt x="51823" y="13299"/>
                </a:lnTo>
                <a:lnTo>
                  <a:pt x="51984" y="13299"/>
                </a:lnTo>
                <a:lnTo>
                  <a:pt x="52146" y="13319"/>
                </a:lnTo>
                <a:lnTo>
                  <a:pt x="52307" y="13360"/>
                </a:lnTo>
                <a:lnTo>
                  <a:pt x="52449" y="13420"/>
                </a:lnTo>
                <a:lnTo>
                  <a:pt x="52570" y="13521"/>
                </a:lnTo>
                <a:lnTo>
                  <a:pt x="52691" y="13642"/>
                </a:lnTo>
                <a:lnTo>
                  <a:pt x="52771" y="13804"/>
                </a:lnTo>
                <a:lnTo>
                  <a:pt x="52832" y="13985"/>
                </a:lnTo>
                <a:lnTo>
                  <a:pt x="52852" y="14167"/>
                </a:lnTo>
                <a:lnTo>
                  <a:pt x="52872" y="14348"/>
                </a:lnTo>
                <a:lnTo>
                  <a:pt x="52872" y="14893"/>
                </a:lnTo>
                <a:lnTo>
                  <a:pt x="52832" y="15398"/>
                </a:lnTo>
                <a:lnTo>
                  <a:pt x="52751" y="15902"/>
                </a:lnTo>
                <a:lnTo>
                  <a:pt x="52630" y="16366"/>
                </a:lnTo>
                <a:lnTo>
                  <a:pt x="52489" y="16831"/>
                </a:lnTo>
                <a:lnTo>
                  <a:pt x="52307" y="17254"/>
                </a:lnTo>
                <a:lnTo>
                  <a:pt x="52085" y="17658"/>
                </a:lnTo>
                <a:lnTo>
                  <a:pt x="51823" y="18041"/>
                </a:lnTo>
                <a:lnTo>
                  <a:pt x="51540" y="18405"/>
                </a:lnTo>
                <a:lnTo>
                  <a:pt x="51238" y="18728"/>
                </a:lnTo>
                <a:lnTo>
                  <a:pt x="50895" y="19030"/>
                </a:lnTo>
                <a:lnTo>
                  <a:pt x="50511" y="19293"/>
                </a:lnTo>
                <a:lnTo>
                  <a:pt x="50128" y="19535"/>
                </a:lnTo>
                <a:lnTo>
                  <a:pt x="49684" y="19737"/>
                </a:lnTo>
                <a:lnTo>
                  <a:pt x="49240" y="19898"/>
                </a:lnTo>
                <a:lnTo>
                  <a:pt x="48756" y="20039"/>
                </a:lnTo>
                <a:lnTo>
                  <a:pt x="48211" y="20140"/>
                </a:lnTo>
                <a:lnTo>
                  <a:pt x="47666" y="20221"/>
                </a:lnTo>
                <a:lnTo>
                  <a:pt x="47121" y="20261"/>
                </a:lnTo>
                <a:lnTo>
                  <a:pt x="46031" y="20261"/>
                </a:lnTo>
                <a:lnTo>
                  <a:pt x="45507" y="20241"/>
                </a:lnTo>
                <a:lnTo>
                  <a:pt x="44437" y="20160"/>
                </a:lnTo>
                <a:lnTo>
                  <a:pt x="42924" y="20019"/>
                </a:lnTo>
                <a:lnTo>
                  <a:pt x="41410" y="19858"/>
                </a:lnTo>
                <a:lnTo>
                  <a:pt x="38403" y="19494"/>
                </a:lnTo>
                <a:lnTo>
                  <a:pt x="36183" y="19212"/>
                </a:lnTo>
                <a:lnTo>
                  <a:pt x="33964" y="18970"/>
                </a:lnTo>
                <a:lnTo>
                  <a:pt x="32834" y="18849"/>
                </a:lnTo>
                <a:lnTo>
                  <a:pt x="31724" y="18768"/>
                </a:lnTo>
                <a:lnTo>
                  <a:pt x="30614" y="18687"/>
                </a:lnTo>
                <a:lnTo>
                  <a:pt x="29484" y="18627"/>
                </a:lnTo>
                <a:lnTo>
                  <a:pt x="28374" y="18606"/>
                </a:lnTo>
                <a:lnTo>
                  <a:pt x="27264" y="18606"/>
                </a:lnTo>
                <a:lnTo>
                  <a:pt x="26134" y="18627"/>
                </a:lnTo>
                <a:lnTo>
                  <a:pt x="25024" y="18687"/>
                </a:lnTo>
                <a:lnTo>
                  <a:pt x="23914" y="18788"/>
                </a:lnTo>
                <a:lnTo>
                  <a:pt x="22824" y="18909"/>
                </a:lnTo>
                <a:lnTo>
                  <a:pt x="21714" y="19091"/>
                </a:lnTo>
                <a:lnTo>
                  <a:pt x="20625" y="19313"/>
                </a:lnTo>
                <a:lnTo>
                  <a:pt x="19555" y="19595"/>
                </a:lnTo>
                <a:lnTo>
                  <a:pt x="18486" y="19898"/>
                </a:lnTo>
                <a:lnTo>
                  <a:pt x="17456" y="20241"/>
                </a:lnTo>
                <a:lnTo>
                  <a:pt x="16407" y="20645"/>
                </a:lnTo>
                <a:lnTo>
                  <a:pt x="15398" y="21048"/>
                </a:lnTo>
                <a:lnTo>
                  <a:pt x="14389" y="21512"/>
                </a:lnTo>
                <a:lnTo>
                  <a:pt x="13400" y="21977"/>
                </a:lnTo>
                <a:lnTo>
                  <a:pt x="12411" y="22481"/>
                </a:lnTo>
                <a:lnTo>
                  <a:pt x="11423" y="23006"/>
                </a:lnTo>
                <a:lnTo>
                  <a:pt x="10454" y="23551"/>
                </a:lnTo>
                <a:lnTo>
                  <a:pt x="9505" y="24116"/>
                </a:lnTo>
                <a:lnTo>
                  <a:pt x="8537" y="24681"/>
                </a:lnTo>
                <a:lnTo>
                  <a:pt x="6660" y="25851"/>
                </a:lnTo>
                <a:lnTo>
                  <a:pt x="4783" y="27022"/>
                </a:lnTo>
                <a:lnTo>
                  <a:pt x="4703" y="27082"/>
                </a:lnTo>
                <a:lnTo>
                  <a:pt x="4339" y="27304"/>
                </a:lnTo>
                <a:lnTo>
                  <a:pt x="4017" y="27465"/>
                </a:lnTo>
                <a:lnTo>
                  <a:pt x="3694" y="27587"/>
                </a:lnTo>
                <a:lnTo>
                  <a:pt x="3411" y="27647"/>
                </a:lnTo>
                <a:lnTo>
                  <a:pt x="3149" y="27667"/>
                </a:lnTo>
                <a:lnTo>
                  <a:pt x="3028" y="27667"/>
                </a:lnTo>
                <a:lnTo>
                  <a:pt x="2907" y="27647"/>
                </a:lnTo>
                <a:lnTo>
                  <a:pt x="2806" y="27607"/>
                </a:lnTo>
                <a:lnTo>
                  <a:pt x="2685" y="27566"/>
                </a:lnTo>
                <a:lnTo>
                  <a:pt x="2584" y="27506"/>
                </a:lnTo>
                <a:lnTo>
                  <a:pt x="2503" y="27445"/>
                </a:lnTo>
                <a:lnTo>
                  <a:pt x="2382" y="27344"/>
                </a:lnTo>
                <a:lnTo>
                  <a:pt x="2301" y="27223"/>
                </a:lnTo>
                <a:lnTo>
                  <a:pt x="2220" y="27082"/>
                </a:lnTo>
                <a:lnTo>
                  <a:pt x="2140" y="26941"/>
                </a:lnTo>
                <a:lnTo>
                  <a:pt x="2039" y="26638"/>
                </a:lnTo>
                <a:lnTo>
                  <a:pt x="1958" y="26295"/>
                </a:lnTo>
                <a:lnTo>
                  <a:pt x="1716" y="25064"/>
                </a:lnTo>
                <a:lnTo>
                  <a:pt x="1474" y="23813"/>
                </a:lnTo>
                <a:lnTo>
                  <a:pt x="1232" y="22562"/>
                </a:lnTo>
                <a:lnTo>
                  <a:pt x="1030" y="21311"/>
                </a:lnTo>
                <a:lnTo>
                  <a:pt x="828" y="20059"/>
                </a:lnTo>
                <a:lnTo>
                  <a:pt x="667" y="18808"/>
                </a:lnTo>
                <a:lnTo>
                  <a:pt x="505" y="17537"/>
                </a:lnTo>
                <a:lnTo>
                  <a:pt x="364" y="16286"/>
                </a:lnTo>
                <a:lnTo>
                  <a:pt x="283" y="15378"/>
                </a:lnTo>
                <a:lnTo>
                  <a:pt x="202" y="14550"/>
                </a:lnTo>
                <a:lnTo>
                  <a:pt x="162" y="13743"/>
                </a:lnTo>
                <a:lnTo>
                  <a:pt x="122" y="13017"/>
                </a:lnTo>
                <a:lnTo>
                  <a:pt x="102" y="12310"/>
                </a:lnTo>
                <a:lnTo>
                  <a:pt x="81" y="11664"/>
                </a:lnTo>
                <a:lnTo>
                  <a:pt x="102" y="11059"/>
                </a:lnTo>
                <a:lnTo>
                  <a:pt x="102" y="10494"/>
                </a:lnTo>
                <a:lnTo>
                  <a:pt x="162" y="9485"/>
                </a:lnTo>
                <a:lnTo>
                  <a:pt x="263" y="8597"/>
                </a:lnTo>
                <a:lnTo>
                  <a:pt x="364" y="7810"/>
                </a:lnTo>
                <a:lnTo>
                  <a:pt x="505" y="7124"/>
                </a:lnTo>
                <a:lnTo>
                  <a:pt x="606" y="6680"/>
                </a:lnTo>
                <a:lnTo>
                  <a:pt x="707" y="6236"/>
                </a:lnTo>
                <a:lnTo>
                  <a:pt x="828" y="5812"/>
                </a:lnTo>
                <a:lnTo>
                  <a:pt x="969" y="5409"/>
                </a:lnTo>
                <a:lnTo>
                  <a:pt x="1111" y="5005"/>
                </a:lnTo>
                <a:lnTo>
                  <a:pt x="1252" y="4642"/>
                </a:lnTo>
                <a:lnTo>
                  <a:pt x="1413" y="4279"/>
                </a:lnTo>
                <a:lnTo>
                  <a:pt x="1595" y="3915"/>
                </a:lnTo>
                <a:lnTo>
                  <a:pt x="1777" y="3592"/>
                </a:lnTo>
                <a:lnTo>
                  <a:pt x="1978" y="3270"/>
                </a:lnTo>
                <a:lnTo>
                  <a:pt x="2180" y="2967"/>
                </a:lnTo>
                <a:lnTo>
                  <a:pt x="2402" y="2684"/>
                </a:lnTo>
                <a:lnTo>
                  <a:pt x="2624" y="2402"/>
                </a:lnTo>
                <a:lnTo>
                  <a:pt x="2866" y="2160"/>
                </a:lnTo>
                <a:lnTo>
                  <a:pt x="3108" y="1918"/>
                </a:lnTo>
                <a:lnTo>
                  <a:pt x="3371" y="1675"/>
                </a:lnTo>
                <a:lnTo>
                  <a:pt x="3613" y="1494"/>
                </a:lnTo>
                <a:lnTo>
                  <a:pt x="3855" y="1312"/>
                </a:lnTo>
                <a:lnTo>
                  <a:pt x="4117" y="1151"/>
                </a:lnTo>
                <a:lnTo>
                  <a:pt x="4400" y="989"/>
                </a:lnTo>
                <a:lnTo>
                  <a:pt x="4682" y="848"/>
                </a:lnTo>
                <a:lnTo>
                  <a:pt x="4965" y="707"/>
                </a:lnTo>
                <a:lnTo>
                  <a:pt x="5268" y="586"/>
                </a:lnTo>
                <a:lnTo>
                  <a:pt x="5570" y="485"/>
                </a:lnTo>
                <a:lnTo>
                  <a:pt x="5893" y="384"/>
                </a:lnTo>
                <a:lnTo>
                  <a:pt x="6196" y="303"/>
                </a:lnTo>
                <a:lnTo>
                  <a:pt x="6539" y="243"/>
                </a:lnTo>
                <a:lnTo>
                  <a:pt x="6862" y="182"/>
                </a:lnTo>
                <a:lnTo>
                  <a:pt x="7205" y="121"/>
                </a:lnTo>
                <a:lnTo>
                  <a:pt x="7548" y="101"/>
                </a:lnTo>
                <a:lnTo>
                  <a:pt x="7891" y="81"/>
                </a:lnTo>
                <a:close/>
                <a:moveTo>
                  <a:pt x="7730" y="0"/>
                </a:moveTo>
                <a:lnTo>
                  <a:pt x="7265" y="41"/>
                </a:lnTo>
                <a:lnTo>
                  <a:pt x="6801" y="101"/>
                </a:lnTo>
                <a:lnTo>
                  <a:pt x="6378" y="182"/>
                </a:lnTo>
                <a:lnTo>
                  <a:pt x="5934" y="283"/>
                </a:lnTo>
                <a:lnTo>
                  <a:pt x="5530" y="424"/>
                </a:lnTo>
                <a:lnTo>
                  <a:pt x="5106" y="565"/>
                </a:lnTo>
                <a:lnTo>
                  <a:pt x="4723" y="727"/>
                </a:lnTo>
                <a:lnTo>
                  <a:pt x="4339" y="929"/>
                </a:lnTo>
                <a:lnTo>
                  <a:pt x="3976" y="1130"/>
                </a:lnTo>
                <a:lnTo>
                  <a:pt x="3633" y="1373"/>
                </a:lnTo>
                <a:lnTo>
                  <a:pt x="3310" y="1615"/>
                </a:lnTo>
                <a:lnTo>
                  <a:pt x="3048" y="1857"/>
                </a:lnTo>
                <a:lnTo>
                  <a:pt x="2806" y="2099"/>
                </a:lnTo>
                <a:lnTo>
                  <a:pt x="2564" y="2361"/>
                </a:lnTo>
                <a:lnTo>
                  <a:pt x="2342" y="2624"/>
                </a:lnTo>
                <a:lnTo>
                  <a:pt x="2120" y="2927"/>
                </a:lnTo>
                <a:lnTo>
                  <a:pt x="1918" y="3229"/>
                </a:lnTo>
                <a:lnTo>
                  <a:pt x="1716" y="3552"/>
                </a:lnTo>
                <a:lnTo>
                  <a:pt x="1534" y="3875"/>
                </a:lnTo>
                <a:lnTo>
                  <a:pt x="1353" y="4238"/>
                </a:lnTo>
                <a:lnTo>
                  <a:pt x="1191" y="4601"/>
                </a:lnTo>
                <a:lnTo>
                  <a:pt x="1030" y="4985"/>
                </a:lnTo>
                <a:lnTo>
                  <a:pt x="889" y="5388"/>
                </a:lnTo>
                <a:lnTo>
                  <a:pt x="747" y="5792"/>
                </a:lnTo>
                <a:lnTo>
                  <a:pt x="626" y="6216"/>
                </a:lnTo>
                <a:lnTo>
                  <a:pt x="525" y="6660"/>
                </a:lnTo>
                <a:lnTo>
                  <a:pt x="424" y="7104"/>
                </a:lnTo>
                <a:lnTo>
                  <a:pt x="283" y="7810"/>
                </a:lnTo>
                <a:lnTo>
                  <a:pt x="182" y="8577"/>
                </a:lnTo>
                <a:lnTo>
                  <a:pt x="81" y="9485"/>
                </a:lnTo>
                <a:lnTo>
                  <a:pt x="21" y="10494"/>
                </a:lnTo>
                <a:lnTo>
                  <a:pt x="21" y="11059"/>
                </a:lnTo>
                <a:lnTo>
                  <a:pt x="1" y="11664"/>
                </a:lnTo>
                <a:lnTo>
                  <a:pt x="21" y="12310"/>
                </a:lnTo>
                <a:lnTo>
                  <a:pt x="41" y="13017"/>
                </a:lnTo>
                <a:lnTo>
                  <a:pt x="81" y="13743"/>
                </a:lnTo>
                <a:lnTo>
                  <a:pt x="122" y="14550"/>
                </a:lnTo>
                <a:lnTo>
                  <a:pt x="202" y="15398"/>
                </a:lnTo>
                <a:lnTo>
                  <a:pt x="283" y="16306"/>
                </a:lnTo>
                <a:lnTo>
                  <a:pt x="424" y="17557"/>
                </a:lnTo>
                <a:lnTo>
                  <a:pt x="586" y="18808"/>
                </a:lnTo>
                <a:lnTo>
                  <a:pt x="768" y="20080"/>
                </a:lnTo>
                <a:lnTo>
                  <a:pt x="949" y="21331"/>
                </a:lnTo>
                <a:lnTo>
                  <a:pt x="1151" y="22582"/>
                </a:lnTo>
                <a:lnTo>
                  <a:pt x="1393" y="23833"/>
                </a:lnTo>
                <a:lnTo>
                  <a:pt x="1635" y="25084"/>
                </a:lnTo>
                <a:lnTo>
                  <a:pt x="1877" y="26315"/>
                </a:lnTo>
                <a:lnTo>
                  <a:pt x="1978" y="26658"/>
                </a:lnTo>
                <a:lnTo>
                  <a:pt x="2079" y="26981"/>
                </a:lnTo>
                <a:lnTo>
                  <a:pt x="2140" y="27143"/>
                </a:lnTo>
                <a:lnTo>
                  <a:pt x="2241" y="27264"/>
                </a:lnTo>
                <a:lnTo>
                  <a:pt x="2342" y="27405"/>
                </a:lnTo>
                <a:lnTo>
                  <a:pt x="2442" y="27506"/>
                </a:lnTo>
                <a:lnTo>
                  <a:pt x="2604" y="27607"/>
                </a:lnTo>
                <a:lnTo>
                  <a:pt x="2786" y="27687"/>
                </a:lnTo>
                <a:lnTo>
                  <a:pt x="2967" y="27728"/>
                </a:lnTo>
                <a:lnTo>
                  <a:pt x="3169" y="27748"/>
                </a:lnTo>
                <a:lnTo>
                  <a:pt x="3330" y="27748"/>
                </a:lnTo>
                <a:lnTo>
                  <a:pt x="3512" y="27708"/>
                </a:lnTo>
                <a:lnTo>
                  <a:pt x="3694" y="27667"/>
                </a:lnTo>
                <a:lnTo>
                  <a:pt x="3875" y="27607"/>
                </a:lnTo>
                <a:lnTo>
                  <a:pt x="4077" y="27526"/>
                </a:lnTo>
                <a:lnTo>
                  <a:pt x="4299" y="27425"/>
                </a:lnTo>
                <a:lnTo>
                  <a:pt x="4743" y="27163"/>
                </a:lnTo>
                <a:lnTo>
                  <a:pt x="4844" y="27102"/>
                </a:lnTo>
                <a:lnTo>
                  <a:pt x="6700" y="25912"/>
                </a:lnTo>
                <a:lnTo>
                  <a:pt x="8577" y="24761"/>
                </a:lnTo>
                <a:lnTo>
                  <a:pt x="9546" y="24176"/>
                </a:lnTo>
                <a:lnTo>
                  <a:pt x="10494" y="23631"/>
                </a:lnTo>
                <a:lnTo>
                  <a:pt x="11463" y="23086"/>
                </a:lnTo>
                <a:lnTo>
                  <a:pt x="12432" y="22562"/>
                </a:lnTo>
                <a:lnTo>
                  <a:pt x="13420" y="22057"/>
                </a:lnTo>
                <a:lnTo>
                  <a:pt x="14429" y="21573"/>
                </a:lnTo>
                <a:lnTo>
                  <a:pt x="15418" y="21129"/>
                </a:lnTo>
                <a:lnTo>
                  <a:pt x="16447" y="20705"/>
                </a:lnTo>
                <a:lnTo>
                  <a:pt x="17477" y="20322"/>
                </a:lnTo>
                <a:lnTo>
                  <a:pt x="18506" y="19979"/>
                </a:lnTo>
                <a:lnTo>
                  <a:pt x="19575" y="19676"/>
                </a:lnTo>
                <a:lnTo>
                  <a:pt x="20645" y="19393"/>
                </a:lnTo>
                <a:lnTo>
                  <a:pt x="21735" y="19171"/>
                </a:lnTo>
                <a:lnTo>
                  <a:pt x="22824" y="18990"/>
                </a:lnTo>
                <a:lnTo>
                  <a:pt x="23934" y="18869"/>
                </a:lnTo>
                <a:lnTo>
                  <a:pt x="25044" y="18768"/>
                </a:lnTo>
                <a:lnTo>
                  <a:pt x="26154" y="18707"/>
                </a:lnTo>
                <a:lnTo>
                  <a:pt x="27264" y="18687"/>
                </a:lnTo>
                <a:lnTo>
                  <a:pt x="28374" y="18687"/>
                </a:lnTo>
                <a:lnTo>
                  <a:pt x="29484" y="18707"/>
                </a:lnTo>
                <a:lnTo>
                  <a:pt x="30614" y="18768"/>
                </a:lnTo>
                <a:lnTo>
                  <a:pt x="31724" y="18849"/>
                </a:lnTo>
                <a:lnTo>
                  <a:pt x="32834" y="18929"/>
                </a:lnTo>
                <a:lnTo>
                  <a:pt x="33944" y="19050"/>
                </a:lnTo>
                <a:lnTo>
                  <a:pt x="36183" y="19293"/>
                </a:lnTo>
                <a:lnTo>
                  <a:pt x="38383" y="19575"/>
                </a:lnTo>
                <a:lnTo>
                  <a:pt x="41390" y="19938"/>
                </a:lnTo>
                <a:lnTo>
                  <a:pt x="42924" y="20100"/>
                </a:lnTo>
                <a:lnTo>
                  <a:pt x="44437" y="20241"/>
                </a:lnTo>
                <a:lnTo>
                  <a:pt x="45507" y="20322"/>
                </a:lnTo>
                <a:lnTo>
                  <a:pt x="46031" y="20342"/>
                </a:lnTo>
                <a:lnTo>
                  <a:pt x="47141" y="20342"/>
                </a:lnTo>
                <a:lnTo>
                  <a:pt x="47686" y="20302"/>
                </a:lnTo>
                <a:lnTo>
                  <a:pt x="48231" y="20221"/>
                </a:lnTo>
                <a:lnTo>
                  <a:pt x="48776" y="20120"/>
                </a:lnTo>
                <a:lnTo>
                  <a:pt x="49260" y="19979"/>
                </a:lnTo>
                <a:lnTo>
                  <a:pt x="49724" y="19797"/>
                </a:lnTo>
                <a:lnTo>
                  <a:pt x="50168" y="19595"/>
                </a:lnTo>
                <a:lnTo>
                  <a:pt x="50572" y="19353"/>
                </a:lnTo>
                <a:lnTo>
                  <a:pt x="50955" y="19071"/>
                </a:lnTo>
                <a:lnTo>
                  <a:pt x="51319" y="18748"/>
                </a:lnTo>
                <a:lnTo>
                  <a:pt x="51641" y="18405"/>
                </a:lnTo>
                <a:lnTo>
                  <a:pt x="51924" y="18041"/>
                </a:lnTo>
                <a:lnTo>
                  <a:pt x="52186" y="17638"/>
                </a:lnTo>
                <a:lnTo>
                  <a:pt x="52388" y="17234"/>
                </a:lnTo>
                <a:lnTo>
                  <a:pt x="52570" y="16790"/>
                </a:lnTo>
                <a:lnTo>
                  <a:pt x="52731" y="16346"/>
                </a:lnTo>
                <a:lnTo>
                  <a:pt x="52832" y="15862"/>
                </a:lnTo>
                <a:lnTo>
                  <a:pt x="52913" y="15378"/>
                </a:lnTo>
                <a:lnTo>
                  <a:pt x="52953" y="14873"/>
                </a:lnTo>
                <a:lnTo>
                  <a:pt x="52953" y="14348"/>
                </a:lnTo>
                <a:lnTo>
                  <a:pt x="52933" y="14147"/>
                </a:lnTo>
                <a:lnTo>
                  <a:pt x="52913" y="13965"/>
                </a:lnTo>
                <a:lnTo>
                  <a:pt x="52852" y="13763"/>
                </a:lnTo>
                <a:lnTo>
                  <a:pt x="52812" y="13662"/>
                </a:lnTo>
                <a:lnTo>
                  <a:pt x="52751" y="13582"/>
                </a:lnTo>
                <a:lnTo>
                  <a:pt x="52630" y="13461"/>
                </a:lnTo>
                <a:lnTo>
                  <a:pt x="52489" y="13360"/>
                </a:lnTo>
                <a:lnTo>
                  <a:pt x="52348" y="13279"/>
                </a:lnTo>
                <a:lnTo>
                  <a:pt x="52166" y="13239"/>
                </a:lnTo>
                <a:lnTo>
                  <a:pt x="51984" y="13218"/>
                </a:lnTo>
                <a:lnTo>
                  <a:pt x="51823" y="13218"/>
                </a:lnTo>
                <a:lnTo>
                  <a:pt x="51641" y="13259"/>
                </a:lnTo>
                <a:lnTo>
                  <a:pt x="51480" y="13299"/>
                </a:lnTo>
                <a:lnTo>
                  <a:pt x="51238" y="13400"/>
                </a:lnTo>
                <a:lnTo>
                  <a:pt x="50996" y="13541"/>
                </a:lnTo>
                <a:lnTo>
                  <a:pt x="50774" y="13703"/>
                </a:lnTo>
                <a:lnTo>
                  <a:pt x="50572" y="13864"/>
                </a:lnTo>
                <a:lnTo>
                  <a:pt x="50330" y="14026"/>
                </a:lnTo>
                <a:lnTo>
                  <a:pt x="49987" y="14268"/>
                </a:lnTo>
                <a:lnTo>
                  <a:pt x="49623" y="14490"/>
                </a:lnTo>
                <a:lnTo>
                  <a:pt x="49240" y="14691"/>
                </a:lnTo>
                <a:lnTo>
                  <a:pt x="48836" y="14853"/>
                </a:lnTo>
                <a:lnTo>
                  <a:pt x="48433" y="15014"/>
                </a:lnTo>
                <a:lnTo>
                  <a:pt x="47989" y="15135"/>
                </a:lnTo>
                <a:lnTo>
                  <a:pt x="47545" y="15236"/>
                </a:lnTo>
                <a:lnTo>
                  <a:pt x="47061" y="15337"/>
                </a:lnTo>
                <a:lnTo>
                  <a:pt x="46576" y="15398"/>
                </a:lnTo>
                <a:lnTo>
                  <a:pt x="46072" y="15438"/>
                </a:lnTo>
                <a:lnTo>
                  <a:pt x="45547" y="15458"/>
                </a:lnTo>
                <a:lnTo>
                  <a:pt x="45002" y="15458"/>
                </a:lnTo>
                <a:lnTo>
                  <a:pt x="44437" y="15438"/>
                </a:lnTo>
                <a:lnTo>
                  <a:pt x="43872" y="15398"/>
                </a:lnTo>
                <a:lnTo>
                  <a:pt x="43267" y="15337"/>
                </a:lnTo>
                <a:lnTo>
                  <a:pt x="42641" y="15236"/>
                </a:lnTo>
                <a:lnTo>
                  <a:pt x="41935" y="15135"/>
                </a:lnTo>
                <a:lnTo>
                  <a:pt x="41249" y="14994"/>
                </a:lnTo>
                <a:lnTo>
                  <a:pt x="40563" y="14853"/>
                </a:lnTo>
                <a:lnTo>
                  <a:pt x="39876" y="14691"/>
                </a:lnTo>
                <a:lnTo>
                  <a:pt x="39190" y="14510"/>
                </a:lnTo>
                <a:lnTo>
                  <a:pt x="38504" y="14308"/>
                </a:lnTo>
                <a:lnTo>
                  <a:pt x="37838" y="14106"/>
                </a:lnTo>
                <a:lnTo>
                  <a:pt x="37172" y="13884"/>
                </a:lnTo>
                <a:lnTo>
                  <a:pt x="36506" y="13662"/>
                </a:lnTo>
                <a:lnTo>
                  <a:pt x="35840" y="13420"/>
                </a:lnTo>
                <a:lnTo>
                  <a:pt x="34529" y="12895"/>
                </a:lnTo>
                <a:lnTo>
                  <a:pt x="33237" y="12330"/>
                </a:lnTo>
                <a:lnTo>
                  <a:pt x="31966" y="11725"/>
                </a:lnTo>
                <a:lnTo>
                  <a:pt x="30695" y="11079"/>
                </a:lnTo>
                <a:lnTo>
                  <a:pt x="29423" y="10434"/>
                </a:lnTo>
                <a:lnTo>
                  <a:pt x="28172" y="9747"/>
                </a:lnTo>
                <a:lnTo>
                  <a:pt x="26941" y="9041"/>
                </a:lnTo>
                <a:lnTo>
                  <a:pt x="25710" y="8315"/>
                </a:lnTo>
                <a:lnTo>
                  <a:pt x="24479" y="7588"/>
                </a:lnTo>
                <a:lnTo>
                  <a:pt x="22057" y="6115"/>
                </a:lnTo>
                <a:lnTo>
                  <a:pt x="19394" y="4501"/>
                </a:lnTo>
                <a:lnTo>
                  <a:pt x="18062" y="3693"/>
                </a:lnTo>
                <a:lnTo>
                  <a:pt x="16710" y="2906"/>
                </a:lnTo>
                <a:lnTo>
                  <a:pt x="15983" y="2503"/>
                </a:lnTo>
                <a:lnTo>
                  <a:pt x="15216" y="2079"/>
                </a:lnTo>
                <a:lnTo>
                  <a:pt x="14429" y="1675"/>
                </a:lnTo>
                <a:lnTo>
                  <a:pt x="13602" y="1292"/>
                </a:lnTo>
                <a:lnTo>
                  <a:pt x="12775" y="949"/>
                </a:lnTo>
                <a:lnTo>
                  <a:pt x="12331" y="787"/>
                </a:lnTo>
                <a:lnTo>
                  <a:pt x="11907" y="626"/>
                </a:lnTo>
                <a:lnTo>
                  <a:pt x="11463" y="485"/>
                </a:lnTo>
                <a:lnTo>
                  <a:pt x="11019" y="364"/>
                </a:lnTo>
                <a:lnTo>
                  <a:pt x="10575" y="263"/>
                </a:lnTo>
                <a:lnTo>
                  <a:pt x="10131" y="162"/>
                </a:lnTo>
                <a:lnTo>
                  <a:pt x="9627" y="81"/>
                </a:lnTo>
                <a:lnTo>
                  <a:pt x="9142" y="41"/>
                </a:lnTo>
                <a:lnTo>
                  <a:pt x="865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3"/>
          <p:cNvSpPr/>
          <p:nvPr/>
        </p:nvSpPr>
        <p:spPr>
          <a:xfrm>
            <a:off x="7850706" y="3773824"/>
            <a:ext cx="530339" cy="361051"/>
          </a:xfrm>
          <a:custGeom>
            <a:rect b="b" l="l" r="r" t="t"/>
            <a:pathLst>
              <a:path extrusionOk="0" h="6458" w="9486">
                <a:moveTo>
                  <a:pt x="8880" y="81"/>
                </a:moveTo>
                <a:lnTo>
                  <a:pt x="9021" y="101"/>
                </a:lnTo>
                <a:lnTo>
                  <a:pt x="9142" y="142"/>
                </a:lnTo>
                <a:lnTo>
                  <a:pt x="9203" y="182"/>
                </a:lnTo>
                <a:lnTo>
                  <a:pt x="9263" y="243"/>
                </a:lnTo>
                <a:lnTo>
                  <a:pt x="9324" y="364"/>
                </a:lnTo>
                <a:lnTo>
                  <a:pt x="9364" y="505"/>
                </a:lnTo>
                <a:lnTo>
                  <a:pt x="9384" y="646"/>
                </a:lnTo>
                <a:lnTo>
                  <a:pt x="9405" y="868"/>
                </a:lnTo>
                <a:lnTo>
                  <a:pt x="9384" y="1070"/>
                </a:lnTo>
                <a:lnTo>
                  <a:pt x="9364" y="1272"/>
                </a:lnTo>
                <a:lnTo>
                  <a:pt x="9324" y="1474"/>
                </a:lnTo>
                <a:lnTo>
                  <a:pt x="9263" y="1675"/>
                </a:lnTo>
                <a:lnTo>
                  <a:pt x="9183" y="1877"/>
                </a:lnTo>
                <a:lnTo>
                  <a:pt x="9001" y="2261"/>
                </a:lnTo>
                <a:lnTo>
                  <a:pt x="8779" y="2624"/>
                </a:lnTo>
                <a:lnTo>
                  <a:pt x="8537" y="2967"/>
                </a:lnTo>
                <a:lnTo>
                  <a:pt x="8274" y="3290"/>
                </a:lnTo>
                <a:lnTo>
                  <a:pt x="8012" y="3592"/>
                </a:lnTo>
                <a:lnTo>
                  <a:pt x="7689" y="3936"/>
                </a:lnTo>
                <a:lnTo>
                  <a:pt x="7346" y="4299"/>
                </a:lnTo>
                <a:lnTo>
                  <a:pt x="6983" y="4662"/>
                </a:lnTo>
                <a:lnTo>
                  <a:pt x="6579" y="5005"/>
                </a:lnTo>
                <a:lnTo>
                  <a:pt x="6135" y="5348"/>
                </a:lnTo>
                <a:lnTo>
                  <a:pt x="5691" y="5651"/>
                </a:lnTo>
                <a:lnTo>
                  <a:pt x="5449" y="5772"/>
                </a:lnTo>
                <a:lnTo>
                  <a:pt x="5207" y="5913"/>
                </a:lnTo>
                <a:lnTo>
                  <a:pt x="4945" y="6014"/>
                </a:lnTo>
                <a:lnTo>
                  <a:pt x="4682" y="6115"/>
                </a:lnTo>
                <a:lnTo>
                  <a:pt x="4460" y="6196"/>
                </a:lnTo>
                <a:lnTo>
                  <a:pt x="4218" y="6256"/>
                </a:lnTo>
                <a:lnTo>
                  <a:pt x="3956" y="6317"/>
                </a:lnTo>
                <a:lnTo>
                  <a:pt x="3714" y="6357"/>
                </a:lnTo>
                <a:lnTo>
                  <a:pt x="3451" y="6377"/>
                </a:lnTo>
                <a:lnTo>
                  <a:pt x="2927" y="6377"/>
                </a:lnTo>
                <a:lnTo>
                  <a:pt x="2664" y="6337"/>
                </a:lnTo>
                <a:lnTo>
                  <a:pt x="2402" y="6297"/>
                </a:lnTo>
                <a:lnTo>
                  <a:pt x="2140" y="6236"/>
                </a:lnTo>
                <a:lnTo>
                  <a:pt x="1898" y="6155"/>
                </a:lnTo>
                <a:lnTo>
                  <a:pt x="1655" y="6054"/>
                </a:lnTo>
                <a:lnTo>
                  <a:pt x="1413" y="5933"/>
                </a:lnTo>
                <a:lnTo>
                  <a:pt x="1191" y="5792"/>
                </a:lnTo>
                <a:lnTo>
                  <a:pt x="969" y="5631"/>
                </a:lnTo>
                <a:lnTo>
                  <a:pt x="767" y="5429"/>
                </a:lnTo>
                <a:lnTo>
                  <a:pt x="586" y="5227"/>
                </a:lnTo>
                <a:lnTo>
                  <a:pt x="424" y="4985"/>
                </a:lnTo>
                <a:lnTo>
                  <a:pt x="303" y="4743"/>
                </a:lnTo>
                <a:lnTo>
                  <a:pt x="202" y="4501"/>
                </a:lnTo>
                <a:lnTo>
                  <a:pt x="122" y="4258"/>
                </a:lnTo>
                <a:lnTo>
                  <a:pt x="81" y="4016"/>
                </a:lnTo>
                <a:lnTo>
                  <a:pt x="81" y="3774"/>
                </a:lnTo>
                <a:lnTo>
                  <a:pt x="122" y="3532"/>
                </a:lnTo>
                <a:lnTo>
                  <a:pt x="182" y="3370"/>
                </a:lnTo>
                <a:lnTo>
                  <a:pt x="243" y="3189"/>
                </a:lnTo>
                <a:lnTo>
                  <a:pt x="344" y="3048"/>
                </a:lnTo>
                <a:lnTo>
                  <a:pt x="445" y="2906"/>
                </a:lnTo>
                <a:lnTo>
                  <a:pt x="586" y="2785"/>
                </a:lnTo>
                <a:lnTo>
                  <a:pt x="747" y="2664"/>
                </a:lnTo>
                <a:lnTo>
                  <a:pt x="909" y="2563"/>
                </a:lnTo>
                <a:lnTo>
                  <a:pt x="1111" y="2483"/>
                </a:lnTo>
                <a:lnTo>
                  <a:pt x="3310" y="1655"/>
                </a:lnTo>
                <a:lnTo>
                  <a:pt x="5530" y="868"/>
                </a:lnTo>
                <a:lnTo>
                  <a:pt x="6357" y="606"/>
                </a:lnTo>
                <a:lnTo>
                  <a:pt x="7165" y="364"/>
                </a:lnTo>
                <a:lnTo>
                  <a:pt x="7568" y="263"/>
                </a:lnTo>
                <a:lnTo>
                  <a:pt x="7972" y="182"/>
                </a:lnTo>
                <a:lnTo>
                  <a:pt x="8375" y="121"/>
                </a:lnTo>
                <a:lnTo>
                  <a:pt x="8779" y="81"/>
                </a:lnTo>
                <a:close/>
                <a:moveTo>
                  <a:pt x="8759" y="0"/>
                </a:moveTo>
                <a:lnTo>
                  <a:pt x="8355" y="41"/>
                </a:lnTo>
                <a:lnTo>
                  <a:pt x="7952" y="101"/>
                </a:lnTo>
                <a:lnTo>
                  <a:pt x="7548" y="182"/>
                </a:lnTo>
                <a:lnTo>
                  <a:pt x="7144" y="283"/>
                </a:lnTo>
                <a:lnTo>
                  <a:pt x="6337" y="525"/>
                </a:lnTo>
                <a:lnTo>
                  <a:pt x="5510" y="787"/>
                </a:lnTo>
                <a:lnTo>
                  <a:pt x="3290" y="1574"/>
                </a:lnTo>
                <a:lnTo>
                  <a:pt x="1070" y="2402"/>
                </a:lnTo>
                <a:lnTo>
                  <a:pt x="868" y="2503"/>
                </a:lnTo>
                <a:lnTo>
                  <a:pt x="687" y="2604"/>
                </a:lnTo>
                <a:lnTo>
                  <a:pt x="525" y="2725"/>
                </a:lnTo>
                <a:lnTo>
                  <a:pt x="384" y="2846"/>
                </a:lnTo>
                <a:lnTo>
                  <a:pt x="263" y="3007"/>
                </a:lnTo>
                <a:lnTo>
                  <a:pt x="182" y="3169"/>
                </a:lnTo>
                <a:lnTo>
                  <a:pt x="102" y="3330"/>
                </a:lnTo>
                <a:lnTo>
                  <a:pt x="41" y="3512"/>
                </a:lnTo>
                <a:lnTo>
                  <a:pt x="1" y="3754"/>
                </a:lnTo>
                <a:lnTo>
                  <a:pt x="1" y="4016"/>
                </a:lnTo>
                <a:lnTo>
                  <a:pt x="41" y="4279"/>
                </a:lnTo>
                <a:lnTo>
                  <a:pt x="122" y="4521"/>
                </a:lnTo>
                <a:lnTo>
                  <a:pt x="223" y="4783"/>
                </a:lnTo>
                <a:lnTo>
                  <a:pt x="364" y="5025"/>
                </a:lnTo>
                <a:lnTo>
                  <a:pt x="525" y="5267"/>
                </a:lnTo>
                <a:lnTo>
                  <a:pt x="707" y="5489"/>
                </a:lnTo>
                <a:lnTo>
                  <a:pt x="969" y="5732"/>
                </a:lnTo>
                <a:lnTo>
                  <a:pt x="1252" y="5933"/>
                </a:lnTo>
                <a:lnTo>
                  <a:pt x="1554" y="6095"/>
                </a:lnTo>
                <a:lnTo>
                  <a:pt x="1877" y="6236"/>
                </a:lnTo>
                <a:lnTo>
                  <a:pt x="2200" y="6337"/>
                </a:lnTo>
                <a:lnTo>
                  <a:pt x="2523" y="6397"/>
                </a:lnTo>
                <a:lnTo>
                  <a:pt x="2866" y="6438"/>
                </a:lnTo>
                <a:lnTo>
                  <a:pt x="3189" y="6458"/>
                </a:lnTo>
                <a:lnTo>
                  <a:pt x="3593" y="6438"/>
                </a:lnTo>
                <a:lnTo>
                  <a:pt x="3976" y="6397"/>
                </a:lnTo>
                <a:lnTo>
                  <a:pt x="4360" y="6317"/>
                </a:lnTo>
                <a:lnTo>
                  <a:pt x="4723" y="6196"/>
                </a:lnTo>
                <a:lnTo>
                  <a:pt x="4985" y="6095"/>
                </a:lnTo>
                <a:lnTo>
                  <a:pt x="5227" y="5974"/>
                </a:lnTo>
                <a:lnTo>
                  <a:pt x="5490" y="5853"/>
                </a:lnTo>
                <a:lnTo>
                  <a:pt x="5712" y="5711"/>
                </a:lnTo>
                <a:lnTo>
                  <a:pt x="6176" y="5409"/>
                </a:lnTo>
                <a:lnTo>
                  <a:pt x="6620" y="5066"/>
                </a:lnTo>
                <a:lnTo>
                  <a:pt x="7023" y="4723"/>
                </a:lnTo>
                <a:lnTo>
                  <a:pt x="7407" y="4359"/>
                </a:lnTo>
                <a:lnTo>
                  <a:pt x="7750" y="3996"/>
                </a:lnTo>
                <a:lnTo>
                  <a:pt x="8073" y="3653"/>
                </a:lnTo>
                <a:lnTo>
                  <a:pt x="8335" y="3330"/>
                </a:lnTo>
                <a:lnTo>
                  <a:pt x="8597" y="3007"/>
                </a:lnTo>
                <a:lnTo>
                  <a:pt x="8860" y="2664"/>
                </a:lnTo>
                <a:lnTo>
                  <a:pt x="9082" y="2281"/>
                </a:lnTo>
                <a:lnTo>
                  <a:pt x="9263" y="1897"/>
                </a:lnTo>
                <a:lnTo>
                  <a:pt x="9324" y="1696"/>
                </a:lnTo>
                <a:lnTo>
                  <a:pt x="9405" y="1494"/>
                </a:lnTo>
                <a:lnTo>
                  <a:pt x="9445" y="1292"/>
                </a:lnTo>
                <a:lnTo>
                  <a:pt x="9465" y="1070"/>
                </a:lnTo>
                <a:lnTo>
                  <a:pt x="9485" y="868"/>
                </a:lnTo>
                <a:lnTo>
                  <a:pt x="9465" y="646"/>
                </a:lnTo>
                <a:lnTo>
                  <a:pt x="9445" y="444"/>
                </a:lnTo>
                <a:lnTo>
                  <a:pt x="9384" y="283"/>
                </a:lnTo>
                <a:lnTo>
                  <a:pt x="9304" y="162"/>
                </a:lnTo>
                <a:lnTo>
                  <a:pt x="9183" y="61"/>
                </a:lnTo>
                <a:lnTo>
                  <a:pt x="9082" y="21"/>
                </a:lnTo>
                <a:lnTo>
                  <a:pt x="89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3"/>
          <p:cNvSpPr/>
          <p:nvPr/>
        </p:nvSpPr>
        <p:spPr>
          <a:xfrm rot="3449335">
            <a:off x="2567386" y="-287123"/>
            <a:ext cx="130932" cy="390449"/>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3"/>
          <p:cNvSpPr/>
          <p:nvPr/>
        </p:nvSpPr>
        <p:spPr>
          <a:xfrm>
            <a:off x="13470249" y="372312"/>
            <a:ext cx="206522" cy="1040271"/>
          </a:xfrm>
          <a:custGeom>
            <a:rect b="b" l="l" r="r" t="t"/>
            <a:pathLst>
              <a:path extrusionOk="0" h="18607" w="3694">
                <a:moveTo>
                  <a:pt x="2160" y="0"/>
                </a:moveTo>
                <a:lnTo>
                  <a:pt x="2099" y="61"/>
                </a:lnTo>
                <a:lnTo>
                  <a:pt x="2281" y="283"/>
                </a:lnTo>
                <a:lnTo>
                  <a:pt x="2462" y="545"/>
                </a:lnTo>
                <a:lnTo>
                  <a:pt x="2624" y="787"/>
                </a:lnTo>
                <a:lnTo>
                  <a:pt x="2765" y="1050"/>
                </a:lnTo>
                <a:lnTo>
                  <a:pt x="2886" y="1292"/>
                </a:lnTo>
                <a:lnTo>
                  <a:pt x="3007" y="1554"/>
                </a:lnTo>
                <a:lnTo>
                  <a:pt x="3209" y="2079"/>
                </a:lnTo>
                <a:lnTo>
                  <a:pt x="3350" y="2604"/>
                </a:lnTo>
                <a:lnTo>
                  <a:pt x="3471" y="3108"/>
                </a:lnTo>
                <a:lnTo>
                  <a:pt x="3532" y="3592"/>
                </a:lnTo>
                <a:lnTo>
                  <a:pt x="3572" y="4036"/>
                </a:lnTo>
                <a:lnTo>
                  <a:pt x="3613" y="4581"/>
                </a:lnTo>
                <a:lnTo>
                  <a:pt x="3613" y="5126"/>
                </a:lnTo>
                <a:lnTo>
                  <a:pt x="3592" y="5671"/>
                </a:lnTo>
                <a:lnTo>
                  <a:pt x="3552" y="6216"/>
                </a:lnTo>
                <a:lnTo>
                  <a:pt x="3431" y="7285"/>
                </a:lnTo>
                <a:lnTo>
                  <a:pt x="3290" y="8355"/>
                </a:lnTo>
                <a:lnTo>
                  <a:pt x="2684" y="12734"/>
                </a:lnTo>
                <a:lnTo>
                  <a:pt x="2604" y="13360"/>
                </a:lnTo>
                <a:lnTo>
                  <a:pt x="2503" y="14026"/>
                </a:lnTo>
                <a:lnTo>
                  <a:pt x="2361" y="14712"/>
                </a:lnTo>
                <a:lnTo>
                  <a:pt x="2281" y="15055"/>
                </a:lnTo>
                <a:lnTo>
                  <a:pt x="2180" y="15398"/>
                </a:lnTo>
                <a:lnTo>
                  <a:pt x="2059" y="15741"/>
                </a:lnTo>
                <a:lnTo>
                  <a:pt x="1938" y="16084"/>
                </a:lnTo>
                <a:lnTo>
                  <a:pt x="1796" y="16407"/>
                </a:lnTo>
                <a:lnTo>
                  <a:pt x="1635" y="16730"/>
                </a:lnTo>
                <a:lnTo>
                  <a:pt x="1453" y="17053"/>
                </a:lnTo>
                <a:lnTo>
                  <a:pt x="1252" y="17355"/>
                </a:lnTo>
                <a:lnTo>
                  <a:pt x="1030" y="17638"/>
                </a:lnTo>
                <a:lnTo>
                  <a:pt x="787" y="17900"/>
                </a:lnTo>
                <a:lnTo>
                  <a:pt x="606" y="18082"/>
                </a:lnTo>
                <a:lnTo>
                  <a:pt x="404" y="18243"/>
                </a:lnTo>
                <a:lnTo>
                  <a:pt x="202" y="18384"/>
                </a:lnTo>
                <a:lnTo>
                  <a:pt x="0" y="18526"/>
                </a:lnTo>
                <a:lnTo>
                  <a:pt x="41" y="18606"/>
                </a:lnTo>
                <a:lnTo>
                  <a:pt x="263" y="18465"/>
                </a:lnTo>
                <a:lnTo>
                  <a:pt x="465" y="18304"/>
                </a:lnTo>
                <a:lnTo>
                  <a:pt x="666" y="18142"/>
                </a:lnTo>
                <a:lnTo>
                  <a:pt x="848" y="17961"/>
                </a:lnTo>
                <a:lnTo>
                  <a:pt x="1090" y="17678"/>
                </a:lnTo>
                <a:lnTo>
                  <a:pt x="1332" y="17396"/>
                </a:lnTo>
                <a:lnTo>
                  <a:pt x="1534" y="17093"/>
                </a:lnTo>
                <a:lnTo>
                  <a:pt x="1716" y="16790"/>
                </a:lnTo>
                <a:lnTo>
                  <a:pt x="1877" y="16447"/>
                </a:lnTo>
                <a:lnTo>
                  <a:pt x="2018" y="16124"/>
                </a:lnTo>
                <a:lnTo>
                  <a:pt x="2139" y="15781"/>
                </a:lnTo>
                <a:lnTo>
                  <a:pt x="2240" y="15438"/>
                </a:lnTo>
                <a:lnTo>
                  <a:pt x="2341" y="15075"/>
                </a:lnTo>
                <a:lnTo>
                  <a:pt x="2442" y="14732"/>
                </a:lnTo>
                <a:lnTo>
                  <a:pt x="2563" y="14046"/>
                </a:lnTo>
                <a:lnTo>
                  <a:pt x="2684" y="13380"/>
                </a:lnTo>
                <a:lnTo>
                  <a:pt x="2765" y="12734"/>
                </a:lnTo>
                <a:lnTo>
                  <a:pt x="3370" y="8375"/>
                </a:lnTo>
                <a:lnTo>
                  <a:pt x="3512" y="7306"/>
                </a:lnTo>
                <a:lnTo>
                  <a:pt x="3633" y="6216"/>
                </a:lnTo>
                <a:lnTo>
                  <a:pt x="3673" y="5671"/>
                </a:lnTo>
                <a:lnTo>
                  <a:pt x="3693" y="5126"/>
                </a:lnTo>
                <a:lnTo>
                  <a:pt x="3693" y="4581"/>
                </a:lnTo>
                <a:lnTo>
                  <a:pt x="3653" y="4036"/>
                </a:lnTo>
                <a:lnTo>
                  <a:pt x="3613" y="3572"/>
                </a:lnTo>
                <a:lnTo>
                  <a:pt x="3532" y="3088"/>
                </a:lnTo>
                <a:lnTo>
                  <a:pt x="3431" y="2583"/>
                </a:lnTo>
                <a:lnTo>
                  <a:pt x="3290" y="2059"/>
                </a:lnTo>
                <a:lnTo>
                  <a:pt x="3088" y="1534"/>
                </a:lnTo>
                <a:lnTo>
                  <a:pt x="2967" y="1272"/>
                </a:lnTo>
                <a:lnTo>
                  <a:pt x="2826" y="1009"/>
                </a:lnTo>
                <a:lnTo>
                  <a:pt x="2684" y="747"/>
                </a:lnTo>
                <a:lnTo>
                  <a:pt x="2523" y="485"/>
                </a:lnTo>
                <a:lnTo>
                  <a:pt x="2341" y="243"/>
                </a:lnTo>
                <a:lnTo>
                  <a:pt x="216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3"/>
          <p:cNvSpPr/>
          <p:nvPr/>
        </p:nvSpPr>
        <p:spPr>
          <a:xfrm>
            <a:off x="8905548" y="1936013"/>
            <a:ext cx="1826666" cy="1093271"/>
          </a:xfrm>
          <a:custGeom>
            <a:rect b="b" l="l" r="r" t="t"/>
            <a:pathLst>
              <a:path extrusionOk="0" h="19555" w="32673">
                <a:moveTo>
                  <a:pt x="4340" y="81"/>
                </a:moveTo>
                <a:lnTo>
                  <a:pt x="4622" y="101"/>
                </a:lnTo>
                <a:lnTo>
                  <a:pt x="4885" y="121"/>
                </a:lnTo>
                <a:lnTo>
                  <a:pt x="5167" y="161"/>
                </a:lnTo>
                <a:lnTo>
                  <a:pt x="5450" y="222"/>
                </a:lnTo>
                <a:lnTo>
                  <a:pt x="5712" y="283"/>
                </a:lnTo>
                <a:lnTo>
                  <a:pt x="6216" y="444"/>
                </a:lnTo>
                <a:lnTo>
                  <a:pt x="6640" y="626"/>
                </a:lnTo>
                <a:lnTo>
                  <a:pt x="7003" y="787"/>
                </a:lnTo>
                <a:lnTo>
                  <a:pt x="7266" y="928"/>
                </a:lnTo>
                <a:lnTo>
                  <a:pt x="7629" y="1130"/>
                </a:lnTo>
                <a:lnTo>
                  <a:pt x="7972" y="1352"/>
                </a:lnTo>
                <a:lnTo>
                  <a:pt x="8315" y="1594"/>
                </a:lnTo>
                <a:lnTo>
                  <a:pt x="8658" y="1836"/>
                </a:lnTo>
                <a:lnTo>
                  <a:pt x="9324" y="2341"/>
                </a:lnTo>
                <a:lnTo>
                  <a:pt x="9950" y="2866"/>
                </a:lnTo>
                <a:lnTo>
                  <a:pt x="10918" y="3632"/>
                </a:lnTo>
                <a:lnTo>
                  <a:pt x="11746" y="4258"/>
                </a:lnTo>
                <a:lnTo>
                  <a:pt x="12613" y="4843"/>
                </a:lnTo>
                <a:lnTo>
                  <a:pt x="13481" y="5388"/>
                </a:lnTo>
                <a:lnTo>
                  <a:pt x="14369" y="5913"/>
                </a:lnTo>
                <a:lnTo>
                  <a:pt x="15297" y="6397"/>
                </a:lnTo>
                <a:lnTo>
                  <a:pt x="16226" y="6861"/>
                </a:lnTo>
                <a:lnTo>
                  <a:pt x="17174" y="7285"/>
                </a:lnTo>
                <a:lnTo>
                  <a:pt x="18143" y="7709"/>
                </a:lnTo>
                <a:lnTo>
                  <a:pt x="19132" y="8092"/>
                </a:lnTo>
                <a:lnTo>
                  <a:pt x="20120" y="8476"/>
                </a:lnTo>
                <a:lnTo>
                  <a:pt x="21129" y="8839"/>
                </a:lnTo>
                <a:lnTo>
                  <a:pt x="22138" y="9182"/>
                </a:lnTo>
                <a:lnTo>
                  <a:pt x="23168" y="9505"/>
                </a:lnTo>
                <a:lnTo>
                  <a:pt x="24217" y="9848"/>
                </a:lnTo>
                <a:lnTo>
                  <a:pt x="26316" y="10473"/>
                </a:lnTo>
                <a:lnTo>
                  <a:pt x="26376" y="10494"/>
                </a:lnTo>
                <a:lnTo>
                  <a:pt x="27627" y="10877"/>
                </a:lnTo>
                <a:lnTo>
                  <a:pt x="28253" y="11079"/>
                </a:lnTo>
                <a:lnTo>
                  <a:pt x="28879" y="11301"/>
                </a:lnTo>
                <a:lnTo>
                  <a:pt x="29484" y="11523"/>
                </a:lnTo>
                <a:lnTo>
                  <a:pt x="30089" y="11805"/>
                </a:lnTo>
                <a:lnTo>
                  <a:pt x="30675" y="12088"/>
                </a:lnTo>
                <a:lnTo>
                  <a:pt x="31240" y="12411"/>
                </a:lnTo>
                <a:lnTo>
                  <a:pt x="31583" y="12633"/>
                </a:lnTo>
                <a:lnTo>
                  <a:pt x="31744" y="12754"/>
                </a:lnTo>
                <a:lnTo>
                  <a:pt x="31906" y="12895"/>
                </a:lnTo>
                <a:lnTo>
                  <a:pt x="32067" y="13036"/>
                </a:lnTo>
                <a:lnTo>
                  <a:pt x="32208" y="13198"/>
                </a:lnTo>
                <a:lnTo>
                  <a:pt x="32329" y="13379"/>
                </a:lnTo>
                <a:lnTo>
                  <a:pt x="32450" y="13581"/>
                </a:lnTo>
                <a:lnTo>
                  <a:pt x="32511" y="13763"/>
                </a:lnTo>
                <a:lnTo>
                  <a:pt x="32572" y="13965"/>
                </a:lnTo>
                <a:lnTo>
                  <a:pt x="32592" y="14166"/>
                </a:lnTo>
                <a:lnTo>
                  <a:pt x="32592" y="14368"/>
                </a:lnTo>
                <a:lnTo>
                  <a:pt x="32551" y="14570"/>
                </a:lnTo>
                <a:lnTo>
                  <a:pt x="32471" y="14772"/>
                </a:lnTo>
                <a:lnTo>
                  <a:pt x="32370" y="14953"/>
                </a:lnTo>
                <a:lnTo>
                  <a:pt x="32289" y="15034"/>
                </a:lnTo>
                <a:lnTo>
                  <a:pt x="32208" y="15095"/>
                </a:lnTo>
                <a:lnTo>
                  <a:pt x="32067" y="15196"/>
                </a:lnTo>
                <a:lnTo>
                  <a:pt x="31926" y="15256"/>
                </a:lnTo>
                <a:lnTo>
                  <a:pt x="31764" y="15317"/>
                </a:lnTo>
                <a:lnTo>
                  <a:pt x="31603" y="15337"/>
                </a:lnTo>
                <a:lnTo>
                  <a:pt x="31421" y="15357"/>
                </a:lnTo>
                <a:lnTo>
                  <a:pt x="31240" y="15377"/>
                </a:lnTo>
                <a:lnTo>
                  <a:pt x="30876" y="15357"/>
                </a:lnTo>
                <a:lnTo>
                  <a:pt x="29625" y="15276"/>
                </a:lnTo>
                <a:lnTo>
                  <a:pt x="28354" y="15196"/>
                </a:lnTo>
                <a:lnTo>
                  <a:pt x="25872" y="14974"/>
                </a:lnTo>
                <a:lnTo>
                  <a:pt x="24116" y="14832"/>
                </a:lnTo>
                <a:lnTo>
                  <a:pt x="22360" y="14691"/>
                </a:lnTo>
                <a:lnTo>
                  <a:pt x="20585" y="14590"/>
                </a:lnTo>
                <a:lnTo>
                  <a:pt x="19697" y="14550"/>
                </a:lnTo>
                <a:lnTo>
                  <a:pt x="18809" y="14530"/>
                </a:lnTo>
                <a:lnTo>
                  <a:pt x="17073" y="14530"/>
                </a:lnTo>
                <a:lnTo>
                  <a:pt x="16226" y="14570"/>
                </a:lnTo>
                <a:lnTo>
                  <a:pt x="15398" y="14631"/>
                </a:lnTo>
                <a:lnTo>
                  <a:pt x="14591" y="14691"/>
                </a:lnTo>
                <a:lnTo>
                  <a:pt x="13824" y="14792"/>
                </a:lnTo>
                <a:lnTo>
                  <a:pt x="13057" y="14893"/>
                </a:lnTo>
                <a:lnTo>
                  <a:pt x="12311" y="15034"/>
                </a:lnTo>
                <a:lnTo>
                  <a:pt x="11584" y="15175"/>
                </a:lnTo>
                <a:lnTo>
                  <a:pt x="10878" y="15337"/>
                </a:lnTo>
                <a:lnTo>
                  <a:pt x="10192" y="15539"/>
                </a:lnTo>
                <a:lnTo>
                  <a:pt x="9526" y="15740"/>
                </a:lnTo>
                <a:lnTo>
                  <a:pt x="8880" y="15962"/>
                </a:lnTo>
                <a:lnTo>
                  <a:pt x="8255" y="16205"/>
                </a:lnTo>
                <a:lnTo>
                  <a:pt x="7629" y="16487"/>
                </a:lnTo>
                <a:lnTo>
                  <a:pt x="7024" y="16770"/>
                </a:lnTo>
                <a:lnTo>
                  <a:pt x="6539" y="17012"/>
                </a:lnTo>
                <a:lnTo>
                  <a:pt x="6055" y="17294"/>
                </a:lnTo>
                <a:lnTo>
                  <a:pt x="5086" y="17839"/>
                </a:lnTo>
                <a:lnTo>
                  <a:pt x="4441" y="18202"/>
                </a:lnTo>
                <a:lnTo>
                  <a:pt x="3775" y="18586"/>
                </a:lnTo>
                <a:lnTo>
                  <a:pt x="3089" y="18929"/>
                </a:lnTo>
                <a:lnTo>
                  <a:pt x="2382" y="19252"/>
                </a:lnTo>
                <a:lnTo>
                  <a:pt x="2160" y="19353"/>
                </a:lnTo>
                <a:lnTo>
                  <a:pt x="1918" y="19413"/>
                </a:lnTo>
                <a:lnTo>
                  <a:pt x="1676" y="19454"/>
                </a:lnTo>
                <a:lnTo>
                  <a:pt x="1434" y="19454"/>
                </a:lnTo>
                <a:lnTo>
                  <a:pt x="1333" y="19413"/>
                </a:lnTo>
                <a:lnTo>
                  <a:pt x="1212" y="19373"/>
                </a:lnTo>
                <a:lnTo>
                  <a:pt x="1030" y="19272"/>
                </a:lnTo>
                <a:lnTo>
                  <a:pt x="869" y="19111"/>
                </a:lnTo>
                <a:lnTo>
                  <a:pt x="748" y="18949"/>
                </a:lnTo>
                <a:lnTo>
                  <a:pt x="627" y="18788"/>
                </a:lnTo>
                <a:lnTo>
                  <a:pt x="546" y="18606"/>
                </a:lnTo>
                <a:lnTo>
                  <a:pt x="425" y="18324"/>
                </a:lnTo>
                <a:lnTo>
                  <a:pt x="324" y="18001"/>
                </a:lnTo>
                <a:lnTo>
                  <a:pt x="263" y="17678"/>
                </a:lnTo>
                <a:lnTo>
                  <a:pt x="203" y="17335"/>
                </a:lnTo>
                <a:lnTo>
                  <a:pt x="162" y="16992"/>
                </a:lnTo>
                <a:lnTo>
                  <a:pt x="122" y="16326"/>
                </a:lnTo>
                <a:lnTo>
                  <a:pt x="102" y="15660"/>
                </a:lnTo>
                <a:lnTo>
                  <a:pt x="102" y="14368"/>
                </a:lnTo>
                <a:lnTo>
                  <a:pt x="82" y="13137"/>
                </a:lnTo>
                <a:lnTo>
                  <a:pt x="102" y="11947"/>
                </a:lnTo>
                <a:lnTo>
                  <a:pt x="122" y="10756"/>
                </a:lnTo>
                <a:lnTo>
                  <a:pt x="203" y="9485"/>
                </a:lnTo>
                <a:lnTo>
                  <a:pt x="324" y="8274"/>
                </a:lnTo>
                <a:lnTo>
                  <a:pt x="405" y="7689"/>
                </a:lnTo>
                <a:lnTo>
                  <a:pt x="485" y="7124"/>
                </a:lnTo>
                <a:lnTo>
                  <a:pt x="586" y="6579"/>
                </a:lnTo>
                <a:lnTo>
                  <a:pt x="687" y="6054"/>
                </a:lnTo>
                <a:lnTo>
                  <a:pt x="808" y="5529"/>
                </a:lnTo>
                <a:lnTo>
                  <a:pt x="929" y="5025"/>
                </a:lnTo>
                <a:lnTo>
                  <a:pt x="1071" y="4541"/>
                </a:lnTo>
                <a:lnTo>
                  <a:pt x="1232" y="4056"/>
                </a:lnTo>
                <a:lnTo>
                  <a:pt x="1393" y="3592"/>
                </a:lnTo>
                <a:lnTo>
                  <a:pt x="1555" y="3128"/>
                </a:lnTo>
                <a:lnTo>
                  <a:pt x="1736" y="2684"/>
                </a:lnTo>
                <a:lnTo>
                  <a:pt x="1938" y="2260"/>
                </a:lnTo>
                <a:lnTo>
                  <a:pt x="2039" y="2038"/>
                </a:lnTo>
                <a:lnTo>
                  <a:pt x="2301" y="1493"/>
                </a:lnTo>
                <a:lnTo>
                  <a:pt x="2463" y="1231"/>
                </a:lnTo>
                <a:lnTo>
                  <a:pt x="2624" y="969"/>
                </a:lnTo>
                <a:lnTo>
                  <a:pt x="2806" y="727"/>
                </a:lnTo>
                <a:lnTo>
                  <a:pt x="3008" y="525"/>
                </a:lnTo>
                <a:lnTo>
                  <a:pt x="3129" y="444"/>
                </a:lnTo>
                <a:lnTo>
                  <a:pt x="3250" y="363"/>
                </a:lnTo>
                <a:lnTo>
                  <a:pt x="3391" y="283"/>
                </a:lnTo>
                <a:lnTo>
                  <a:pt x="3532" y="222"/>
                </a:lnTo>
                <a:lnTo>
                  <a:pt x="3795" y="161"/>
                </a:lnTo>
                <a:lnTo>
                  <a:pt x="4057" y="101"/>
                </a:lnTo>
                <a:lnTo>
                  <a:pt x="4340" y="81"/>
                </a:lnTo>
                <a:close/>
                <a:moveTo>
                  <a:pt x="4360" y="0"/>
                </a:moveTo>
                <a:lnTo>
                  <a:pt x="3997" y="40"/>
                </a:lnTo>
                <a:lnTo>
                  <a:pt x="3714" y="81"/>
                </a:lnTo>
                <a:lnTo>
                  <a:pt x="3492" y="161"/>
                </a:lnTo>
                <a:lnTo>
                  <a:pt x="3351" y="222"/>
                </a:lnTo>
                <a:lnTo>
                  <a:pt x="3210" y="283"/>
                </a:lnTo>
                <a:lnTo>
                  <a:pt x="3089" y="363"/>
                </a:lnTo>
                <a:lnTo>
                  <a:pt x="2967" y="464"/>
                </a:lnTo>
                <a:lnTo>
                  <a:pt x="2745" y="666"/>
                </a:lnTo>
                <a:lnTo>
                  <a:pt x="2564" y="908"/>
                </a:lnTo>
                <a:lnTo>
                  <a:pt x="2382" y="1170"/>
                </a:lnTo>
                <a:lnTo>
                  <a:pt x="2241" y="1453"/>
                </a:lnTo>
                <a:lnTo>
                  <a:pt x="1958" y="2018"/>
                </a:lnTo>
                <a:lnTo>
                  <a:pt x="1878" y="2220"/>
                </a:lnTo>
                <a:lnTo>
                  <a:pt x="1676" y="2664"/>
                </a:lnTo>
                <a:lnTo>
                  <a:pt x="1494" y="3108"/>
                </a:lnTo>
                <a:lnTo>
                  <a:pt x="1313" y="3552"/>
                </a:lnTo>
                <a:lnTo>
                  <a:pt x="1151" y="4036"/>
                </a:lnTo>
                <a:lnTo>
                  <a:pt x="990" y="4500"/>
                </a:lnTo>
                <a:lnTo>
                  <a:pt x="849" y="5005"/>
                </a:lnTo>
                <a:lnTo>
                  <a:pt x="727" y="5509"/>
                </a:lnTo>
                <a:lnTo>
                  <a:pt x="606" y="6034"/>
                </a:lnTo>
                <a:lnTo>
                  <a:pt x="505" y="6559"/>
                </a:lnTo>
                <a:lnTo>
                  <a:pt x="405" y="7103"/>
                </a:lnTo>
                <a:lnTo>
                  <a:pt x="324" y="7668"/>
                </a:lnTo>
                <a:lnTo>
                  <a:pt x="243" y="8254"/>
                </a:lnTo>
                <a:lnTo>
                  <a:pt x="122" y="9464"/>
                </a:lnTo>
                <a:lnTo>
                  <a:pt x="41" y="10756"/>
                </a:lnTo>
                <a:lnTo>
                  <a:pt x="21" y="11947"/>
                </a:lnTo>
                <a:lnTo>
                  <a:pt x="1" y="13137"/>
                </a:lnTo>
                <a:lnTo>
                  <a:pt x="21" y="14368"/>
                </a:lnTo>
                <a:lnTo>
                  <a:pt x="21" y="15660"/>
                </a:lnTo>
                <a:lnTo>
                  <a:pt x="41" y="16326"/>
                </a:lnTo>
                <a:lnTo>
                  <a:pt x="82" y="17012"/>
                </a:lnTo>
                <a:lnTo>
                  <a:pt x="122" y="17355"/>
                </a:lnTo>
                <a:lnTo>
                  <a:pt x="183" y="17678"/>
                </a:lnTo>
                <a:lnTo>
                  <a:pt x="263" y="18021"/>
                </a:lnTo>
                <a:lnTo>
                  <a:pt x="344" y="18344"/>
                </a:lnTo>
                <a:lnTo>
                  <a:pt x="405" y="18505"/>
                </a:lnTo>
                <a:lnTo>
                  <a:pt x="485" y="18687"/>
                </a:lnTo>
                <a:lnTo>
                  <a:pt x="586" y="18868"/>
                </a:lnTo>
                <a:lnTo>
                  <a:pt x="707" y="19030"/>
                </a:lnTo>
                <a:lnTo>
                  <a:pt x="849" y="19211"/>
                </a:lnTo>
                <a:lnTo>
                  <a:pt x="1010" y="19353"/>
                </a:lnTo>
                <a:lnTo>
                  <a:pt x="1192" y="19454"/>
                </a:lnTo>
                <a:lnTo>
                  <a:pt x="1313" y="19494"/>
                </a:lnTo>
                <a:lnTo>
                  <a:pt x="1414" y="19534"/>
                </a:lnTo>
                <a:lnTo>
                  <a:pt x="1615" y="19555"/>
                </a:lnTo>
                <a:lnTo>
                  <a:pt x="1817" y="19534"/>
                </a:lnTo>
                <a:lnTo>
                  <a:pt x="2039" y="19474"/>
                </a:lnTo>
                <a:lnTo>
                  <a:pt x="2241" y="19413"/>
                </a:lnTo>
                <a:lnTo>
                  <a:pt x="2423" y="19333"/>
                </a:lnTo>
                <a:lnTo>
                  <a:pt x="3129" y="19010"/>
                </a:lnTo>
                <a:lnTo>
                  <a:pt x="3795" y="18646"/>
                </a:lnTo>
                <a:lnTo>
                  <a:pt x="4481" y="18283"/>
                </a:lnTo>
                <a:lnTo>
                  <a:pt x="5127" y="17900"/>
                </a:lnTo>
                <a:lnTo>
                  <a:pt x="6095" y="17355"/>
                </a:lnTo>
                <a:lnTo>
                  <a:pt x="6580" y="17093"/>
                </a:lnTo>
                <a:lnTo>
                  <a:pt x="7064" y="16830"/>
                </a:lnTo>
                <a:lnTo>
                  <a:pt x="7669" y="16548"/>
                </a:lnTo>
                <a:lnTo>
                  <a:pt x="8275" y="16285"/>
                </a:lnTo>
                <a:lnTo>
                  <a:pt x="8900" y="16043"/>
                </a:lnTo>
                <a:lnTo>
                  <a:pt x="9566" y="15821"/>
                </a:lnTo>
                <a:lnTo>
                  <a:pt x="10232" y="15619"/>
                </a:lnTo>
                <a:lnTo>
                  <a:pt x="10898" y="15418"/>
                </a:lnTo>
                <a:lnTo>
                  <a:pt x="11604" y="15256"/>
                </a:lnTo>
                <a:lnTo>
                  <a:pt x="12331" y="15115"/>
                </a:lnTo>
                <a:lnTo>
                  <a:pt x="13078" y="14974"/>
                </a:lnTo>
                <a:lnTo>
                  <a:pt x="13824" y="14873"/>
                </a:lnTo>
                <a:lnTo>
                  <a:pt x="14611" y="14772"/>
                </a:lnTo>
                <a:lnTo>
                  <a:pt x="15419" y="14711"/>
                </a:lnTo>
                <a:lnTo>
                  <a:pt x="16226" y="14651"/>
                </a:lnTo>
                <a:lnTo>
                  <a:pt x="17073" y="14610"/>
                </a:lnTo>
                <a:lnTo>
                  <a:pt x="18809" y="14610"/>
                </a:lnTo>
                <a:lnTo>
                  <a:pt x="19697" y="14631"/>
                </a:lnTo>
                <a:lnTo>
                  <a:pt x="20585" y="14671"/>
                </a:lnTo>
                <a:lnTo>
                  <a:pt x="22360" y="14772"/>
                </a:lnTo>
                <a:lnTo>
                  <a:pt x="24116" y="14913"/>
                </a:lnTo>
                <a:lnTo>
                  <a:pt x="25852" y="15054"/>
                </a:lnTo>
                <a:lnTo>
                  <a:pt x="28354" y="15276"/>
                </a:lnTo>
                <a:lnTo>
                  <a:pt x="29605" y="15357"/>
                </a:lnTo>
                <a:lnTo>
                  <a:pt x="30876" y="15438"/>
                </a:lnTo>
                <a:lnTo>
                  <a:pt x="31240" y="15458"/>
                </a:lnTo>
                <a:lnTo>
                  <a:pt x="31441" y="15438"/>
                </a:lnTo>
                <a:lnTo>
                  <a:pt x="31623" y="15418"/>
                </a:lnTo>
                <a:lnTo>
                  <a:pt x="31785" y="15397"/>
                </a:lnTo>
                <a:lnTo>
                  <a:pt x="31966" y="15337"/>
                </a:lnTo>
                <a:lnTo>
                  <a:pt x="32128" y="15256"/>
                </a:lnTo>
                <a:lnTo>
                  <a:pt x="32269" y="15155"/>
                </a:lnTo>
                <a:lnTo>
                  <a:pt x="32350" y="15075"/>
                </a:lnTo>
                <a:lnTo>
                  <a:pt x="32430" y="14994"/>
                </a:lnTo>
                <a:lnTo>
                  <a:pt x="32551" y="14812"/>
                </a:lnTo>
                <a:lnTo>
                  <a:pt x="32612" y="14610"/>
                </a:lnTo>
                <a:lnTo>
                  <a:pt x="32672" y="14388"/>
                </a:lnTo>
                <a:lnTo>
                  <a:pt x="32672" y="14166"/>
                </a:lnTo>
                <a:lnTo>
                  <a:pt x="32652" y="13944"/>
                </a:lnTo>
                <a:lnTo>
                  <a:pt x="32592" y="13743"/>
                </a:lnTo>
                <a:lnTo>
                  <a:pt x="32511" y="13541"/>
                </a:lnTo>
                <a:lnTo>
                  <a:pt x="32410" y="13339"/>
                </a:lnTo>
                <a:lnTo>
                  <a:pt x="32269" y="13157"/>
                </a:lnTo>
                <a:lnTo>
                  <a:pt x="32128" y="12996"/>
                </a:lnTo>
                <a:lnTo>
                  <a:pt x="31966" y="12835"/>
                </a:lnTo>
                <a:lnTo>
                  <a:pt x="31805" y="12693"/>
                </a:lnTo>
                <a:lnTo>
                  <a:pt x="31623" y="12572"/>
                </a:lnTo>
                <a:lnTo>
                  <a:pt x="31280" y="12350"/>
                </a:lnTo>
                <a:lnTo>
                  <a:pt x="30715" y="12027"/>
                </a:lnTo>
                <a:lnTo>
                  <a:pt x="30130" y="11725"/>
                </a:lnTo>
                <a:lnTo>
                  <a:pt x="29524" y="11462"/>
                </a:lnTo>
                <a:lnTo>
                  <a:pt x="28919" y="11220"/>
                </a:lnTo>
                <a:lnTo>
                  <a:pt x="28293" y="10998"/>
                </a:lnTo>
                <a:lnTo>
                  <a:pt x="27648" y="10796"/>
                </a:lnTo>
                <a:lnTo>
                  <a:pt x="26396" y="10413"/>
                </a:lnTo>
                <a:lnTo>
                  <a:pt x="26336" y="10393"/>
                </a:lnTo>
                <a:lnTo>
                  <a:pt x="24237" y="9767"/>
                </a:lnTo>
                <a:lnTo>
                  <a:pt x="23208" y="9444"/>
                </a:lnTo>
                <a:lnTo>
                  <a:pt x="22179" y="9101"/>
                </a:lnTo>
                <a:lnTo>
                  <a:pt x="21170" y="8758"/>
                </a:lnTo>
                <a:lnTo>
                  <a:pt x="20161" y="8395"/>
                </a:lnTo>
                <a:lnTo>
                  <a:pt x="19152" y="8032"/>
                </a:lnTo>
                <a:lnTo>
                  <a:pt x="18183" y="7628"/>
                </a:lnTo>
                <a:lnTo>
                  <a:pt x="17215" y="7224"/>
                </a:lnTo>
                <a:lnTo>
                  <a:pt x="16266" y="6781"/>
                </a:lnTo>
                <a:lnTo>
                  <a:pt x="15338" y="6316"/>
                </a:lnTo>
                <a:lnTo>
                  <a:pt x="14410" y="5832"/>
                </a:lnTo>
                <a:lnTo>
                  <a:pt x="13522" y="5328"/>
                </a:lnTo>
                <a:lnTo>
                  <a:pt x="12654" y="4783"/>
                </a:lnTo>
                <a:lnTo>
                  <a:pt x="11806" y="4197"/>
                </a:lnTo>
                <a:lnTo>
                  <a:pt x="10979" y="3572"/>
                </a:lnTo>
                <a:lnTo>
                  <a:pt x="10010" y="2805"/>
                </a:lnTo>
                <a:lnTo>
                  <a:pt x="9365" y="2280"/>
                </a:lnTo>
                <a:lnTo>
                  <a:pt x="8699" y="1776"/>
                </a:lnTo>
                <a:lnTo>
                  <a:pt x="8356" y="1514"/>
                </a:lnTo>
                <a:lnTo>
                  <a:pt x="8012" y="1292"/>
                </a:lnTo>
                <a:lnTo>
                  <a:pt x="7669" y="1070"/>
                </a:lnTo>
                <a:lnTo>
                  <a:pt x="7306" y="848"/>
                </a:lnTo>
                <a:lnTo>
                  <a:pt x="6923" y="666"/>
                </a:lnTo>
                <a:lnTo>
                  <a:pt x="6559" y="505"/>
                </a:lnTo>
                <a:lnTo>
                  <a:pt x="6216" y="363"/>
                </a:lnTo>
                <a:lnTo>
                  <a:pt x="5894" y="242"/>
                </a:lnTo>
                <a:lnTo>
                  <a:pt x="5591" y="161"/>
                </a:lnTo>
                <a:lnTo>
                  <a:pt x="5308" y="101"/>
                </a:lnTo>
                <a:lnTo>
                  <a:pt x="5046" y="61"/>
                </a:lnTo>
                <a:lnTo>
                  <a:pt x="4804" y="20"/>
                </a:lnTo>
                <a:lnTo>
                  <a:pt x="45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3"/>
          <p:cNvSpPr/>
          <p:nvPr/>
        </p:nvSpPr>
        <p:spPr>
          <a:xfrm>
            <a:off x="9054482" y="2190947"/>
            <a:ext cx="794334" cy="541632"/>
          </a:xfrm>
          <a:custGeom>
            <a:rect b="b" l="l" r="r" t="t"/>
            <a:pathLst>
              <a:path extrusionOk="0" h="9688" w="14208">
                <a:moveTo>
                  <a:pt x="2765" y="81"/>
                </a:moveTo>
                <a:lnTo>
                  <a:pt x="2967" y="142"/>
                </a:lnTo>
                <a:lnTo>
                  <a:pt x="3189" y="223"/>
                </a:lnTo>
                <a:lnTo>
                  <a:pt x="3431" y="324"/>
                </a:lnTo>
                <a:lnTo>
                  <a:pt x="3694" y="465"/>
                </a:lnTo>
                <a:lnTo>
                  <a:pt x="3956" y="626"/>
                </a:lnTo>
                <a:lnTo>
                  <a:pt x="4218" y="828"/>
                </a:lnTo>
                <a:lnTo>
                  <a:pt x="4501" y="1070"/>
                </a:lnTo>
                <a:lnTo>
                  <a:pt x="5005" y="1474"/>
                </a:lnTo>
                <a:lnTo>
                  <a:pt x="5510" y="1837"/>
                </a:lnTo>
                <a:lnTo>
                  <a:pt x="6055" y="2200"/>
                </a:lnTo>
                <a:lnTo>
                  <a:pt x="6600" y="2523"/>
                </a:lnTo>
                <a:lnTo>
                  <a:pt x="7165" y="2826"/>
                </a:lnTo>
                <a:lnTo>
                  <a:pt x="7750" y="3088"/>
                </a:lnTo>
                <a:lnTo>
                  <a:pt x="8335" y="3330"/>
                </a:lnTo>
                <a:lnTo>
                  <a:pt x="8940" y="3532"/>
                </a:lnTo>
                <a:lnTo>
                  <a:pt x="9566" y="3714"/>
                </a:lnTo>
                <a:lnTo>
                  <a:pt x="10171" y="3895"/>
                </a:lnTo>
                <a:lnTo>
                  <a:pt x="11140" y="4158"/>
                </a:lnTo>
                <a:lnTo>
                  <a:pt x="11624" y="4319"/>
                </a:lnTo>
                <a:lnTo>
                  <a:pt x="12089" y="4481"/>
                </a:lnTo>
                <a:lnTo>
                  <a:pt x="12533" y="4683"/>
                </a:lnTo>
                <a:lnTo>
                  <a:pt x="12956" y="4904"/>
                </a:lnTo>
                <a:lnTo>
                  <a:pt x="13178" y="5046"/>
                </a:lnTo>
                <a:lnTo>
                  <a:pt x="13380" y="5167"/>
                </a:lnTo>
                <a:lnTo>
                  <a:pt x="13562" y="5328"/>
                </a:lnTo>
                <a:lnTo>
                  <a:pt x="13764" y="5490"/>
                </a:lnTo>
                <a:lnTo>
                  <a:pt x="13945" y="5671"/>
                </a:lnTo>
                <a:lnTo>
                  <a:pt x="14066" y="5853"/>
                </a:lnTo>
                <a:lnTo>
                  <a:pt x="14086" y="5934"/>
                </a:lnTo>
                <a:lnTo>
                  <a:pt x="14127" y="6014"/>
                </a:lnTo>
                <a:lnTo>
                  <a:pt x="14127" y="6095"/>
                </a:lnTo>
                <a:lnTo>
                  <a:pt x="14127" y="6176"/>
                </a:lnTo>
                <a:lnTo>
                  <a:pt x="14086" y="6317"/>
                </a:lnTo>
                <a:lnTo>
                  <a:pt x="14006" y="6458"/>
                </a:lnTo>
                <a:lnTo>
                  <a:pt x="13864" y="6579"/>
                </a:lnTo>
                <a:lnTo>
                  <a:pt x="13683" y="6721"/>
                </a:lnTo>
                <a:lnTo>
                  <a:pt x="13461" y="6842"/>
                </a:lnTo>
                <a:lnTo>
                  <a:pt x="13239" y="6963"/>
                </a:lnTo>
                <a:lnTo>
                  <a:pt x="12997" y="7064"/>
                </a:lnTo>
                <a:lnTo>
                  <a:pt x="12755" y="7165"/>
                </a:lnTo>
                <a:lnTo>
                  <a:pt x="12512" y="7225"/>
                </a:lnTo>
                <a:lnTo>
                  <a:pt x="12270" y="7286"/>
                </a:lnTo>
                <a:lnTo>
                  <a:pt x="11766" y="7387"/>
                </a:lnTo>
                <a:lnTo>
                  <a:pt x="11261" y="7447"/>
                </a:lnTo>
                <a:lnTo>
                  <a:pt x="10716" y="7467"/>
                </a:lnTo>
                <a:lnTo>
                  <a:pt x="9647" y="7488"/>
                </a:lnTo>
                <a:lnTo>
                  <a:pt x="8940" y="7508"/>
                </a:lnTo>
                <a:lnTo>
                  <a:pt x="8234" y="7528"/>
                </a:lnTo>
                <a:lnTo>
                  <a:pt x="7891" y="7548"/>
                </a:lnTo>
                <a:lnTo>
                  <a:pt x="7548" y="7588"/>
                </a:lnTo>
                <a:lnTo>
                  <a:pt x="7205" y="7649"/>
                </a:lnTo>
                <a:lnTo>
                  <a:pt x="6862" y="7710"/>
                </a:lnTo>
                <a:lnTo>
                  <a:pt x="6559" y="7790"/>
                </a:lnTo>
                <a:lnTo>
                  <a:pt x="6236" y="7891"/>
                </a:lnTo>
                <a:lnTo>
                  <a:pt x="5651" y="8113"/>
                </a:lnTo>
                <a:lnTo>
                  <a:pt x="5066" y="8375"/>
                </a:lnTo>
                <a:lnTo>
                  <a:pt x="4501" y="8658"/>
                </a:lnTo>
                <a:lnTo>
                  <a:pt x="3653" y="9041"/>
                </a:lnTo>
                <a:lnTo>
                  <a:pt x="3209" y="9223"/>
                </a:lnTo>
                <a:lnTo>
                  <a:pt x="2786" y="9384"/>
                </a:lnTo>
                <a:lnTo>
                  <a:pt x="2483" y="9485"/>
                </a:lnTo>
                <a:lnTo>
                  <a:pt x="2221" y="9546"/>
                </a:lnTo>
                <a:lnTo>
                  <a:pt x="1978" y="9586"/>
                </a:lnTo>
                <a:lnTo>
                  <a:pt x="1756" y="9606"/>
                </a:lnTo>
                <a:lnTo>
                  <a:pt x="1555" y="9606"/>
                </a:lnTo>
                <a:lnTo>
                  <a:pt x="1373" y="9586"/>
                </a:lnTo>
                <a:lnTo>
                  <a:pt x="1212" y="9566"/>
                </a:lnTo>
                <a:lnTo>
                  <a:pt x="1070" y="9526"/>
                </a:lnTo>
                <a:lnTo>
                  <a:pt x="929" y="9465"/>
                </a:lnTo>
                <a:lnTo>
                  <a:pt x="808" y="9405"/>
                </a:lnTo>
                <a:lnTo>
                  <a:pt x="626" y="9284"/>
                </a:lnTo>
                <a:lnTo>
                  <a:pt x="485" y="9162"/>
                </a:lnTo>
                <a:lnTo>
                  <a:pt x="404" y="9082"/>
                </a:lnTo>
                <a:lnTo>
                  <a:pt x="303" y="8920"/>
                </a:lnTo>
                <a:lnTo>
                  <a:pt x="243" y="8759"/>
                </a:lnTo>
                <a:lnTo>
                  <a:pt x="182" y="8597"/>
                </a:lnTo>
                <a:lnTo>
                  <a:pt x="142" y="8436"/>
                </a:lnTo>
                <a:lnTo>
                  <a:pt x="102" y="8073"/>
                </a:lnTo>
                <a:lnTo>
                  <a:pt x="81" y="7730"/>
                </a:lnTo>
                <a:lnTo>
                  <a:pt x="102" y="6983"/>
                </a:lnTo>
                <a:lnTo>
                  <a:pt x="142" y="6236"/>
                </a:lnTo>
                <a:lnTo>
                  <a:pt x="243" y="5470"/>
                </a:lnTo>
                <a:lnTo>
                  <a:pt x="364" y="4703"/>
                </a:lnTo>
                <a:lnTo>
                  <a:pt x="525" y="3895"/>
                </a:lnTo>
                <a:lnTo>
                  <a:pt x="727" y="3068"/>
                </a:lnTo>
                <a:lnTo>
                  <a:pt x="990" y="2200"/>
                </a:lnTo>
                <a:lnTo>
                  <a:pt x="1272" y="1292"/>
                </a:lnTo>
                <a:lnTo>
                  <a:pt x="1373" y="1050"/>
                </a:lnTo>
                <a:lnTo>
                  <a:pt x="1454" y="848"/>
                </a:lnTo>
                <a:lnTo>
                  <a:pt x="1575" y="667"/>
                </a:lnTo>
                <a:lnTo>
                  <a:pt x="1696" y="505"/>
                </a:lnTo>
                <a:lnTo>
                  <a:pt x="1817" y="364"/>
                </a:lnTo>
                <a:lnTo>
                  <a:pt x="1958" y="263"/>
                </a:lnTo>
                <a:lnTo>
                  <a:pt x="2099" y="162"/>
                </a:lnTo>
                <a:lnTo>
                  <a:pt x="2261" y="122"/>
                </a:lnTo>
                <a:lnTo>
                  <a:pt x="2402" y="81"/>
                </a:lnTo>
                <a:close/>
                <a:moveTo>
                  <a:pt x="2463" y="1"/>
                </a:moveTo>
                <a:lnTo>
                  <a:pt x="2241" y="41"/>
                </a:lnTo>
                <a:lnTo>
                  <a:pt x="2079" y="102"/>
                </a:lnTo>
                <a:lnTo>
                  <a:pt x="1918" y="182"/>
                </a:lnTo>
                <a:lnTo>
                  <a:pt x="1777" y="303"/>
                </a:lnTo>
                <a:lnTo>
                  <a:pt x="1635" y="445"/>
                </a:lnTo>
                <a:lnTo>
                  <a:pt x="1514" y="606"/>
                </a:lnTo>
                <a:lnTo>
                  <a:pt x="1393" y="808"/>
                </a:lnTo>
                <a:lnTo>
                  <a:pt x="1292" y="1030"/>
                </a:lnTo>
                <a:lnTo>
                  <a:pt x="1191" y="1272"/>
                </a:lnTo>
                <a:lnTo>
                  <a:pt x="909" y="2180"/>
                </a:lnTo>
                <a:lnTo>
                  <a:pt x="646" y="3048"/>
                </a:lnTo>
                <a:lnTo>
                  <a:pt x="445" y="3875"/>
                </a:lnTo>
                <a:lnTo>
                  <a:pt x="283" y="4683"/>
                </a:lnTo>
                <a:lnTo>
                  <a:pt x="162" y="5470"/>
                </a:lnTo>
                <a:lnTo>
                  <a:pt x="61" y="6236"/>
                </a:lnTo>
                <a:lnTo>
                  <a:pt x="21" y="6983"/>
                </a:lnTo>
                <a:lnTo>
                  <a:pt x="1" y="7730"/>
                </a:lnTo>
                <a:lnTo>
                  <a:pt x="21" y="8093"/>
                </a:lnTo>
                <a:lnTo>
                  <a:pt x="41" y="8275"/>
                </a:lnTo>
                <a:lnTo>
                  <a:pt x="61" y="8456"/>
                </a:lnTo>
                <a:lnTo>
                  <a:pt x="102" y="8638"/>
                </a:lnTo>
                <a:lnTo>
                  <a:pt x="162" y="8799"/>
                </a:lnTo>
                <a:lnTo>
                  <a:pt x="243" y="8961"/>
                </a:lnTo>
                <a:lnTo>
                  <a:pt x="344" y="9122"/>
                </a:lnTo>
                <a:lnTo>
                  <a:pt x="465" y="9263"/>
                </a:lnTo>
                <a:lnTo>
                  <a:pt x="606" y="9384"/>
                </a:lnTo>
                <a:lnTo>
                  <a:pt x="768" y="9485"/>
                </a:lnTo>
                <a:lnTo>
                  <a:pt x="929" y="9566"/>
                </a:lnTo>
                <a:lnTo>
                  <a:pt x="1111" y="9627"/>
                </a:lnTo>
                <a:lnTo>
                  <a:pt x="1272" y="9647"/>
                </a:lnTo>
                <a:lnTo>
                  <a:pt x="1454" y="9667"/>
                </a:lnTo>
                <a:lnTo>
                  <a:pt x="1635" y="9687"/>
                </a:lnTo>
                <a:lnTo>
                  <a:pt x="1999" y="9667"/>
                </a:lnTo>
                <a:lnTo>
                  <a:pt x="2321" y="9606"/>
                </a:lnTo>
                <a:lnTo>
                  <a:pt x="2604" y="9526"/>
                </a:lnTo>
                <a:lnTo>
                  <a:pt x="2806" y="9465"/>
                </a:lnTo>
                <a:lnTo>
                  <a:pt x="3250" y="9304"/>
                </a:lnTo>
                <a:lnTo>
                  <a:pt x="3673" y="9122"/>
                </a:lnTo>
                <a:lnTo>
                  <a:pt x="4521" y="8719"/>
                </a:lnTo>
                <a:lnTo>
                  <a:pt x="5106" y="8456"/>
                </a:lnTo>
                <a:lnTo>
                  <a:pt x="5671" y="8194"/>
                </a:lnTo>
                <a:lnTo>
                  <a:pt x="6277" y="7972"/>
                </a:lnTo>
                <a:lnTo>
                  <a:pt x="6579" y="7871"/>
                </a:lnTo>
                <a:lnTo>
                  <a:pt x="6882" y="7790"/>
                </a:lnTo>
                <a:lnTo>
                  <a:pt x="7205" y="7730"/>
                </a:lnTo>
                <a:lnTo>
                  <a:pt x="7548" y="7669"/>
                </a:lnTo>
                <a:lnTo>
                  <a:pt x="7891" y="7629"/>
                </a:lnTo>
                <a:lnTo>
                  <a:pt x="8254" y="7609"/>
                </a:lnTo>
                <a:lnTo>
                  <a:pt x="8940" y="7588"/>
                </a:lnTo>
                <a:lnTo>
                  <a:pt x="9647" y="7568"/>
                </a:lnTo>
                <a:lnTo>
                  <a:pt x="10716" y="7548"/>
                </a:lnTo>
                <a:lnTo>
                  <a:pt x="11241" y="7528"/>
                </a:lnTo>
                <a:lnTo>
                  <a:pt x="11766" y="7467"/>
                </a:lnTo>
                <a:lnTo>
                  <a:pt x="12290" y="7366"/>
                </a:lnTo>
                <a:lnTo>
                  <a:pt x="12533" y="7306"/>
                </a:lnTo>
                <a:lnTo>
                  <a:pt x="12775" y="7225"/>
                </a:lnTo>
                <a:lnTo>
                  <a:pt x="13037" y="7144"/>
                </a:lnTo>
                <a:lnTo>
                  <a:pt x="13259" y="7044"/>
                </a:lnTo>
                <a:lnTo>
                  <a:pt x="13501" y="6922"/>
                </a:lnTo>
                <a:lnTo>
                  <a:pt x="13723" y="6781"/>
                </a:lnTo>
                <a:lnTo>
                  <a:pt x="13885" y="6680"/>
                </a:lnTo>
                <a:lnTo>
                  <a:pt x="14026" y="6559"/>
                </a:lnTo>
                <a:lnTo>
                  <a:pt x="14086" y="6479"/>
                </a:lnTo>
                <a:lnTo>
                  <a:pt x="14147" y="6398"/>
                </a:lnTo>
                <a:lnTo>
                  <a:pt x="14187" y="6297"/>
                </a:lnTo>
                <a:lnTo>
                  <a:pt x="14207" y="6196"/>
                </a:lnTo>
                <a:lnTo>
                  <a:pt x="14207" y="6095"/>
                </a:lnTo>
                <a:lnTo>
                  <a:pt x="14207" y="6014"/>
                </a:lnTo>
                <a:lnTo>
                  <a:pt x="14167" y="5913"/>
                </a:lnTo>
                <a:lnTo>
                  <a:pt x="14127" y="5813"/>
                </a:lnTo>
                <a:lnTo>
                  <a:pt x="14086" y="5712"/>
                </a:lnTo>
                <a:lnTo>
                  <a:pt x="14006" y="5631"/>
                </a:lnTo>
                <a:lnTo>
                  <a:pt x="13804" y="5429"/>
                </a:lnTo>
                <a:lnTo>
                  <a:pt x="13622" y="5268"/>
                </a:lnTo>
                <a:lnTo>
                  <a:pt x="13420" y="5106"/>
                </a:lnTo>
                <a:lnTo>
                  <a:pt x="13219" y="4965"/>
                </a:lnTo>
                <a:lnTo>
                  <a:pt x="13017" y="4844"/>
                </a:lnTo>
                <a:lnTo>
                  <a:pt x="12573" y="4602"/>
                </a:lnTo>
                <a:lnTo>
                  <a:pt x="12109" y="4420"/>
                </a:lnTo>
                <a:lnTo>
                  <a:pt x="11645" y="4239"/>
                </a:lnTo>
                <a:lnTo>
                  <a:pt x="11160" y="4077"/>
                </a:lnTo>
                <a:lnTo>
                  <a:pt x="10192" y="3815"/>
                </a:lnTo>
                <a:lnTo>
                  <a:pt x="9586" y="3653"/>
                </a:lnTo>
                <a:lnTo>
                  <a:pt x="8961" y="3452"/>
                </a:lnTo>
                <a:lnTo>
                  <a:pt x="8375" y="3250"/>
                </a:lnTo>
                <a:lnTo>
                  <a:pt x="7770" y="3008"/>
                </a:lnTo>
                <a:lnTo>
                  <a:pt x="7205" y="2745"/>
                </a:lnTo>
                <a:lnTo>
                  <a:pt x="6640" y="2443"/>
                </a:lnTo>
                <a:lnTo>
                  <a:pt x="6095" y="2120"/>
                </a:lnTo>
                <a:lnTo>
                  <a:pt x="5570" y="1777"/>
                </a:lnTo>
                <a:lnTo>
                  <a:pt x="5046" y="1413"/>
                </a:lnTo>
                <a:lnTo>
                  <a:pt x="4561" y="1010"/>
                </a:lnTo>
                <a:lnTo>
                  <a:pt x="4218" y="727"/>
                </a:lnTo>
                <a:lnTo>
                  <a:pt x="3875" y="485"/>
                </a:lnTo>
                <a:lnTo>
                  <a:pt x="3573" y="303"/>
                </a:lnTo>
                <a:lnTo>
                  <a:pt x="3270" y="162"/>
                </a:lnTo>
                <a:lnTo>
                  <a:pt x="2987" y="61"/>
                </a:lnTo>
                <a:lnTo>
                  <a:pt x="27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3"/>
          <p:cNvSpPr/>
          <p:nvPr/>
        </p:nvSpPr>
        <p:spPr>
          <a:xfrm>
            <a:off x="8006405" y="3940817"/>
            <a:ext cx="152348" cy="92527"/>
          </a:xfrm>
          <a:custGeom>
            <a:rect b="b" l="l" r="r" t="t"/>
            <a:pathLst>
              <a:path extrusionOk="0" h="1655" w="2725">
                <a:moveTo>
                  <a:pt x="2099" y="81"/>
                </a:moveTo>
                <a:lnTo>
                  <a:pt x="2240" y="101"/>
                </a:lnTo>
                <a:lnTo>
                  <a:pt x="2382" y="121"/>
                </a:lnTo>
                <a:lnTo>
                  <a:pt x="2483" y="182"/>
                </a:lnTo>
                <a:lnTo>
                  <a:pt x="2563" y="262"/>
                </a:lnTo>
                <a:lnTo>
                  <a:pt x="2624" y="363"/>
                </a:lnTo>
                <a:lnTo>
                  <a:pt x="2644" y="424"/>
                </a:lnTo>
                <a:lnTo>
                  <a:pt x="2644" y="484"/>
                </a:lnTo>
                <a:lnTo>
                  <a:pt x="2644" y="565"/>
                </a:lnTo>
                <a:lnTo>
                  <a:pt x="2604" y="626"/>
                </a:lnTo>
                <a:lnTo>
                  <a:pt x="2503" y="767"/>
                </a:lnTo>
                <a:lnTo>
                  <a:pt x="2321" y="969"/>
                </a:lnTo>
                <a:lnTo>
                  <a:pt x="2099" y="1150"/>
                </a:lnTo>
                <a:lnTo>
                  <a:pt x="1857" y="1312"/>
                </a:lnTo>
                <a:lnTo>
                  <a:pt x="1595" y="1433"/>
                </a:lnTo>
                <a:lnTo>
                  <a:pt x="1332" y="1534"/>
                </a:lnTo>
                <a:lnTo>
                  <a:pt x="1191" y="1554"/>
                </a:lnTo>
                <a:lnTo>
                  <a:pt x="1050" y="1574"/>
                </a:lnTo>
                <a:lnTo>
                  <a:pt x="909" y="1574"/>
                </a:lnTo>
                <a:lnTo>
                  <a:pt x="767" y="1554"/>
                </a:lnTo>
                <a:lnTo>
                  <a:pt x="646" y="1514"/>
                </a:lnTo>
                <a:lnTo>
                  <a:pt x="505" y="1473"/>
                </a:lnTo>
                <a:lnTo>
                  <a:pt x="364" y="1392"/>
                </a:lnTo>
                <a:lnTo>
                  <a:pt x="263" y="1312"/>
                </a:lnTo>
                <a:lnTo>
                  <a:pt x="182" y="1231"/>
                </a:lnTo>
                <a:lnTo>
                  <a:pt x="122" y="1110"/>
                </a:lnTo>
                <a:lnTo>
                  <a:pt x="81" y="1009"/>
                </a:lnTo>
                <a:lnTo>
                  <a:pt x="101" y="868"/>
                </a:lnTo>
                <a:lnTo>
                  <a:pt x="142" y="747"/>
                </a:lnTo>
                <a:lnTo>
                  <a:pt x="222" y="646"/>
                </a:lnTo>
                <a:lnTo>
                  <a:pt x="364" y="505"/>
                </a:lnTo>
                <a:lnTo>
                  <a:pt x="566" y="404"/>
                </a:lnTo>
                <a:lnTo>
                  <a:pt x="787" y="303"/>
                </a:lnTo>
                <a:lnTo>
                  <a:pt x="1030" y="242"/>
                </a:lnTo>
                <a:lnTo>
                  <a:pt x="1252" y="182"/>
                </a:lnTo>
                <a:lnTo>
                  <a:pt x="1474" y="161"/>
                </a:lnTo>
                <a:lnTo>
                  <a:pt x="1655" y="121"/>
                </a:lnTo>
                <a:lnTo>
                  <a:pt x="1877" y="101"/>
                </a:lnTo>
                <a:lnTo>
                  <a:pt x="2099" y="81"/>
                </a:lnTo>
                <a:close/>
                <a:moveTo>
                  <a:pt x="2018" y="0"/>
                </a:moveTo>
                <a:lnTo>
                  <a:pt x="1837" y="20"/>
                </a:lnTo>
                <a:lnTo>
                  <a:pt x="1635" y="40"/>
                </a:lnTo>
                <a:lnTo>
                  <a:pt x="1474" y="81"/>
                </a:lnTo>
                <a:lnTo>
                  <a:pt x="1231" y="101"/>
                </a:lnTo>
                <a:lnTo>
                  <a:pt x="989" y="161"/>
                </a:lnTo>
                <a:lnTo>
                  <a:pt x="767" y="222"/>
                </a:lnTo>
                <a:lnTo>
                  <a:pt x="525" y="323"/>
                </a:lnTo>
                <a:lnTo>
                  <a:pt x="323" y="444"/>
                </a:lnTo>
                <a:lnTo>
                  <a:pt x="162" y="585"/>
                </a:lnTo>
                <a:lnTo>
                  <a:pt x="61" y="727"/>
                </a:lnTo>
                <a:lnTo>
                  <a:pt x="21" y="868"/>
                </a:lnTo>
                <a:lnTo>
                  <a:pt x="0" y="1009"/>
                </a:lnTo>
                <a:lnTo>
                  <a:pt x="41" y="1150"/>
                </a:lnTo>
                <a:lnTo>
                  <a:pt x="101" y="1271"/>
                </a:lnTo>
                <a:lnTo>
                  <a:pt x="202" y="1372"/>
                </a:lnTo>
                <a:lnTo>
                  <a:pt x="323" y="1473"/>
                </a:lnTo>
                <a:lnTo>
                  <a:pt x="465" y="1554"/>
                </a:lnTo>
                <a:lnTo>
                  <a:pt x="606" y="1594"/>
                </a:lnTo>
                <a:lnTo>
                  <a:pt x="727" y="1635"/>
                </a:lnTo>
                <a:lnTo>
                  <a:pt x="868" y="1635"/>
                </a:lnTo>
                <a:lnTo>
                  <a:pt x="989" y="1655"/>
                </a:lnTo>
                <a:lnTo>
                  <a:pt x="1211" y="1635"/>
                </a:lnTo>
                <a:lnTo>
                  <a:pt x="1433" y="1574"/>
                </a:lnTo>
                <a:lnTo>
                  <a:pt x="1655" y="1514"/>
                </a:lnTo>
                <a:lnTo>
                  <a:pt x="1857" y="1392"/>
                </a:lnTo>
                <a:lnTo>
                  <a:pt x="2059" y="1271"/>
                </a:lnTo>
                <a:lnTo>
                  <a:pt x="2240" y="1130"/>
                </a:lnTo>
                <a:lnTo>
                  <a:pt x="2422" y="969"/>
                </a:lnTo>
                <a:lnTo>
                  <a:pt x="2563" y="807"/>
                </a:lnTo>
                <a:lnTo>
                  <a:pt x="2684" y="666"/>
                </a:lnTo>
                <a:lnTo>
                  <a:pt x="2705" y="585"/>
                </a:lnTo>
                <a:lnTo>
                  <a:pt x="2725" y="484"/>
                </a:lnTo>
                <a:lnTo>
                  <a:pt x="2725" y="424"/>
                </a:lnTo>
                <a:lnTo>
                  <a:pt x="2705" y="343"/>
                </a:lnTo>
                <a:lnTo>
                  <a:pt x="2684" y="283"/>
                </a:lnTo>
                <a:lnTo>
                  <a:pt x="2644" y="222"/>
                </a:lnTo>
                <a:lnTo>
                  <a:pt x="2523" y="121"/>
                </a:lnTo>
                <a:lnTo>
                  <a:pt x="2402" y="40"/>
                </a:lnTo>
                <a:lnTo>
                  <a:pt x="222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3"/>
          <p:cNvSpPr/>
          <p:nvPr/>
        </p:nvSpPr>
        <p:spPr>
          <a:xfrm>
            <a:off x="8024463" y="3383486"/>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3"/>
          <p:cNvSpPr/>
          <p:nvPr/>
        </p:nvSpPr>
        <p:spPr>
          <a:xfrm>
            <a:off x="8022171" y="3381194"/>
            <a:ext cx="104994" cy="104994"/>
          </a:xfrm>
          <a:custGeom>
            <a:rect b="b" l="l" r="r" t="t"/>
            <a:pathLst>
              <a:path extrusionOk="0" h="1878" w="1878">
                <a:moveTo>
                  <a:pt x="949" y="81"/>
                </a:moveTo>
                <a:lnTo>
                  <a:pt x="1111" y="102"/>
                </a:lnTo>
                <a:lnTo>
                  <a:pt x="1272" y="142"/>
                </a:lnTo>
                <a:lnTo>
                  <a:pt x="1414" y="223"/>
                </a:lnTo>
                <a:lnTo>
                  <a:pt x="1555" y="324"/>
                </a:lnTo>
                <a:lnTo>
                  <a:pt x="1656" y="465"/>
                </a:lnTo>
                <a:lnTo>
                  <a:pt x="1736" y="606"/>
                </a:lnTo>
                <a:lnTo>
                  <a:pt x="1777" y="768"/>
                </a:lnTo>
                <a:lnTo>
                  <a:pt x="1797" y="949"/>
                </a:lnTo>
                <a:lnTo>
                  <a:pt x="1777" y="1111"/>
                </a:lnTo>
                <a:lnTo>
                  <a:pt x="1736" y="1272"/>
                </a:lnTo>
                <a:lnTo>
                  <a:pt x="1656" y="1413"/>
                </a:lnTo>
                <a:lnTo>
                  <a:pt x="1555" y="1555"/>
                </a:lnTo>
                <a:lnTo>
                  <a:pt x="1414" y="1655"/>
                </a:lnTo>
                <a:lnTo>
                  <a:pt x="1272" y="1736"/>
                </a:lnTo>
                <a:lnTo>
                  <a:pt x="1111" y="1777"/>
                </a:lnTo>
                <a:lnTo>
                  <a:pt x="949" y="1797"/>
                </a:lnTo>
                <a:lnTo>
                  <a:pt x="768" y="1777"/>
                </a:lnTo>
                <a:lnTo>
                  <a:pt x="606" y="1736"/>
                </a:lnTo>
                <a:lnTo>
                  <a:pt x="465" y="1655"/>
                </a:lnTo>
                <a:lnTo>
                  <a:pt x="344" y="1555"/>
                </a:lnTo>
                <a:lnTo>
                  <a:pt x="223" y="1413"/>
                </a:lnTo>
                <a:lnTo>
                  <a:pt x="142" y="1272"/>
                </a:lnTo>
                <a:lnTo>
                  <a:pt x="102" y="1111"/>
                </a:lnTo>
                <a:lnTo>
                  <a:pt x="82" y="949"/>
                </a:lnTo>
                <a:lnTo>
                  <a:pt x="102" y="768"/>
                </a:lnTo>
                <a:lnTo>
                  <a:pt x="142" y="606"/>
                </a:lnTo>
                <a:lnTo>
                  <a:pt x="223" y="465"/>
                </a:lnTo>
                <a:lnTo>
                  <a:pt x="344" y="324"/>
                </a:lnTo>
                <a:lnTo>
                  <a:pt x="465" y="223"/>
                </a:lnTo>
                <a:lnTo>
                  <a:pt x="606" y="142"/>
                </a:lnTo>
                <a:lnTo>
                  <a:pt x="768" y="102"/>
                </a:lnTo>
                <a:lnTo>
                  <a:pt x="949" y="81"/>
                </a:lnTo>
                <a:close/>
                <a:moveTo>
                  <a:pt x="949" y="1"/>
                </a:moveTo>
                <a:lnTo>
                  <a:pt x="748" y="21"/>
                </a:lnTo>
                <a:lnTo>
                  <a:pt x="586" y="81"/>
                </a:lnTo>
                <a:lnTo>
                  <a:pt x="425" y="162"/>
                </a:lnTo>
                <a:lnTo>
                  <a:pt x="284" y="283"/>
                </a:lnTo>
                <a:lnTo>
                  <a:pt x="162" y="404"/>
                </a:lnTo>
                <a:lnTo>
                  <a:pt x="82" y="566"/>
                </a:lnTo>
                <a:lnTo>
                  <a:pt x="21" y="747"/>
                </a:lnTo>
                <a:lnTo>
                  <a:pt x="1" y="949"/>
                </a:lnTo>
                <a:lnTo>
                  <a:pt x="21" y="1131"/>
                </a:lnTo>
                <a:lnTo>
                  <a:pt x="82" y="1312"/>
                </a:lnTo>
                <a:lnTo>
                  <a:pt x="162" y="1474"/>
                </a:lnTo>
                <a:lnTo>
                  <a:pt x="284" y="1615"/>
                </a:lnTo>
                <a:lnTo>
                  <a:pt x="425" y="1716"/>
                </a:lnTo>
                <a:lnTo>
                  <a:pt x="586" y="1817"/>
                </a:lnTo>
                <a:lnTo>
                  <a:pt x="748" y="1857"/>
                </a:lnTo>
                <a:lnTo>
                  <a:pt x="949" y="1877"/>
                </a:lnTo>
                <a:lnTo>
                  <a:pt x="1131" y="1857"/>
                </a:lnTo>
                <a:lnTo>
                  <a:pt x="1313" y="1817"/>
                </a:lnTo>
                <a:lnTo>
                  <a:pt x="1474" y="1716"/>
                </a:lnTo>
                <a:lnTo>
                  <a:pt x="1615" y="1615"/>
                </a:lnTo>
                <a:lnTo>
                  <a:pt x="1716" y="1474"/>
                </a:lnTo>
                <a:lnTo>
                  <a:pt x="1817" y="1312"/>
                </a:lnTo>
                <a:lnTo>
                  <a:pt x="1858" y="1131"/>
                </a:lnTo>
                <a:lnTo>
                  <a:pt x="1878" y="949"/>
                </a:lnTo>
                <a:lnTo>
                  <a:pt x="1858" y="747"/>
                </a:lnTo>
                <a:lnTo>
                  <a:pt x="1817" y="566"/>
                </a:lnTo>
                <a:lnTo>
                  <a:pt x="1716" y="404"/>
                </a:lnTo>
                <a:lnTo>
                  <a:pt x="1615" y="283"/>
                </a:lnTo>
                <a:lnTo>
                  <a:pt x="1474" y="162"/>
                </a:lnTo>
                <a:lnTo>
                  <a:pt x="1313" y="81"/>
                </a:lnTo>
                <a:lnTo>
                  <a:pt x="1131"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3"/>
          <p:cNvSpPr/>
          <p:nvPr/>
        </p:nvSpPr>
        <p:spPr>
          <a:xfrm>
            <a:off x="8252337" y="1963072"/>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3"/>
          <p:cNvSpPr/>
          <p:nvPr/>
        </p:nvSpPr>
        <p:spPr>
          <a:xfrm>
            <a:off x="8250101" y="1960780"/>
            <a:ext cx="104994" cy="106112"/>
          </a:xfrm>
          <a:custGeom>
            <a:rect b="b" l="l" r="r" t="t"/>
            <a:pathLst>
              <a:path extrusionOk="0" h="1898" w="1878">
                <a:moveTo>
                  <a:pt x="929" y="82"/>
                </a:moveTo>
                <a:lnTo>
                  <a:pt x="1110" y="102"/>
                </a:lnTo>
                <a:lnTo>
                  <a:pt x="1272" y="162"/>
                </a:lnTo>
                <a:lnTo>
                  <a:pt x="1413" y="243"/>
                </a:lnTo>
                <a:lnTo>
                  <a:pt x="1554" y="344"/>
                </a:lnTo>
                <a:lnTo>
                  <a:pt x="1655" y="465"/>
                </a:lnTo>
                <a:lnTo>
                  <a:pt x="1736" y="606"/>
                </a:lnTo>
                <a:lnTo>
                  <a:pt x="1776" y="768"/>
                </a:lnTo>
                <a:lnTo>
                  <a:pt x="1796" y="949"/>
                </a:lnTo>
                <a:lnTo>
                  <a:pt x="1776" y="1131"/>
                </a:lnTo>
                <a:lnTo>
                  <a:pt x="1736" y="1293"/>
                </a:lnTo>
                <a:lnTo>
                  <a:pt x="1655" y="1434"/>
                </a:lnTo>
                <a:lnTo>
                  <a:pt x="1554" y="1555"/>
                </a:lnTo>
                <a:lnTo>
                  <a:pt x="1413" y="1656"/>
                </a:lnTo>
                <a:lnTo>
                  <a:pt x="1272" y="1736"/>
                </a:lnTo>
                <a:lnTo>
                  <a:pt x="1110" y="1797"/>
                </a:lnTo>
                <a:lnTo>
                  <a:pt x="929" y="1817"/>
                </a:lnTo>
                <a:lnTo>
                  <a:pt x="767" y="1797"/>
                </a:lnTo>
                <a:lnTo>
                  <a:pt x="606" y="1736"/>
                </a:lnTo>
                <a:lnTo>
                  <a:pt x="465" y="1656"/>
                </a:lnTo>
                <a:lnTo>
                  <a:pt x="323" y="1555"/>
                </a:lnTo>
                <a:lnTo>
                  <a:pt x="222" y="1434"/>
                </a:lnTo>
                <a:lnTo>
                  <a:pt x="142" y="1293"/>
                </a:lnTo>
                <a:lnTo>
                  <a:pt x="101" y="1131"/>
                </a:lnTo>
                <a:lnTo>
                  <a:pt x="81" y="949"/>
                </a:lnTo>
                <a:lnTo>
                  <a:pt x="101" y="768"/>
                </a:lnTo>
                <a:lnTo>
                  <a:pt x="142" y="606"/>
                </a:lnTo>
                <a:lnTo>
                  <a:pt x="222" y="465"/>
                </a:lnTo>
                <a:lnTo>
                  <a:pt x="323" y="344"/>
                </a:lnTo>
                <a:lnTo>
                  <a:pt x="465" y="243"/>
                </a:lnTo>
                <a:lnTo>
                  <a:pt x="606" y="162"/>
                </a:lnTo>
                <a:lnTo>
                  <a:pt x="767" y="102"/>
                </a:lnTo>
                <a:lnTo>
                  <a:pt x="929" y="82"/>
                </a:lnTo>
                <a:close/>
                <a:moveTo>
                  <a:pt x="929" y="1"/>
                </a:moveTo>
                <a:lnTo>
                  <a:pt x="747" y="21"/>
                </a:lnTo>
                <a:lnTo>
                  <a:pt x="565" y="82"/>
                </a:lnTo>
                <a:lnTo>
                  <a:pt x="404" y="162"/>
                </a:lnTo>
                <a:lnTo>
                  <a:pt x="263" y="284"/>
                </a:lnTo>
                <a:lnTo>
                  <a:pt x="162" y="425"/>
                </a:lnTo>
                <a:lnTo>
                  <a:pt x="61" y="586"/>
                </a:lnTo>
                <a:lnTo>
                  <a:pt x="21" y="768"/>
                </a:lnTo>
                <a:lnTo>
                  <a:pt x="0" y="949"/>
                </a:lnTo>
                <a:lnTo>
                  <a:pt x="21" y="1131"/>
                </a:lnTo>
                <a:lnTo>
                  <a:pt x="61" y="1313"/>
                </a:lnTo>
                <a:lnTo>
                  <a:pt x="162" y="1474"/>
                </a:lnTo>
                <a:lnTo>
                  <a:pt x="263" y="1615"/>
                </a:lnTo>
                <a:lnTo>
                  <a:pt x="404" y="1736"/>
                </a:lnTo>
                <a:lnTo>
                  <a:pt x="565" y="1817"/>
                </a:lnTo>
                <a:lnTo>
                  <a:pt x="747" y="1878"/>
                </a:lnTo>
                <a:lnTo>
                  <a:pt x="929" y="1898"/>
                </a:lnTo>
                <a:lnTo>
                  <a:pt x="1130" y="1878"/>
                </a:lnTo>
                <a:lnTo>
                  <a:pt x="1312" y="1817"/>
                </a:lnTo>
                <a:lnTo>
                  <a:pt x="1453" y="1736"/>
                </a:lnTo>
                <a:lnTo>
                  <a:pt x="1595" y="1615"/>
                </a:lnTo>
                <a:lnTo>
                  <a:pt x="1716" y="1474"/>
                </a:lnTo>
                <a:lnTo>
                  <a:pt x="1796" y="1313"/>
                </a:lnTo>
                <a:lnTo>
                  <a:pt x="1857" y="1131"/>
                </a:lnTo>
                <a:lnTo>
                  <a:pt x="1877" y="949"/>
                </a:lnTo>
                <a:lnTo>
                  <a:pt x="1857" y="768"/>
                </a:lnTo>
                <a:lnTo>
                  <a:pt x="1796" y="586"/>
                </a:lnTo>
                <a:lnTo>
                  <a:pt x="1716" y="425"/>
                </a:lnTo>
                <a:lnTo>
                  <a:pt x="1595" y="284"/>
                </a:lnTo>
                <a:lnTo>
                  <a:pt x="1453" y="162"/>
                </a:lnTo>
                <a:lnTo>
                  <a:pt x="1312" y="82"/>
                </a:lnTo>
                <a:lnTo>
                  <a:pt x="1130"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3"/>
          <p:cNvSpPr/>
          <p:nvPr/>
        </p:nvSpPr>
        <p:spPr>
          <a:xfrm>
            <a:off x="8947481" y="1091884"/>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3"/>
          <p:cNvSpPr/>
          <p:nvPr/>
        </p:nvSpPr>
        <p:spPr>
          <a:xfrm>
            <a:off x="9048679" y="1373263"/>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3"/>
          <p:cNvSpPr/>
          <p:nvPr/>
        </p:nvSpPr>
        <p:spPr>
          <a:xfrm>
            <a:off x="9064657" y="3902409"/>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3"/>
          <p:cNvSpPr/>
          <p:nvPr/>
        </p:nvSpPr>
        <p:spPr>
          <a:xfrm>
            <a:off x="9062365" y="3900173"/>
            <a:ext cx="104994" cy="104994"/>
          </a:xfrm>
          <a:custGeom>
            <a:rect b="b" l="l" r="r" t="t"/>
            <a:pathLst>
              <a:path extrusionOk="0" h="1878" w="1878">
                <a:moveTo>
                  <a:pt x="929" y="81"/>
                </a:moveTo>
                <a:lnTo>
                  <a:pt x="1111" y="101"/>
                </a:lnTo>
                <a:lnTo>
                  <a:pt x="1272" y="142"/>
                </a:lnTo>
                <a:lnTo>
                  <a:pt x="1414" y="223"/>
                </a:lnTo>
                <a:lnTo>
                  <a:pt x="1535" y="344"/>
                </a:lnTo>
                <a:lnTo>
                  <a:pt x="1656" y="465"/>
                </a:lnTo>
                <a:lnTo>
                  <a:pt x="1736" y="606"/>
                </a:lnTo>
                <a:lnTo>
                  <a:pt x="1777" y="767"/>
                </a:lnTo>
                <a:lnTo>
                  <a:pt x="1797" y="949"/>
                </a:lnTo>
                <a:lnTo>
                  <a:pt x="1777" y="1110"/>
                </a:lnTo>
                <a:lnTo>
                  <a:pt x="1736" y="1272"/>
                </a:lnTo>
                <a:lnTo>
                  <a:pt x="1656" y="1433"/>
                </a:lnTo>
                <a:lnTo>
                  <a:pt x="1535" y="1554"/>
                </a:lnTo>
                <a:lnTo>
                  <a:pt x="1414" y="1655"/>
                </a:lnTo>
                <a:lnTo>
                  <a:pt x="1272" y="1736"/>
                </a:lnTo>
                <a:lnTo>
                  <a:pt x="1111" y="1797"/>
                </a:lnTo>
                <a:lnTo>
                  <a:pt x="768" y="1797"/>
                </a:lnTo>
                <a:lnTo>
                  <a:pt x="606" y="1736"/>
                </a:lnTo>
                <a:lnTo>
                  <a:pt x="445" y="1655"/>
                </a:lnTo>
                <a:lnTo>
                  <a:pt x="324" y="1554"/>
                </a:lnTo>
                <a:lnTo>
                  <a:pt x="223" y="1433"/>
                </a:lnTo>
                <a:lnTo>
                  <a:pt x="142" y="1272"/>
                </a:lnTo>
                <a:lnTo>
                  <a:pt x="82" y="1110"/>
                </a:lnTo>
                <a:lnTo>
                  <a:pt x="82" y="949"/>
                </a:lnTo>
                <a:lnTo>
                  <a:pt x="82" y="767"/>
                </a:lnTo>
                <a:lnTo>
                  <a:pt x="142" y="606"/>
                </a:lnTo>
                <a:lnTo>
                  <a:pt x="223" y="465"/>
                </a:lnTo>
                <a:lnTo>
                  <a:pt x="324" y="344"/>
                </a:lnTo>
                <a:lnTo>
                  <a:pt x="445" y="223"/>
                </a:lnTo>
                <a:lnTo>
                  <a:pt x="606" y="142"/>
                </a:lnTo>
                <a:lnTo>
                  <a:pt x="768" y="101"/>
                </a:lnTo>
                <a:lnTo>
                  <a:pt x="929" y="81"/>
                </a:lnTo>
                <a:close/>
                <a:moveTo>
                  <a:pt x="929" y="1"/>
                </a:moveTo>
                <a:lnTo>
                  <a:pt x="748" y="21"/>
                </a:lnTo>
                <a:lnTo>
                  <a:pt x="566" y="81"/>
                </a:lnTo>
                <a:lnTo>
                  <a:pt x="405" y="162"/>
                </a:lnTo>
                <a:lnTo>
                  <a:pt x="263" y="283"/>
                </a:lnTo>
                <a:lnTo>
                  <a:pt x="162" y="424"/>
                </a:lnTo>
                <a:lnTo>
                  <a:pt x="62" y="586"/>
                </a:lnTo>
                <a:lnTo>
                  <a:pt x="21" y="747"/>
                </a:lnTo>
                <a:lnTo>
                  <a:pt x="1" y="949"/>
                </a:lnTo>
                <a:lnTo>
                  <a:pt x="21" y="1131"/>
                </a:lnTo>
                <a:lnTo>
                  <a:pt x="62" y="1312"/>
                </a:lnTo>
                <a:lnTo>
                  <a:pt x="162" y="1474"/>
                </a:lnTo>
                <a:lnTo>
                  <a:pt x="263" y="1615"/>
                </a:lnTo>
                <a:lnTo>
                  <a:pt x="405" y="1716"/>
                </a:lnTo>
                <a:lnTo>
                  <a:pt x="566" y="1817"/>
                </a:lnTo>
                <a:lnTo>
                  <a:pt x="748" y="1857"/>
                </a:lnTo>
                <a:lnTo>
                  <a:pt x="929" y="1877"/>
                </a:lnTo>
                <a:lnTo>
                  <a:pt x="1131" y="1857"/>
                </a:lnTo>
                <a:lnTo>
                  <a:pt x="1293" y="1817"/>
                </a:lnTo>
                <a:lnTo>
                  <a:pt x="1454" y="1716"/>
                </a:lnTo>
                <a:lnTo>
                  <a:pt x="1595" y="1615"/>
                </a:lnTo>
                <a:lnTo>
                  <a:pt x="1716" y="1474"/>
                </a:lnTo>
                <a:lnTo>
                  <a:pt x="1797" y="1312"/>
                </a:lnTo>
                <a:lnTo>
                  <a:pt x="1858" y="1131"/>
                </a:lnTo>
                <a:lnTo>
                  <a:pt x="1878" y="949"/>
                </a:lnTo>
                <a:lnTo>
                  <a:pt x="1858" y="747"/>
                </a:lnTo>
                <a:lnTo>
                  <a:pt x="1797" y="586"/>
                </a:lnTo>
                <a:lnTo>
                  <a:pt x="1716" y="424"/>
                </a:lnTo>
                <a:lnTo>
                  <a:pt x="1595" y="283"/>
                </a:lnTo>
                <a:lnTo>
                  <a:pt x="1454" y="162"/>
                </a:lnTo>
                <a:lnTo>
                  <a:pt x="1293" y="81"/>
                </a:lnTo>
                <a:lnTo>
                  <a:pt x="1131"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3"/>
          <p:cNvSpPr/>
          <p:nvPr/>
        </p:nvSpPr>
        <p:spPr>
          <a:xfrm>
            <a:off x="7397129" y="4469477"/>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3"/>
          <p:cNvSpPr/>
          <p:nvPr/>
        </p:nvSpPr>
        <p:spPr>
          <a:xfrm>
            <a:off x="7665172" y="399370"/>
            <a:ext cx="101584" cy="100466"/>
          </a:xfrm>
          <a:custGeom>
            <a:rect b="b" l="l" r="r" t="t"/>
            <a:pathLst>
              <a:path extrusionOk="0" h="1797" w="1817">
                <a:moveTo>
                  <a:pt x="909" y="1"/>
                </a:moveTo>
                <a:lnTo>
                  <a:pt x="727" y="21"/>
                </a:lnTo>
                <a:lnTo>
                  <a:pt x="566" y="61"/>
                </a:lnTo>
                <a:lnTo>
                  <a:pt x="404" y="142"/>
                </a:lnTo>
                <a:lnTo>
                  <a:pt x="283" y="263"/>
                </a:lnTo>
                <a:lnTo>
                  <a:pt x="162" y="384"/>
                </a:lnTo>
                <a:lnTo>
                  <a:pt x="81" y="546"/>
                </a:lnTo>
                <a:lnTo>
                  <a:pt x="21" y="707"/>
                </a:lnTo>
                <a:lnTo>
                  <a:pt x="1" y="889"/>
                </a:lnTo>
                <a:lnTo>
                  <a:pt x="21" y="1070"/>
                </a:lnTo>
                <a:lnTo>
                  <a:pt x="81" y="1252"/>
                </a:lnTo>
                <a:lnTo>
                  <a:pt x="162" y="1393"/>
                </a:lnTo>
                <a:lnTo>
                  <a:pt x="283" y="1534"/>
                </a:lnTo>
                <a:lnTo>
                  <a:pt x="404" y="1635"/>
                </a:lnTo>
                <a:lnTo>
                  <a:pt x="566" y="1716"/>
                </a:lnTo>
                <a:lnTo>
                  <a:pt x="727" y="1777"/>
                </a:lnTo>
                <a:lnTo>
                  <a:pt x="909" y="1797"/>
                </a:lnTo>
                <a:lnTo>
                  <a:pt x="1090" y="1777"/>
                </a:lnTo>
                <a:lnTo>
                  <a:pt x="1272" y="1716"/>
                </a:lnTo>
                <a:lnTo>
                  <a:pt x="1413" y="1635"/>
                </a:lnTo>
                <a:lnTo>
                  <a:pt x="1554" y="1534"/>
                </a:lnTo>
                <a:lnTo>
                  <a:pt x="1655" y="1393"/>
                </a:lnTo>
                <a:lnTo>
                  <a:pt x="1736" y="1252"/>
                </a:lnTo>
                <a:lnTo>
                  <a:pt x="1797" y="1070"/>
                </a:lnTo>
                <a:lnTo>
                  <a:pt x="1817" y="889"/>
                </a:lnTo>
                <a:lnTo>
                  <a:pt x="1797" y="707"/>
                </a:lnTo>
                <a:lnTo>
                  <a:pt x="1736" y="546"/>
                </a:lnTo>
                <a:lnTo>
                  <a:pt x="1655" y="384"/>
                </a:lnTo>
                <a:lnTo>
                  <a:pt x="1554" y="263"/>
                </a:lnTo>
                <a:lnTo>
                  <a:pt x="1413" y="142"/>
                </a:lnTo>
                <a:lnTo>
                  <a:pt x="1272" y="61"/>
                </a:lnTo>
                <a:lnTo>
                  <a:pt x="1090" y="21"/>
                </a:lnTo>
                <a:lnTo>
                  <a:pt x="9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3"/>
          <p:cNvSpPr/>
          <p:nvPr/>
        </p:nvSpPr>
        <p:spPr>
          <a:xfrm>
            <a:off x="9325237" y="2442525"/>
            <a:ext cx="4584" cy="51994"/>
          </a:xfrm>
          <a:custGeom>
            <a:rect b="b" l="l" r="r" t="t"/>
            <a:pathLst>
              <a:path extrusionOk="0" h="930" w="82">
                <a:moveTo>
                  <a:pt x="1" y="1"/>
                </a:moveTo>
                <a:lnTo>
                  <a:pt x="1" y="929"/>
                </a:lnTo>
                <a:lnTo>
                  <a:pt x="82" y="929"/>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3"/>
          <p:cNvSpPr/>
          <p:nvPr/>
        </p:nvSpPr>
        <p:spPr>
          <a:xfrm>
            <a:off x="9301588" y="2466230"/>
            <a:ext cx="51938" cy="4584"/>
          </a:xfrm>
          <a:custGeom>
            <a:rect b="b" l="l" r="r" t="t"/>
            <a:pathLst>
              <a:path extrusionOk="0" h="82" w="929">
                <a:moveTo>
                  <a:pt x="0" y="1"/>
                </a:moveTo>
                <a:lnTo>
                  <a:pt x="0" y="81"/>
                </a:lnTo>
                <a:lnTo>
                  <a:pt x="928" y="81"/>
                </a:lnTo>
                <a:lnTo>
                  <a:pt x="92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3"/>
          <p:cNvSpPr/>
          <p:nvPr/>
        </p:nvSpPr>
        <p:spPr>
          <a:xfrm rot="3449335">
            <a:off x="2649872" y="-138575"/>
            <a:ext cx="4584" cy="55347"/>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3"/>
          <p:cNvSpPr/>
          <p:nvPr/>
        </p:nvSpPr>
        <p:spPr>
          <a:xfrm>
            <a:off x="-2003610" y="63728"/>
            <a:ext cx="2433600" cy="243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3"/>
          <p:cNvSpPr/>
          <p:nvPr/>
        </p:nvSpPr>
        <p:spPr>
          <a:xfrm rot="3449335">
            <a:off x="2625262" y="-113023"/>
            <a:ext cx="55347"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5" name="Google Shape;205;p3"/>
          <p:cNvGrpSpPr/>
          <p:nvPr/>
        </p:nvGrpSpPr>
        <p:grpSpPr>
          <a:xfrm>
            <a:off x="3970982" y="4599416"/>
            <a:ext cx="1205112" cy="520243"/>
            <a:chOff x="3970982" y="4599416"/>
            <a:chExt cx="1205112" cy="520243"/>
          </a:xfrm>
        </p:grpSpPr>
        <p:sp>
          <p:nvSpPr>
            <p:cNvPr id="206" name="Google Shape;206;p3"/>
            <p:cNvSpPr/>
            <p:nvPr/>
          </p:nvSpPr>
          <p:spPr>
            <a:xfrm>
              <a:off x="4793927" y="506697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3"/>
            <p:cNvSpPr/>
            <p:nvPr/>
          </p:nvSpPr>
          <p:spPr>
            <a:xfrm>
              <a:off x="4465205"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3"/>
            <p:cNvSpPr/>
            <p:nvPr/>
          </p:nvSpPr>
          <p:spPr>
            <a:xfrm>
              <a:off x="4632225"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3"/>
            <p:cNvSpPr/>
            <p:nvPr/>
          </p:nvSpPr>
          <p:spPr>
            <a:xfrm>
              <a:off x="4466725"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3"/>
            <p:cNvSpPr/>
            <p:nvPr/>
          </p:nvSpPr>
          <p:spPr>
            <a:xfrm>
              <a:off x="4629946"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3"/>
            <p:cNvSpPr/>
            <p:nvPr/>
          </p:nvSpPr>
          <p:spPr>
            <a:xfrm>
              <a:off x="4796206"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3"/>
            <p:cNvSpPr/>
            <p:nvPr/>
          </p:nvSpPr>
          <p:spPr>
            <a:xfrm>
              <a:off x="4459090"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3"/>
            <p:cNvSpPr/>
            <p:nvPr/>
          </p:nvSpPr>
          <p:spPr>
            <a:xfrm>
              <a:off x="4631466"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3"/>
            <p:cNvSpPr/>
            <p:nvPr/>
          </p:nvSpPr>
          <p:spPr>
            <a:xfrm>
              <a:off x="4796206"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3"/>
            <p:cNvSpPr/>
            <p:nvPr/>
          </p:nvSpPr>
          <p:spPr>
            <a:xfrm>
              <a:off x="4462166" y="506545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3"/>
            <p:cNvSpPr/>
            <p:nvPr/>
          </p:nvSpPr>
          <p:spPr>
            <a:xfrm>
              <a:off x="4630706" y="506621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3"/>
            <p:cNvSpPr/>
            <p:nvPr/>
          </p:nvSpPr>
          <p:spPr>
            <a:xfrm>
              <a:off x="4797004"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3"/>
            <p:cNvSpPr/>
            <p:nvPr/>
          </p:nvSpPr>
          <p:spPr>
            <a:xfrm>
              <a:off x="4960985"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3"/>
            <p:cNvSpPr/>
            <p:nvPr/>
          </p:nvSpPr>
          <p:spPr>
            <a:xfrm>
              <a:off x="4303503"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3"/>
            <p:cNvSpPr/>
            <p:nvPr/>
          </p:nvSpPr>
          <p:spPr>
            <a:xfrm>
              <a:off x="4303503"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3"/>
            <p:cNvSpPr/>
            <p:nvPr/>
          </p:nvSpPr>
          <p:spPr>
            <a:xfrm>
              <a:off x="4959428" y="506697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3"/>
            <p:cNvSpPr/>
            <p:nvPr/>
          </p:nvSpPr>
          <p:spPr>
            <a:xfrm>
              <a:off x="4301984" y="506621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3"/>
            <p:cNvSpPr/>
            <p:nvPr/>
          </p:nvSpPr>
          <p:spPr>
            <a:xfrm>
              <a:off x="4960226"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3"/>
            <p:cNvSpPr/>
            <p:nvPr/>
          </p:nvSpPr>
          <p:spPr>
            <a:xfrm>
              <a:off x="4137243" y="506469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3"/>
            <p:cNvSpPr/>
            <p:nvPr/>
          </p:nvSpPr>
          <p:spPr>
            <a:xfrm>
              <a:off x="4959428"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3"/>
            <p:cNvSpPr/>
            <p:nvPr/>
          </p:nvSpPr>
          <p:spPr>
            <a:xfrm>
              <a:off x="4302743"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3"/>
            <p:cNvSpPr/>
            <p:nvPr/>
          </p:nvSpPr>
          <p:spPr>
            <a:xfrm>
              <a:off x="4138762"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3"/>
            <p:cNvSpPr/>
            <p:nvPr/>
          </p:nvSpPr>
          <p:spPr>
            <a:xfrm>
              <a:off x="3970982" y="506545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3"/>
            <p:cNvSpPr/>
            <p:nvPr/>
          </p:nvSpPr>
          <p:spPr>
            <a:xfrm>
              <a:off x="3973261"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3"/>
            <p:cNvSpPr/>
            <p:nvPr/>
          </p:nvSpPr>
          <p:spPr>
            <a:xfrm>
              <a:off x="5123447" y="506925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3"/>
            <p:cNvSpPr/>
            <p:nvPr/>
          </p:nvSpPr>
          <p:spPr>
            <a:xfrm>
              <a:off x="4137243"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3"/>
            <p:cNvSpPr/>
            <p:nvPr/>
          </p:nvSpPr>
          <p:spPr>
            <a:xfrm>
              <a:off x="4134964"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3"/>
            <p:cNvSpPr/>
            <p:nvPr/>
          </p:nvSpPr>
          <p:spPr>
            <a:xfrm>
              <a:off x="5121890"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3"/>
            <p:cNvSpPr/>
            <p:nvPr/>
          </p:nvSpPr>
          <p:spPr>
            <a:xfrm>
              <a:off x="5124207"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3"/>
            <p:cNvSpPr/>
            <p:nvPr/>
          </p:nvSpPr>
          <p:spPr>
            <a:xfrm>
              <a:off x="3974781"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3"/>
            <p:cNvSpPr/>
            <p:nvPr/>
          </p:nvSpPr>
          <p:spPr>
            <a:xfrm>
              <a:off x="3975541"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3"/>
            <p:cNvSpPr/>
            <p:nvPr/>
          </p:nvSpPr>
          <p:spPr>
            <a:xfrm>
              <a:off x="5124967"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8" name="Google Shape;238;p3"/>
          <p:cNvGrpSpPr/>
          <p:nvPr/>
        </p:nvGrpSpPr>
        <p:grpSpPr>
          <a:xfrm>
            <a:off x="3969444" y="51341"/>
            <a:ext cx="1205112" cy="520243"/>
            <a:chOff x="3970982" y="4599416"/>
            <a:chExt cx="1205112" cy="520243"/>
          </a:xfrm>
        </p:grpSpPr>
        <p:sp>
          <p:nvSpPr>
            <p:cNvPr id="239" name="Google Shape;239;p3"/>
            <p:cNvSpPr/>
            <p:nvPr/>
          </p:nvSpPr>
          <p:spPr>
            <a:xfrm>
              <a:off x="4793927" y="506697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3"/>
            <p:cNvSpPr/>
            <p:nvPr/>
          </p:nvSpPr>
          <p:spPr>
            <a:xfrm>
              <a:off x="4465205"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3"/>
            <p:cNvSpPr/>
            <p:nvPr/>
          </p:nvSpPr>
          <p:spPr>
            <a:xfrm>
              <a:off x="4632225"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3"/>
            <p:cNvSpPr/>
            <p:nvPr/>
          </p:nvSpPr>
          <p:spPr>
            <a:xfrm>
              <a:off x="4466725"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3"/>
            <p:cNvSpPr/>
            <p:nvPr/>
          </p:nvSpPr>
          <p:spPr>
            <a:xfrm>
              <a:off x="4629946"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3"/>
            <p:cNvSpPr/>
            <p:nvPr/>
          </p:nvSpPr>
          <p:spPr>
            <a:xfrm>
              <a:off x="4796206"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
            <p:cNvSpPr/>
            <p:nvPr/>
          </p:nvSpPr>
          <p:spPr>
            <a:xfrm>
              <a:off x="4459090"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3"/>
            <p:cNvSpPr/>
            <p:nvPr/>
          </p:nvSpPr>
          <p:spPr>
            <a:xfrm>
              <a:off x="4631466"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3"/>
            <p:cNvSpPr/>
            <p:nvPr/>
          </p:nvSpPr>
          <p:spPr>
            <a:xfrm>
              <a:off x="4796206"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3"/>
            <p:cNvSpPr/>
            <p:nvPr/>
          </p:nvSpPr>
          <p:spPr>
            <a:xfrm>
              <a:off x="4462166" y="506545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3"/>
            <p:cNvSpPr/>
            <p:nvPr/>
          </p:nvSpPr>
          <p:spPr>
            <a:xfrm>
              <a:off x="4630706" y="506621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3"/>
            <p:cNvSpPr/>
            <p:nvPr/>
          </p:nvSpPr>
          <p:spPr>
            <a:xfrm>
              <a:off x="4797004"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3"/>
            <p:cNvSpPr/>
            <p:nvPr/>
          </p:nvSpPr>
          <p:spPr>
            <a:xfrm>
              <a:off x="4960985"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3"/>
            <p:cNvSpPr/>
            <p:nvPr/>
          </p:nvSpPr>
          <p:spPr>
            <a:xfrm>
              <a:off x="4303503"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3"/>
            <p:cNvSpPr/>
            <p:nvPr/>
          </p:nvSpPr>
          <p:spPr>
            <a:xfrm>
              <a:off x="4303503"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3"/>
            <p:cNvSpPr/>
            <p:nvPr/>
          </p:nvSpPr>
          <p:spPr>
            <a:xfrm>
              <a:off x="4959428" y="506697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3"/>
            <p:cNvSpPr/>
            <p:nvPr/>
          </p:nvSpPr>
          <p:spPr>
            <a:xfrm>
              <a:off x="4301984" y="506621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3"/>
            <p:cNvSpPr/>
            <p:nvPr/>
          </p:nvSpPr>
          <p:spPr>
            <a:xfrm>
              <a:off x="4960226"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3"/>
            <p:cNvSpPr/>
            <p:nvPr/>
          </p:nvSpPr>
          <p:spPr>
            <a:xfrm>
              <a:off x="4137243" y="506469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3"/>
            <p:cNvSpPr/>
            <p:nvPr/>
          </p:nvSpPr>
          <p:spPr>
            <a:xfrm>
              <a:off x="4959428"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3"/>
            <p:cNvSpPr/>
            <p:nvPr/>
          </p:nvSpPr>
          <p:spPr>
            <a:xfrm>
              <a:off x="4302743"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3"/>
            <p:cNvSpPr/>
            <p:nvPr/>
          </p:nvSpPr>
          <p:spPr>
            <a:xfrm>
              <a:off x="4138762"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3"/>
            <p:cNvSpPr/>
            <p:nvPr/>
          </p:nvSpPr>
          <p:spPr>
            <a:xfrm>
              <a:off x="3970982" y="506545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3"/>
            <p:cNvSpPr/>
            <p:nvPr/>
          </p:nvSpPr>
          <p:spPr>
            <a:xfrm>
              <a:off x="3973261"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3"/>
            <p:cNvSpPr/>
            <p:nvPr/>
          </p:nvSpPr>
          <p:spPr>
            <a:xfrm>
              <a:off x="5123447" y="506925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3"/>
            <p:cNvSpPr/>
            <p:nvPr/>
          </p:nvSpPr>
          <p:spPr>
            <a:xfrm>
              <a:off x="4137243"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3"/>
            <p:cNvSpPr/>
            <p:nvPr/>
          </p:nvSpPr>
          <p:spPr>
            <a:xfrm>
              <a:off x="4134964"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3"/>
            <p:cNvSpPr/>
            <p:nvPr/>
          </p:nvSpPr>
          <p:spPr>
            <a:xfrm>
              <a:off x="5121890"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3"/>
            <p:cNvSpPr/>
            <p:nvPr/>
          </p:nvSpPr>
          <p:spPr>
            <a:xfrm>
              <a:off x="5124207"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3"/>
            <p:cNvSpPr/>
            <p:nvPr/>
          </p:nvSpPr>
          <p:spPr>
            <a:xfrm>
              <a:off x="3974781"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3"/>
            <p:cNvSpPr/>
            <p:nvPr/>
          </p:nvSpPr>
          <p:spPr>
            <a:xfrm>
              <a:off x="3975541"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3"/>
            <p:cNvSpPr/>
            <p:nvPr/>
          </p:nvSpPr>
          <p:spPr>
            <a:xfrm>
              <a:off x="5124967"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1" name="Google Shape;271;p3"/>
          <p:cNvGrpSpPr/>
          <p:nvPr/>
        </p:nvGrpSpPr>
        <p:grpSpPr>
          <a:xfrm>
            <a:off x="335952" y="4224312"/>
            <a:ext cx="754524" cy="750237"/>
            <a:chOff x="8523754" y="10"/>
            <a:chExt cx="516408" cy="513439"/>
          </a:xfrm>
        </p:grpSpPr>
        <p:sp>
          <p:nvSpPr>
            <p:cNvPr id="272" name="Google Shape;272;p3"/>
            <p:cNvSpPr/>
            <p:nvPr/>
          </p:nvSpPr>
          <p:spPr>
            <a:xfrm>
              <a:off x="8523754" y="255242"/>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3"/>
            <p:cNvSpPr/>
            <p:nvPr/>
          </p:nvSpPr>
          <p:spPr>
            <a:xfrm>
              <a:off x="8523754" y="10"/>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4" name="Google Shape;274;p3"/>
          <p:cNvSpPr/>
          <p:nvPr/>
        </p:nvSpPr>
        <p:spPr>
          <a:xfrm>
            <a:off x="8202150" y="43847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3"/>
          <p:cNvSpPr/>
          <p:nvPr/>
        </p:nvSpPr>
        <p:spPr>
          <a:xfrm>
            <a:off x="484600" y="2807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6" name="Google Shape;276;p3"/>
          <p:cNvGrpSpPr/>
          <p:nvPr/>
        </p:nvGrpSpPr>
        <p:grpSpPr>
          <a:xfrm flipH="1" rot="2700000">
            <a:off x="-2243747" y="347213"/>
            <a:ext cx="2946912" cy="1512954"/>
            <a:chOff x="-1306807" y="-1638114"/>
            <a:chExt cx="2946940" cy="1512969"/>
          </a:xfrm>
        </p:grpSpPr>
        <p:sp>
          <p:nvSpPr>
            <p:cNvPr id="277" name="Google Shape;277;p3"/>
            <p:cNvSpPr/>
            <p:nvPr/>
          </p:nvSpPr>
          <p:spPr>
            <a:xfrm flipH="1">
              <a:off x="-1306807" y="-1638114"/>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3"/>
            <p:cNvSpPr/>
            <p:nvPr/>
          </p:nvSpPr>
          <p:spPr>
            <a:xfrm flipH="1">
              <a:off x="-1104859" y="-1581704"/>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3"/>
            <p:cNvSpPr/>
            <p:nvPr/>
          </p:nvSpPr>
          <p:spPr>
            <a:xfrm flipH="1">
              <a:off x="-818271" y="-1474532"/>
              <a:ext cx="1642730" cy="740159"/>
            </a:xfrm>
            <a:custGeom>
              <a:rect b="b" l="l" r="r" t="t"/>
              <a:pathLst>
                <a:path extrusionOk="0" h="13239" w="29383">
                  <a:moveTo>
                    <a:pt x="28272" y="81"/>
                  </a:moveTo>
                  <a:lnTo>
                    <a:pt x="28474" y="102"/>
                  </a:lnTo>
                  <a:lnTo>
                    <a:pt x="28696" y="142"/>
                  </a:lnTo>
                  <a:lnTo>
                    <a:pt x="28898" y="202"/>
                  </a:lnTo>
                  <a:lnTo>
                    <a:pt x="29019" y="243"/>
                  </a:lnTo>
                  <a:lnTo>
                    <a:pt x="29140" y="303"/>
                  </a:lnTo>
                  <a:lnTo>
                    <a:pt x="29201" y="364"/>
                  </a:lnTo>
                  <a:lnTo>
                    <a:pt x="29261" y="404"/>
                  </a:lnTo>
                  <a:lnTo>
                    <a:pt x="29281" y="465"/>
                  </a:lnTo>
                  <a:lnTo>
                    <a:pt x="29302" y="545"/>
                  </a:lnTo>
                  <a:lnTo>
                    <a:pt x="29302" y="626"/>
                  </a:lnTo>
                  <a:lnTo>
                    <a:pt x="29281" y="707"/>
                  </a:lnTo>
                  <a:lnTo>
                    <a:pt x="29201" y="848"/>
                  </a:lnTo>
                  <a:lnTo>
                    <a:pt x="29059" y="1070"/>
                  </a:lnTo>
                  <a:lnTo>
                    <a:pt x="28918" y="1272"/>
                  </a:lnTo>
                  <a:lnTo>
                    <a:pt x="28595" y="1676"/>
                  </a:lnTo>
                  <a:lnTo>
                    <a:pt x="28232" y="2079"/>
                  </a:lnTo>
                  <a:lnTo>
                    <a:pt x="27889" y="2442"/>
                  </a:lnTo>
                  <a:lnTo>
                    <a:pt x="27566" y="2785"/>
                  </a:lnTo>
                  <a:lnTo>
                    <a:pt x="27263" y="3129"/>
                  </a:lnTo>
                  <a:lnTo>
                    <a:pt x="26961" y="3492"/>
                  </a:lnTo>
                  <a:lnTo>
                    <a:pt x="26698" y="3855"/>
                  </a:lnTo>
                  <a:lnTo>
                    <a:pt x="26476" y="4198"/>
                  </a:lnTo>
                  <a:lnTo>
                    <a:pt x="26295" y="4521"/>
                  </a:lnTo>
                  <a:lnTo>
                    <a:pt x="26133" y="4884"/>
                  </a:lnTo>
                  <a:lnTo>
                    <a:pt x="25972" y="5247"/>
                  </a:lnTo>
                  <a:lnTo>
                    <a:pt x="25689" y="5974"/>
                  </a:lnTo>
                  <a:lnTo>
                    <a:pt x="25447" y="6721"/>
                  </a:lnTo>
                  <a:lnTo>
                    <a:pt x="25124" y="7649"/>
                  </a:lnTo>
                  <a:lnTo>
                    <a:pt x="24943" y="8113"/>
                  </a:lnTo>
                  <a:lnTo>
                    <a:pt x="24741" y="8557"/>
                  </a:lnTo>
                  <a:lnTo>
                    <a:pt x="24539" y="8981"/>
                  </a:lnTo>
                  <a:lnTo>
                    <a:pt x="24297" y="9405"/>
                  </a:lnTo>
                  <a:lnTo>
                    <a:pt x="24014" y="9788"/>
                  </a:lnTo>
                  <a:lnTo>
                    <a:pt x="23853" y="9990"/>
                  </a:lnTo>
                  <a:lnTo>
                    <a:pt x="23692" y="10171"/>
                  </a:lnTo>
                  <a:lnTo>
                    <a:pt x="23409" y="10414"/>
                  </a:lnTo>
                  <a:lnTo>
                    <a:pt x="23106" y="10676"/>
                  </a:lnTo>
                  <a:lnTo>
                    <a:pt x="22784" y="10898"/>
                  </a:lnTo>
                  <a:lnTo>
                    <a:pt x="22420" y="11100"/>
                  </a:lnTo>
                  <a:lnTo>
                    <a:pt x="22017" y="11301"/>
                  </a:lnTo>
                  <a:lnTo>
                    <a:pt x="21593" y="11483"/>
                  </a:lnTo>
                  <a:lnTo>
                    <a:pt x="21129" y="11645"/>
                  </a:lnTo>
                  <a:lnTo>
                    <a:pt x="20644" y="11786"/>
                  </a:lnTo>
                  <a:lnTo>
                    <a:pt x="19958" y="11947"/>
                  </a:lnTo>
                  <a:lnTo>
                    <a:pt x="19272" y="12088"/>
                  </a:lnTo>
                  <a:lnTo>
                    <a:pt x="18566" y="12210"/>
                  </a:lnTo>
                  <a:lnTo>
                    <a:pt x="17880" y="12290"/>
                  </a:lnTo>
                  <a:lnTo>
                    <a:pt x="17173" y="12371"/>
                  </a:lnTo>
                  <a:lnTo>
                    <a:pt x="16467" y="12432"/>
                  </a:lnTo>
                  <a:lnTo>
                    <a:pt x="15075" y="12532"/>
                  </a:lnTo>
                  <a:lnTo>
                    <a:pt x="14106" y="12593"/>
                  </a:lnTo>
                  <a:lnTo>
                    <a:pt x="12774" y="12694"/>
                  </a:lnTo>
                  <a:lnTo>
                    <a:pt x="11442" y="12815"/>
                  </a:lnTo>
                  <a:lnTo>
                    <a:pt x="9142" y="12997"/>
                  </a:lnTo>
                  <a:lnTo>
                    <a:pt x="7971" y="13077"/>
                  </a:lnTo>
                  <a:lnTo>
                    <a:pt x="6801" y="13138"/>
                  </a:lnTo>
                  <a:lnTo>
                    <a:pt x="5630" y="13158"/>
                  </a:lnTo>
                  <a:lnTo>
                    <a:pt x="4480" y="13158"/>
                  </a:lnTo>
                  <a:lnTo>
                    <a:pt x="3895" y="13138"/>
                  </a:lnTo>
                  <a:lnTo>
                    <a:pt x="3310" y="13098"/>
                  </a:lnTo>
                  <a:lnTo>
                    <a:pt x="2725" y="13057"/>
                  </a:lnTo>
                  <a:lnTo>
                    <a:pt x="2139" y="12976"/>
                  </a:lnTo>
                  <a:lnTo>
                    <a:pt x="1857" y="12936"/>
                  </a:lnTo>
                  <a:lnTo>
                    <a:pt x="1554" y="12855"/>
                  </a:lnTo>
                  <a:lnTo>
                    <a:pt x="1251" y="12754"/>
                  </a:lnTo>
                  <a:lnTo>
                    <a:pt x="969" y="12613"/>
                  </a:lnTo>
                  <a:lnTo>
                    <a:pt x="707" y="12452"/>
                  </a:lnTo>
                  <a:lnTo>
                    <a:pt x="485" y="12270"/>
                  </a:lnTo>
                  <a:lnTo>
                    <a:pt x="384" y="12169"/>
                  </a:lnTo>
                  <a:lnTo>
                    <a:pt x="303" y="12048"/>
                  </a:lnTo>
                  <a:lnTo>
                    <a:pt x="222" y="11947"/>
                  </a:lnTo>
                  <a:lnTo>
                    <a:pt x="162" y="11826"/>
                  </a:lnTo>
                  <a:lnTo>
                    <a:pt x="121" y="11685"/>
                  </a:lnTo>
                  <a:lnTo>
                    <a:pt x="81" y="11544"/>
                  </a:lnTo>
                  <a:lnTo>
                    <a:pt x="81" y="11382"/>
                  </a:lnTo>
                  <a:lnTo>
                    <a:pt x="101" y="11241"/>
                  </a:lnTo>
                  <a:lnTo>
                    <a:pt x="142" y="11079"/>
                  </a:lnTo>
                  <a:lnTo>
                    <a:pt x="202" y="10938"/>
                  </a:lnTo>
                  <a:lnTo>
                    <a:pt x="283" y="10777"/>
                  </a:lnTo>
                  <a:lnTo>
                    <a:pt x="384" y="10615"/>
                  </a:lnTo>
                  <a:lnTo>
                    <a:pt x="646" y="10313"/>
                  </a:lnTo>
                  <a:lnTo>
                    <a:pt x="929" y="10010"/>
                  </a:lnTo>
                  <a:lnTo>
                    <a:pt x="1272" y="9727"/>
                  </a:lnTo>
                  <a:lnTo>
                    <a:pt x="1635" y="9465"/>
                  </a:lnTo>
                  <a:lnTo>
                    <a:pt x="2038" y="9203"/>
                  </a:lnTo>
                  <a:lnTo>
                    <a:pt x="2422" y="8940"/>
                  </a:lnTo>
                  <a:lnTo>
                    <a:pt x="3229" y="8476"/>
                  </a:lnTo>
                  <a:lnTo>
                    <a:pt x="4016" y="7992"/>
                  </a:lnTo>
                  <a:lnTo>
                    <a:pt x="5005" y="7407"/>
                  </a:lnTo>
                  <a:lnTo>
                    <a:pt x="6014" y="6821"/>
                  </a:lnTo>
                  <a:lnTo>
                    <a:pt x="7063" y="6277"/>
                  </a:lnTo>
                  <a:lnTo>
                    <a:pt x="8153" y="5732"/>
                  </a:lnTo>
                  <a:lnTo>
                    <a:pt x="9283" y="5207"/>
                  </a:lnTo>
                  <a:lnTo>
                    <a:pt x="10433" y="4682"/>
                  </a:lnTo>
                  <a:lnTo>
                    <a:pt x="11644" y="4198"/>
                  </a:lnTo>
                  <a:lnTo>
                    <a:pt x="12895" y="3714"/>
                  </a:lnTo>
                  <a:lnTo>
                    <a:pt x="14146" y="3250"/>
                  </a:lnTo>
                  <a:lnTo>
                    <a:pt x="15438" y="2826"/>
                  </a:lnTo>
                  <a:lnTo>
                    <a:pt x="16790" y="2382"/>
                  </a:lnTo>
                  <a:lnTo>
                    <a:pt x="18182" y="1958"/>
                  </a:lnTo>
                  <a:lnTo>
                    <a:pt x="19151" y="1676"/>
                  </a:lnTo>
                  <a:lnTo>
                    <a:pt x="20180" y="1393"/>
                  </a:lnTo>
                  <a:lnTo>
                    <a:pt x="21250" y="1111"/>
                  </a:lnTo>
                  <a:lnTo>
                    <a:pt x="22380" y="848"/>
                  </a:lnTo>
                  <a:lnTo>
                    <a:pt x="23550" y="606"/>
                  </a:lnTo>
                  <a:lnTo>
                    <a:pt x="24761" y="404"/>
                  </a:lnTo>
                  <a:lnTo>
                    <a:pt x="25972" y="223"/>
                  </a:lnTo>
                  <a:lnTo>
                    <a:pt x="26598" y="162"/>
                  </a:lnTo>
                  <a:lnTo>
                    <a:pt x="27223" y="102"/>
                  </a:lnTo>
                  <a:lnTo>
                    <a:pt x="27647" y="81"/>
                  </a:lnTo>
                  <a:close/>
                  <a:moveTo>
                    <a:pt x="27647" y="1"/>
                  </a:moveTo>
                  <a:lnTo>
                    <a:pt x="27223" y="21"/>
                  </a:lnTo>
                  <a:lnTo>
                    <a:pt x="26598" y="81"/>
                  </a:lnTo>
                  <a:lnTo>
                    <a:pt x="25972" y="142"/>
                  </a:lnTo>
                  <a:lnTo>
                    <a:pt x="24741" y="324"/>
                  </a:lnTo>
                  <a:lnTo>
                    <a:pt x="23550" y="525"/>
                  </a:lnTo>
                  <a:lnTo>
                    <a:pt x="22360" y="767"/>
                  </a:lnTo>
                  <a:lnTo>
                    <a:pt x="21230" y="1030"/>
                  </a:lnTo>
                  <a:lnTo>
                    <a:pt x="20160" y="1312"/>
                  </a:lnTo>
                  <a:lnTo>
                    <a:pt x="19131" y="1595"/>
                  </a:lnTo>
                  <a:lnTo>
                    <a:pt x="18162" y="1877"/>
                  </a:lnTo>
                  <a:lnTo>
                    <a:pt x="16750" y="2301"/>
                  </a:lnTo>
                  <a:lnTo>
                    <a:pt x="15418" y="2745"/>
                  </a:lnTo>
                  <a:lnTo>
                    <a:pt x="14106" y="3189"/>
                  </a:lnTo>
                  <a:lnTo>
                    <a:pt x="12855" y="3633"/>
                  </a:lnTo>
                  <a:lnTo>
                    <a:pt x="11604" y="4117"/>
                  </a:lnTo>
                  <a:lnTo>
                    <a:pt x="10413" y="4622"/>
                  </a:lnTo>
                  <a:lnTo>
                    <a:pt x="9243" y="5126"/>
                  </a:lnTo>
                  <a:lnTo>
                    <a:pt x="8113" y="5651"/>
                  </a:lnTo>
                  <a:lnTo>
                    <a:pt x="7023" y="6196"/>
                  </a:lnTo>
                  <a:lnTo>
                    <a:pt x="5974" y="6761"/>
                  </a:lnTo>
                  <a:lnTo>
                    <a:pt x="4965" y="7326"/>
                  </a:lnTo>
                  <a:lnTo>
                    <a:pt x="3976" y="7931"/>
                  </a:lnTo>
                  <a:lnTo>
                    <a:pt x="3189" y="8396"/>
                  </a:lnTo>
                  <a:lnTo>
                    <a:pt x="2381" y="8880"/>
                  </a:lnTo>
                  <a:lnTo>
                    <a:pt x="1978" y="9142"/>
                  </a:lnTo>
                  <a:lnTo>
                    <a:pt x="1594" y="9405"/>
                  </a:lnTo>
                  <a:lnTo>
                    <a:pt x="1211" y="9667"/>
                  </a:lnTo>
                  <a:lnTo>
                    <a:pt x="888" y="9949"/>
                  </a:lnTo>
                  <a:lnTo>
                    <a:pt x="585" y="10252"/>
                  </a:lnTo>
                  <a:lnTo>
                    <a:pt x="444" y="10414"/>
                  </a:lnTo>
                  <a:lnTo>
                    <a:pt x="323" y="10575"/>
                  </a:lnTo>
                  <a:lnTo>
                    <a:pt x="202" y="10736"/>
                  </a:lnTo>
                  <a:lnTo>
                    <a:pt x="121" y="10898"/>
                  </a:lnTo>
                  <a:lnTo>
                    <a:pt x="61" y="11059"/>
                  </a:lnTo>
                  <a:lnTo>
                    <a:pt x="20" y="11241"/>
                  </a:lnTo>
                  <a:lnTo>
                    <a:pt x="0" y="11382"/>
                  </a:lnTo>
                  <a:lnTo>
                    <a:pt x="0" y="11544"/>
                  </a:lnTo>
                  <a:lnTo>
                    <a:pt x="41" y="11705"/>
                  </a:lnTo>
                  <a:lnTo>
                    <a:pt x="101" y="11867"/>
                  </a:lnTo>
                  <a:lnTo>
                    <a:pt x="202" y="12048"/>
                  </a:lnTo>
                  <a:lnTo>
                    <a:pt x="343" y="12230"/>
                  </a:lnTo>
                  <a:lnTo>
                    <a:pt x="545" y="12411"/>
                  </a:lnTo>
                  <a:lnTo>
                    <a:pt x="787" y="12593"/>
                  </a:lnTo>
                  <a:lnTo>
                    <a:pt x="1070" y="12754"/>
                  </a:lnTo>
                  <a:lnTo>
                    <a:pt x="1393" y="12896"/>
                  </a:lnTo>
                  <a:lnTo>
                    <a:pt x="1736" y="12997"/>
                  </a:lnTo>
                  <a:lnTo>
                    <a:pt x="2139" y="13057"/>
                  </a:lnTo>
                  <a:lnTo>
                    <a:pt x="2947" y="13158"/>
                  </a:lnTo>
                  <a:lnTo>
                    <a:pt x="3754" y="13198"/>
                  </a:lnTo>
                  <a:lnTo>
                    <a:pt x="4561" y="13239"/>
                  </a:lnTo>
                  <a:lnTo>
                    <a:pt x="6135" y="13239"/>
                  </a:lnTo>
                  <a:lnTo>
                    <a:pt x="6902" y="13219"/>
                  </a:lnTo>
                  <a:lnTo>
                    <a:pt x="8435" y="13138"/>
                  </a:lnTo>
                  <a:lnTo>
                    <a:pt x="9949" y="13017"/>
                  </a:lnTo>
                  <a:lnTo>
                    <a:pt x="11442" y="12896"/>
                  </a:lnTo>
                  <a:lnTo>
                    <a:pt x="12774" y="12775"/>
                  </a:lnTo>
                  <a:lnTo>
                    <a:pt x="14106" y="12674"/>
                  </a:lnTo>
                  <a:lnTo>
                    <a:pt x="15075" y="12613"/>
                  </a:lnTo>
                  <a:lnTo>
                    <a:pt x="16467" y="12512"/>
                  </a:lnTo>
                  <a:lnTo>
                    <a:pt x="17173" y="12452"/>
                  </a:lnTo>
                  <a:lnTo>
                    <a:pt x="17880" y="12371"/>
                  </a:lnTo>
                  <a:lnTo>
                    <a:pt x="18586" y="12290"/>
                  </a:lnTo>
                  <a:lnTo>
                    <a:pt x="19272" y="12169"/>
                  </a:lnTo>
                  <a:lnTo>
                    <a:pt x="19978" y="12028"/>
                  </a:lnTo>
                  <a:lnTo>
                    <a:pt x="20665" y="11867"/>
                  </a:lnTo>
                  <a:lnTo>
                    <a:pt x="21149" y="11705"/>
                  </a:lnTo>
                  <a:lnTo>
                    <a:pt x="21613" y="11544"/>
                  </a:lnTo>
                  <a:lnTo>
                    <a:pt x="22057" y="11362"/>
                  </a:lnTo>
                  <a:lnTo>
                    <a:pt x="22461" y="11180"/>
                  </a:lnTo>
                  <a:lnTo>
                    <a:pt x="22824" y="10958"/>
                  </a:lnTo>
                  <a:lnTo>
                    <a:pt x="23167" y="10736"/>
                  </a:lnTo>
                  <a:lnTo>
                    <a:pt x="23470" y="10474"/>
                  </a:lnTo>
                  <a:lnTo>
                    <a:pt x="23752" y="10212"/>
                  </a:lnTo>
                  <a:lnTo>
                    <a:pt x="23914" y="10030"/>
                  </a:lnTo>
                  <a:lnTo>
                    <a:pt x="24075" y="9849"/>
                  </a:lnTo>
                  <a:lnTo>
                    <a:pt x="24358" y="9445"/>
                  </a:lnTo>
                  <a:lnTo>
                    <a:pt x="24600" y="9021"/>
                  </a:lnTo>
                  <a:lnTo>
                    <a:pt x="24822" y="8597"/>
                  </a:lnTo>
                  <a:lnTo>
                    <a:pt x="25023" y="8133"/>
                  </a:lnTo>
                  <a:lnTo>
                    <a:pt x="25185" y="7669"/>
                  </a:lnTo>
                  <a:lnTo>
                    <a:pt x="25508" y="6741"/>
                  </a:lnTo>
                  <a:lnTo>
                    <a:pt x="25770" y="6014"/>
                  </a:lnTo>
                  <a:lnTo>
                    <a:pt x="26053" y="5268"/>
                  </a:lnTo>
                  <a:lnTo>
                    <a:pt x="26194" y="4925"/>
                  </a:lnTo>
                  <a:lnTo>
                    <a:pt x="26376" y="4561"/>
                  </a:lnTo>
                  <a:lnTo>
                    <a:pt x="26557" y="4238"/>
                  </a:lnTo>
                  <a:lnTo>
                    <a:pt x="26759" y="3895"/>
                  </a:lnTo>
                  <a:lnTo>
                    <a:pt x="27021" y="3532"/>
                  </a:lnTo>
                  <a:lnTo>
                    <a:pt x="27324" y="3169"/>
                  </a:lnTo>
                  <a:lnTo>
                    <a:pt x="27627" y="2826"/>
                  </a:lnTo>
                  <a:lnTo>
                    <a:pt x="27950" y="2503"/>
                  </a:lnTo>
                  <a:lnTo>
                    <a:pt x="28293" y="2120"/>
                  </a:lnTo>
                  <a:lnTo>
                    <a:pt x="28656" y="1736"/>
                  </a:lnTo>
                  <a:lnTo>
                    <a:pt x="28979" y="1333"/>
                  </a:lnTo>
                  <a:lnTo>
                    <a:pt x="29120" y="1111"/>
                  </a:lnTo>
                  <a:lnTo>
                    <a:pt x="29261" y="889"/>
                  </a:lnTo>
                  <a:lnTo>
                    <a:pt x="29362" y="727"/>
                  </a:lnTo>
                  <a:lnTo>
                    <a:pt x="29382" y="626"/>
                  </a:lnTo>
                  <a:lnTo>
                    <a:pt x="29382" y="545"/>
                  </a:lnTo>
                  <a:lnTo>
                    <a:pt x="29362" y="445"/>
                  </a:lnTo>
                  <a:lnTo>
                    <a:pt x="29322" y="364"/>
                  </a:lnTo>
                  <a:lnTo>
                    <a:pt x="29261" y="303"/>
                  </a:lnTo>
                  <a:lnTo>
                    <a:pt x="29201" y="243"/>
                  </a:lnTo>
                  <a:lnTo>
                    <a:pt x="29059" y="162"/>
                  </a:lnTo>
                  <a:lnTo>
                    <a:pt x="28918" y="122"/>
                  </a:lnTo>
                  <a:lnTo>
                    <a:pt x="28716" y="61"/>
                  </a:lnTo>
                  <a:lnTo>
                    <a:pt x="28494" y="21"/>
                  </a:lnTo>
                  <a:lnTo>
                    <a:pt x="282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0" name="Google Shape;280;p3"/>
          <p:cNvSpPr/>
          <p:nvPr/>
        </p:nvSpPr>
        <p:spPr>
          <a:xfrm>
            <a:off x="322954" y="2732577"/>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3"/>
          <p:cNvSpPr/>
          <p:nvPr/>
        </p:nvSpPr>
        <p:spPr>
          <a:xfrm>
            <a:off x="2337742" y="162452"/>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3"/>
          <p:cNvSpPr/>
          <p:nvPr/>
        </p:nvSpPr>
        <p:spPr>
          <a:xfrm>
            <a:off x="266642" y="1375840"/>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3"/>
          <p:cNvSpPr/>
          <p:nvPr/>
        </p:nvSpPr>
        <p:spPr>
          <a:xfrm>
            <a:off x="523842" y="1693465"/>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3"/>
          <p:cNvSpPr/>
          <p:nvPr/>
        </p:nvSpPr>
        <p:spPr>
          <a:xfrm>
            <a:off x="3174892" y="-10"/>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3"/>
          <p:cNvSpPr/>
          <p:nvPr/>
        </p:nvSpPr>
        <p:spPr>
          <a:xfrm>
            <a:off x="2876020" y="481106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6" name="Shape 286"/>
        <p:cNvGrpSpPr/>
        <p:nvPr/>
      </p:nvGrpSpPr>
      <p:grpSpPr>
        <a:xfrm>
          <a:off x="0" y="0"/>
          <a:ext cx="0" cy="0"/>
          <a:chOff x="0" y="0"/>
          <a:chExt cx="0" cy="0"/>
        </a:xfrm>
      </p:grpSpPr>
      <p:sp>
        <p:nvSpPr>
          <p:cNvPr id="287" name="Google Shape;287;p4"/>
          <p:cNvSpPr txBox="1"/>
          <p:nvPr>
            <p:ph type="title"/>
          </p:nvPr>
        </p:nvSpPr>
        <p:spPr>
          <a:xfrm>
            <a:off x="713225" y="534200"/>
            <a:ext cx="7698900" cy="2943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Clr>
                <a:schemeClr val="accent1"/>
              </a:buClr>
              <a:buSzPts val="2800"/>
              <a:buNone/>
              <a:defRPr>
                <a:solidFill>
                  <a:schemeClr val="accent1"/>
                </a:solidFill>
              </a:defRPr>
            </a:lvl2pPr>
            <a:lvl3pPr lvl="2">
              <a:spcBef>
                <a:spcPts val="0"/>
              </a:spcBef>
              <a:spcAft>
                <a:spcPts val="0"/>
              </a:spcAft>
              <a:buClr>
                <a:schemeClr val="accent1"/>
              </a:buClr>
              <a:buSzPts val="2800"/>
              <a:buNone/>
              <a:defRPr>
                <a:solidFill>
                  <a:schemeClr val="accent1"/>
                </a:solidFill>
              </a:defRPr>
            </a:lvl3pPr>
            <a:lvl4pPr lvl="3">
              <a:spcBef>
                <a:spcPts val="0"/>
              </a:spcBef>
              <a:spcAft>
                <a:spcPts val="0"/>
              </a:spcAft>
              <a:buClr>
                <a:schemeClr val="accent1"/>
              </a:buClr>
              <a:buSzPts val="2800"/>
              <a:buNone/>
              <a:defRPr>
                <a:solidFill>
                  <a:schemeClr val="accent1"/>
                </a:solidFill>
              </a:defRPr>
            </a:lvl4pPr>
            <a:lvl5pPr lvl="4">
              <a:spcBef>
                <a:spcPts val="0"/>
              </a:spcBef>
              <a:spcAft>
                <a:spcPts val="0"/>
              </a:spcAft>
              <a:buClr>
                <a:schemeClr val="accent1"/>
              </a:buClr>
              <a:buSzPts val="2800"/>
              <a:buNone/>
              <a:defRPr>
                <a:solidFill>
                  <a:schemeClr val="accent1"/>
                </a:solidFill>
              </a:defRPr>
            </a:lvl5pPr>
            <a:lvl6pPr lvl="5">
              <a:spcBef>
                <a:spcPts val="0"/>
              </a:spcBef>
              <a:spcAft>
                <a:spcPts val="0"/>
              </a:spcAft>
              <a:buClr>
                <a:schemeClr val="accent1"/>
              </a:buClr>
              <a:buSzPts val="2800"/>
              <a:buNone/>
              <a:defRPr>
                <a:solidFill>
                  <a:schemeClr val="accent1"/>
                </a:solidFill>
              </a:defRPr>
            </a:lvl6pPr>
            <a:lvl7pPr lvl="6">
              <a:spcBef>
                <a:spcPts val="0"/>
              </a:spcBef>
              <a:spcAft>
                <a:spcPts val="0"/>
              </a:spcAft>
              <a:buClr>
                <a:schemeClr val="accent1"/>
              </a:buClr>
              <a:buSzPts val="2800"/>
              <a:buNone/>
              <a:defRPr>
                <a:solidFill>
                  <a:schemeClr val="accent1"/>
                </a:solidFill>
              </a:defRPr>
            </a:lvl7pPr>
            <a:lvl8pPr lvl="7">
              <a:spcBef>
                <a:spcPts val="0"/>
              </a:spcBef>
              <a:spcAft>
                <a:spcPts val="0"/>
              </a:spcAft>
              <a:buClr>
                <a:schemeClr val="accent1"/>
              </a:buClr>
              <a:buSzPts val="2800"/>
              <a:buNone/>
              <a:defRPr>
                <a:solidFill>
                  <a:schemeClr val="accent1"/>
                </a:solidFill>
              </a:defRPr>
            </a:lvl8pPr>
            <a:lvl9pPr lvl="8">
              <a:spcBef>
                <a:spcPts val="0"/>
              </a:spcBef>
              <a:spcAft>
                <a:spcPts val="0"/>
              </a:spcAft>
              <a:buClr>
                <a:schemeClr val="accent1"/>
              </a:buClr>
              <a:buSzPts val="2800"/>
              <a:buNone/>
              <a:defRPr>
                <a:solidFill>
                  <a:schemeClr val="accent1"/>
                </a:solidFill>
              </a:defRPr>
            </a:lvl9pPr>
          </a:lstStyle>
          <a:p/>
        </p:txBody>
      </p:sp>
      <p:sp>
        <p:nvSpPr>
          <p:cNvPr id="288" name="Google Shape;288;p4"/>
          <p:cNvSpPr txBox="1"/>
          <p:nvPr>
            <p:ph idx="1" type="body"/>
          </p:nvPr>
        </p:nvSpPr>
        <p:spPr>
          <a:xfrm>
            <a:off x="959775" y="1040100"/>
            <a:ext cx="7470900" cy="3559500"/>
          </a:xfrm>
          <a:prstGeom prst="rect">
            <a:avLst/>
          </a:prstGeom>
        </p:spPr>
        <p:txBody>
          <a:bodyPr anchorCtr="0" anchor="t" bIns="91425" lIns="91425" spcFirstLastPara="1" rIns="91425" wrap="square" tIns="91425">
            <a:noAutofit/>
          </a:bodyPr>
          <a:lstStyle>
            <a:lvl1pPr indent="-330200" lvl="0" marL="457200" rtl="0">
              <a:spcBef>
                <a:spcPts val="0"/>
              </a:spcBef>
              <a:spcAft>
                <a:spcPts val="0"/>
              </a:spcAft>
              <a:buSzPts val="1600"/>
              <a:buAutoNum type="arabicPeriod"/>
              <a:defRPr sz="1200"/>
            </a:lvl1pPr>
            <a:lvl2pPr indent="-330200" lvl="1" marL="914400" rtl="0">
              <a:spcBef>
                <a:spcPts val="0"/>
              </a:spcBef>
              <a:spcAft>
                <a:spcPts val="0"/>
              </a:spcAft>
              <a:buSzPts val="1600"/>
              <a:buAutoNum type="alphaLcPeriod"/>
              <a:defRPr/>
            </a:lvl2pPr>
            <a:lvl3pPr indent="-330200" lvl="2" marL="1371600" rtl="0">
              <a:spcBef>
                <a:spcPts val="0"/>
              </a:spcBef>
              <a:spcAft>
                <a:spcPts val="0"/>
              </a:spcAft>
              <a:buSzPts val="1600"/>
              <a:buAutoNum type="romanLcPeriod"/>
              <a:defRPr/>
            </a:lvl3pPr>
            <a:lvl4pPr indent="-330200" lvl="3" marL="1828800" rtl="0">
              <a:spcBef>
                <a:spcPts val="0"/>
              </a:spcBef>
              <a:spcAft>
                <a:spcPts val="0"/>
              </a:spcAft>
              <a:buSzPts val="1600"/>
              <a:buAutoNum type="arabicPeriod"/>
              <a:defRPr/>
            </a:lvl4pPr>
            <a:lvl5pPr indent="-330200" lvl="4" marL="2286000" rtl="0">
              <a:spcBef>
                <a:spcPts val="0"/>
              </a:spcBef>
              <a:spcAft>
                <a:spcPts val="0"/>
              </a:spcAft>
              <a:buSzPts val="1600"/>
              <a:buAutoNum type="alphaLcPeriod"/>
              <a:defRPr/>
            </a:lvl5pPr>
            <a:lvl6pPr indent="-330200" lvl="5" marL="2743200" rtl="0">
              <a:spcBef>
                <a:spcPts val="0"/>
              </a:spcBef>
              <a:spcAft>
                <a:spcPts val="0"/>
              </a:spcAft>
              <a:buSzPts val="1600"/>
              <a:buAutoNum type="romanLcPeriod"/>
              <a:defRPr/>
            </a:lvl6pPr>
            <a:lvl7pPr indent="-330200" lvl="6" marL="3200400" rtl="0">
              <a:spcBef>
                <a:spcPts val="0"/>
              </a:spcBef>
              <a:spcAft>
                <a:spcPts val="0"/>
              </a:spcAft>
              <a:buSzPts val="1600"/>
              <a:buAutoNum type="arabicPeriod"/>
              <a:defRPr/>
            </a:lvl7pPr>
            <a:lvl8pPr indent="-330200" lvl="7" marL="3657600" rtl="0">
              <a:spcBef>
                <a:spcPts val="0"/>
              </a:spcBef>
              <a:spcAft>
                <a:spcPts val="0"/>
              </a:spcAft>
              <a:buSzPts val="1600"/>
              <a:buAutoNum type="alphaLcPeriod"/>
              <a:defRPr/>
            </a:lvl8pPr>
            <a:lvl9pPr indent="-330200" lvl="8" marL="4114800" rtl="0">
              <a:spcBef>
                <a:spcPts val="0"/>
              </a:spcBef>
              <a:spcAft>
                <a:spcPts val="0"/>
              </a:spcAft>
              <a:buSzPts val="1600"/>
              <a:buAutoNum type="romanLcPeriod"/>
              <a:defRPr/>
            </a:lvl9pPr>
          </a:lstStyle>
          <a:p/>
        </p:txBody>
      </p:sp>
      <p:sp>
        <p:nvSpPr>
          <p:cNvPr id="289" name="Google Shape;289;p4"/>
          <p:cNvSpPr/>
          <p:nvPr/>
        </p:nvSpPr>
        <p:spPr>
          <a:xfrm flipH="1">
            <a:off x="125" y="0"/>
            <a:ext cx="7131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0" name="Google Shape;290;p4"/>
          <p:cNvGrpSpPr/>
          <p:nvPr/>
        </p:nvGrpSpPr>
        <p:grpSpPr>
          <a:xfrm>
            <a:off x="-395554" y="1878269"/>
            <a:ext cx="1001862" cy="1525380"/>
            <a:chOff x="2060921" y="-3413869"/>
            <a:chExt cx="1001862" cy="1525380"/>
          </a:xfrm>
        </p:grpSpPr>
        <p:sp>
          <p:nvSpPr>
            <p:cNvPr id="291" name="Google Shape;291;p4"/>
            <p:cNvSpPr/>
            <p:nvPr/>
          </p:nvSpPr>
          <p:spPr>
            <a:xfrm flipH="1">
              <a:off x="2060921" y="-3413869"/>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4"/>
            <p:cNvSpPr/>
            <p:nvPr/>
          </p:nvSpPr>
          <p:spPr>
            <a:xfrm flipH="1">
              <a:off x="2209809" y="-3290930"/>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3" name="Google Shape;293;p4"/>
          <p:cNvGrpSpPr/>
          <p:nvPr/>
        </p:nvGrpSpPr>
        <p:grpSpPr>
          <a:xfrm>
            <a:off x="-2233707" y="-256851"/>
            <a:ext cx="2946940" cy="1512969"/>
            <a:chOff x="-1306807" y="-1638114"/>
            <a:chExt cx="2946940" cy="1512969"/>
          </a:xfrm>
        </p:grpSpPr>
        <p:sp>
          <p:nvSpPr>
            <p:cNvPr id="294" name="Google Shape;294;p4"/>
            <p:cNvSpPr/>
            <p:nvPr/>
          </p:nvSpPr>
          <p:spPr>
            <a:xfrm flipH="1">
              <a:off x="-1306807" y="-1638114"/>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4"/>
            <p:cNvSpPr/>
            <p:nvPr/>
          </p:nvSpPr>
          <p:spPr>
            <a:xfrm flipH="1">
              <a:off x="-1104859" y="-1581704"/>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4"/>
            <p:cNvSpPr/>
            <p:nvPr/>
          </p:nvSpPr>
          <p:spPr>
            <a:xfrm flipH="1">
              <a:off x="-818271" y="-1474532"/>
              <a:ext cx="1642730" cy="740159"/>
            </a:xfrm>
            <a:custGeom>
              <a:rect b="b" l="l" r="r" t="t"/>
              <a:pathLst>
                <a:path extrusionOk="0" h="13239" w="29383">
                  <a:moveTo>
                    <a:pt x="28272" y="81"/>
                  </a:moveTo>
                  <a:lnTo>
                    <a:pt x="28474" y="102"/>
                  </a:lnTo>
                  <a:lnTo>
                    <a:pt x="28696" y="142"/>
                  </a:lnTo>
                  <a:lnTo>
                    <a:pt x="28898" y="202"/>
                  </a:lnTo>
                  <a:lnTo>
                    <a:pt x="29019" y="243"/>
                  </a:lnTo>
                  <a:lnTo>
                    <a:pt x="29140" y="303"/>
                  </a:lnTo>
                  <a:lnTo>
                    <a:pt x="29201" y="364"/>
                  </a:lnTo>
                  <a:lnTo>
                    <a:pt x="29261" y="404"/>
                  </a:lnTo>
                  <a:lnTo>
                    <a:pt x="29281" y="465"/>
                  </a:lnTo>
                  <a:lnTo>
                    <a:pt x="29302" y="545"/>
                  </a:lnTo>
                  <a:lnTo>
                    <a:pt x="29302" y="626"/>
                  </a:lnTo>
                  <a:lnTo>
                    <a:pt x="29281" y="707"/>
                  </a:lnTo>
                  <a:lnTo>
                    <a:pt x="29201" y="848"/>
                  </a:lnTo>
                  <a:lnTo>
                    <a:pt x="29059" y="1070"/>
                  </a:lnTo>
                  <a:lnTo>
                    <a:pt x="28918" y="1272"/>
                  </a:lnTo>
                  <a:lnTo>
                    <a:pt x="28595" y="1676"/>
                  </a:lnTo>
                  <a:lnTo>
                    <a:pt x="28232" y="2079"/>
                  </a:lnTo>
                  <a:lnTo>
                    <a:pt x="27889" y="2442"/>
                  </a:lnTo>
                  <a:lnTo>
                    <a:pt x="27566" y="2785"/>
                  </a:lnTo>
                  <a:lnTo>
                    <a:pt x="27263" y="3129"/>
                  </a:lnTo>
                  <a:lnTo>
                    <a:pt x="26961" y="3492"/>
                  </a:lnTo>
                  <a:lnTo>
                    <a:pt x="26698" y="3855"/>
                  </a:lnTo>
                  <a:lnTo>
                    <a:pt x="26476" y="4198"/>
                  </a:lnTo>
                  <a:lnTo>
                    <a:pt x="26295" y="4521"/>
                  </a:lnTo>
                  <a:lnTo>
                    <a:pt x="26133" y="4884"/>
                  </a:lnTo>
                  <a:lnTo>
                    <a:pt x="25972" y="5247"/>
                  </a:lnTo>
                  <a:lnTo>
                    <a:pt x="25689" y="5974"/>
                  </a:lnTo>
                  <a:lnTo>
                    <a:pt x="25447" y="6721"/>
                  </a:lnTo>
                  <a:lnTo>
                    <a:pt x="25124" y="7649"/>
                  </a:lnTo>
                  <a:lnTo>
                    <a:pt x="24943" y="8113"/>
                  </a:lnTo>
                  <a:lnTo>
                    <a:pt x="24741" y="8557"/>
                  </a:lnTo>
                  <a:lnTo>
                    <a:pt x="24539" y="8981"/>
                  </a:lnTo>
                  <a:lnTo>
                    <a:pt x="24297" y="9405"/>
                  </a:lnTo>
                  <a:lnTo>
                    <a:pt x="24014" y="9788"/>
                  </a:lnTo>
                  <a:lnTo>
                    <a:pt x="23853" y="9990"/>
                  </a:lnTo>
                  <a:lnTo>
                    <a:pt x="23692" y="10171"/>
                  </a:lnTo>
                  <a:lnTo>
                    <a:pt x="23409" y="10414"/>
                  </a:lnTo>
                  <a:lnTo>
                    <a:pt x="23106" y="10676"/>
                  </a:lnTo>
                  <a:lnTo>
                    <a:pt x="22784" y="10898"/>
                  </a:lnTo>
                  <a:lnTo>
                    <a:pt x="22420" y="11100"/>
                  </a:lnTo>
                  <a:lnTo>
                    <a:pt x="22017" y="11301"/>
                  </a:lnTo>
                  <a:lnTo>
                    <a:pt x="21593" y="11483"/>
                  </a:lnTo>
                  <a:lnTo>
                    <a:pt x="21129" y="11645"/>
                  </a:lnTo>
                  <a:lnTo>
                    <a:pt x="20644" y="11786"/>
                  </a:lnTo>
                  <a:lnTo>
                    <a:pt x="19958" y="11947"/>
                  </a:lnTo>
                  <a:lnTo>
                    <a:pt x="19272" y="12088"/>
                  </a:lnTo>
                  <a:lnTo>
                    <a:pt x="18566" y="12210"/>
                  </a:lnTo>
                  <a:lnTo>
                    <a:pt x="17880" y="12290"/>
                  </a:lnTo>
                  <a:lnTo>
                    <a:pt x="17173" y="12371"/>
                  </a:lnTo>
                  <a:lnTo>
                    <a:pt x="16467" y="12432"/>
                  </a:lnTo>
                  <a:lnTo>
                    <a:pt x="15075" y="12532"/>
                  </a:lnTo>
                  <a:lnTo>
                    <a:pt x="14106" y="12593"/>
                  </a:lnTo>
                  <a:lnTo>
                    <a:pt x="12774" y="12694"/>
                  </a:lnTo>
                  <a:lnTo>
                    <a:pt x="11442" y="12815"/>
                  </a:lnTo>
                  <a:lnTo>
                    <a:pt x="9142" y="12997"/>
                  </a:lnTo>
                  <a:lnTo>
                    <a:pt x="7971" y="13077"/>
                  </a:lnTo>
                  <a:lnTo>
                    <a:pt x="6801" y="13138"/>
                  </a:lnTo>
                  <a:lnTo>
                    <a:pt x="5630" y="13158"/>
                  </a:lnTo>
                  <a:lnTo>
                    <a:pt x="4480" y="13158"/>
                  </a:lnTo>
                  <a:lnTo>
                    <a:pt x="3895" y="13138"/>
                  </a:lnTo>
                  <a:lnTo>
                    <a:pt x="3310" y="13098"/>
                  </a:lnTo>
                  <a:lnTo>
                    <a:pt x="2725" y="13057"/>
                  </a:lnTo>
                  <a:lnTo>
                    <a:pt x="2139" y="12976"/>
                  </a:lnTo>
                  <a:lnTo>
                    <a:pt x="1857" y="12936"/>
                  </a:lnTo>
                  <a:lnTo>
                    <a:pt x="1554" y="12855"/>
                  </a:lnTo>
                  <a:lnTo>
                    <a:pt x="1251" y="12754"/>
                  </a:lnTo>
                  <a:lnTo>
                    <a:pt x="969" y="12613"/>
                  </a:lnTo>
                  <a:lnTo>
                    <a:pt x="707" y="12452"/>
                  </a:lnTo>
                  <a:lnTo>
                    <a:pt x="485" y="12270"/>
                  </a:lnTo>
                  <a:lnTo>
                    <a:pt x="384" y="12169"/>
                  </a:lnTo>
                  <a:lnTo>
                    <a:pt x="303" y="12048"/>
                  </a:lnTo>
                  <a:lnTo>
                    <a:pt x="222" y="11947"/>
                  </a:lnTo>
                  <a:lnTo>
                    <a:pt x="162" y="11826"/>
                  </a:lnTo>
                  <a:lnTo>
                    <a:pt x="121" y="11685"/>
                  </a:lnTo>
                  <a:lnTo>
                    <a:pt x="81" y="11544"/>
                  </a:lnTo>
                  <a:lnTo>
                    <a:pt x="81" y="11382"/>
                  </a:lnTo>
                  <a:lnTo>
                    <a:pt x="101" y="11241"/>
                  </a:lnTo>
                  <a:lnTo>
                    <a:pt x="142" y="11079"/>
                  </a:lnTo>
                  <a:lnTo>
                    <a:pt x="202" y="10938"/>
                  </a:lnTo>
                  <a:lnTo>
                    <a:pt x="283" y="10777"/>
                  </a:lnTo>
                  <a:lnTo>
                    <a:pt x="384" y="10615"/>
                  </a:lnTo>
                  <a:lnTo>
                    <a:pt x="646" y="10313"/>
                  </a:lnTo>
                  <a:lnTo>
                    <a:pt x="929" y="10010"/>
                  </a:lnTo>
                  <a:lnTo>
                    <a:pt x="1272" y="9727"/>
                  </a:lnTo>
                  <a:lnTo>
                    <a:pt x="1635" y="9465"/>
                  </a:lnTo>
                  <a:lnTo>
                    <a:pt x="2038" y="9203"/>
                  </a:lnTo>
                  <a:lnTo>
                    <a:pt x="2422" y="8940"/>
                  </a:lnTo>
                  <a:lnTo>
                    <a:pt x="3229" y="8476"/>
                  </a:lnTo>
                  <a:lnTo>
                    <a:pt x="4016" y="7992"/>
                  </a:lnTo>
                  <a:lnTo>
                    <a:pt x="5005" y="7407"/>
                  </a:lnTo>
                  <a:lnTo>
                    <a:pt x="6014" y="6821"/>
                  </a:lnTo>
                  <a:lnTo>
                    <a:pt x="7063" y="6277"/>
                  </a:lnTo>
                  <a:lnTo>
                    <a:pt x="8153" y="5732"/>
                  </a:lnTo>
                  <a:lnTo>
                    <a:pt x="9283" y="5207"/>
                  </a:lnTo>
                  <a:lnTo>
                    <a:pt x="10433" y="4682"/>
                  </a:lnTo>
                  <a:lnTo>
                    <a:pt x="11644" y="4198"/>
                  </a:lnTo>
                  <a:lnTo>
                    <a:pt x="12895" y="3714"/>
                  </a:lnTo>
                  <a:lnTo>
                    <a:pt x="14146" y="3250"/>
                  </a:lnTo>
                  <a:lnTo>
                    <a:pt x="15438" y="2826"/>
                  </a:lnTo>
                  <a:lnTo>
                    <a:pt x="16790" y="2382"/>
                  </a:lnTo>
                  <a:lnTo>
                    <a:pt x="18182" y="1958"/>
                  </a:lnTo>
                  <a:lnTo>
                    <a:pt x="19151" y="1676"/>
                  </a:lnTo>
                  <a:lnTo>
                    <a:pt x="20180" y="1393"/>
                  </a:lnTo>
                  <a:lnTo>
                    <a:pt x="21250" y="1111"/>
                  </a:lnTo>
                  <a:lnTo>
                    <a:pt x="22380" y="848"/>
                  </a:lnTo>
                  <a:lnTo>
                    <a:pt x="23550" y="606"/>
                  </a:lnTo>
                  <a:lnTo>
                    <a:pt x="24761" y="404"/>
                  </a:lnTo>
                  <a:lnTo>
                    <a:pt x="25972" y="223"/>
                  </a:lnTo>
                  <a:lnTo>
                    <a:pt x="26598" y="162"/>
                  </a:lnTo>
                  <a:lnTo>
                    <a:pt x="27223" y="102"/>
                  </a:lnTo>
                  <a:lnTo>
                    <a:pt x="27647" y="81"/>
                  </a:lnTo>
                  <a:close/>
                  <a:moveTo>
                    <a:pt x="27647" y="1"/>
                  </a:moveTo>
                  <a:lnTo>
                    <a:pt x="27223" y="21"/>
                  </a:lnTo>
                  <a:lnTo>
                    <a:pt x="26598" y="81"/>
                  </a:lnTo>
                  <a:lnTo>
                    <a:pt x="25972" y="142"/>
                  </a:lnTo>
                  <a:lnTo>
                    <a:pt x="24741" y="324"/>
                  </a:lnTo>
                  <a:lnTo>
                    <a:pt x="23550" y="525"/>
                  </a:lnTo>
                  <a:lnTo>
                    <a:pt x="22360" y="767"/>
                  </a:lnTo>
                  <a:lnTo>
                    <a:pt x="21230" y="1030"/>
                  </a:lnTo>
                  <a:lnTo>
                    <a:pt x="20160" y="1312"/>
                  </a:lnTo>
                  <a:lnTo>
                    <a:pt x="19131" y="1595"/>
                  </a:lnTo>
                  <a:lnTo>
                    <a:pt x="18162" y="1877"/>
                  </a:lnTo>
                  <a:lnTo>
                    <a:pt x="16750" y="2301"/>
                  </a:lnTo>
                  <a:lnTo>
                    <a:pt x="15418" y="2745"/>
                  </a:lnTo>
                  <a:lnTo>
                    <a:pt x="14106" y="3189"/>
                  </a:lnTo>
                  <a:lnTo>
                    <a:pt x="12855" y="3633"/>
                  </a:lnTo>
                  <a:lnTo>
                    <a:pt x="11604" y="4117"/>
                  </a:lnTo>
                  <a:lnTo>
                    <a:pt x="10413" y="4622"/>
                  </a:lnTo>
                  <a:lnTo>
                    <a:pt x="9243" y="5126"/>
                  </a:lnTo>
                  <a:lnTo>
                    <a:pt x="8113" y="5651"/>
                  </a:lnTo>
                  <a:lnTo>
                    <a:pt x="7023" y="6196"/>
                  </a:lnTo>
                  <a:lnTo>
                    <a:pt x="5974" y="6761"/>
                  </a:lnTo>
                  <a:lnTo>
                    <a:pt x="4965" y="7326"/>
                  </a:lnTo>
                  <a:lnTo>
                    <a:pt x="3976" y="7931"/>
                  </a:lnTo>
                  <a:lnTo>
                    <a:pt x="3189" y="8396"/>
                  </a:lnTo>
                  <a:lnTo>
                    <a:pt x="2381" y="8880"/>
                  </a:lnTo>
                  <a:lnTo>
                    <a:pt x="1978" y="9142"/>
                  </a:lnTo>
                  <a:lnTo>
                    <a:pt x="1594" y="9405"/>
                  </a:lnTo>
                  <a:lnTo>
                    <a:pt x="1211" y="9667"/>
                  </a:lnTo>
                  <a:lnTo>
                    <a:pt x="888" y="9949"/>
                  </a:lnTo>
                  <a:lnTo>
                    <a:pt x="585" y="10252"/>
                  </a:lnTo>
                  <a:lnTo>
                    <a:pt x="444" y="10414"/>
                  </a:lnTo>
                  <a:lnTo>
                    <a:pt x="323" y="10575"/>
                  </a:lnTo>
                  <a:lnTo>
                    <a:pt x="202" y="10736"/>
                  </a:lnTo>
                  <a:lnTo>
                    <a:pt x="121" y="10898"/>
                  </a:lnTo>
                  <a:lnTo>
                    <a:pt x="61" y="11059"/>
                  </a:lnTo>
                  <a:lnTo>
                    <a:pt x="20" y="11241"/>
                  </a:lnTo>
                  <a:lnTo>
                    <a:pt x="0" y="11382"/>
                  </a:lnTo>
                  <a:lnTo>
                    <a:pt x="0" y="11544"/>
                  </a:lnTo>
                  <a:lnTo>
                    <a:pt x="41" y="11705"/>
                  </a:lnTo>
                  <a:lnTo>
                    <a:pt x="101" y="11867"/>
                  </a:lnTo>
                  <a:lnTo>
                    <a:pt x="202" y="12048"/>
                  </a:lnTo>
                  <a:lnTo>
                    <a:pt x="343" y="12230"/>
                  </a:lnTo>
                  <a:lnTo>
                    <a:pt x="545" y="12411"/>
                  </a:lnTo>
                  <a:lnTo>
                    <a:pt x="787" y="12593"/>
                  </a:lnTo>
                  <a:lnTo>
                    <a:pt x="1070" y="12754"/>
                  </a:lnTo>
                  <a:lnTo>
                    <a:pt x="1393" y="12896"/>
                  </a:lnTo>
                  <a:lnTo>
                    <a:pt x="1736" y="12997"/>
                  </a:lnTo>
                  <a:lnTo>
                    <a:pt x="2139" y="13057"/>
                  </a:lnTo>
                  <a:lnTo>
                    <a:pt x="2947" y="13158"/>
                  </a:lnTo>
                  <a:lnTo>
                    <a:pt x="3754" y="13198"/>
                  </a:lnTo>
                  <a:lnTo>
                    <a:pt x="4561" y="13239"/>
                  </a:lnTo>
                  <a:lnTo>
                    <a:pt x="6135" y="13239"/>
                  </a:lnTo>
                  <a:lnTo>
                    <a:pt x="6902" y="13219"/>
                  </a:lnTo>
                  <a:lnTo>
                    <a:pt x="8435" y="13138"/>
                  </a:lnTo>
                  <a:lnTo>
                    <a:pt x="9949" y="13017"/>
                  </a:lnTo>
                  <a:lnTo>
                    <a:pt x="11442" y="12896"/>
                  </a:lnTo>
                  <a:lnTo>
                    <a:pt x="12774" y="12775"/>
                  </a:lnTo>
                  <a:lnTo>
                    <a:pt x="14106" y="12674"/>
                  </a:lnTo>
                  <a:lnTo>
                    <a:pt x="15075" y="12613"/>
                  </a:lnTo>
                  <a:lnTo>
                    <a:pt x="16467" y="12512"/>
                  </a:lnTo>
                  <a:lnTo>
                    <a:pt x="17173" y="12452"/>
                  </a:lnTo>
                  <a:lnTo>
                    <a:pt x="17880" y="12371"/>
                  </a:lnTo>
                  <a:lnTo>
                    <a:pt x="18586" y="12290"/>
                  </a:lnTo>
                  <a:lnTo>
                    <a:pt x="19272" y="12169"/>
                  </a:lnTo>
                  <a:lnTo>
                    <a:pt x="19978" y="12028"/>
                  </a:lnTo>
                  <a:lnTo>
                    <a:pt x="20665" y="11867"/>
                  </a:lnTo>
                  <a:lnTo>
                    <a:pt x="21149" y="11705"/>
                  </a:lnTo>
                  <a:lnTo>
                    <a:pt x="21613" y="11544"/>
                  </a:lnTo>
                  <a:lnTo>
                    <a:pt x="22057" y="11362"/>
                  </a:lnTo>
                  <a:lnTo>
                    <a:pt x="22461" y="11180"/>
                  </a:lnTo>
                  <a:lnTo>
                    <a:pt x="22824" y="10958"/>
                  </a:lnTo>
                  <a:lnTo>
                    <a:pt x="23167" y="10736"/>
                  </a:lnTo>
                  <a:lnTo>
                    <a:pt x="23470" y="10474"/>
                  </a:lnTo>
                  <a:lnTo>
                    <a:pt x="23752" y="10212"/>
                  </a:lnTo>
                  <a:lnTo>
                    <a:pt x="23914" y="10030"/>
                  </a:lnTo>
                  <a:lnTo>
                    <a:pt x="24075" y="9849"/>
                  </a:lnTo>
                  <a:lnTo>
                    <a:pt x="24358" y="9445"/>
                  </a:lnTo>
                  <a:lnTo>
                    <a:pt x="24600" y="9021"/>
                  </a:lnTo>
                  <a:lnTo>
                    <a:pt x="24822" y="8597"/>
                  </a:lnTo>
                  <a:lnTo>
                    <a:pt x="25023" y="8133"/>
                  </a:lnTo>
                  <a:lnTo>
                    <a:pt x="25185" y="7669"/>
                  </a:lnTo>
                  <a:lnTo>
                    <a:pt x="25508" y="6741"/>
                  </a:lnTo>
                  <a:lnTo>
                    <a:pt x="25770" y="6014"/>
                  </a:lnTo>
                  <a:lnTo>
                    <a:pt x="26053" y="5268"/>
                  </a:lnTo>
                  <a:lnTo>
                    <a:pt x="26194" y="4925"/>
                  </a:lnTo>
                  <a:lnTo>
                    <a:pt x="26376" y="4561"/>
                  </a:lnTo>
                  <a:lnTo>
                    <a:pt x="26557" y="4238"/>
                  </a:lnTo>
                  <a:lnTo>
                    <a:pt x="26759" y="3895"/>
                  </a:lnTo>
                  <a:lnTo>
                    <a:pt x="27021" y="3532"/>
                  </a:lnTo>
                  <a:lnTo>
                    <a:pt x="27324" y="3169"/>
                  </a:lnTo>
                  <a:lnTo>
                    <a:pt x="27627" y="2826"/>
                  </a:lnTo>
                  <a:lnTo>
                    <a:pt x="27950" y="2503"/>
                  </a:lnTo>
                  <a:lnTo>
                    <a:pt x="28293" y="2120"/>
                  </a:lnTo>
                  <a:lnTo>
                    <a:pt x="28656" y="1736"/>
                  </a:lnTo>
                  <a:lnTo>
                    <a:pt x="28979" y="1333"/>
                  </a:lnTo>
                  <a:lnTo>
                    <a:pt x="29120" y="1111"/>
                  </a:lnTo>
                  <a:lnTo>
                    <a:pt x="29261" y="889"/>
                  </a:lnTo>
                  <a:lnTo>
                    <a:pt x="29362" y="727"/>
                  </a:lnTo>
                  <a:lnTo>
                    <a:pt x="29382" y="626"/>
                  </a:lnTo>
                  <a:lnTo>
                    <a:pt x="29382" y="545"/>
                  </a:lnTo>
                  <a:lnTo>
                    <a:pt x="29362" y="445"/>
                  </a:lnTo>
                  <a:lnTo>
                    <a:pt x="29322" y="364"/>
                  </a:lnTo>
                  <a:lnTo>
                    <a:pt x="29261" y="303"/>
                  </a:lnTo>
                  <a:lnTo>
                    <a:pt x="29201" y="243"/>
                  </a:lnTo>
                  <a:lnTo>
                    <a:pt x="29059" y="162"/>
                  </a:lnTo>
                  <a:lnTo>
                    <a:pt x="28918" y="122"/>
                  </a:lnTo>
                  <a:lnTo>
                    <a:pt x="28716" y="61"/>
                  </a:lnTo>
                  <a:lnTo>
                    <a:pt x="28494" y="21"/>
                  </a:lnTo>
                  <a:lnTo>
                    <a:pt x="282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7" name="Google Shape;297;p4"/>
          <p:cNvSpPr/>
          <p:nvPr/>
        </p:nvSpPr>
        <p:spPr>
          <a:xfrm>
            <a:off x="128050" y="350597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4"/>
          <p:cNvSpPr/>
          <p:nvPr/>
        </p:nvSpPr>
        <p:spPr>
          <a:xfrm>
            <a:off x="128063" y="403769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4"/>
          <p:cNvSpPr/>
          <p:nvPr/>
        </p:nvSpPr>
        <p:spPr>
          <a:xfrm>
            <a:off x="4176595" y="4757340"/>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0" name="Google Shape;300;p4"/>
          <p:cNvGrpSpPr/>
          <p:nvPr/>
        </p:nvGrpSpPr>
        <p:grpSpPr>
          <a:xfrm>
            <a:off x="3967146" y="-825334"/>
            <a:ext cx="1209708" cy="1147945"/>
            <a:chOff x="5235125" y="2636100"/>
            <a:chExt cx="796175" cy="755525"/>
          </a:xfrm>
        </p:grpSpPr>
        <p:sp>
          <p:nvSpPr>
            <p:cNvPr id="301" name="Google Shape;301;p4"/>
            <p:cNvSpPr/>
            <p:nvPr/>
          </p:nvSpPr>
          <p:spPr>
            <a:xfrm>
              <a:off x="5779275" y="2943825"/>
              <a:ext cx="35175" cy="33150"/>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4"/>
            <p:cNvSpPr/>
            <p:nvPr/>
          </p:nvSpPr>
          <p:spPr>
            <a:xfrm>
              <a:off x="5885700" y="3044725"/>
              <a:ext cx="37175" cy="3467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4"/>
            <p:cNvSpPr/>
            <p:nvPr/>
          </p:nvSpPr>
          <p:spPr>
            <a:xfrm>
              <a:off x="5562925" y="2636100"/>
              <a:ext cx="35675" cy="33175"/>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4"/>
            <p:cNvSpPr/>
            <p:nvPr/>
          </p:nvSpPr>
          <p:spPr>
            <a:xfrm>
              <a:off x="5672850" y="2636100"/>
              <a:ext cx="33175" cy="32175"/>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4"/>
            <p:cNvSpPr/>
            <p:nvPr/>
          </p:nvSpPr>
          <p:spPr>
            <a:xfrm>
              <a:off x="5886700" y="3351450"/>
              <a:ext cx="37675" cy="36675"/>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4"/>
            <p:cNvSpPr/>
            <p:nvPr/>
          </p:nvSpPr>
          <p:spPr>
            <a:xfrm>
              <a:off x="5563925" y="2738525"/>
              <a:ext cx="35675" cy="34150"/>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4"/>
            <p:cNvSpPr/>
            <p:nvPr/>
          </p:nvSpPr>
          <p:spPr>
            <a:xfrm>
              <a:off x="5671350" y="2738025"/>
              <a:ext cx="35675" cy="35650"/>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4"/>
            <p:cNvSpPr/>
            <p:nvPr/>
          </p:nvSpPr>
          <p:spPr>
            <a:xfrm>
              <a:off x="5780775" y="2738525"/>
              <a:ext cx="33675" cy="31150"/>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4"/>
            <p:cNvSpPr/>
            <p:nvPr/>
          </p:nvSpPr>
          <p:spPr>
            <a:xfrm>
              <a:off x="5777775" y="3352450"/>
              <a:ext cx="38175" cy="34150"/>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4"/>
            <p:cNvSpPr/>
            <p:nvPr/>
          </p:nvSpPr>
          <p:spPr>
            <a:xfrm>
              <a:off x="5669350" y="3350450"/>
              <a:ext cx="40175" cy="39175"/>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4"/>
            <p:cNvSpPr/>
            <p:nvPr/>
          </p:nvSpPr>
          <p:spPr>
            <a:xfrm>
              <a:off x="5562425" y="3350950"/>
              <a:ext cx="41700" cy="38175"/>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4"/>
            <p:cNvSpPr/>
            <p:nvPr/>
          </p:nvSpPr>
          <p:spPr>
            <a:xfrm>
              <a:off x="5455500" y="3351450"/>
              <a:ext cx="41700" cy="38175"/>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4"/>
            <p:cNvSpPr/>
            <p:nvPr/>
          </p:nvSpPr>
          <p:spPr>
            <a:xfrm>
              <a:off x="5887700" y="3250550"/>
              <a:ext cx="36675" cy="34150"/>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4"/>
            <p:cNvSpPr/>
            <p:nvPr/>
          </p:nvSpPr>
          <p:spPr>
            <a:xfrm>
              <a:off x="5558900" y="2837900"/>
              <a:ext cx="42200" cy="36675"/>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4"/>
            <p:cNvSpPr/>
            <p:nvPr/>
          </p:nvSpPr>
          <p:spPr>
            <a:xfrm>
              <a:off x="5672350" y="2840925"/>
              <a:ext cx="35175" cy="33150"/>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4"/>
            <p:cNvSpPr/>
            <p:nvPr/>
          </p:nvSpPr>
          <p:spPr>
            <a:xfrm>
              <a:off x="5780775" y="2841425"/>
              <a:ext cx="33675" cy="31650"/>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4"/>
            <p:cNvSpPr/>
            <p:nvPr/>
          </p:nvSpPr>
          <p:spPr>
            <a:xfrm>
              <a:off x="5779275" y="3246525"/>
              <a:ext cx="36175" cy="39675"/>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4"/>
            <p:cNvSpPr/>
            <p:nvPr/>
          </p:nvSpPr>
          <p:spPr>
            <a:xfrm>
              <a:off x="5670350" y="3249550"/>
              <a:ext cx="37675" cy="37675"/>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4"/>
            <p:cNvSpPr/>
            <p:nvPr/>
          </p:nvSpPr>
          <p:spPr>
            <a:xfrm>
              <a:off x="5562425" y="3247025"/>
              <a:ext cx="37675" cy="38175"/>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4"/>
            <p:cNvSpPr/>
            <p:nvPr/>
          </p:nvSpPr>
          <p:spPr>
            <a:xfrm>
              <a:off x="5454500" y="3247025"/>
              <a:ext cx="43200" cy="4070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4"/>
            <p:cNvSpPr/>
            <p:nvPr/>
          </p:nvSpPr>
          <p:spPr>
            <a:xfrm>
              <a:off x="5887200" y="3147125"/>
              <a:ext cx="35675" cy="33675"/>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4"/>
            <p:cNvSpPr/>
            <p:nvPr/>
          </p:nvSpPr>
          <p:spPr>
            <a:xfrm>
              <a:off x="5560925" y="2942825"/>
              <a:ext cx="38175" cy="3517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4"/>
            <p:cNvSpPr/>
            <p:nvPr/>
          </p:nvSpPr>
          <p:spPr>
            <a:xfrm>
              <a:off x="5671850" y="2943325"/>
              <a:ext cx="35175" cy="33150"/>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4"/>
            <p:cNvSpPr/>
            <p:nvPr/>
          </p:nvSpPr>
          <p:spPr>
            <a:xfrm>
              <a:off x="5781300" y="2636625"/>
              <a:ext cx="33150" cy="30625"/>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4"/>
            <p:cNvSpPr/>
            <p:nvPr/>
          </p:nvSpPr>
          <p:spPr>
            <a:xfrm>
              <a:off x="5779275" y="3148150"/>
              <a:ext cx="35675" cy="33150"/>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4"/>
            <p:cNvSpPr/>
            <p:nvPr/>
          </p:nvSpPr>
          <p:spPr>
            <a:xfrm>
              <a:off x="5668850" y="3145125"/>
              <a:ext cx="46200" cy="38175"/>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4"/>
            <p:cNvSpPr/>
            <p:nvPr/>
          </p:nvSpPr>
          <p:spPr>
            <a:xfrm>
              <a:off x="5562425" y="3146625"/>
              <a:ext cx="38675" cy="36675"/>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4"/>
            <p:cNvSpPr/>
            <p:nvPr/>
          </p:nvSpPr>
          <p:spPr>
            <a:xfrm>
              <a:off x="5454000" y="3143625"/>
              <a:ext cx="38175" cy="42200"/>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4"/>
            <p:cNvSpPr/>
            <p:nvPr/>
          </p:nvSpPr>
          <p:spPr>
            <a:xfrm>
              <a:off x="5776775" y="3046225"/>
              <a:ext cx="37675" cy="3567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4"/>
            <p:cNvSpPr/>
            <p:nvPr/>
          </p:nvSpPr>
          <p:spPr>
            <a:xfrm>
              <a:off x="5562425" y="3045225"/>
              <a:ext cx="37675" cy="3517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4"/>
            <p:cNvSpPr/>
            <p:nvPr/>
          </p:nvSpPr>
          <p:spPr>
            <a:xfrm>
              <a:off x="5671850" y="3044225"/>
              <a:ext cx="38175" cy="36175"/>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4"/>
            <p:cNvSpPr/>
            <p:nvPr/>
          </p:nvSpPr>
          <p:spPr>
            <a:xfrm>
              <a:off x="5889225" y="2638125"/>
              <a:ext cx="32650" cy="29125"/>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4"/>
            <p:cNvSpPr/>
            <p:nvPr/>
          </p:nvSpPr>
          <p:spPr>
            <a:xfrm>
              <a:off x="5455000" y="3043225"/>
              <a:ext cx="39675" cy="36675"/>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4"/>
            <p:cNvSpPr/>
            <p:nvPr/>
          </p:nvSpPr>
          <p:spPr>
            <a:xfrm>
              <a:off x="5996150" y="3046725"/>
              <a:ext cx="34150" cy="31650"/>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4"/>
            <p:cNvSpPr/>
            <p:nvPr/>
          </p:nvSpPr>
          <p:spPr>
            <a:xfrm>
              <a:off x="5456500" y="2636625"/>
              <a:ext cx="35175" cy="35650"/>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4"/>
            <p:cNvSpPr/>
            <p:nvPr/>
          </p:nvSpPr>
          <p:spPr>
            <a:xfrm>
              <a:off x="5347075" y="3146125"/>
              <a:ext cx="40675" cy="37675"/>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4"/>
            <p:cNvSpPr/>
            <p:nvPr/>
          </p:nvSpPr>
          <p:spPr>
            <a:xfrm>
              <a:off x="5346575" y="3042225"/>
              <a:ext cx="40675" cy="38675"/>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4"/>
            <p:cNvSpPr/>
            <p:nvPr/>
          </p:nvSpPr>
          <p:spPr>
            <a:xfrm>
              <a:off x="5989100" y="3351950"/>
              <a:ext cx="41700" cy="36175"/>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4"/>
            <p:cNvSpPr/>
            <p:nvPr/>
          </p:nvSpPr>
          <p:spPr>
            <a:xfrm>
              <a:off x="5456500" y="2738525"/>
              <a:ext cx="34675" cy="32650"/>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4"/>
            <p:cNvSpPr/>
            <p:nvPr/>
          </p:nvSpPr>
          <p:spPr>
            <a:xfrm>
              <a:off x="5888200" y="2943825"/>
              <a:ext cx="34175" cy="31650"/>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4"/>
            <p:cNvSpPr/>
            <p:nvPr/>
          </p:nvSpPr>
          <p:spPr>
            <a:xfrm>
              <a:off x="5455500" y="2943325"/>
              <a:ext cx="36675" cy="3517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4"/>
            <p:cNvSpPr/>
            <p:nvPr/>
          </p:nvSpPr>
          <p:spPr>
            <a:xfrm>
              <a:off x="5995650" y="3148650"/>
              <a:ext cx="35150" cy="33650"/>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4"/>
            <p:cNvSpPr/>
            <p:nvPr/>
          </p:nvSpPr>
          <p:spPr>
            <a:xfrm>
              <a:off x="5888725" y="2740025"/>
              <a:ext cx="33650" cy="296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4"/>
            <p:cNvSpPr/>
            <p:nvPr/>
          </p:nvSpPr>
          <p:spPr>
            <a:xfrm>
              <a:off x="5347075" y="3249050"/>
              <a:ext cx="37675" cy="37650"/>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4"/>
            <p:cNvSpPr/>
            <p:nvPr/>
          </p:nvSpPr>
          <p:spPr>
            <a:xfrm>
              <a:off x="5347075" y="2942325"/>
              <a:ext cx="38675" cy="36175"/>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4"/>
            <p:cNvSpPr/>
            <p:nvPr/>
          </p:nvSpPr>
          <p:spPr>
            <a:xfrm>
              <a:off x="5346075" y="3350950"/>
              <a:ext cx="41675" cy="39675"/>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4"/>
            <p:cNvSpPr/>
            <p:nvPr/>
          </p:nvSpPr>
          <p:spPr>
            <a:xfrm>
              <a:off x="5235125" y="3348925"/>
              <a:ext cx="40700" cy="42700"/>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4"/>
            <p:cNvSpPr/>
            <p:nvPr/>
          </p:nvSpPr>
          <p:spPr>
            <a:xfrm>
              <a:off x="5888200" y="2842425"/>
              <a:ext cx="34175" cy="3065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4"/>
            <p:cNvSpPr/>
            <p:nvPr/>
          </p:nvSpPr>
          <p:spPr>
            <a:xfrm>
              <a:off x="5456000" y="2840425"/>
              <a:ext cx="35175" cy="36175"/>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4"/>
            <p:cNvSpPr/>
            <p:nvPr/>
          </p:nvSpPr>
          <p:spPr>
            <a:xfrm>
              <a:off x="5995125" y="3250550"/>
              <a:ext cx="36175" cy="33650"/>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4"/>
            <p:cNvSpPr/>
            <p:nvPr/>
          </p:nvSpPr>
          <p:spPr>
            <a:xfrm>
              <a:off x="5348075" y="2834900"/>
              <a:ext cx="37675" cy="39675"/>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4"/>
            <p:cNvSpPr/>
            <p:nvPr/>
          </p:nvSpPr>
          <p:spPr>
            <a:xfrm>
              <a:off x="5237650" y="2942825"/>
              <a:ext cx="38175" cy="33650"/>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4"/>
            <p:cNvSpPr/>
            <p:nvPr/>
          </p:nvSpPr>
          <p:spPr>
            <a:xfrm>
              <a:off x="5239150" y="2840925"/>
              <a:ext cx="36150" cy="33150"/>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4"/>
            <p:cNvSpPr/>
            <p:nvPr/>
          </p:nvSpPr>
          <p:spPr>
            <a:xfrm>
              <a:off x="5238650" y="3248525"/>
              <a:ext cx="37675" cy="37675"/>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4"/>
            <p:cNvSpPr/>
            <p:nvPr/>
          </p:nvSpPr>
          <p:spPr>
            <a:xfrm>
              <a:off x="5996150" y="2945325"/>
              <a:ext cx="34650" cy="29150"/>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4"/>
            <p:cNvSpPr/>
            <p:nvPr/>
          </p:nvSpPr>
          <p:spPr>
            <a:xfrm>
              <a:off x="5237650" y="3044725"/>
              <a:ext cx="38175" cy="3467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4"/>
            <p:cNvSpPr/>
            <p:nvPr/>
          </p:nvSpPr>
          <p:spPr>
            <a:xfrm>
              <a:off x="5347075" y="2739525"/>
              <a:ext cx="37175" cy="32150"/>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4"/>
            <p:cNvSpPr/>
            <p:nvPr/>
          </p:nvSpPr>
          <p:spPr>
            <a:xfrm>
              <a:off x="5238650" y="3147125"/>
              <a:ext cx="37675" cy="36175"/>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4"/>
            <p:cNvSpPr/>
            <p:nvPr/>
          </p:nvSpPr>
          <p:spPr>
            <a:xfrm>
              <a:off x="5345575" y="2637125"/>
              <a:ext cx="36650" cy="30625"/>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4"/>
            <p:cNvSpPr/>
            <p:nvPr/>
          </p:nvSpPr>
          <p:spPr>
            <a:xfrm>
              <a:off x="5995125" y="2843425"/>
              <a:ext cx="35675" cy="29150"/>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4"/>
            <p:cNvSpPr/>
            <p:nvPr/>
          </p:nvSpPr>
          <p:spPr>
            <a:xfrm>
              <a:off x="5996650" y="2741025"/>
              <a:ext cx="30125" cy="28125"/>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4"/>
            <p:cNvSpPr/>
            <p:nvPr/>
          </p:nvSpPr>
          <p:spPr>
            <a:xfrm>
              <a:off x="5240150" y="2738025"/>
              <a:ext cx="35150" cy="32650"/>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4"/>
            <p:cNvSpPr/>
            <p:nvPr/>
          </p:nvSpPr>
          <p:spPr>
            <a:xfrm>
              <a:off x="5240650" y="2636100"/>
              <a:ext cx="36175" cy="31650"/>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4"/>
            <p:cNvSpPr/>
            <p:nvPr/>
          </p:nvSpPr>
          <p:spPr>
            <a:xfrm>
              <a:off x="5997150" y="2638625"/>
              <a:ext cx="29125" cy="27125"/>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65" name="Shape 365"/>
        <p:cNvGrpSpPr/>
        <p:nvPr/>
      </p:nvGrpSpPr>
      <p:grpSpPr>
        <a:xfrm>
          <a:off x="0" y="0"/>
          <a:ext cx="0" cy="0"/>
          <a:chOff x="0" y="0"/>
          <a:chExt cx="0" cy="0"/>
        </a:xfrm>
      </p:grpSpPr>
      <p:sp>
        <p:nvSpPr>
          <p:cNvPr id="366" name="Google Shape;366;p5"/>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67" name="Google Shape;367;p5"/>
          <p:cNvSpPr txBox="1"/>
          <p:nvPr>
            <p:ph idx="1" type="subTitle"/>
          </p:nvPr>
        </p:nvSpPr>
        <p:spPr>
          <a:xfrm>
            <a:off x="1353275" y="2834834"/>
            <a:ext cx="2578500" cy="179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5"/>
              </a:buClr>
              <a:buSzPts val="1600"/>
              <a:buFont typeface="Alef"/>
              <a:buNone/>
              <a:defRPr b="1" sz="2000"/>
            </a:lvl1pPr>
            <a:lvl2pPr lvl="1"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2pPr>
            <a:lvl3pPr lvl="2"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3pPr>
            <a:lvl4pPr lvl="3"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4pPr>
            <a:lvl5pPr lvl="4"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5pPr>
            <a:lvl6pPr lvl="5"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6pPr>
            <a:lvl7pPr lvl="6"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7pPr>
            <a:lvl8pPr lvl="7"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8pPr>
            <a:lvl9pPr lvl="8"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9pPr>
          </a:lstStyle>
          <a:p/>
        </p:txBody>
      </p:sp>
      <p:sp>
        <p:nvSpPr>
          <p:cNvPr id="368" name="Google Shape;368;p5"/>
          <p:cNvSpPr txBox="1"/>
          <p:nvPr>
            <p:ph idx="2" type="subTitle"/>
          </p:nvPr>
        </p:nvSpPr>
        <p:spPr>
          <a:xfrm>
            <a:off x="5213525" y="2834834"/>
            <a:ext cx="2575500" cy="179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5"/>
              </a:buClr>
              <a:buSzPts val="1600"/>
              <a:buFont typeface="Alef"/>
              <a:buNone/>
              <a:defRPr b="1" sz="2000"/>
            </a:lvl1pPr>
            <a:lvl2pPr lvl="1"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2pPr>
            <a:lvl3pPr lvl="2"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3pPr>
            <a:lvl4pPr lvl="3"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4pPr>
            <a:lvl5pPr lvl="4"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5pPr>
            <a:lvl6pPr lvl="5"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6pPr>
            <a:lvl7pPr lvl="6"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7pPr>
            <a:lvl8pPr lvl="7"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8pPr>
            <a:lvl9pPr lvl="8"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9pPr>
          </a:lstStyle>
          <a:p/>
        </p:txBody>
      </p:sp>
      <p:sp>
        <p:nvSpPr>
          <p:cNvPr id="369" name="Google Shape;369;p5"/>
          <p:cNvSpPr txBox="1"/>
          <p:nvPr>
            <p:ph idx="3" type="subTitle"/>
          </p:nvPr>
        </p:nvSpPr>
        <p:spPr>
          <a:xfrm>
            <a:off x="1354775" y="3226684"/>
            <a:ext cx="2575500" cy="365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600"/>
              <a:buNone/>
              <a:defRPr sz="1600"/>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370" name="Google Shape;370;p5"/>
          <p:cNvSpPr txBox="1"/>
          <p:nvPr>
            <p:ph idx="4" type="subTitle"/>
          </p:nvPr>
        </p:nvSpPr>
        <p:spPr>
          <a:xfrm>
            <a:off x="5212025" y="3229059"/>
            <a:ext cx="2578500" cy="365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600"/>
              <a:buNone/>
              <a:defRPr sz="1600"/>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371" name="Google Shape;371;p5"/>
          <p:cNvSpPr/>
          <p:nvPr/>
        </p:nvSpPr>
        <p:spPr>
          <a:xfrm>
            <a:off x="-607780" y="-650361"/>
            <a:ext cx="1170000" cy="1170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2" name="Google Shape;372;p5"/>
          <p:cNvGrpSpPr/>
          <p:nvPr/>
        </p:nvGrpSpPr>
        <p:grpSpPr>
          <a:xfrm flipH="1">
            <a:off x="-1670733" y="-144769"/>
            <a:ext cx="2383952" cy="1642730"/>
            <a:chOff x="497192" y="-5154682"/>
            <a:chExt cx="2383952" cy="1642730"/>
          </a:xfrm>
        </p:grpSpPr>
        <p:sp>
          <p:nvSpPr>
            <p:cNvPr id="373" name="Google Shape;373;p5"/>
            <p:cNvSpPr/>
            <p:nvPr/>
          </p:nvSpPr>
          <p:spPr>
            <a:xfrm flipH="1">
              <a:off x="497192" y="-5154682"/>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5"/>
            <p:cNvSpPr/>
            <p:nvPr/>
          </p:nvSpPr>
          <p:spPr>
            <a:xfrm flipH="1">
              <a:off x="624664" y="-5010276"/>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5"/>
            <p:cNvSpPr/>
            <p:nvPr/>
          </p:nvSpPr>
          <p:spPr>
            <a:xfrm flipH="1">
              <a:off x="749899" y="-4949394"/>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6" name="Google Shape;376;p5"/>
          <p:cNvSpPr/>
          <p:nvPr/>
        </p:nvSpPr>
        <p:spPr>
          <a:xfrm>
            <a:off x="146963" y="4527260"/>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5"/>
          <p:cNvSpPr/>
          <p:nvPr/>
        </p:nvSpPr>
        <p:spPr>
          <a:xfrm>
            <a:off x="76776" y="1195109"/>
            <a:ext cx="597600" cy="597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5"/>
          <p:cNvSpPr/>
          <p:nvPr/>
        </p:nvSpPr>
        <p:spPr>
          <a:xfrm rot="5400000">
            <a:off x="76811" y="1818443"/>
            <a:ext cx="597600" cy="5976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5"/>
          <p:cNvSpPr/>
          <p:nvPr/>
        </p:nvSpPr>
        <p:spPr>
          <a:xfrm>
            <a:off x="4572000" y="0"/>
            <a:ext cx="46002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5"/>
          <p:cNvSpPr/>
          <p:nvPr/>
        </p:nvSpPr>
        <p:spPr>
          <a:xfrm>
            <a:off x="8614188" y="978506"/>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5"/>
          <p:cNvSpPr/>
          <p:nvPr/>
        </p:nvSpPr>
        <p:spPr>
          <a:xfrm>
            <a:off x="8747301" y="1122912"/>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5"/>
          <p:cNvSpPr/>
          <p:nvPr/>
        </p:nvSpPr>
        <p:spPr>
          <a:xfrm>
            <a:off x="8861238" y="1183794"/>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5"/>
          <p:cNvSpPr/>
          <p:nvPr/>
        </p:nvSpPr>
        <p:spPr>
          <a:xfrm>
            <a:off x="7790515" y="-148310"/>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5"/>
          <p:cNvSpPr/>
          <p:nvPr/>
        </p:nvSpPr>
        <p:spPr>
          <a:xfrm>
            <a:off x="7862690" y="-79489"/>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5"/>
          <p:cNvSpPr/>
          <p:nvPr/>
        </p:nvSpPr>
        <p:spPr>
          <a:xfrm>
            <a:off x="7966509" y="29975"/>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6" name="Google Shape;386;p5"/>
          <p:cNvGrpSpPr/>
          <p:nvPr/>
        </p:nvGrpSpPr>
        <p:grpSpPr>
          <a:xfrm>
            <a:off x="1162260" y="4250607"/>
            <a:ext cx="2960526" cy="1551321"/>
            <a:chOff x="1162260" y="4250607"/>
            <a:chExt cx="2960526" cy="1551321"/>
          </a:xfrm>
        </p:grpSpPr>
        <p:sp>
          <p:nvSpPr>
            <p:cNvPr id="387" name="Google Shape;387;p5"/>
            <p:cNvSpPr/>
            <p:nvPr/>
          </p:nvSpPr>
          <p:spPr>
            <a:xfrm>
              <a:off x="1162260" y="4250607"/>
              <a:ext cx="2960526" cy="1551321"/>
            </a:xfrm>
            <a:custGeom>
              <a:rect b="b" l="l" r="r" t="t"/>
              <a:pathLst>
                <a:path extrusionOk="0" h="27748" w="52954">
                  <a:moveTo>
                    <a:pt x="8698" y="81"/>
                  </a:moveTo>
                  <a:lnTo>
                    <a:pt x="9162" y="121"/>
                  </a:lnTo>
                  <a:lnTo>
                    <a:pt x="9647" y="162"/>
                  </a:lnTo>
                  <a:lnTo>
                    <a:pt x="10111" y="243"/>
                  </a:lnTo>
                  <a:lnTo>
                    <a:pt x="10555" y="343"/>
                  </a:lnTo>
                  <a:lnTo>
                    <a:pt x="10999" y="444"/>
                  </a:lnTo>
                  <a:lnTo>
                    <a:pt x="11443" y="565"/>
                  </a:lnTo>
                  <a:lnTo>
                    <a:pt x="11887" y="707"/>
                  </a:lnTo>
                  <a:lnTo>
                    <a:pt x="12311" y="848"/>
                  </a:lnTo>
                  <a:lnTo>
                    <a:pt x="12734" y="1009"/>
                  </a:lnTo>
                  <a:lnTo>
                    <a:pt x="13582" y="1373"/>
                  </a:lnTo>
                  <a:lnTo>
                    <a:pt x="14389" y="1756"/>
                  </a:lnTo>
                  <a:lnTo>
                    <a:pt x="15176" y="2160"/>
                  </a:lnTo>
                  <a:lnTo>
                    <a:pt x="15943" y="2563"/>
                  </a:lnTo>
                  <a:lnTo>
                    <a:pt x="16669" y="2987"/>
                  </a:lnTo>
                  <a:lnTo>
                    <a:pt x="18021" y="3754"/>
                  </a:lnTo>
                  <a:lnTo>
                    <a:pt x="19353" y="4561"/>
                  </a:lnTo>
                  <a:lnTo>
                    <a:pt x="22017" y="6176"/>
                  </a:lnTo>
                  <a:lnTo>
                    <a:pt x="24439" y="7649"/>
                  </a:lnTo>
                  <a:lnTo>
                    <a:pt x="25670" y="8395"/>
                  </a:lnTo>
                  <a:lnTo>
                    <a:pt x="26901" y="9102"/>
                  </a:lnTo>
                  <a:lnTo>
                    <a:pt x="28152" y="9808"/>
                  </a:lnTo>
                  <a:lnTo>
                    <a:pt x="29403" y="10494"/>
                  </a:lnTo>
                  <a:lnTo>
                    <a:pt x="30654" y="11160"/>
                  </a:lnTo>
                  <a:lnTo>
                    <a:pt x="31925" y="11806"/>
                  </a:lnTo>
                  <a:lnTo>
                    <a:pt x="33217" y="12391"/>
                  </a:lnTo>
                  <a:lnTo>
                    <a:pt x="34509" y="12956"/>
                  </a:lnTo>
                  <a:lnTo>
                    <a:pt x="35820" y="13481"/>
                  </a:lnTo>
                  <a:lnTo>
                    <a:pt x="36486" y="13743"/>
                  </a:lnTo>
                  <a:lnTo>
                    <a:pt x="37152" y="13965"/>
                  </a:lnTo>
                  <a:lnTo>
                    <a:pt x="37818" y="14187"/>
                  </a:lnTo>
                  <a:lnTo>
                    <a:pt x="38484" y="14389"/>
                  </a:lnTo>
                  <a:lnTo>
                    <a:pt x="39170" y="14591"/>
                  </a:lnTo>
                  <a:lnTo>
                    <a:pt x="39856" y="14772"/>
                  </a:lnTo>
                  <a:lnTo>
                    <a:pt x="40542" y="14934"/>
                  </a:lnTo>
                  <a:lnTo>
                    <a:pt x="41228" y="15075"/>
                  </a:lnTo>
                  <a:lnTo>
                    <a:pt x="41935" y="15216"/>
                  </a:lnTo>
                  <a:lnTo>
                    <a:pt x="42621" y="15317"/>
                  </a:lnTo>
                  <a:lnTo>
                    <a:pt x="43246" y="15418"/>
                  </a:lnTo>
                  <a:lnTo>
                    <a:pt x="43852" y="15479"/>
                  </a:lnTo>
                  <a:lnTo>
                    <a:pt x="44437" y="15519"/>
                  </a:lnTo>
                  <a:lnTo>
                    <a:pt x="45002" y="15539"/>
                  </a:lnTo>
                  <a:lnTo>
                    <a:pt x="45567" y="15539"/>
                  </a:lnTo>
                  <a:lnTo>
                    <a:pt x="46092" y="15519"/>
                  </a:lnTo>
                  <a:lnTo>
                    <a:pt x="46596" y="15479"/>
                  </a:lnTo>
                  <a:lnTo>
                    <a:pt x="47081" y="15398"/>
                  </a:lnTo>
                  <a:lnTo>
                    <a:pt x="47565" y="15317"/>
                  </a:lnTo>
                  <a:lnTo>
                    <a:pt x="48009" y="15216"/>
                  </a:lnTo>
                  <a:lnTo>
                    <a:pt x="48453" y="15075"/>
                  </a:lnTo>
                  <a:lnTo>
                    <a:pt x="48877" y="14934"/>
                  </a:lnTo>
                  <a:lnTo>
                    <a:pt x="49280" y="14752"/>
                  </a:lnTo>
                  <a:lnTo>
                    <a:pt x="49664" y="14550"/>
                  </a:lnTo>
                  <a:lnTo>
                    <a:pt x="50027" y="14348"/>
                  </a:lnTo>
                  <a:lnTo>
                    <a:pt x="50390" y="14106"/>
                  </a:lnTo>
                  <a:lnTo>
                    <a:pt x="50612" y="13925"/>
                  </a:lnTo>
                  <a:lnTo>
                    <a:pt x="50814" y="13763"/>
                  </a:lnTo>
                  <a:lnTo>
                    <a:pt x="51036" y="13622"/>
                  </a:lnTo>
                  <a:lnTo>
                    <a:pt x="51258" y="13481"/>
                  </a:lnTo>
                  <a:lnTo>
                    <a:pt x="51500" y="13380"/>
                  </a:lnTo>
                  <a:lnTo>
                    <a:pt x="51662" y="13339"/>
                  </a:lnTo>
                  <a:lnTo>
                    <a:pt x="51823" y="13299"/>
                  </a:lnTo>
                  <a:lnTo>
                    <a:pt x="51984" y="13299"/>
                  </a:lnTo>
                  <a:lnTo>
                    <a:pt x="52146" y="13319"/>
                  </a:lnTo>
                  <a:lnTo>
                    <a:pt x="52307" y="13360"/>
                  </a:lnTo>
                  <a:lnTo>
                    <a:pt x="52449" y="13420"/>
                  </a:lnTo>
                  <a:lnTo>
                    <a:pt x="52570" y="13521"/>
                  </a:lnTo>
                  <a:lnTo>
                    <a:pt x="52691" y="13642"/>
                  </a:lnTo>
                  <a:lnTo>
                    <a:pt x="52771" y="13804"/>
                  </a:lnTo>
                  <a:lnTo>
                    <a:pt x="52832" y="13985"/>
                  </a:lnTo>
                  <a:lnTo>
                    <a:pt x="52852" y="14167"/>
                  </a:lnTo>
                  <a:lnTo>
                    <a:pt x="52872" y="14348"/>
                  </a:lnTo>
                  <a:lnTo>
                    <a:pt x="52872" y="14893"/>
                  </a:lnTo>
                  <a:lnTo>
                    <a:pt x="52832" y="15398"/>
                  </a:lnTo>
                  <a:lnTo>
                    <a:pt x="52751" y="15902"/>
                  </a:lnTo>
                  <a:lnTo>
                    <a:pt x="52630" y="16366"/>
                  </a:lnTo>
                  <a:lnTo>
                    <a:pt x="52489" y="16831"/>
                  </a:lnTo>
                  <a:lnTo>
                    <a:pt x="52307" y="17254"/>
                  </a:lnTo>
                  <a:lnTo>
                    <a:pt x="52085" y="17658"/>
                  </a:lnTo>
                  <a:lnTo>
                    <a:pt x="51823" y="18041"/>
                  </a:lnTo>
                  <a:lnTo>
                    <a:pt x="51540" y="18405"/>
                  </a:lnTo>
                  <a:lnTo>
                    <a:pt x="51238" y="18728"/>
                  </a:lnTo>
                  <a:lnTo>
                    <a:pt x="50895" y="19030"/>
                  </a:lnTo>
                  <a:lnTo>
                    <a:pt x="50511" y="19293"/>
                  </a:lnTo>
                  <a:lnTo>
                    <a:pt x="50128" y="19535"/>
                  </a:lnTo>
                  <a:lnTo>
                    <a:pt x="49684" y="19737"/>
                  </a:lnTo>
                  <a:lnTo>
                    <a:pt x="49240" y="19898"/>
                  </a:lnTo>
                  <a:lnTo>
                    <a:pt x="48756" y="20039"/>
                  </a:lnTo>
                  <a:lnTo>
                    <a:pt x="48211" y="20140"/>
                  </a:lnTo>
                  <a:lnTo>
                    <a:pt x="47666" y="20221"/>
                  </a:lnTo>
                  <a:lnTo>
                    <a:pt x="47121" y="20261"/>
                  </a:lnTo>
                  <a:lnTo>
                    <a:pt x="46031" y="20261"/>
                  </a:lnTo>
                  <a:lnTo>
                    <a:pt x="45507" y="20241"/>
                  </a:lnTo>
                  <a:lnTo>
                    <a:pt x="44437" y="20160"/>
                  </a:lnTo>
                  <a:lnTo>
                    <a:pt x="42924" y="20019"/>
                  </a:lnTo>
                  <a:lnTo>
                    <a:pt x="41410" y="19858"/>
                  </a:lnTo>
                  <a:lnTo>
                    <a:pt x="38403" y="19494"/>
                  </a:lnTo>
                  <a:lnTo>
                    <a:pt x="36183" y="19212"/>
                  </a:lnTo>
                  <a:lnTo>
                    <a:pt x="33964" y="18970"/>
                  </a:lnTo>
                  <a:lnTo>
                    <a:pt x="32834" y="18849"/>
                  </a:lnTo>
                  <a:lnTo>
                    <a:pt x="31724" y="18768"/>
                  </a:lnTo>
                  <a:lnTo>
                    <a:pt x="30614" y="18687"/>
                  </a:lnTo>
                  <a:lnTo>
                    <a:pt x="29484" y="18627"/>
                  </a:lnTo>
                  <a:lnTo>
                    <a:pt x="28374" y="18606"/>
                  </a:lnTo>
                  <a:lnTo>
                    <a:pt x="27264" y="18606"/>
                  </a:lnTo>
                  <a:lnTo>
                    <a:pt x="26134" y="18627"/>
                  </a:lnTo>
                  <a:lnTo>
                    <a:pt x="25024" y="18687"/>
                  </a:lnTo>
                  <a:lnTo>
                    <a:pt x="23914" y="18788"/>
                  </a:lnTo>
                  <a:lnTo>
                    <a:pt x="22824" y="18909"/>
                  </a:lnTo>
                  <a:lnTo>
                    <a:pt x="21714" y="19091"/>
                  </a:lnTo>
                  <a:lnTo>
                    <a:pt x="20625" y="19313"/>
                  </a:lnTo>
                  <a:lnTo>
                    <a:pt x="19555" y="19595"/>
                  </a:lnTo>
                  <a:lnTo>
                    <a:pt x="18486" y="19898"/>
                  </a:lnTo>
                  <a:lnTo>
                    <a:pt x="17456" y="20241"/>
                  </a:lnTo>
                  <a:lnTo>
                    <a:pt x="16407" y="20645"/>
                  </a:lnTo>
                  <a:lnTo>
                    <a:pt x="15398" y="21048"/>
                  </a:lnTo>
                  <a:lnTo>
                    <a:pt x="14389" y="21512"/>
                  </a:lnTo>
                  <a:lnTo>
                    <a:pt x="13400" y="21977"/>
                  </a:lnTo>
                  <a:lnTo>
                    <a:pt x="12411" y="22481"/>
                  </a:lnTo>
                  <a:lnTo>
                    <a:pt x="11423" y="23006"/>
                  </a:lnTo>
                  <a:lnTo>
                    <a:pt x="10454" y="23551"/>
                  </a:lnTo>
                  <a:lnTo>
                    <a:pt x="9505" y="24116"/>
                  </a:lnTo>
                  <a:lnTo>
                    <a:pt x="8537" y="24681"/>
                  </a:lnTo>
                  <a:lnTo>
                    <a:pt x="6660" y="25851"/>
                  </a:lnTo>
                  <a:lnTo>
                    <a:pt x="4783" y="27022"/>
                  </a:lnTo>
                  <a:lnTo>
                    <a:pt x="4703" y="27082"/>
                  </a:lnTo>
                  <a:lnTo>
                    <a:pt x="4339" y="27304"/>
                  </a:lnTo>
                  <a:lnTo>
                    <a:pt x="4017" y="27465"/>
                  </a:lnTo>
                  <a:lnTo>
                    <a:pt x="3694" y="27587"/>
                  </a:lnTo>
                  <a:lnTo>
                    <a:pt x="3411" y="27647"/>
                  </a:lnTo>
                  <a:lnTo>
                    <a:pt x="3149" y="27667"/>
                  </a:lnTo>
                  <a:lnTo>
                    <a:pt x="3028" y="27667"/>
                  </a:lnTo>
                  <a:lnTo>
                    <a:pt x="2907" y="27647"/>
                  </a:lnTo>
                  <a:lnTo>
                    <a:pt x="2806" y="27607"/>
                  </a:lnTo>
                  <a:lnTo>
                    <a:pt x="2685" y="27566"/>
                  </a:lnTo>
                  <a:lnTo>
                    <a:pt x="2584" y="27506"/>
                  </a:lnTo>
                  <a:lnTo>
                    <a:pt x="2503" y="27445"/>
                  </a:lnTo>
                  <a:lnTo>
                    <a:pt x="2382" y="27344"/>
                  </a:lnTo>
                  <a:lnTo>
                    <a:pt x="2301" y="27223"/>
                  </a:lnTo>
                  <a:lnTo>
                    <a:pt x="2220" y="27082"/>
                  </a:lnTo>
                  <a:lnTo>
                    <a:pt x="2140" y="26941"/>
                  </a:lnTo>
                  <a:lnTo>
                    <a:pt x="2039" y="26638"/>
                  </a:lnTo>
                  <a:lnTo>
                    <a:pt x="1958" y="26295"/>
                  </a:lnTo>
                  <a:lnTo>
                    <a:pt x="1716" y="25064"/>
                  </a:lnTo>
                  <a:lnTo>
                    <a:pt x="1474" y="23813"/>
                  </a:lnTo>
                  <a:lnTo>
                    <a:pt x="1232" y="22562"/>
                  </a:lnTo>
                  <a:lnTo>
                    <a:pt x="1030" y="21311"/>
                  </a:lnTo>
                  <a:lnTo>
                    <a:pt x="828" y="20059"/>
                  </a:lnTo>
                  <a:lnTo>
                    <a:pt x="667" y="18808"/>
                  </a:lnTo>
                  <a:lnTo>
                    <a:pt x="505" y="17537"/>
                  </a:lnTo>
                  <a:lnTo>
                    <a:pt x="364" y="16286"/>
                  </a:lnTo>
                  <a:lnTo>
                    <a:pt x="283" y="15378"/>
                  </a:lnTo>
                  <a:lnTo>
                    <a:pt x="202" y="14550"/>
                  </a:lnTo>
                  <a:lnTo>
                    <a:pt x="162" y="13743"/>
                  </a:lnTo>
                  <a:lnTo>
                    <a:pt x="122" y="13017"/>
                  </a:lnTo>
                  <a:lnTo>
                    <a:pt x="102" y="12310"/>
                  </a:lnTo>
                  <a:lnTo>
                    <a:pt x="81" y="11664"/>
                  </a:lnTo>
                  <a:lnTo>
                    <a:pt x="102" y="11059"/>
                  </a:lnTo>
                  <a:lnTo>
                    <a:pt x="102" y="10494"/>
                  </a:lnTo>
                  <a:lnTo>
                    <a:pt x="162" y="9485"/>
                  </a:lnTo>
                  <a:lnTo>
                    <a:pt x="263" y="8597"/>
                  </a:lnTo>
                  <a:lnTo>
                    <a:pt x="364" y="7810"/>
                  </a:lnTo>
                  <a:lnTo>
                    <a:pt x="505" y="7124"/>
                  </a:lnTo>
                  <a:lnTo>
                    <a:pt x="606" y="6680"/>
                  </a:lnTo>
                  <a:lnTo>
                    <a:pt x="707" y="6236"/>
                  </a:lnTo>
                  <a:lnTo>
                    <a:pt x="828" y="5812"/>
                  </a:lnTo>
                  <a:lnTo>
                    <a:pt x="969" y="5409"/>
                  </a:lnTo>
                  <a:lnTo>
                    <a:pt x="1111" y="5005"/>
                  </a:lnTo>
                  <a:lnTo>
                    <a:pt x="1252" y="4642"/>
                  </a:lnTo>
                  <a:lnTo>
                    <a:pt x="1413" y="4279"/>
                  </a:lnTo>
                  <a:lnTo>
                    <a:pt x="1595" y="3915"/>
                  </a:lnTo>
                  <a:lnTo>
                    <a:pt x="1777" y="3592"/>
                  </a:lnTo>
                  <a:lnTo>
                    <a:pt x="1978" y="3270"/>
                  </a:lnTo>
                  <a:lnTo>
                    <a:pt x="2180" y="2967"/>
                  </a:lnTo>
                  <a:lnTo>
                    <a:pt x="2402" y="2684"/>
                  </a:lnTo>
                  <a:lnTo>
                    <a:pt x="2624" y="2402"/>
                  </a:lnTo>
                  <a:lnTo>
                    <a:pt x="2866" y="2160"/>
                  </a:lnTo>
                  <a:lnTo>
                    <a:pt x="3108" y="1918"/>
                  </a:lnTo>
                  <a:lnTo>
                    <a:pt x="3371" y="1675"/>
                  </a:lnTo>
                  <a:lnTo>
                    <a:pt x="3613" y="1494"/>
                  </a:lnTo>
                  <a:lnTo>
                    <a:pt x="3855" y="1312"/>
                  </a:lnTo>
                  <a:lnTo>
                    <a:pt x="4117" y="1151"/>
                  </a:lnTo>
                  <a:lnTo>
                    <a:pt x="4400" y="989"/>
                  </a:lnTo>
                  <a:lnTo>
                    <a:pt x="4682" y="848"/>
                  </a:lnTo>
                  <a:lnTo>
                    <a:pt x="4965" y="707"/>
                  </a:lnTo>
                  <a:lnTo>
                    <a:pt x="5268" y="586"/>
                  </a:lnTo>
                  <a:lnTo>
                    <a:pt x="5570" y="485"/>
                  </a:lnTo>
                  <a:lnTo>
                    <a:pt x="5893" y="384"/>
                  </a:lnTo>
                  <a:lnTo>
                    <a:pt x="6196" y="303"/>
                  </a:lnTo>
                  <a:lnTo>
                    <a:pt x="6539" y="243"/>
                  </a:lnTo>
                  <a:lnTo>
                    <a:pt x="6862" y="182"/>
                  </a:lnTo>
                  <a:lnTo>
                    <a:pt x="7205" y="121"/>
                  </a:lnTo>
                  <a:lnTo>
                    <a:pt x="7548" y="101"/>
                  </a:lnTo>
                  <a:lnTo>
                    <a:pt x="7891" y="81"/>
                  </a:lnTo>
                  <a:close/>
                  <a:moveTo>
                    <a:pt x="7730" y="0"/>
                  </a:moveTo>
                  <a:lnTo>
                    <a:pt x="7265" y="41"/>
                  </a:lnTo>
                  <a:lnTo>
                    <a:pt x="6801" y="101"/>
                  </a:lnTo>
                  <a:lnTo>
                    <a:pt x="6378" y="182"/>
                  </a:lnTo>
                  <a:lnTo>
                    <a:pt x="5934" y="283"/>
                  </a:lnTo>
                  <a:lnTo>
                    <a:pt x="5530" y="424"/>
                  </a:lnTo>
                  <a:lnTo>
                    <a:pt x="5106" y="565"/>
                  </a:lnTo>
                  <a:lnTo>
                    <a:pt x="4723" y="727"/>
                  </a:lnTo>
                  <a:lnTo>
                    <a:pt x="4339" y="929"/>
                  </a:lnTo>
                  <a:lnTo>
                    <a:pt x="3976" y="1130"/>
                  </a:lnTo>
                  <a:lnTo>
                    <a:pt x="3633" y="1373"/>
                  </a:lnTo>
                  <a:lnTo>
                    <a:pt x="3310" y="1615"/>
                  </a:lnTo>
                  <a:lnTo>
                    <a:pt x="3048" y="1857"/>
                  </a:lnTo>
                  <a:lnTo>
                    <a:pt x="2806" y="2099"/>
                  </a:lnTo>
                  <a:lnTo>
                    <a:pt x="2564" y="2361"/>
                  </a:lnTo>
                  <a:lnTo>
                    <a:pt x="2342" y="2624"/>
                  </a:lnTo>
                  <a:lnTo>
                    <a:pt x="2120" y="2927"/>
                  </a:lnTo>
                  <a:lnTo>
                    <a:pt x="1918" y="3229"/>
                  </a:lnTo>
                  <a:lnTo>
                    <a:pt x="1716" y="3552"/>
                  </a:lnTo>
                  <a:lnTo>
                    <a:pt x="1534" y="3875"/>
                  </a:lnTo>
                  <a:lnTo>
                    <a:pt x="1353" y="4238"/>
                  </a:lnTo>
                  <a:lnTo>
                    <a:pt x="1191" y="4601"/>
                  </a:lnTo>
                  <a:lnTo>
                    <a:pt x="1030" y="4985"/>
                  </a:lnTo>
                  <a:lnTo>
                    <a:pt x="889" y="5388"/>
                  </a:lnTo>
                  <a:lnTo>
                    <a:pt x="747" y="5792"/>
                  </a:lnTo>
                  <a:lnTo>
                    <a:pt x="626" y="6216"/>
                  </a:lnTo>
                  <a:lnTo>
                    <a:pt x="525" y="6660"/>
                  </a:lnTo>
                  <a:lnTo>
                    <a:pt x="424" y="7104"/>
                  </a:lnTo>
                  <a:lnTo>
                    <a:pt x="283" y="7810"/>
                  </a:lnTo>
                  <a:lnTo>
                    <a:pt x="182" y="8577"/>
                  </a:lnTo>
                  <a:lnTo>
                    <a:pt x="81" y="9485"/>
                  </a:lnTo>
                  <a:lnTo>
                    <a:pt x="21" y="10494"/>
                  </a:lnTo>
                  <a:lnTo>
                    <a:pt x="21" y="11059"/>
                  </a:lnTo>
                  <a:lnTo>
                    <a:pt x="1" y="11664"/>
                  </a:lnTo>
                  <a:lnTo>
                    <a:pt x="21" y="12310"/>
                  </a:lnTo>
                  <a:lnTo>
                    <a:pt x="41" y="13017"/>
                  </a:lnTo>
                  <a:lnTo>
                    <a:pt x="81" y="13743"/>
                  </a:lnTo>
                  <a:lnTo>
                    <a:pt x="122" y="14550"/>
                  </a:lnTo>
                  <a:lnTo>
                    <a:pt x="202" y="15398"/>
                  </a:lnTo>
                  <a:lnTo>
                    <a:pt x="283" y="16306"/>
                  </a:lnTo>
                  <a:lnTo>
                    <a:pt x="424" y="17557"/>
                  </a:lnTo>
                  <a:lnTo>
                    <a:pt x="586" y="18808"/>
                  </a:lnTo>
                  <a:lnTo>
                    <a:pt x="768" y="20080"/>
                  </a:lnTo>
                  <a:lnTo>
                    <a:pt x="949" y="21331"/>
                  </a:lnTo>
                  <a:lnTo>
                    <a:pt x="1151" y="22582"/>
                  </a:lnTo>
                  <a:lnTo>
                    <a:pt x="1393" y="23833"/>
                  </a:lnTo>
                  <a:lnTo>
                    <a:pt x="1635" y="25084"/>
                  </a:lnTo>
                  <a:lnTo>
                    <a:pt x="1877" y="26315"/>
                  </a:lnTo>
                  <a:lnTo>
                    <a:pt x="1978" y="26658"/>
                  </a:lnTo>
                  <a:lnTo>
                    <a:pt x="2079" y="26981"/>
                  </a:lnTo>
                  <a:lnTo>
                    <a:pt x="2140" y="27143"/>
                  </a:lnTo>
                  <a:lnTo>
                    <a:pt x="2241" y="27264"/>
                  </a:lnTo>
                  <a:lnTo>
                    <a:pt x="2342" y="27405"/>
                  </a:lnTo>
                  <a:lnTo>
                    <a:pt x="2442" y="27506"/>
                  </a:lnTo>
                  <a:lnTo>
                    <a:pt x="2604" y="27607"/>
                  </a:lnTo>
                  <a:lnTo>
                    <a:pt x="2786" y="27687"/>
                  </a:lnTo>
                  <a:lnTo>
                    <a:pt x="2967" y="27728"/>
                  </a:lnTo>
                  <a:lnTo>
                    <a:pt x="3169" y="27748"/>
                  </a:lnTo>
                  <a:lnTo>
                    <a:pt x="3330" y="27748"/>
                  </a:lnTo>
                  <a:lnTo>
                    <a:pt x="3512" y="27708"/>
                  </a:lnTo>
                  <a:lnTo>
                    <a:pt x="3694" y="27667"/>
                  </a:lnTo>
                  <a:lnTo>
                    <a:pt x="3875" y="27607"/>
                  </a:lnTo>
                  <a:lnTo>
                    <a:pt x="4077" y="27526"/>
                  </a:lnTo>
                  <a:lnTo>
                    <a:pt x="4299" y="27425"/>
                  </a:lnTo>
                  <a:lnTo>
                    <a:pt x="4743" y="27163"/>
                  </a:lnTo>
                  <a:lnTo>
                    <a:pt x="4844" y="27102"/>
                  </a:lnTo>
                  <a:lnTo>
                    <a:pt x="6700" y="25912"/>
                  </a:lnTo>
                  <a:lnTo>
                    <a:pt x="8577" y="24761"/>
                  </a:lnTo>
                  <a:lnTo>
                    <a:pt x="9546" y="24176"/>
                  </a:lnTo>
                  <a:lnTo>
                    <a:pt x="10494" y="23631"/>
                  </a:lnTo>
                  <a:lnTo>
                    <a:pt x="11463" y="23086"/>
                  </a:lnTo>
                  <a:lnTo>
                    <a:pt x="12432" y="22562"/>
                  </a:lnTo>
                  <a:lnTo>
                    <a:pt x="13420" y="22057"/>
                  </a:lnTo>
                  <a:lnTo>
                    <a:pt x="14429" y="21573"/>
                  </a:lnTo>
                  <a:lnTo>
                    <a:pt x="15418" y="21129"/>
                  </a:lnTo>
                  <a:lnTo>
                    <a:pt x="16447" y="20705"/>
                  </a:lnTo>
                  <a:lnTo>
                    <a:pt x="17477" y="20322"/>
                  </a:lnTo>
                  <a:lnTo>
                    <a:pt x="18506" y="19979"/>
                  </a:lnTo>
                  <a:lnTo>
                    <a:pt x="19575" y="19676"/>
                  </a:lnTo>
                  <a:lnTo>
                    <a:pt x="20645" y="19393"/>
                  </a:lnTo>
                  <a:lnTo>
                    <a:pt x="21735" y="19171"/>
                  </a:lnTo>
                  <a:lnTo>
                    <a:pt x="22824" y="18990"/>
                  </a:lnTo>
                  <a:lnTo>
                    <a:pt x="23934" y="18869"/>
                  </a:lnTo>
                  <a:lnTo>
                    <a:pt x="25044" y="18768"/>
                  </a:lnTo>
                  <a:lnTo>
                    <a:pt x="26154" y="18707"/>
                  </a:lnTo>
                  <a:lnTo>
                    <a:pt x="27264" y="18687"/>
                  </a:lnTo>
                  <a:lnTo>
                    <a:pt x="28374" y="18687"/>
                  </a:lnTo>
                  <a:lnTo>
                    <a:pt x="29484" y="18707"/>
                  </a:lnTo>
                  <a:lnTo>
                    <a:pt x="30614" y="18768"/>
                  </a:lnTo>
                  <a:lnTo>
                    <a:pt x="31724" y="18849"/>
                  </a:lnTo>
                  <a:lnTo>
                    <a:pt x="32834" y="18929"/>
                  </a:lnTo>
                  <a:lnTo>
                    <a:pt x="33944" y="19050"/>
                  </a:lnTo>
                  <a:lnTo>
                    <a:pt x="36183" y="19293"/>
                  </a:lnTo>
                  <a:lnTo>
                    <a:pt x="38383" y="19575"/>
                  </a:lnTo>
                  <a:lnTo>
                    <a:pt x="41390" y="19938"/>
                  </a:lnTo>
                  <a:lnTo>
                    <a:pt x="42924" y="20100"/>
                  </a:lnTo>
                  <a:lnTo>
                    <a:pt x="44437" y="20241"/>
                  </a:lnTo>
                  <a:lnTo>
                    <a:pt x="45507" y="20322"/>
                  </a:lnTo>
                  <a:lnTo>
                    <a:pt x="46031" y="20342"/>
                  </a:lnTo>
                  <a:lnTo>
                    <a:pt x="47141" y="20342"/>
                  </a:lnTo>
                  <a:lnTo>
                    <a:pt x="47686" y="20302"/>
                  </a:lnTo>
                  <a:lnTo>
                    <a:pt x="48231" y="20221"/>
                  </a:lnTo>
                  <a:lnTo>
                    <a:pt x="48776" y="20120"/>
                  </a:lnTo>
                  <a:lnTo>
                    <a:pt x="49260" y="19979"/>
                  </a:lnTo>
                  <a:lnTo>
                    <a:pt x="49724" y="19797"/>
                  </a:lnTo>
                  <a:lnTo>
                    <a:pt x="50168" y="19595"/>
                  </a:lnTo>
                  <a:lnTo>
                    <a:pt x="50572" y="19353"/>
                  </a:lnTo>
                  <a:lnTo>
                    <a:pt x="50955" y="19071"/>
                  </a:lnTo>
                  <a:lnTo>
                    <a:pt x="51319" y="18748"/>
                  </a:lnTo>
                  <a:lnTo>
                    <a:pt x="51641" y="18405"/>
                  </a:lnTo>
                  <a:lnTo>
                    <a:pt x="51924" y="18041"/>
                  </a:lnTo>
                  <a:lnTo>
                    <a:pt x="52186" y="17638"/>
                  </a:lnTo>
                  <a:lnTo>
                    <a:pt x="52388" y="17234"/>
                  </a:lnTo>
                  <a:lnTo>
                    <a:pt x="52570" y="16790"/>
                  </a:lnTo>
                  <a:lnTo>
                    <a:pt x="52731" y="16346"/>
                  </a:lnTo>
                  <a:lnTo>
                    <a:pt x="52832" y="15862"/>
                  </a:lnTo>
                  <a:lnTo>
                    <a:pt x="52913" y="15378"/>
                  </a:lnTo>
                  <a:lnTo>
                    <a:pt x="52953" y="14873"/>
                  </a:lnTo>
                  <a:lnTo>
                    <a:pt x="52953" y="14348"/>
                  </a:lnTo>
                  <a:lnTo>
                    <a:pt x="52933" y="14147"/>
                  </a:lnTo>
                  <a:lnTo>
                    <a:pt x="52913" y="13965"/>
                  </a:lnTo>
                  <a:lnTo>
                    <a:pt x="52852" y="13763"/>
                  </a:lnTo>
                  <a:lnTo>
                    <a:pt x="52812" y="13662"/>
                  </a:lnTo>
                  <a:lnTo>
                    <a:pt x="52751" y="13582"/>
                  </a:lnTo>
                  <a:lnTo>
                    <a:pt x="52630" y="13461"/>
                  </a:lnTo>
                  <a:lnTo>
                    <a:pt x="52489" y="13360"/>
                  </a:lnTo>
                  <a:lnTo>
                    <a:pt x="52348" y="13279"/>
                  </a:lnTo>
                  <a:lnTo>
                    <a:pt x="52166" y="13239"/>
                  </a:lnTo>
                  <a:lnTo>
                    <a:pt x="51984" y="13218"/>
                  </a:lnTo>
                  <a:lnTo>
                    <a:pt x="51823" y="13218"/>
                  </a:lnTo>
                  <a:lnTo>
                    <a:pt x="51641" y="13259"/>
                  </a:lnTo>
                  <a:lnTo>
                    <a:pt x="51480" y="13299"/>
                  </a:lnTo>
                  <a:lnTo>
                    <a:pt x="51238" y="13400"/>
                  </a:lnTo>
                  <a:lnTo>
                    <a:pt x="50996" y="13541"/>
                  </a:lnTo>
                  <a:lnTo>
                    <a:pt x="50774" y="13703"/>
                  </a:lnTo>
                  <a:lnTo>
                    <a:pt x="50572" y="13864"/>
                  </a:lnTo>
                  <a:lnTo>
                    <a:pt x="50330" y="14026"/>
                  </a:lnTo>
                  <a:lnTo>
                    <a:pt x="49987" y="14268"/>
                  </a:lnTo>
                  <a:lnTo>
                    <a:pt x="49623" y="14490"/>
                  </a:lnTo>
                  <a:lnTo>
                    <a:pt x="49240" y="14691"/>
                  </a:lnTo>
                  <a:lnTo>
                    <a:pt x="48836" y="14853"/>
                  </a:lnTo>
                  <a:lnTo>
                    <a:pt x="48433" y="15014"/>
                  </a:lnTo>
                  <a:lnTo>
                    <a:pt x="47989" y="15135"/>
                  </a:lnTo>
                  <a:lnTo>
                    <a:pt x="47545" y="15236"/>
                  </a:lnTo>
                  <a:lnTo>
                    <a:pt x="47061" y="15337"/>
                  </a:lnTo>
                  <a:lnTo>
                    <a:pt x="46576" y="15398"/>
                  </a:lnTo>
                  <a:lnTo>
                    <a:pt x="46072" y="15438"/>
                  </a:lnTo>
                  <a:lnTo>
                    <a:pt x="45547" y="15458"/>
                  </a:lnTo>
                  <a:lnTo>
                    <a:pt x="45002" y="15458"/>
                  </a:lnTo>
                  <a:lnTo>
                    <a:pt x="44437" y="15438"/>
                  </a:lnTo>
                  <a:lnTo>
                    <a:pt x="43872" y="15398"/>
                  </a:lnTo>
                  <a:lnTo>
                    <a:pt x="43267" y="15337"/>
                  </a:lnTo>
                  <a:lnTo>
                    <a:pt x="42641" y="15236"/>
                  </a:lnTo>
                  <a:lnTo>
                    <a:pt x="41935" y="15135"/>
                  </a:lnTo>
                  <a:lnTo>
                    <a:pt x="41249" y="14994"/>
                  </a:lnTo>
                  <a:lnTo>
                    <a:pt x="40563" y="14853"/>
                  </a:lnTo>
                  <a:lnTo>
                    <a:pt x="39876" y="14691"/>
                  </a:lnTo>
                  <a:lnTo>
                    <a:pt x="39190" y="14510"/>
                  </a:lnTo>
                  <a:lnTo>
                    <a:pt x="38504" y="14308"/>
                  </a:lnTo>
                  <a:lnTo>
                    <a:pt x="37838" y="14106"/>
                  </a:lnTo>
                  <a:lnTo>
                    <a:pt x="37172" y="13884"/>
                  </a:lnTo>
                  <a:lnTo>
                    <a:pt x="36506" y="13662"/>
                  </a:lnTo>
                  <a:lnTo>
                    <a:pt x="35840" y="13420"/>
                  </a:lnTo>
                  <a:lnTo>
                    <a:pt x="34529" y="12895"/>
                  </a:lnTo>
                  <a:lnTo>
                    <a:pt x="33237" y="12330"/>
                  </a:lnTo>
                  <a:lnTo>
                    <a:pt x="31966" y="11725"/>
                  </a:lnTo>
                  <a:lnTo>
                    <a:pt x="30695" y="11079"/>
                  </a:lnTo>
                  <a:lnTo>
                    <a:pt x="29423" y="10434"/>
                  </a:lnTo>
                  <a:lnTo>
                    <a:pt x="28172" y="9747"/>
                  </a:lnTo>
                  <a:lnTo>
                    <a:pt x="26941" y="9041"/>
                  </a:lnTo>
                  <a:lnTo>
                    <a:pt x="25710" y="8315"/>
                  </a:lnTo>
                  <a:lnTo>
                    <a:pt x="24479" y="7588"/>
                  </a:lnTo>
                  <a:lnTo>
                    <a:pt x="22057" y="6115"/>
                  </a:lnTo>
                  <a:lnTo>
                    <a:pt x="19394" y="4501"/>
                  </a:lnTo>
                  <a:lnTo>
                    <a:pt x="18062" y="3693"/>
                  </a:lnTo>
                  <a:lnTo>
                    <a:pt x="16710" y="2906"/>
                  </a:lnTo>
                  <a:lnTo>
                    <a:pt x="15983" y="2503"/>
                  </a:lnTo>
                  <a:lnTo>
                    <a:pt x="15216" y="2079"/>
                  </a:lnTo>
                  <a:lnTo>
                    <a:pt x="14429" y="1675"/>
                  </a:lnTo>
                  <a:lnTo>
                    <a:pt x="13602" y="1292"/>
                  </a:lnTo>
                  <a:lnTo>
                    <a:pt x="12775" y="949"/>
                  </a:lnTo>
                  <a:lnTo>
                    <a:pt x="12331" y="787"/>
                  </a:lnTo>
                  <a:lnTo>
                    <a:pt x="11907" y="626"/>
                  </a:lnTo>
                  <a:lnTo>
                    <a:pt x="11463" y="485"/>
                  </a:lnTo>
                  <a:lnTo>
                    <a:pt x="11019" y="364"/>
                  </a:lnTo>
                  <a:lnTo>
                    <a:pt x="10575" y="263"/>
                  </a:lnTo>
                  <a:lnTo>
                    <a:pt x="10131" y="162"/>
                  </a:lnTo>
                  <a:lnTo>
                    <a:pt x="9627" y="81"/>
                  </a:lnTo>
                  <a:lnTo>
                    <a:pt x="9142" y="41"/>
                  </a:lnTo>
                  <a:lnTo>
                    <a:pt x="865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5"/>
            <p:cNvSpPr/>
            <p:nvPr/>
          </p:nvSpPr>
          <p:spPr>
            <a:xfrm>
              <a:off x="1326960" y="4373601"/>
              <a:ext cx="1826666" cy="1093271"/>
            </a:xfrm>
            <a:custGeom>
              <a:rect b="b" l="l" r="r" t="t"/>
              <a:pathLst>
                <a:path extrusionOk="0" h="19555" w="32673">
                  <a:moveTo>
                    <a:pt x="4340" y="81"/>
                  </a:moveTo>
                  <a:lnTo>
                    <a:pt x="4622" y="101"/>
                  </a:lnTo>
                  <a:lnTo>
                    <a:pt x="4885" y="121"/>
                  </a:lnTo>
                  <a:lnTo>
                    <a:pt x="5167" y="161"/>
                  </a:lnTo>
                  <a:lnTo>
                    <a:pt x="5450" y="222"/>
                  </a:lnTo>
                  <a:lnTo>
                    <a:pt x="5712" y="283"/>
                  </a:lnTo>
                  <a:lnTo>
                    <a:pt x="6216" y="444"/>
                  </a:lnTo>
                  <a:lnTo>
                    <a:pt x="6640" y="626"/>
                  </a:lnTo>
                  <a:lnTo>
                    <a:pt x="7003" y="787"/>
                  </a:lnTo>
                  <a:lnTo>
                    <a:pt x="7266" y="928"/>
                  </a:lnTo>
                  <a:lnTo>
                    <a:pt x="7629" y="1130"/>
                  </a:lnTo>
                  <a:lnTo>
                    <a:pt x="7972" y="1352"/>
                  </a:lnTo>
                  <a:lnTo>
                    <a:pt x="8315" y="1594"/>
                  </a:lnTo>
                  <a:lnTo>
                    <a:pt x="8658" y="1836"/>
                  </a:lnTo>
                  <a:lnTo>
                    <a:pt x="9324" y="2341"/>
                  </a:lnTo>
                  <a:lnTo>
                    <a:pt x="9950" y="2866"/>
                  </a:lnTo>
                  <a:lnTo>
                    <a:pt x="10918" y="3632"/>
                  </a:lnTo>
                  <a:lnTo>
                    <a:pt x="11746" y="4258"/>
                  </a:lnTo>
                  <a:lnTo>
                    <a:pt x="12613" y="4843"/>
                  </a:lnTo>
                  <a:lnTo>
                    <a:pt x="13481" y="5388"/>
                  </a:lnTo>
                  <a:lnTo>
                    <a:pt x="14369" y="5913"/>
                  </a:lnTo>
                  <a:lnTo>
                    <a:pt x="15297" y="6397"/>
                  </a:lnTo>
                  <a:lnTo>
                    <a:pt x="16226" y="6861"/>
                  </a:lnTo>
                  <a:lnTo>
                    <a:pt x="17174" y="7285"/>
                  </a:lnTo>
                  <a:lnTo>
                    <a:pt x="18143" y="7709"/>
                  </a:lnTo>
                  <a:lnTo>
                    <a:pt x="19132" y="8092"/>
                  </a:lnTo>
                  <a:lnTo>
                    <a:pt x="20120" y="8476"/>
                  </a:lnTo>
                  <a:lnTo>
                    <a:pt x="21129" y="8839"/>
                  </a:lnTo>
                  <a:lnTo>
                    <a:pt x="22138" y="9182"/>
                  </a:lnTo>
                  <a:lnTo>
                    <a:pt x="23168" y="9505"/>
                  </a:lnTo>
                  <a:lnTo>
                    <a:pt x="24217" y="9848"/>
                  </a:lnTo>
                  <a:lnTo>
                    <a:pt x="26316" y="10473"/>
                  </a:lnTo>
                  <a:lnTo>
                    <a:pt x="26376" y="10494"/>
                  </a:lnTo>
                  <a:lnTo>
                    <a:pt x="27627" y="10877"/>
                  </a:lnTo>
                  <a:lnTo>
                    <a:pt x="28253" y="11079"/>
                  </a:lnTo>
                  <a:lnTo>
                    <a:pt x="28879" y="11301"/>
                  </a:lnTo>
                  <a:lnTo>
                    <a:pt x="29484" y="11523"/>
                  </a:lnTo>
                  <a:lnTo>
                    <a:pt x="30089" y="11805"/>
                  </a:lnTo>
                  <a:lnTo>
                    <a:pt x="30675" y="12088"/>
                  </a:lnTo>
                  <a:lnTo>
                    <a:pt x="31240" y="12411"/>
                  </a:lnTo>
                  <a:lnTo>
                    <a:pt x="31583" y="12633"/>
                  </a:lnTo>
                  <a:lnTo>
                    <a:pt x="31744" y="12754"/>
                  </a:lnTo>
                  <a:lnTo>
                    <a:pt x="31906" y="12895"/>
                  </a:lnTo>
                  <a:lnTo>
                    <a:pt x="32067" y="13036"/>
                  </a:lnTo>
                  <a:lnTo>
                    <a:pt x="32208" y="13198"/>
                  </a:lnTo>
                  <a:lnTo>
                    <a:pt x="32329" y="13379"/>
                  </a:lnTo>
                  <a:lnTo>
                    <a:pt x="32450" y="13581"/>
                  </a:lnTo>
                  <a:lnTo>
                    <a:pt x="32511" y="13763"/>
                  </a:lnTo>
                  <a:lnTo>
                    <a:pt x="32572" y="13965"/>
                  </a:lnTo>
                  <a:lnTo>
                    <a:pt x="32592" y="14166"/>
                  </a:lnTo>
                  <a:lnTo>
                    <a:pt x="32592" y="14368"/>
                  </a:lnTo>
                  <a:lnTo>
                    <a:pt x="32551" y="14570"/>
                  </a:lnTo>
                  <a:lnTo>
                    <a:pt x="32471" y="14772"/>
                  </a:lnTo>
                  <a:lnTo>
                    <a:pt x="32370" y="14953"/>
                  </a:lnTo>
                  <a:lnTo>
                    <a:pt x="32289" y="15034"/>
                  </a:lnTo>
                  <a:lnTo>
                    <a:pt x="32208" y="15095"/>
                  </a:lnTo>
                  <a:lnTo>
                    <a:pt x="32067" y="15196"/>
                  </a:lnTo>
                  <a:lnTo>
                    <a:pt x="31926" y="15256"/>
                  </a:lnTo>
                  <a:lnTo>
                    <a:pt x="31764" y="15317"/>
                  </a:lnTo>
                  <a:lnTo>
                    <a:pt x="31603" y="15337"/>
                  </a:lnTo>
                  <a:lnTo>
                    <a:pt x="31421" y="15357"/>
                  </a:lnTo>
                  <a:lnTo>
                    <a:pt x="31240" y="15377"/>
                  </a:lnTo>
                  <a:lnTo>
                    <a:pt x="30876" y="15357"/>
                  </a:lnTo>
                  <a:lnTo>
                    <a:pt x="29625" y="15276"/>
                  </a:lnTo>
                  <a:lnTo>
                    <a:pt x="28354" y="15196"/>
                  </a:lnTo>
                  <a:lnTo>
                    <a:pt x="25872" y="14974"/>
                  </a:lnTo>
                  <a:lnTo>
                    <a:pt x="24116" y="14832"/>
                  </a:lnTo>
                  <a:lnTo>
                    <a:pt x="22360" y="14691"/>
                  </a:lnTo>
                  <a:lnTo>
                    <a:pt x="20585" y="14590"/>
                  </a:lnTo>
                  <a:lnTo>
                    <a:pt x="19697" y="14550"/>
                  </a:lnTo>
                  <a:lnTo>
                    <a:pt x="18809" y="14530"/>
                  </a:lnTo>
                  <a:lnTo>
                    <a:pt x="17073" y="14530"/>
                  </a:lnTo>
                  <a:lnTo>
                    <a:pt x="16226" y="14570"/>
                  </a:lnTo>
                  <a:lnTo>
                    <a:pt x="15398" y="14631"/>
                  </a:lnTo>
                  <a:lnTo>
                    <a:pt x="14591" y="14691"/>
                  </a:lnTo>
                  <a:lnTo>
                    <a:pt x="13824" y="14792"/>
                  </a:lnTo>
                  <a:lnTo>
                    <a:pt x="13057" y="14893"/>
                  </a:lnTo>
                  <a:lnTo>
                    <a:pt x="12311" y="15034"/>
                  </a:lnTo>
                  <a:lnTo>
                    <a:pt x="11584" y="15175"/>
                  </a:lnTo>
                  <a:lnTo>
                    <a:pt x="10878" y="15337"/>
                  </a:lnTo>
                  <a:lnTo>
                    <a:pt x="10192" y="15539"/>
                  </a:lnTo>
                  <a:lnTo>
                    <a:pt x="9526" y="15740"/>
                  </a:lnTo>
                  <a:lnTo>
                    <a:pt x="8880" y="15962"/>
                  </a:lnTo>
                  <a:lnTo>
                    <a:pt x="8255" y="16205"/>
                  </a:lnTo>
                  <a:lnTo>
                    <a:pt x="7629" y="16487"/>
                  </a:lnTo>
                  <a:lnTo>
                    <a:pt x="7024" y="16770"/>
                  </a:lnTo>
                  <a:lnTo>
                    <a:pt x="6539" y="17012"/>
                  </a:lnTo>
                  <a:lnTo>
                    <a:pt x="6055" y="17294"/>
                  </a:lnTo>
                  <a:lnTo>
                    <a:pt x="5086" y="17839"/>
                  </a:lnTo>
                  <a:lnTo>
                    <a:pt x="4441" y="18202"/>
                  </a:lnTo>
                  <a:lnTo>
                    <a:pt x="3775" y="18586"/>
                  </a:lnTo>
                  <a:lnTo>
                    <a:pt x="3089" y="18929"/>
                  </a:lnTo>
                  <a:lnTo>
                    <a:pt x="2382" y="19252"/>
                  </a:lnTo>
                  <a:lnTo>
                    <a:pt x="2160" y="19353"/>
                  </a:lnTo>
                  <a:lnTo>
                    <a:pt x="1918" y="19413"/>
                  </a:lnTo>
                  <a:lnTo>
                    <a:pt x="1676" y="19454"/>
                  </a:lnTo>
                  <a:lnTo>
                    <a:pt x="1434" y="19454"/>
                  </a:lnTo>
                  <a:lnTo>
                    <a:pt x="1333" y="19413"/>
                  </a:lnTo>
                  <a:lnTo>
                    <a:pt x="1212" y="19373"/>
                  </a:lnTo>
                  <a:lnTo>
                    <a:pt x="1030" y="19272"/>
                  </a:lnTo>
                  <a:lnTo>
                    <a:pt x="869" y="19111"/>
                  </a:lnTo>
                  <a:lnTo>
                    <a:pt x="748" y="18949"/>
                  </a:lnTo>
                  <a:lnTo>
                    <a:pt x="627" y="18788"/>
                  </a:lnTo>
                  <a:lnTo>
                    <a:pt x="546" y="18606"/>
                  </a:lnTo>
                  <a:lnTo>
                    <a:pt x="425" y="18324"/>
                  </a:lnTo>
                  <a:lnTo>
                    <a:pt x="324" y="18001"/>
                  </a:lnTo>
                  <a:lnTo>
                    <a:pt x="263" y="17678"/>
                  </a:lnTo>
                  <a:lnTo>
                    <a:pt x="203" y="17335"/>
                  </a:lnTo>
                  <a:lnTo>
                    <a:pt x="162" y="16992"/>
                  </a:lnTo>
                  <a:lnTo>
                    <a:pt x="122" y="16326"/>
                  </a:lnTo>
                  <a:lnTo>
                    <a:pt x="102" y="15660"/>
                  </a:lnTo>
                  <a:lnTo>
                    <a:pt x="102" y="14368"/>
                  </a:lnTo>
                  <a:lnTo>
                    <a:pt x="82" y="13137"/>
                  </a:lnTo>
                  <a:lnTo>
                    <a:pt x="102" y="11947"/>
                  </a:lnTo>
                  <a:lnTo>
                    <a:pt x="122" y="10756"/>
                  </a:lnTo>
                  <a:lnTo>
                    <a:pt x="203" y="9485"/>
                  </a:lnTo>
                  <a:lnTo>
                    <a:pt x="324" y="8274"/>
                  </a:lnTo>
                  <a:lnTo>
                    <a:pt x="405" y="7689"/>
                  </a:lnTo>
                  <a:lnTo>
                    <a:pt x="485" y="7124"/>
                  </a:lnTo>
                  <a:lnTo>
                    <a:pt x="586" y="6579"/>
                  </a:lnTo>
                  <a:lnTo>
                    <a:pt x="687" y="6054"/>
                  </a:lnTo>
                  <a:lnTo>
                    <a:pt x="808" y="5529"/>
                  </a:lnTo>
                  <a:lnTo>
                    <a:pt x="929" y="5025"/>
                  </a:lnTo>
                  <a:lnTo>
                    <a:pt x="1071" y="4541"/>
                  </a:lnTo>
                  <a:lnTo>
                    <a:pt x="1232" y="4056"/>
                  </a:lnTo>
                  <a:lnTo>
                    <a:pt x="1393" y="3592"/>
                  </a:lnTo>
                  <a:lnTo>
                    <a:pt x="1555" y="3128"/>
                  </a:lnTo>
                  <a:lnTo>
                    <a:pt x="1736" y="2684"/>
                  </a:lnTo>
                  <a:lnTo>
                    <a:pt x="1938" y="2260"/>
                  </a:lnTo>
                  <a:lnTo>
                    <a:pt x="2039" y="2038"/>
                  </a:lnTo>
                  <a:lnTo>
                    <a:pt x="2301" y="1493"/>
                  </a:lnTo>
                  <a:lnTo>
                    <a:pt x="2463" y="1231"/>
                  </a:lnTo>
                  <a:lnTo>
                    <a:pt x="2624" y="969"/>
                  </a:lnTo>
                  <a:lnTo>
                    <a:pt x="2806" y="727"/>
                  </a:lnTo>
                  <a:lnTo>
                    <a:pt x="3008" y="525"/>
                  </a:lnTo>
                  <a:lnTo>
                    <a:pt x="3129" y="444"/>
                  </a:lnTo>
                  <a:lnTo>
                    <a:pt x="3250" y="363"/>
                  </a:lnTo>
                  <a:lnTo>
                    <a:pt x="3391" y="283"/>
                  </a:lnTo>
                  <a:lnTo>
                    <a:pt x="3532" y="222"/>
                  </a:lnTo>
                  <a:lnTo>
                    <a:pt x="3795" y="161"/>
                  </a:lnTo>
                  <a:lnTo>
                    <a:pt x="4057" y="101"/>
                  </a:lnTo>
                  <a:lnTo>
                    <a:pt x="4340" y="81"/>
                  </a:lnTo>
                  <a:close/>
                  <a:moveTo>
                    <a:pt x="4360" y="0"/>
                  </a:moveTo>
                  <a:lnTo>
                    <a:pt x="3997" y="40"/>
                  </a:lnTo>
                  <a:lnTo>
                    <a:pt x="3714" y="81"/>
                  </a:lnTo>
                  <a:lnTo>
                    <a:pt x="3492" y="161"/>
                  </a:lnTo>
                  <a:lnTo>
                    <a:pt x="3351" y="222"/>
                  </a:lnTo>
                  <a:lnTo>
                    <a:pt x="3210" y="283"/>
                  </a:lnTo>
                  <a:lnTo>
                    <a:pt x="3089" y="363"/>
                  </a:lnTo>
                  <a:lnTo>
                    <a:pt x="2967" y="464"/>
                  </a:lnTo>
                  <a:lnTo>
                    <a:pt x="2745" y="666"/>
                  </a:lnTo>
                  <a:lnTo>
                    <a:pt x="2564" y="908"/>
                  </a:lnTo>
                  <a:lnTo>
                    <a:pt x="2382" y="1170"/>
                  </a:lnTo>
                  <a:lnTo>
                    <a:pt x="2241" y="1453"/>
                  </a:lnTo>
                  <a:lnTo>
                    <a:pt x="1958" y="2018"/>
                  </a:lnTo>
                  <a:lnTo>
                    <a:pt x="1878" y="2220"/>
                  </a:lnTo>
                  <a:lnTo>
                    <a:pt x="1676" y="2664"/>
                  </a:lnTo>
                  <a:lnTo>
                    <a:pt x="1494" y="3108"/>
                  </a:lnTo>
                  <a:lnTo>
                    <a:pt x="1313" y="3552"/>
                  </a:lnTo>
                  <a:lnTo>
                    <a:pt x="1151" y="4036"/>
                  </a:lnTo>
                  <a:lnTo>
                    <a:pt x="990" y="4500"/>
                  </a:lnTo>
                  <a:lnTo>
                    <a:pt x="849" y="5005"/>
                  </a:lnTo>
                  <a:lnTo>
                    <a:pt x="727" y="5509"/>
                  </a:lnTo>
                  <a:lnTo>
                    <a:pt x="606" y="6034"/>
                  </a:lnTo>
                  <a:lnTo>
                    <a:pt x="505" y="6559"/>
                  </a:lnTo>
                  <a:lnTo>
                    <a:pt x="405" y="7103"/>
                  </a:lnTo>
                  <a:lnTo>
                    <a:pt x="324" y="7668"/>
                  </a:lnTo>
                  <a:lnTo>
                    <a:pt x="243" y="8254"/>
                  </a:lnTo>
                  <a:lnTo>
                    <a:pt x="122" y="9464"/>
                  </a:lnTo>
                  <a:lnTo>
                    <a:pt x="41" y="10756"/>
                  </a:lnTo>
                  <a:lnTo>
                    <a:pt x="21" y="11947"/>
                  </a:lnTo>
                  <a:lnTo>
                    <a:pt x="1" y="13137"/>
                  </a:lnTo>
                  <a:lnTo>
                    <a:pt x="21" y="14368"/>
                  </a:lnTo>
                  <a:lnTo>
                    <a:pt x="21" y="15660"/>
                  </a:lnTo>
                  <a:lnTo>
                    <a:pt x="41" y="16326"/>
                  </a:lnTo>
                  <a:lnTo>
                    <a:pt x="82" y="17012"/>
                  </a:lnTo>
                  <a:lnTo>
                    <a:pt x="122" y="17355"/>
                  </a:lnTo>
                  <a:lnTo>
                    <a:pt x="183" y="17678"/>
                  </a:lnTo>
                  <a:lnTo>
                    <a:pt x="263" y="18021"/>
                  </a:lnTo>
                  <a:lnTo>
                    <a:pt x="344" y="18344"/>
                  </a:lnTo>
                  <a:lnTo>
                    <a:pt x="405" y="18505"/>
                  </a:lnTo>
                  <a:lnTo>
                    <a:pt x="485" y="18687"/>
                  </a:lnTo>
                  <a:lnTo>
                    <a:pt x="586" y="18868"/>
                  </a:lnTo>
                  <a:lnTo>
                    <a:pt x="707" y="19030"/>
                  </a:lnTo>
                  <a:lnTo>
                    <a:pt x="849" y="19211"/>
                  </a:lnTo>
                  <a:lnTo>
                    <a:pt x="1010" y="19353"/>
                  </a:lnTo>
                  <a:lnTo>
                    <a:pt x="1192" y="19454"/>
                  </a:lnTo>
                  <a:lnTo>
                    <a:pt x="1313" y="19494"/>
                  </a:lnTo>
                  <a:lnTo>
                    <a:pt x="1414" y="19534"/>
                  </a:lnTo>
                  <a:lnTo>
                    <a:pt x="1615" y="19555"/>
                  </a:lnTo>
                  <a:lnTo>
                    <a:pt x="1817" y="19534"/>
                  </a:lnTo>
                  <a:lnTo>
                    <a:pt x="2039" y="19474"/>
                  </a:lnTo>
                  <a:lnTo>
                    <a:pt x="2241" y="19413"/>
                  </a:lnTo>
                  <a:lnTo>
                    <a:pt x="2423" y="19333"/>
                  </a:lnTo>
                  <a:lnTo>
                    <a:pt x="3129" y="19010"/>
                  </a:lnTo>
                  <a:lnTo>
                    <a:pt x="3795" y="18646"/>
                  </a:lnTo>
                  <a:lnTo>
                    <a:pt x="4481" y="18283"/>
                  </a:lnTo>
                  <a:lnTo>
                    <a:pt x="5127" y="17900"/>
                  </a:lnTo>
                  <a:lnTo>
                    <a:pt x="6095" y="17355"/>
                  </a:lnTo>
                  <a:lnTo>
                    <a:pt x="6580" y="17093"/>
                  </a:lnTo>
                  <a:lnTo>
                    <a:pt x="7064" y="16830"/>
                  </a:lnTo>
                  <a:lnTo>
                    <a:pt x="7669" y="16548"/>
                  </a:lnTo>
                  <a:lnTo>
                    <a:pt x="8275" y="16285"/>
                  </a:lnTo>
                  <a:lnTo>
                    <a:pt x="8900" y="16043"/>
                  </a:lnTo>
                  <a:lnTo>
                    <a:pt x="9566" y="15821"/>
                  </a:lnTo>
                  <a:lnTo>
                    <a:pt x="10232" y="15619"/>
                  </a:lnTo>
                  <a:lnTo>
                    <a:pt x="10898" y="15418"/>
                  </a:lnTo>
                  <a:lnTo>
                    <a:pt x="11604" y="15256"/>
                  </a:lnTo>
                  <a:lnTo>
                    <a:pt x="12331" y="15115"/>
                  </a:lnTo>
                  <a:lnTo>
                    <a:pt x="13078" y="14974"/>
                  </a:lnTo>
                  <a:lnTo>
                    <a:pt x="13824" y="14873"/>
                  </a:lnTo>
                  <a:lnTo>
                    <a:pt x="14611" y="14772"/>
                  </a:lnTo>
                  <a:lnTo>
                    <a:pt x="15419" y="14711"/>
                  </a:lnTo>
                  <a:lnTo>
                    <a:pt x="16226" y="14651"/>
                  </a:lnTo>
                  <a:lnTo>
                    <a:pt x="17073" y="14610"/>
                  </a:lnTo>
                  <a:lnTo>
                    <a:pt x="18809" y="14610"/>
                  </a:lnTo>
                  <a:lnTo>
                    <a:pt x="19697" y="14631"/>
                  </a:lnTo>
                  <a:lnTo>
                    <a:pt x="20585" y="14671"/>
                  </a:lnTo>
                  <a:lnTo>
                    <a:pt x="22360" y="14772"/>
                  </a:lnTo>
                  <a:lnTo>
                    <a:pt x="24116" y="14913"/>
                  </a:lnTo>
                  <a:lnTo>
                    <a:pt x="25852" y="15054"/>
                  </a:lnTo>
                  <a:lnTo>
                    <a:pt x="28354" y="15276"/>
                  </a:lnTo>
                  <a:lnTo>
                    <a:pt x="29605" y="15357"/>
                  </a:lnTo>
                  <a:lnTo>
                    <a:pt x="30876" y="15438"/>
                  </a:lnTo>
                  <a:lnTo>
                    <a:pt x="31240" y="15458"/>
                  </a:lnTo>
                  <a:lnTo>
                    <a:pt x="31441" y="15438"/>
                  </a:lnTo>
                  <a:lnTo>
                    <a:pt x="31623" y="15418"/>
                  </a:lnTo>
                  <a:lnTo>
                    <a:pt x="31785" y="15397"/>
                  </a:lnTo>
                  <a:lnTo>
                    <a:pt x="31966" y="15337"/>
                  </a:lnTo>
                  <a:lnTo>
                    <a:pt x="32128" y="15256"/>
                  </a:lnTo>
                  <a:lnTo>
                    <a:pt x="32269" y="15155"/>
                  </a:lnTo>
                  <a:lnTo>
                    <a:pt x="32350" y="15075"/>
                  </a:lnTo>
                  <a:lnTo>
                    <a:pt x="32430" y="14994"/>
                  </a:lnTo>
                  <a:lnTo>
                    <a:pt x="32551" y="14812"/>
                  </a:lnTo>
                  <a:lnTo>
                    <a:pt x="32612" y="14610"/>
                  </a:lnTo>
                  <a:lnTo>
                    <a:pt x="32672" y="14388"/>
                  </a:lnTo>
                  <a:lnTo>
                    <a:pt x="32672" y="14166"/>
                  </a:lnTo>
                  <a:lnTo>
                    <a:pt x="32652" y="13944"/>
                  </a:lnTo>
                  <a:lnTo>
                    <a:pt x="32592" y="13743"/>
                  </a:lnTo>
                  <a:lnTo>
                    <a:pt x="32511" y="13541"/>
                  </a:lnTo>
                  <a:lnTo>
                    <a:pt x="32410" y="13339"/>
                  </a:lnTo>
                  <a:lnTo>
                    <a:pt x="32269" y="13157"/>
                  </a:lnTo>
                  <a:lnTo>
                    <a:pt x="32128" y="12996"/>
                  </a:lnTo>
                  <a:lnTo>
                    <a:pt x="31966" y="12835"/>
                  </a:lnTo>
                  <a:lnTo>
                    <a:pt x="31805" y="12693"/>
                  </a:lnTo>
                  <a:lnTo>
                    <a:pt x="31623" y="12572"/>
                  </a:lnTo>
                  <a:lnTo>
                    <a:pt x="31280" y="12350"/>
                  </a:lnTo>
                  <a:lnTo>
                    <a:pt x="30715" y="12027"/>
                  </a:lnTo>
                  <a:lnTo>
                    <a:pt x="30130" y="11725"/>
                  </a:lnTo>
                  <a:lnTo>
                    <a:pt x="29524" y="11462"/>
                  </a:lnTo>
                  <a:lnTo>
                    <a:pt x="28919" y="11220"/>
                  </a:lnTo>
                  <a:lnTo>
                    <a:pt x="28293" y="10998"/>
                  </a:lnTo>
                  <a:lnTo>
                    <a:pt x="27648" y="10796"/>
                  </a:lnTo>
                  <a:lnTo>
                    <a:pt x="26396" y="10413"/>
                  </a:lnTo>
                  <a:lnTo>
                    <a:pt x="26336" y="10393"/>
                  </a:lnTo>
                  <a:lnTo>
                    <a:pt x="24237" y="9767"/>
                  </a:lnTo>
                  <a:lnTo>
                    <a:pt x="23208" y="9444"/>
                  </a:lnTo>
                  <a:lnTo>
                    <a:pt x="22179" y="9101"/>
                  </a:lnTo>
                  <a:lnTo>
                    <a:pt x="21170" y="8758"/>
                  </a:lnTo>
                  <a:lnTo>
                    <a:pt x="20161" y="8395"/>
                  </a:lnTo>
                  <a:lnTo>
                    <a:pt x="19152" y="8032"/>
                  </a:lnTo>
                  <a:lnTo>
                    <a:pt x="18183" y="7628"/>
                  </a:lnTo>
                  <a:lnTo>
                    <a:pt x="17215" y="7224"/>
                  </a:lnTo>
                  <a:lnTo>
                    <a:pt x="16266" y="6781"/>
                  </a:lnTo>
                  <a:lnTo>
                    <a:pt x="15338" y="6316"/>
                  </a:lnTo>
                  <a:lnTo>
                    <a:pt x="14410" y="5832"/>
                  </a:lnTo>
                  <a:lnTo>
                    <a:pt x="13522" y="5328"/>
                  </a:lnTo>
                  <a:lnTo>
                    <a:pt x="12654" y="4783"/>
                  </a:lnTo>
                  <a:lnTo>
                    <a:pt x="11806" y="4197"/>
                  </a:lnTo>
                  <a:lnTo>
                    <a:pt x="10979" y="3572"/>
                  </a:lnTo>
                  <a:lnTo>
                    <a:pt x="10010" y="2805"/>
                  </a:lnTo>
                  <a:lnTo>
                    <a:pt x="9365" y="2280"/>
                  </a:lnTo>
                  <a:lnTo>
                    <a:pt x="8699" y="1776"/>
                  </a:lnTo>
                  <a:lnTo>
                    <a:pt x="8356" y="1514"/>
                  </a:lnTo>
                  <a:lnTo>
                    <a:pt x="8012" y="1292"/>
                  </a:lnTo>
                  <a:lnTo>
                    <a:pt x="7669" y="1070"/>
                  </a:lnTo>
                  <a:lnTo>
                    <a:pt x="7306" y="848"/>
                  </a:lnTo>
                  <a:lnTo>
                    <a:pt x="6923" y="666"/>
                  </a:lnTo>
                  <a:lnTo>
                    <a:pt x="6559" y="505"/>
                  </a:lnTo>
                  <a:lnTo>
                    <a:pt x="6216" y="363"/>
                  </a:lnTo>
                  <a:lnTo>
                    <a:pt x="5894" y="242"/>
                  </a:lnTo>
                  <a:lnTo>
                    <a:pt x="5591" y="161"/>
                  </a:lnTo>
                  <a:lnTo>
                    <a:pt x="5308" y="101"/>
                  </a:lnTo>
                  <a:lnTo>
                    <a:pt x="5046" y="61"/>
                  </a:lnTo>
                  <a:lnTo>
                    <a:pt x="4804" y="20"/>
                  </a:lnTo>
                  <a:lnTo>
                    <a:pt x="45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5"/>
            <p:cNvSpPr/>
            <p:nvPr/>
          </p:nvSpPr>
          <p:spPr>
            <a:xfrm>
              <a:off x="1475895" y="4628534"/>
              <a:ext cx="794334" cy="541632"/>
            </a:xfrm>
            <a:custGeom>
              <a:rect b="b" l="l" r="r" t="t"/>
              <a:pathLst>
                <a:path extrusionOk="0" h="9688" w="14208">
                  <a:moveTo>
                    <a:pt x="2765" y="81"/>
                  </a:moveTo>
                  <a:lnTo>
                    <a:pt x="2967" y="142"/>
                  </a:lnTo>
                  <a:lnTo>
                    <a:pt x="3189" y="223"/>
                  </a:lnTo>
                  <a:lnTo>
                    <a:pt x="3431" y="324"/>
                  </a:lnTo>
                  <a:lnTo>
                    <a:pt x="3694" y="465"/>
                  </a:lnTo>
                  <a:lnTo>
                    <a:pt x="3956" y="626"/>
                  </a:lnTo>
                  <a:lnTo>
                    <a:pt x="4218" y="828"/>
                  </a:lnTo>
                  <a:lnTo>
                    <a:pt x="4501" y="1070"/>
                  </a:lnTo>
                  <a:lnTo>
                    <a:pt x="5005" y="1474"/>
                  </a:lnTo>
                  <a:lnTo>
                    <a:pt x="5510" y="1837"/>
                  </a:lnTo>
                  <a:lnTo>
                    <a:pt x="6055" y="2200"/>
                  </a:lnTo>
                  <a:lnTo>
                    <a:pt x="6600" y="2523"/>
                  </a:lnTo>
                  <a:lnTo>
                    <a:pt x="7165" y="2826"/>
                  </a:lnTo>
                  <a:lnTo>
                    <a:pt x="7750" y="3088"/>
                  </a:lnTo>
                  <a:lnTo>
                    <a:pt x="8335" y="3330"/>
                  </a:lnTo>
                  <a:lnTo>
                    <a:pt x="8940" y="3532"/>
                  </a:lnTo>
                  <a:lnTo>
                    <a:pt x="9566" y="3714"/>
                  </a:lnTo>
                  <a:lnTo>
                    <a:pt x="10171" y="3895"/>
                  </a:lnTo>
                  <a:lnTo>
                    <a:pt x="11140" y="4158"/>
                  </a:lnTo>
                  <a:lnTo>
                    <a:pt x="11624" y="4319"/>
                  </a:lnTo>
                  <a:lnTo>
                    <a:pt x="12089" y="4481"/>
                  </a:lnTo>
                  <a:lnTo>
                    <a:pt x="12533" y="4683"/>
                  </a:lnTo>
                  <a:lnTo>
                    <a:pt x="12956" y="4904"/>
                  </a:lnTo>
                  <a:lnTo>
                    <a:pt x="13178" y="5046"/>
                  </a:lnTo>
                  <a:lnTo>
                    <a:pt x="13380" y="5167"/>
                  </a:lnTo>
                  <a:lnTo>
                    <a:pt x="13562" y="5328"/>
                  </a:lnTo>
                  <a:lnTo>
                    <a:pt x="13764" y="5490"/>
                  </a:lnTo>
                  <a:lnTo>
                    <a:pt x="13945" y="5671"/>
                  </a:lnTo>
                  <a:lnTo>
                    <a:pt x="14066" y="5853"/>
                  </a:lnTo>
                  <a:lnTo>
                    <a:pt x="14086" y="5934"/>
                  </a:lnTo>
                  <a:lnTo>
                    <a:pt x="14127" y="6014"/>
                  </a:lnTo>
                  <a:lnTo>
                    <a:pt x="14127" y="6095"/>
                  </a:lnTo>
                  <a:lnTo>
                    <a:pt x="14127" y="6176"/>
                  </a:lnTo>
                  <a:lnTo>
                    <a:pt x="14086" y="6317"/>
                  </a:lnTo>
                  <a:lnTo>
                    <a:pt x="14006" y="6458"/>
                  </a:lnTo>
                  <a:lnTo>
                    <a:pt x="13864" y="6579"/>
                  </a:lnTo>
                  <a:lnTo>
                    <a:pt x="13683" y="6721"/>
                  </a:lnTo>
                  <a:lnTo>
                    <a:pt x="13461" y="6842"/>
                  </a:lnTo>
                  <a:lnTo>
                    <a:pt x="13239" y="6963"/>
                  </a:lnTo>
                  <a:lnTo>
                    <a:pt x="12997" y="7064"/>
                  </a:lnTo>
                  <a:lnTo>
                    <a:pt x="12755" y="7165"/>
                  </a:lnTo>
                  <a:lnTo>
                    <a:pt x="12512" y="7225"/>
                  </a:lnTo>
                  <a:lnTo>
                    <a:pt x="12270" y="7286"/>
                  </a:lnTo>
                  <a:lnTo>
                    <a:pt x="11766" y="7387"/>
                  </a:lnTo>
                  <a:lnTo>
                    <a:pt x="11261" y="7447"/>
                  </a:lnTo>
                  <a:lnTo>
                    <a:pt x="10716" y="7467"/>
                  </a:lnTo>
                  <a:lnTo>
                    <a:pt x="9647" y="7488"/>
                  </a:lnTo>
                  <a:lnTo>
                    <a:pt x="8940" y="7508"/>
                  </a:lnTo>
                  <a:lnTo>
                    <a:pt x="8234" y="7528"/>
                  </a:lnTo>
                  <a:lnTo>
                    <a:pt x="7891" y="7548"/>
                  </a:lnTo>
                  <a:lnTo>
                    <a:pt x="7548" y="7588"/>
                  </a:lnTo>
                  <a:lnTo>
                    <a:pt x="7205" y="7649"/>
                  </a:lnTo>
                  <a:lnTo>
                    <a:pt x="6862" y="7710"/>
                  </a:lnTo>
                  <a:lnTo>
                    <a:pt x="6559" y="7790"/>
                  </a:lnTo>
                  <a:lnTo>
                    <a:pt x="6236" y="7891"/>
                  </a:lnTo>
                  <a:lnTo>
                    <a:pt x="5651" y="8113"/>
                  </a:lnTo>
                  <a:lnTo>
                    <a:pt x="5066" y="8375"/>
                  </a:lnTo>
                  <a:lnTo>
                    <a:pt x="4501" y="8658"/>
                  </a:lnTo>
                  <a:lnTo>
                    <a:pt x="3653" y="9041"/>
                  </a:lnTo>
                  <a:lnTo>
                    <a:pt x="3209" y="9223"/>
                  </a:lnTo>
                  <a:lnTo>
                    <a:pt x="2786" y="9384"/>
                  </a:lnTo>
                  <a:lnTo>
                    <a:pt x="2483" y="9485"/>
                  </a:lnTo>
                  <a:lnTo>
                    <a:pt x="2221" y="9546"/>
                  </a:lnTo>
                  <a:lnTo>
                    <a:pt x="1978" y="9586"/>
                  </a:lnTo>
                  <a:lnTo>
                    <a:pt x="1756" y="9606"/>
                  </a:lnTo>
                  <a:lnTo>
                    <a:pt x="1555" y="9606"/>
                  </a:lnTo>
                  <a:lnTo>
                    <a:pt x="1373" y="9586"/>
                  </a:lnTo>
                  <a:lnTo>
                    <a:pt x="1212" y="9566"/>
                  </a:lnTo>
                  <a:lnTo>
                    <a:pt x="1070" y="9526"/>
                  </a:lnTo>
                  <a:lnTo>
                    <a:pt x="929" y="9465"/>
                  </a:lnTo>
                  <a:lnTo>
                    <a:pt x="808" y="9405"/>
                  </a:lnTo>
                  <a:lnTo>
                    <a:pt x="626" y="9284"/>
                  </a:lnTo>
                  <a:lnTo>
                    <a:pt x="485" y="9162"/>
                  </a:lnTo>
                  <a:lnTo>
                    <a:pt x="404" y="9082"/>
                  </a:lnTo>
                  <a:lnTo>
                    <a:pt x="303" y="8920"/>
                  </a:lnTo>
                  <a:lnTo>
                    <a:pt x="243" y="8759"/>
                  </a:lnTo>
                  <a:lnTo>
                    <a:pt x="182" y="8597"/>
                  </a:lnTo>
                  <a:lnTo>
                    <a:pt x="142" y="8436"/>
                  </a:lnTo>
                  <a:lnTo>
                    <a:pt x="102" y="8073"/>
                  </a:lnTo>
                  <a:lnTo>
                    <a:pt x="81" y="7730"/>
                  </a:lnTo>
                  <a:lnTo>
                    <a:pt x="102" y="6983"/>
                  </a:lnTo>
                  <a:lnTo>
                    <a:pt x="142" y="6236"/>
                  </a:lnTo>
                  <a:lnTo>
                    <a:pt x="243" y="5470"/>
                  </a:lnTo>
                  <a:lnTo>
                    <a:pt x="364" y="4703"/>
                  </a:lnTo>
                  <a:lnTo>
                    <a:pt x="525" y="3895"/>
                  </a:lnTo>
                  <a:lnTo>
                    <a:pt x="727" y="3068"/>
                  </a:lnTo>
                  <a:lnTo>
                    <a:pt x="990" y="2200"/>
                  </a:lnTo>
                  <a:lnTo>
                    <a:pt x="1272" y="1292"/>
                  </a:lnTo>
                  <a:lnTo>
                    <a:pt x="1373" y="1050"/>
                  </a:lnTo>
                  <a:lnTo>
                    <a:pt x="1454" y="848"/>
                  </a:lnTo>
                  <a:lnTo>
                    <a:pt x="1575" y="667"/>
                  </a:lnTo>
                  <a:lnTo>
                    <a:pt x="1696" y="505"/>
                  </a:lnTo>
                  <a:lnTo>
                    <a:pt x="1817" y="364"/>
                  </a:lnTo>
                  <a:lnTo>
                    <a:pt x="1958" y="263"/>
                  </a:lnTo>
                  <a:lnTo>
                    <a:pt x="2099" y="162"/>
                  </a:lnTo>
                  <a:lnTo>
                    <a:pt x="2261" y="122"/>
                  </a:lnTo>
                  <a:lnTo>
                    <a:pt x="2402" y="81"/>
                  </a:lnTo>
                  <a:close/>
                  <a:moveTo>
                    <a:pt x="2463" y="1"/>
                  </a:moveTo>
                  <a:lnTo>
                    <a:pt x="2241" y="41"/>
                  </a:lnTo>
                  <a:lnTo>
                    <a:pt x="2079" y="102"/>
                  </a:lnTo>
                  <a:lnTo>
                    <a:pt x="1918" y="182"/>
                  </a:lnTo>
                  <a:lnTo>
                    <a:pt x="1777" y="303"/>
                  </a:lnTo>
                  <a:lnTo>
                    <a:pt x="1635" y="445"/>
                  </a:lnTo>
                  <a:lnTo>
                    <a:pt x="1514" y="606"/>
                  </a:lnTo>
                  <a:lnTo>
                    <a:pt x="1393" y="808"/>
                  </a:lnTo>
                  <a:lnTo>
                    <a:pt x="1292" y="1030"/>
                  </a:lnTo>
                  <a:lnTo>
                    <a:pt x="1191" y="1272"/>
                  </a:lnTo>
                  <a:lnTo>
                    <a:pt x="909" y="2180"/>
                  </a:lnTo>
                  <a:lnTo>
                    <a:pt x="646" y="3048"/>
                  </a:lnTo>
                  <a:lnTo>
                    <a:pt x="445" y="3875"/>
                  </a:lnTo>
                  <a:lnTo>
                    <a:pt x="283" y="4683"/>
                  </a:lnTo>
                  <a:lnTo>
                    <a:pt x="162" y="5470"/>
                  </a:lnTo>
                  <a:lnTo>
                    <a:pt x="61" y="6236"/>
                  </a:lnTo>
                  <a:lnTo>
                    <a:pt x="21" y="6983"/>
                  </a:lnTo>
                  <a:lnTo>
                    <a:pt x="1" y="7730"/>
                  </a:lnTo>
                  <a:lnTo>
                    <a:pt x="21" y="8093"/>
                  </a:lnTo>
                  <a:lnTo>
                    <a:pt x="41" y="8275"/>
                  </a:lnTo>
                  <a:lnTo>
                    <a:pt x="61" y="8456"/>
                  </a:lnTo>
                  <a:lnTo>
                    <a:pt x="102" y="8638"/>
                  </a:lnTo>
                  <a:lnTo>
                    <a:pt x="162" y="8799"/>
                  </a:lnTo>
                  <a:lnTo>
                    <a:pt x="243" y="8961"/>
                  </a:lnTo>
                  <a:lnTo>
                    <a:pt x="344" y="9122"/>
                  </a:lnTo>
                  <a:lnTo>
                    <a:pt x="465" y="9263"/>
                  </a:lnTo>
                  <a:lnTo>
                    <a:pt x="606" y="9384"/>
                  </a:lnTo>
                  <a:lnTo>
                    <a:pt x="768" y="9485"/>
                  </a:lnTo>
                  <a:lnTo>
                    <a:pt x="929" y="9566"/>
                  </a:lnTo>
                  <a:lnTo>
                    <a:pt x="1111" y="9627"/>
                  </a:lnTo>
                  <a:lnTo>
                    <a:pt x="1272" y="9647"/>
                  </a:lnTo>
                  <a:lnTo>
                    <a:pt x="1454" y="9667"/>
                  </a:lnTo>
                  <a:lnTo>
                    <a:pt x="1635" y="9687"/>
                  </a:lnTo>
                  <a:lnTo>
                    <a:pt x="1999" y="9667"/>
                  </a:lnTo>
                  <a:lnTo>
                    <a:pt x="2321" y="9606"/>
                  </a:lnTo>
                  <a:lnTo>
                    <a:pt x="2604" y="9526"/>
                  </a:lnTo>
                  <a:lnTo>
                    <a:pt x="2806" y="9465"/>
                  </a:lnTo>
                  <a:lnTo>
                    <a:pt x="3250" y="9304"/>
                  </a:lnTo>
                  <a:lnTo>
                    <a:pt x="3673" y="9122"/>
                  </a:lnTo>
                  <a:lnTo>
                    <a:pt x="4521" y="8719"/>
                  </a:lnTo>
                  <a:lnTo>
                    <a:pt x="5106" y="8456"/>
                  </a:lnTo>
                  <a:lnTo>
                    <a:pt x="5671" y="8194"/>
                  </a:lnTo>
                  <a:lnTo>
                    <a:pt x="6277" y="7972"/>
                  </a:lnTo>
                  <a:lnTo>
                    <a:pt x="6579" y="7871"/>
                  </a:lnTo>
                  <a:lnTo>
                    <a:pt x="6882" y="7790"/>
                  </a:lnTo>
                  <a:lnTo>
                    <a:pt x="7205" y="7730"/>
                  </a:lnTo>
                  <a:lnTo>
                    <a:pt x="7548" y="7669"/>
                  </a:lnTo>
                  <a:lnTo>
                    <a:pt x="7891" y="7629"/>
                  </a:lnTo>
                  <a:lnTo>
                    <a:pt x="8254" y="7609"/>
                  </a:lnTo>
                  <a:lnTo>
                    <a:pt x="8940" y="7588"/>
                  </a:lnTo>
                  <a:lnTo>
                    <a:pt x="9647" y="7568"/>
                  </a:lnTo>
                  <a:lnTo>
                    <a:pt x="10716" y="7548"/>
                  </a:lnTo>
                  <a:lnTo>
                    <a:pt x="11241" y="7528"/>
                  </a:lnTo>
                  <a:lnTo>
                    <a:pt x="11766" y="7467"/>
                  </a:lnTo>
                  <a:lnTo>
                    <a:pt x="12290" y="7366"/>
                  </a:lnTo>
                  <a:lnTo>
                    <a:pt x="12533" y="7306"/>
                  </a:lnTo>
                  <a:lnTo>
                    <a:pt x="12775" y="7225"/>
                  </a:lnTo>
                  <a:lnTo>
                    <a:pt x="13037" y="7144"/>
                  </a:lnTo>
                  <a:lnTo>
                    <a:pt x="13259" y="7044"/>
                  </a:lnTo>
                  <a:lnTo>
                    <a:pt x="13501" y="6922"/>
                  </a:lnTo>
                  <a:lnTo>
                    <a:pt x="13723" y="6781"/>
                  </a:lnTo>
                  <a:lnTo>
                    <a:pt x="13885" y="6680"/>
                  </a:lnTo>
                  <a:lnTo>
                    <a:pt x="14026" y="6559"/>
                  </a:lnTo>
                  <a:lnTo>
                    <a:pt x="14086" y="6479"/>
                  </a:lnTo>
                  <a:lnTo>
                    <a:pt x="14147" y="6398"/>
                  </a:lnTo>
                  <a:lnTo>
                    <a:pt x="14187" y="6297"/>
                  </a:lnTo>
                  <a:lnTo>
                    <a:pt x="14207" y="6196"/>
                  </a:lnTo>
                  <a:lnTo>
                    <a:pt x="14207" y="6095"/>
                  </a:lnTo>
                  <a:lnTo>
                    <a:pt x="14207" y="6014"/>
                  </a:lnTo>
                  <a:lnTo>
                    <a:pt x="14167" y="5913"/>
                  </a:lnTo>
                  <a:lnTo>
                    <a:pt x="14127" y="5813"/>
                  </a:lnTo>
                  <a:lnTo>
                    <a:pt x="14086" y="5712"/>
                  </a:lnTo>
                  <a:lnTo>
                    <a:pt x="14006" y="5631"/>
                  </a:lnTo>
                  <a:lnTo>
                    <a:pt x="13804" y="5429"/>
                  </a:lnTo>
                  <a:lnTo>
                    <a:pt x="13622" y="5268"/>
                  </a:lnTo>
                  <a:lnTo>
                    <a:pt x="13420" y="5106"/>
                  </a:lnTo>
                  <a:lnTo>
                    <a:pt x="13219" y="4965"/>
                  </a:lnTo>
                  <a:lnTo>
                    <a:pt x="13017" y="4844"/>
                  </a:lnTo>
                  <a:lnTo>
                    <a:pt x="12573" y="4602"/>
                  </a:lnTo>
                  <a:lnTo>
                    <a:pt x="12109" y="4420"/>
                  </a:lnTo>
                  <a:lnTo>
                    <a:pt x="11645" y="4239"/>
                  </a:lnTo>
                  <a:lnTo>
                    <a:pt x="11160" y="4077"/>
                  </a:lnTo>
                  <a:lnTo>
                    <a:pt x="10192" y="3815"/>
                  </a:lnTo>
                  <a:lnTo>
                    <a:pt x="9586" y="3653"/>
                  </a:lnTo>
                  <a:lnTo>
                    <a:pt x="8961" y="3452"/>
                  </a:lnTo>
                  <a:lnTo>
                    <a:pt x="8375" y="3250"/>
                  </a:lnTo>
                  <a:lnTo>
                    <a:pt x="7770" y="3008"/>
                  </a:lnTo>
                  <a:lnTo>
                    <a:pt x="7205" y="2745"/>
                  </a:lnTo>
                  <a:lnTo>
                    <a:pt x="6640" y="2443"/>
                  </a:lnTo>
                  <a:lnTo>
                    <a:pt x="6095" y="2120"/>
                  </a:lnTo>
                  <a:lnTo>
                    <a:pt x="5570" y="1777"/>
                  </a:lnTo>
                  <a:lnTo>
                    <a:pt x="5046" y="1413"/>
                  </a:lnTo>
                  <a:lnTo>
                    <a:pt x="4561" y="1010"/>
                  </a:lnTo>
                  <a:lnTo>
                    <a:pt x="4218" y="727"/>
                  </a:lnTo>
                  <a:lnTo>
                    <a:pt x="3875" y="485"/>
                  </a:lnTo>
                  <a:lnTo>
                    <a:pt x="3573" y="303"/>
                  </a:lnTo>
                  <a:lnTo>
                    <a:pt x="3270" y="162"/>
                  </a:lnTo>
                  <a:lnTo>
                    <a:pt x="2987" y="61"/>
                  </a:lnTo>
                  <a:lnTo>
                    <a:pt x="27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0" name="Google Shape;390;p5"/>
          <p:cNvSpPr/>
          <p:nvPr/>
        </p:nvSpPr>
        <p:spPr>
          <a:xfrm>
            <a:off x="8432548" y="2719319"/>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5"/>
          <p:cNvSpPr/>
          <p:nvPr/>
        </p:nvSpPr>
        <p:spPr>
          <a:xfrm>
            <a:off x="8724715" y="2842257"/>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5"/>
          <p:cNvSpPr/>
          <p:nvPr/>
        </p:nvSpPr>
        <p:spPr>
          <a:xfrm>
            <a:off x="7728806" y="4638362"/>
            <a:ext cx="530339" cy="361051"/>
          </a:xfrm>
          <a:custGeom>
            <a:rect b="b" l="l" r="r" t="t"/>
            <a:pathLst>
              <a:path extrusionOk="0" h="6458" w="9486">
                <a:moveTo>
                  <a:pt x="8880" y="81"/>
                </a:moveTo>
                <a:lnTo>
                  <a:pt x="9021" y="101"/>
                </a:lnTo>
                <a:lnTo>
                  <a:pt x="9142" y="142"/>
                </a:lnTo>
                <a:lnTo>
                  <a:pt x="9203" y="182"/>
                </a:lnTo>
                <a:lnTo>
                  <a:pt x="9263" y="243"/>
                </a:lnTo>
                <a:lnTo>
                  <a:pt x="9324" y="364"/>
                </a:lnTo>
                <a:lnTo>
                  <a:pt x="9364" y="505"/>
                </a:lnTo>
                <a:lnTo>
                  <a:pt x="9384" y="646"/>
                </a:lnTo>
                <a:lnTo>
                  <a:pt x="9405" y="868"/>
                </a:lnTo>
                <a:lnTo>
                  <a:pt x="9384" y="1070"/>
                </a:lnTo>
                <a:lnTo>
                  <a:pt x="9364" y="1272"/>
                </a:lnTo>
                <a:lnTo>
                  <a:pt x="9324" y="1474"/>
                </a:lnTo>
                <a:lnTo>
                  <a:pt x="9263" y="1675"/>
                </a:lnTo>
                <a:lnTo>
                  <a:pt x="9183" y="1877"/>
                </a:lnTo>
                <a:lnTo>
                  <a:pt x="9001" y="2261"/>
                </a:lnTo>
                <a:lnTo>
                  <a:pt x="8779" y="2624"/>
                </a:lnTo>
                <a:lnTo>
                  <a:pt x="8537" y="2967"/>
                </a:lnTo>
                <a:lnTo>
                  <a:pt x="8274" y="3290"/>
                </a:lnTo>
                <a:lnTo>
                  <a:pt x="8012" y="3592"/>
                </a:lnTo>
                <a:lnTo>
                  <a:pt x="7689" y="3936"/>
                </a:lnTo>
                <a:lnTo>
                  <a:pt x="7346" y="4299"/>
                </a:lnTo>
                <a:lnTo>
                  <a:pt x="6983" y="4662"/>
                </a:lnTo>
                <a:lnTo>
                  <a:pt x="6579" y="5005"/>
                </a:lnTo>
                <a:lnTo>
                  <a:pt x="6135" y="5348"/>
                </a:lnTo>
                <a:lnTo>
                  <a:pt x="5691" y="5651"/>
                </a:lnTo>
                <a:lnTo>
                  <a:pt x="5449" y="5772"/>
                </a:lnTo>
                <a:lnTo>
                  <a:pt x="5207" y="5913"/>
                </a:lnTo>
                <a:lnTo>
                  <a:pt x="4945" y="6014"/>
                </a:lnTo>
                <a:lnTo>
                  <a:pt x="4682" y="6115"/>
                </a:lnTo>
                <a:lnTo>
                  <a:pt x="4460" y="6196"/>
                </a:lnTo>
                <a:lnTo>
                  <a:pt x="4218" y="6256"/>
                </a:lnTo>
                <a:lnTo>
                  <a:pt x="3956" y="6317"/>
                </a:lnTo>
                <a:lnTo>
                  <a:pt x="3714" y="6357"/>
                </a:lnTo>
                <a:lnTo>
                  <a:pt x="3451" y="6377"/>
                </a:lnTo>
                <a:lnTo>
                  <a:pt x="2927" y="6377"/>
                </a:lnTo>
                <a:lnTo>
                  <a:pt x="2664" y="6337"/>
                </a:lnTo>
                <a:lnTo>
                  <a:pt x="2402" y="6297"/>
                </a:lnTo>
                <a:lnTo>
                  <a:pt x="2140" y="6236"/>
                </a:lnTo>
                <a:lnTo>
                  <a:pt x="1898" y="6155"/>
                </a:lnTo>
                <a:lnTo>
                  <a:pt x="1655" y="6054"/>
                </a:lnTo>
                <a:lnTo>
                  <a:pt x="1413" y="5933"/>
                </a:lnTo>
                <a:lnTo>
                  <a:pt x="1191" y="5792"/>
                </a:lnTo>
                <a:lnTo>
                  <a:pt x="969" y="5631"/>
                </a:lnTo>
                <a:lnTo>
                  <a:pt x="767" y="5429"/>
                </a:lnTo>
                <a:lnTo>
                  <a:pt x="586" y="5227"/>
                </a:lnTo>
                <a:lnTo>
                  <a:pt x="424" y="4985"/>
                </a:lnTo>
                <a:lnTo>
                  <a:pt x="303" y="4743"/>
                </a:lnTo>
                <a:lnTo>
                  <a:pt x="202" y="4501"/>
                </a:lnTo>
                <a:lnTo>
                  <a:pt x="122" y="4258"/>
                </a:lnTo>
                <a:lnTo>
                  <a:pt x="81" y="4016"/>
                </a:lnTo>
                <a:lnTo>
                  <a:pt x="81" y="3774"/>
                </a:lnTo>
                <a:lnTo>
                  <a:pt x="122" y="3532"/>
                </a:lnTo>
                <a:lnTo>
                  <a:pt x="182" y="3370"/>
                </a:lnTo>
                <a:lnTo>
                  <a:pt x="243" y="3189"/>
                </a:lnTo>
                <a:lnTo>
                  <a:pt x="344" y="3048"/>
                </a:lnTo>
                <a:lnTo>
                  <a:pt x="445" y="2906"/>
                </a:lnTo>
                <a:lnTo>
                  <a:pt x="586" y="2785"/>
                </a:lnTo>
                <a:lnTo>
                  <a:pt x="747" y="2664"/>
                </a:lnTo>
                <a:lnTo>
                  <a:pt x="909" y="2563"/>
                </a:lnTo>
                <a:lnTo>
                  <a:pt x="1111" y="2483"/>
                </a:lnTo>
                <a:lnTo>
                  <a:pt x="3310" y="1655"/>
                </a:lnTo>
                <a:lnTo>
                  <a:pt x="5530" y="868"/>
                </a:lnTo>
                <a:lnTo>
                  <a:pt x="6357" y="606"/>
                </a:lnTo>
                <a:lnTo>
                  <a:pt x="7165" y="364"/>
                </a:lnTo>
                <a:lnTo>
                  <a:pt x="7568" y="263"/>
                </a:lnTo>
                <a:lnTo>
                  <a:pt x="7972" y="182"/>
                </a:lnTo>
                <a:lnTo>
                  <a:pt x="8375" y="121"/>
                </a:lnTo>
                <a:lnTo>
                  <a:pt x="8779" y="81"/>
                </a:lnTo>
                <a:close/>
                <a:moveTo>
                  <a:pt x="8759" y="0"/>
                </a:moveTo>
                <a:lnTo>
                  <a:pt x="8355" y="41"/>
                </a:lnTo>
                <a:lnTo>
                  <a:pt x="7952" y="101"/>
                </a:lnTo>
                <a:lnTo>
                  <a:pt x="7548" y="182"/>
                </a:lnTo>
                <a:lnTo>
                  <a:pt x="7144" y="283"/>
                </a:lnTo>
                <a:lnTo>
                  <a:pt x="6337" y="525"/>
                </a:lnTo>
                <a:lnTo>
                  <a:pt x="5510" y="787"/>
                </a:lnTo>
                <a:lnTo>
                  <a:pt x="3290" y="1574"/>
                </a:lnTo>
                <a:lnTo>
                  <a:pt x="1070" y="2402"/>
                </a:lnTo>
                <a:lnTo>
                  <a:pt x="868" y="2503"/>
                </a:lnTo>
                <a:lnTo>
                  <a:pt x="687" y="2604"/>
                </a:lnTo>
                <a:lnTo>
                  <a:pt x="525" y="2725"/>
                </a:lnTo>
                <a:lnTo>
                  <a:pt x="384" y="2846"/>
                </a:lnTo>
                <a:lnTo>
                  <a:pt x="263" y="3007"/>
                </a:lnTo>
                <a:lnTo>
                  <a:pt x="182" y="3169"/>
                </a:lnTo>
                <a:lnTo>
                  <a:pt x="102" y="3330"/>
                </a:lnTo>
                <a:lnTo>
                  <a:pt x="41" y="3512"/>
                </a:lnTo>
                <a:lnTo>
                  <a:pt x="1" y="3754"/>
                </a:lnTo>
                <a:lnTo>
                  <a:pt x="1" y="4016"/>
                </a:lnTo>
                <a:lnTo>
                  <a:pt x="41" y="4279"/>
                </a:lnTo>
                <a:lnTo>
                  <a:pt x="122" y="4521"/>
                </a:lnTo>
                <a:lnTo>
                  <a:pt x="223" y="4783"/>
                </a:lnTo>
                <a:lnTo>
                  <a:pt x="364" y="5025"/>
                </a:lnTo>
                <a:lnTo>
                  <a:pt x="525" y="5267"/>
                </a:lnTo>
                <a:lnTo>
                  <a:pt x="707" y="5489"/>
                </a:lnTo>
                <a:lnTo>
                  <a:pt x="969" y="5732"/>
                </a:lnTo>
                <a:lnTo>
                  <a:pt x="1252" y="5933"/>
                </a:lnTo>
                <a:lnTo>
                  <a:pt x="1554" y="6095"/>
                </a:lnTo>
                <a:lnTo>
                  <a:pt x="1877" y="6236"/>
                </a:lnTo>
                <a:lnTo>
                  <a:pt x="2200" y="6337"/>
                </a:lnTo>
                <a:lnTo>
                  <a:pt x="2523" y="6397"/>
                </a:lnTo>
                <a:lnTo>
                  <a:pt x="2866" y="6438"/>
                </a:lnTo>
                <a:lnTo>
                  <a:pt x="3189" y="6458"/>
                </a:lnTo>
                <a:lnTo>
                  <a:pt x="3593" y="6438"/>
                </a:lnTo>
                <a:lnTo>
                  <a:pt x="3976" y="6397"/>
                </a:lnTo>
                <a:lnTo>
                  <a:pt x="4360" y="6317"/>
                </a:lnTo>
                <a:lnTo>
                  <a:pt x="4723" y="6196"/>
                </a:lnTo>
                <a:lnTo>
                  <a:pt x="4985" y="6095"/>
                </a:lnTo>
                <a:lnTo>
                  <a:pt x="5227" y="5974"/>
                </a:lnTo>
                <a:lnTo>
                  <a:pt x="5490" y="5853"/>
                </a:lnTo>
                <a:lnTo>
                  <a:pt x="5712" y="5711"/>
                </a:lnTo>
                <a:lnTo>
                  <a:pt x="6176" y="5409"/>
                </a:lnTo>
                <a:lnTo>
                  <a:pt x="6620" y="5066"/>
                </a:lnTo>
                <a:lnTo>
                  <a:pt x="7023" y="4723"/>
                </a:lnTo>
                <a:lnTo>
                  <a:pt x="7407" y="4359"/>
                </a:lnTo>
                <a:lnTo>
                  <a:pt x="7750" y="3996"/>
                </a:lnTo>
                <a:lnTo>
                  <a:pt x="8073" y="3653"/>
                </a:lnTo>
                <a:lnTo>
                  <a:pt x="8335" y="3330"/>
                </a:lnTo>
                <a:lnTo>
                  <a:pt x="8597" y="3007"/>
                </a:lnTo>
                <a:lnTo>
                  <a:pt x="8860" y="2664"/>
                </a:lnTo>
                <a:lnTo>
                  <a:pt x="9082" y="2281"/>
                </a:lnTo>
                <a:lnTo>
                  <a:pt x="9263" y="1897"/>
                </a:lnTo>
                <a:lnTo>
                  <a:pt x="9324" y="1696"/>
                </a:lnTo>
                <a:lnTo>
                  <a:pt x="9405" y="1494"/>
                </a:lnTo>
                <a:lnTo>
                  <a:pt x="9445" y="1292"/>
                </a:lnTo>
                <a:lnTo>
                  <a:pt x="9465" y="1070"/>
                </a:lnTo>
                <a:lnTo>
                  <a:pt x="9485" y="868"/>
                </a:lnTo>
                <a:lnTo>
                  <a:pt x="9465" y="646"/>
                </a:lnTo>
                <a:lnTo>
                  <a:pt x="9445" y="444"/>
                </a:lnTo>
                <a:lnTo>
                  <a:pt x="9384" y="283"/>
                </a:lnTo>
                <a:lnTo>
                  <a:pt x="9304" y="162"/>
                </a:lnTo>
                <a:lnTo>
                  <a:pt x="9183" y="61"/>
                </a:lnTo>
                <a:lnTo>
                  <a:pt x="9082" y="21"/>
                </a:lnTo>
                <a:lnTo>
                  <a:pt x="89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5"/>
          <p:cNvSpPr/>
          <p:nvPr/>
        </p:nvSpPr>
        <p:spPr>
          <a:xfrm>
            <a:off x="7884505" y="4805354"/>
            <a:ext cx="152348" cy="92527"/>
          </a:xfrm>
          <a:custGeom>
            <a:rect b="b" l="l" r="r" t="t"/>
            <a:pathLst>
              <a:path extrusionOk="0" h="1655" w="2725">
                <a:moveTo>
                  <a:pt x="2099" y="81"/>
                </a:moveTo>
                <a:lnTo>
                  <a:pt x="2240" y="101"/>
                </a:lnTo>
                <a:lnTo>
                  <a:pt x="2382" y="121"/>
                </a:lnTo>
                <a:lnTo>
                  <a:pt x="2483" y="182"/>
                </a:lnTo>
                <a:lnTo>
                  <a:pt x="2563" y="262"/>
                </a:lnTo>
                <a:lnTo>
                  <a:pt x="2624" y="363"/>
                </a:lnTo>
                <a:lnTo>
                  <a:pt x="2644" y="424"/>
                </a:lnTo>
                <a:lnTo>
                  <a:pt x="2644" y="484"/>
                </a:lnTo>
                <a:lnTo>
                  <a:pt x="2644" y="565"/>
                </a:lnTo>
                <a:lnTo>
                  <a:pt x="2604" y="626"/>
                </a:lnTo>
                <a:lnTo>
                  <a:pt x="2503" y="767"/>
                </a:lnTo>
                <a:lnTo>
                  <a:pt x="2321" y="969"/>
                </a:lnTo>
                <a:lnTo>
                  <a:pt x="2099" y="1150"/>
                </a:lnTo>
                <a:lnTo>
                  <a:pt x="1857" y="1312"/>
                </a:lnTo>
                <a:lnTo>
                  <a:pt x="1595" y="1433"/>
                </a:lnTo>
                <a:lnTo>
                  <a:pt x="1332" y="1534"/>
                </a:lnTo>
                <a:lnTo>
                  <a:pt x="1191" y="1554"/>
                </a:lnTo>
                <a:lnTo>
                  <a:pt x="1050" y="1574"/>
                </a:lnTo>
                <a:lnTo>
                  <a:pt x="909" y="1574"/>
                </a:lnTo>
                <a:lnTo>
                  <a:pt x="767" y="1554"/>
                </a:lnTo>
                <a:lnTo>
                  <a:pt x="646" y="1514"/>
                </a:lnTo>
                <a:lnTo>
                  <a:pt x="505" y="1473"/>
                </a:lnTo>
                <a:lnTo>
                  <a:pt x="364" y="1392"/>
                </a:lnTo>
                <a:lnTo>
                  <a:pt x="263" y="1312"/>
                </a:lnTo>
                <a:lnTo>
                  <a:pt x="182" y="1231"/>
                </a:lnTo>
                <a:lnTo>
                  <a:pt x="122" y="1110"/>
                </a:lnTo>
                <a:lnTo>
                  <a:pt x="81" y="1009"/>
                </a:lnTo>
                <a:lnTo>
                  <a:pt x="101" y="868"/>
                </a:lnTo>
                <a:lnTo>
                  <a:pt x="142" y="747"/>
                </a:lnTo>
                <a:lnTo>
                  <a:pt x="222" y="646"/>
                </a:lnTo>
                <a:lnTo>
                  <a:pt x="364" y="505"/>
                </a:lnTo>
                <a:lnTo>
                  <a:pt x="566" y="404"/>
                </a:lnTo>
                <a:lnTo>
                  <a:pt x="787" y="303"/>
                </a:lnTo>
                <a:lnTo>
                  <a:pt x="1030" y="242"/>
                </a:lnTo>
                <a:lnTo>
                  <a:pt x="1252" y="182"/>
                </a:lnTo>
                <a:lnTo>
                  <a:pt x="1474" y="161"/>
                </a:lnTo>
                <a:lnTo>
                  <a:pt x="1655" y="121"/>
                </a:lnTo>
                <a:lnTo>
                  <a:pt x="1877" y="101"/>
                </a:lnTo>
                <a:lnTo>
                  <a:pt x="2099" y="81"/>
                </a:lnTo>
                <a:close/>
                <a:moveTo>
                  <a:pt x="2018" y="0"/>
                </a:moveTo>
                <a:lnTo>
                  <a:pt x="1837" y="20"/>
                </a:lnTo>
                <a:lnTo>
                  <a:pt x="1635" y="40"/>
                </a:lnTo>
                <a:lnTo>
                  <a:pt x="1474" y="81"/>
                </a:lnTo>
                <a:lnTo>
                  <a:pt x="1231" y="101"/>
                </a:lnTo>
                <a:lnTo>
                  <a:pt x="989" y="161"/>
                </a:lnTo>
                <a:lnTo>
                  <a:pt x="767" y="222"/>
                </a:lnTo>
                <a:lnTo>
                  <a:pt x="525" y="323"/>
                </a:lnTo>
                <a:lnTo>
                  <a:pt x="323" y="444"/>
                </a:lnTo>
                <a:lnTo>
                  <a:pt x="162" y="585"/>
                </a:lnTo>
                <a:lnTo>
                  <a:pt x="61" y="727"/>
                </a:lnTo>
                <a:lnTo>
                  <a:pt x="21" y="868"/>
                </a:lnTo>
                <a:lnTo>
                  <a:pt x="0" y="1009"/>
                </a:lnTo>
                <a:lnTo>
                  <a:pt x="41" y="1150"/>
                </a:lnTo>
                <a:lnTo>
                  <a:pt x="101" y="1271"/>
                </a:lnTo>
                <a:lnTo>
                  <a:pt x="202" y="1372"/>
                </a:lnTo>
                <a:lnTo>
                  <a:pt x="323" y="1473"/>
                </a:lnTo>
                <a:lnTo>
                  <a:pt x="465" y="1554"/>
                </a:lnTo>
                <a:lnTo>
                  <a:pt x="606" y="1594"/>
                </a:lnTo>
                <a:lnTo>
                  <a:pt x="727" y="1635"/>
                </a:lnTo>
                <a:lnTo>
                  <a:pt x="868" y="1635"/>
                </a:lnTo>
                <a:lnTo>
                  <a:pt x="989" y="1655"/>
                </a:lnTo>
                <a:lnTo>
                  <a:pt x="1211" y="1635"/>
                </a:lnTo>
                <a:lnTo>
                  <a:pt x="1433" y="1574"/>
                </a:lnTo>
                <a:lnTo>
                  <a:pt x="1655" y="1514"/>
                </a:lnTo>
                <a:lnTo>
                  <a:pt x="1857" y="1392"/>
                </a:lnTo>
                <a:lnTo>
                  <a:pt x="2059" y="1271"/>
                </a:lnTo>
                <a:lnTo>
                  <a:pt x="2240" y="1130"/>
                </a:lnTo>
                <a:lnTo>
                  <a:pt x="2422" y="969"/>
                </a:lnTo>
                <a:lnTo>
                  <a:pt x="2563" y="807"/>
                </a:lnTo>
                <a:lnTo>
                  <a:pt x="2684" y="666"/>
                </a:lnTo>
                <a:lnTo>
                  <a:pt x="2705" y="585"/>
                </a:lnTo>
                <a:lnTo>
                  <a:pt x="2725" y="484"/>
                </a:lnTo>
                <a:lnTo>
                  <a:pt x="2725" y="424"/>
                </a:lnTo>
                <a:lnTo>
                  <a:pt x="2705" y="343"/>
                </a:lnTo>
                <a:lnTo>
                  <a:pt x="2684" y="283"/>
                </a:lnTo>
                <a:lnTo>
                  <a:pt x="2644" y="222"/>
                </a:lnTo>
                <a:lnTo>
                  <a:pt x="2523" y="121"/>
                </a:lnTo>
                <a:lnTo>
                  <a:pt x="2402" y="40"/>
                </a:lnTo>
                <a:lnTo>
                  <a:pt x="222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5"/>
          <p:cNvSpPr/>
          <p:nvPr/>
        </p:nvSpPr>
        <p:spPr>
          <a:xfrm>
            <a:off x="8740763" y="4019423"/>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5"/>
          <p:cNvSpPr/>
          <p:nvPr/>
        </p:nvSpPr>
        <p:spPr>
          <a:xfrm>
            <a:off x="9502037" y="2827610"/>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5"/>
          <p:cNvSpPr/>
          <p:nvPr/>
        </p:nvSpPr>
        <p:spPr>
          <a:xfrm>
            <a:off x="8890201" y="2672917"/>
            <a:ext cx="104994" cy="106112"/>
          </a:xfrm>
          <a:custGeom>
            <a:rect b="b" l="l" r="r" t="t"/>
            <a:pathLst>
              <a:path extrusionOk="0" h="1898" w="1878">
                <a:moveTo>
                  <a:pt x="929" y="82"/>
                </a:moveTo>
                <a:lnTo>
                  <a:pt x="1110" y="102"/>
                </a:lnTo>
                <a:lnTo>
                  <a:pt x="1272" y="162"/>
                </a:lnTo>
                <a:lnTo>
                  <a:pt x="1413" y="243"/>
                </a:lnTo>
                <a:lnTo>
                  <a:pt x="1554" y="344"/>
                </a:lnTo>
                <a:lnTo>
                  <a:pt x="1655" y="465"/>
                </a:lnTo>
                <a:lnTo>
                  <a:pt x="1736" y="606"/>
                </a:lnTo>
                <a:lnTo>
                  <a:pt x="1776" y="768"/>
                </a:lnTo>
                <a:lnTo>
                  <a:pt x="1796" y="949"/>
                </a:lnTo>
                <a:lnTo>
                  <a:pt x="1776" y="1131"/>
                </a:lnTo>
                <a:lnTo>
                  <a:pt x="1736" y="1293"/>
                </a:lnTo>
                <a:lnTo>
                  <a:pt x="1655" y="1434"/>
                </a:lnTo>
                <a:lnTo>
                  <a:pt x="1554" y="1555"/>
                </a:lnTo>
                <a:lnTo>
                  <a:pt x="1413" y="1656"/>
                </a:lnTo>
                <a:lnTo>
                  <a:pt x="1272" y="1736"/>
                </a:lnTo>
                <a:lnTo>
                  <a:pt x="1110" y="1797"/>
                </a:lnTo>
                <a:lnTo>
                  <a:pt x="929" y="1817"/>
                </a:lnTo>
                <a:lnTo>
                  <a:pt x="767" y="1797"/>
                </a:lnTo>
                <a:lnTo>
                  <a:pt x="606" y="1736"/>
                </a:lnTo>
                <a:lnTo>
                  <a:pt x="465" y="1656"/>
                </a:lnTo>
                <a:lnTo>
                  <a:pt x="323" y="1555"/>
                </a:lnTo>
                <a:lnTo>
                  <a:pt x="222" y="1434"/>
                </a:lnTo>
                <a:lnTo>
                  <a:pt x="142" y="1293"/>
                </a:lnTo>
                <a:lnTo>
                  <a:pt x="101" y="1131"/>
                </a:lnTo>
                <a:lnTo>
                  <a:pt x="81" y="949"/>
                </a:lnTo>
                <a:lnTo>
                  <a:pt x="101" y="768"/>
                </a:lnTo>
                <a:lnTo>
                  <a:pt x="142" y="606"/>
                </a:lnTo>
                <a:lnTo>
                  <a:pt x="222" y="465"/>
                </a:lnTo>
                <a:lnTo>
                  <a:pt x="323" y="344"/>
                </a:lnTo>
                <a:lnTo>
                  <a:pt x="465" y="243"/>
                </a:lnTo>
                <a:lnTo>
                  <a:pt x="606" y="162"/>
                </a:lnTo>
                <a:lnTo>
                  <a:pt x="767" y="102"/>
                </a:lnTo>
                <a:lnTo>
                  <a:pt x="929" y="82"/>
                </a:lnTo>
                <a:close/>
                <a:moveTo>
                  <a:pt x="929" y="1"/>
                </a:moveTo>
                <a:lnTo>
                  <a:pt x="747" y="21"/>
                </a:lnTo>
                <a:lnTo>
                  <a:pt x="565" y="82"/>
                </a:lnTo>
                <a:lnTo>
                  <a:pt x="404" y="162"/>
                </a:lnTo>
                <a:lnTo>
                  <a:pt x="263" y="284"/>
                </a:lnTo>
                <a:lnTo>
                  <a:pt x="162" y="425"/>
                </a:lnTo>
                <a:lnTo>
                  <a:pt x="61" y="586"/>
                </a:lnTo>
                <a:lnTo>
                  <a:pt x="21" y="768"/>
                </a:lnTo>
                <a:lnTo>
                  <a:pt x="0" y="949"/>
                </a:lnTo>
                <a:lnTo>
                  <a:pt x="21" y="1131"/>
                </a:lnTo>
                <a:lnTo>
                  <a:pt x="61" y="1313"/>
                </a:lnTo>
                <a:lnTo>
                  <a:pt x="162" y="1474"/>
                </a:lnTo>
                <a:lnTo>
                  <a:pt x="263" y="1615"/>
                </a:lnTo>
                <a:lnTo>
                  <a:pt x="404" y="1736"/>
                </a:lnTo>
                <a:lnTo>
                  <a:pt x="565" y="1817"/>
                </a:lnTo>
                <a:lnTo>
                  <a:pt x="747" y="1878"/>
                </a:lnTo>
                <a:lnTo>
                  <a:pt x="929" y="1898"/>
                </a:lnTo>
                <a:lnTo>
                  <a:pt x="1130" y="1878"/>
                </a:lnTo>
                <a:lnTo>
                  <a:pt x="1312" y="1817"/>
                </a:lnTo>
                <a:lnTo>
                  <a:pt x="1453" y="1736"/>
                </a:lnTo>
                <a:lnTo>
                  <a:pt x="1595" y="1615"/>
                </a:lnTo>
                <a:lnTo>
                  <a:pt x="1716" y="1474"/>
                </a:lnTo>
                <a:lnTo>
                  <a:pt x="1796" y="1313"/>
                </a:lnTo>
                <a:lnTo>
                  <a:pt x="1857" y="1131"/>
                </a:lnTo>
                <a:lnTo>
                  <a:pt x="1877" y="949"/>
                </a:lnTo>
                <a:lnTo>
                  <a:pt x="1857" y="768"/>
                </a:lnTo>
                <a:lnTo>
                  <a:pt x="1796" y="586"/>
                </a:lnTo>
                <a:lnTo>
                  <a:pt x="1716" y="425"/>
                </a:lnTo>
                <a:lnTo>
                  <a:pt x="1595" y="284"/>
                </a:lnTo>
                <a:lnTo>
                  <a:pt x="1453" y="162"/>
                </a:lnTo>
                <a:lnTo>
                  <a:pt x="1312" y="82"/>
                </a:lnTo>
                <a:lnTo>
                  <a:pt x="1130"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5"/>
          <p:cNvSpPr/>
          <p:nvPr/>
        </p:nvSpPr>
        <p:spPr>
          <a:xfrm>
            <a:off x="9054181" y="1956422"/>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5"/>
          <p:cNvSpPr/>
          <p:nvPr/>
        </p:nvSpPr>
        <p:spPr>
          <a:xfrm>
            <a:off x="8637957" y="4766946"/>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5"/>
          <p:cNvSpPr/>
          <p:nvPr/>
        </p:nvSpPr>
        <p:spPr>
          <a:xfrm>
            <a:off x="8635665" y="4764710"/>
            <a:ext cx="104994" cy="104994"/>
          </a:xfrm>
          <a:custGeom>
            <a:rect b="b" l="l" r="r" t="t"/>
            <a:pathLst>
              <a:path extrusionOk="0" h="1878" w="1878">
                <a:moveTo>
                  <a:pt x="929" y="81"/>
                </a:moveTo>
                <a:lnTo>
                  <a:pt x="1111" y="101"/>
                </a:lnTo>
                <a:lnTo>
                  <a:pt x="1272" y="142"/>
                </a:lnTo>
                <a:lnTo>
                  <a:pt x="1414" y="223"/>
                </a:lnTo>
                <a:lnTo>
                  <a:pt x="1535" y="344"/>
                </a:lnTo>
                <a:lnTo>
                  <a:pt x="1656" y="465"/>
                </a:lnTo>
                <a:lnTo>
                  <a:pt x="1736" y="606"/>
                </a:lnTo>
                <a:lnTo>
                  <a:pt x="1777" y="767"/>
                </a:lnTo>
                <a:lnTo>
                  <a:pt x="1797" y="949"/>
                </a:lnTo>
                <a:lnTo>
                  <a:pt x="1777" y="1110"/>
                </a:lnTo>
                <a:lnTo>
                  <a:pt x="1736" y="1272"/>
                </a:lnTo>
                <a:lnTo>
                  <a:pt x="1656" y="1433"/>
                </a:lnTo>
                <a:lnTo>
                  <a:pt x="1535" y="1554"/>
                </a:lnTo>
                <a:lnTo>
                  <a:pt x="1414" y="1655"/>
                </a:lnTo>
                <a:lnTo>
                  <a:pt x="1272" y="1736"/>
                </a:lnTo>
                <a:lnTo>
                  <a:pt x="1111" y="1797"/>
                </a:lnTo>
                <a:lnTo>
                  <a:pt x="768" y="1797"/>
                </a:lnTo>
                <a:lnTo>
                  <a:pt x="606" y="1736"/>
                </a:lnTo>
                <a:lnTo>
                  <a:pt x="445" y="1655"/>
                </a:lnTo>
                <a:lnTo>
                  <a:pt x="324" y="1554"/>
                </a:lnTo>
                <a:lnTo>
                  <a:pt x="223" y="1433"/>
                </a:lnTo>
                <a:lnTo>
                  <a:pt x="142" y="1272"/>
                </a:lnTo>
                <a:lnTo>
                  <a:pt x="82" y="1110"/>
                </a:lnTo>
                <a:lnTo>
                  <a:pt x="82" y="949"/>
                </a:lnTo>
                <a:lnTo>
                  <a:pt x="82" y="767"/>
                </a:lnTo>
                <a:lnTo>
                  <a:pt x="142" y="606"/>
                </a:lnTo>
                <a:lnTo>
                  <a:pt x="223" y="465"/>
                </a:lnTo>
                <a:lnTo>
                  <a:pt x="324" y="344"/>
                </a:lnTo>
                <a:lnTo>
                  <a:pt x="445" y="223"/>
                </a:lnTo>
                <a:lnTo>
                  <a:pt x="606" y="142"/>
                </a:lnTo>
                <a:lnTo>
                  <a:pt x="768" y="101"/>
                </a:lnTo>
                <a:lnTo>
                  <a:pt x="929" y="81"/>
                </a:lnTo>
                <a:close/>
                <a:moveTo>
                  <a:pt x="929" y="1"/>
                </a:moveTo>
                <a:lnTo>
                  <a:pt x="748" y="21"/>
                </a:lnTo>
                <a:lnTo>
                  <a:pt x="566" y="81"/>
                </a:lnTo>
                <a:lnTo>
                  <a:pt x="405" y="162"/>
                </a:lnTo>
                <a:lnTo>
                  <a:pt x="263" y="283"/>
                </a:lnTo>
                <a:lnTo>
                  <a:pt x="162" y="424"/>
                </a:lnTo>
                <a:lnTo>
                  <a:pt x="62" y="586"/>
                </a:lnTo>
                <a:lnTo>
                  <a:pt x="21" y="747"/>
                </a:lnTo>
                <a:lnTo>
                  <a:pt x="1" y="949"/>
                </a:lnTo>
                <a:lnTo>
                  <a:pt x="21" y="1131"/>
                </a:lnTo>
                <a:lnTo>
                  <a:pt x="62" y="1312"/>
                </a:lnTo>
                <a:lnTo>
                  <a:pt x="162" y="1474"/>
                </a:lnTo>
                <a:lnTo>
                  <a:pt x="263" y="1615"/>
                </a:lnTo>
                <a:lnTo>
                  <a:pt x="405" y="1716"/>
                </a:lnTo>
                <a:lnTo>
                  <a:pt x="566" y="1817"/>
                </a:lnTo>
                <a:lnTo>
                  <a:pt x="748" y="1857"/>
                </a:lnTo>
                <a:lnTo>
                  <a:pt x="929" y="1877"/>
                </a:lnTo>
                <a:lnTo>
                  <a:pt x="1131" y="1857"/>
                </a:lnTo>
                <a:lnTo>
                  <a:pt x="1293" y="1817"/>
                </a:lnTo>
                <a:lnTo>
                  <a:pt x="1454" y="1716"/>
                </a:lnTo>
                <a:lnTo>
                  <a:pt x="1595" y="1615"/>
                </a:lnTo>
                <a:lnTo>
                  <a:pt x="1716" y="1474"/>
                </a:lnTo>
                <a:lnTo>
                  <a:pt x="1797" y="1312"/>
                </a:lnTo>
                <a:lnTo>
                  <a:pt x="1858" y="1131"/>
                </a:lnTo>
                <a:lnTo>
                  <a:pt x="1878" y="949"/>
                </a:lnTo>
                <a:lnTo>
                  <a:pt x="1858" y="747"/>
                </a:lnTo>
                <a:lnTo>
                  <a:pt x="1797" y="586"/>
                </a:lnTo>
                <a:lnTo>
                  <a:pt x="1716" y="424"/>
                </a:lnTo>
                <a:lnTo>
                  <a:pt x="1595" y="283"/>
                </a:lnTo>
                <a:lnTo>
                  <a:pt x="1454" y="162"/>
                </a:lnTo>
                <a:lnTo>
                  <a:pt x="1293" y="81"/>
                </a:lnTo>
                <a:lnTo>
                  <a:pt x="1131"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5"/>
          <p:cNvSpPr/>
          <p:nvPr/>
        </p:nvSpPr>
        <p:spPr>
          <a:xfrm>
            <a:off x="10574937" y="3307063"/>
            <a:ext cx="4584" cy="51994"/>
          </a:xfrm>
          <a:custGeom>
            <a:rect b="b" l="l" r="r" t="t"/>
            <a:pathLst>
              <a:path extrusionOk="0" h="930" w="82">
                <a:moveTo>
                  <a:pt x="1" y="1"/>
                </a:moveTo>
                <a:lnTo>
                  <a:pt x="1" y="929"/>
                </a:lnTo>
                <a:lnTo>
                  <a:pt x="82" y="929"/>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5"/>
          <p:cNvSpPr/>
          <p:nvPr/>
        </p:nvSpPr>
        <p:spPr>
          <a:xfrm>
            <a:off x="10551288" y="3330767"/>
            <a:ext cx="51938" cy="4584"/>
          </a:xfrm>
          <a:custGeom>
            <a:rect b="b" l="l" r="r" t="t"/>
            <a:pathLst>
              <a:path extrusionOk="0" h="82" w="929">
                <a:moveTo>
                  <a:pt x="0" y="1"/>
                </a:moveTo>
                <a:lnTo>
                  <a:pt x="0" y="81"/>
                </a:lnTo>
                <a:lnTo>
                  <a:pt x="928" y="81"/>
                </a:lnTo>
                <a:lnTo>
                  <a:pt x="92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5"/>
          <p:cNvSpPr/>
          <p:nvPr/>
        </p:nvSpPr>
        <p:spPr>
          <a:xfrm>
            <a:off x="8581725" y="100935"/>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3" name="Google Shape;403;p5"/>
          <p:cNvGrpSpPr/>
          <p:nvPr/>
        </p:nvGrpSpPr>
        <p:grpSpPr>
          <a:xfrm>
            <a:off x="4725677" y="4534063"/>
            <a:ext cx="2338846" cy="1739785"/>
            <a:chOff x="4725677" y="4534063"/>
            <a:chExt cx="2338846" cy="1739785"/>
          </a:xfrm>
        </p:grpSpPr>
        <p:sp>
          <p:nvSpPr>
            <p:cNvPr id="404" name="Google Shape;404;p5"/>
            <p:cNvSpPr/>
            <p:nvPr/>
          </p:nvSpPr>
          <p:spPr>
            <a:xfrm rot="10800000">
              <a:off x="4775279" y="4534063"/>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5"/>
            <p:cNvSpPr/>
            <p:nvPr/>
          </p:nvSpPr>
          <p:spPr>
            <a:xfrm rot="10800000">
              <a:off x="5869686" y="4710085"/>
              <a:ext cx="262933" cy="275344"/>
            </a:xfrm>
            <a:custGeom>
              <a:rect b="b" l="l" r="r" t="t"/>
              <a:pathLst>
                <a:path extrusionOk="0" h="4925" w="4703">
                  <a:moveTo>
                    <a:pt x="1938" y="81"/>
                  </a:moveTo>
                  <a:lnTo>
                    <a:pt x="2160" y="122"/>
                  </a:lnTo>
                  <a:lnTo>
                    <a:pt x="2382" y="182"/>
                  </a:lnTo>
                  <a:lnTo>
                    <a:pt x="2604" y="283"/>
                  </a:lnTo>
                  <a:lnTo>
                    <a:pt x="2785" y="384"/>
                  </a:lnTo>
                  <a:lnTo>
                    <a:pt x="2967" y="505"/>
                  </a:lnTo>
                  <a:lnTo>
                    <a:pt x="3129" y="626"/>
                  </a:lnTo>
                  <a:lnTo>
                    <a:pt x="3411" y="889"/>
                  </a:lnTo>
                  <a:lnTo>
                    <a:pt x="3613" y="1111"/>
                  </a:lnTo>
                  <a:lnTo>
                    <a:pt x="3794" y="1353"/>
                  </a:lnTo>
                  <a:lnTo>
                    <a:pt x="3976" y="1595"/>
                  </a:lnTo>
                  <a:lnTo>
                    <a:pt x="4117" y="1857"/>
                  </a:lnTo>
                  <a:lnTo>
                    <a:pt x="4259" y="2120"/>
                  </a:lnTo>
                  <a:lnTo>
                    <a:pt x="4380" y="2402"/>
                  </a:lnTo>
                  <a:lnTo>
                    <a:pt x="4460" y="2685"/>
                  </a:lnTo>
                  <a:lnTo>
                    <a:pt x="4541" y="2967"/>
                  </a:lnTo>
                  <a:lnTo>
                    <a:pt x="4602" y="3330"/>
                  </a:lnTo>
                  <a:lnTo>
                    <a:pt x="4622" y="3472"/>
                  </a:lnTo>
                  <a:lnTo>
                    <a:pt x="4622" y="3633"/>
                  </a:lnTo>
                  <a:lnTo>
                    <a:pt x="4602" y="3774"/>
                  </a:lnTo>
                  <a:lnTo>
                    <a:pt x="4561" y="3895"/>
                  </a:lnTo>
                  <a:lnTo>
                    <a:pt x="4521" y="4016"/>
                  </a:lnTo>
                  <a:lnTo>
                    <a:pt x="4481" y="4138"/>
                  </a:lnTo>
                  <a:lnTo>
                    <a:pt x="4380" y="4279"/>
                  </a:lnTo>
                  <a:lnTo>
                    <a:pt x="4238" y="4400"/>
                  </a:lnTo>
                  <a:lnTo>
                    <a:pt x="4097" y="4521"/>
                  </a:lnTo>
                  <a:lnTo>
                    <a:pt x="3916" y="4622"/>
                  </a:lnTo>
                  <a:lnTo>
                    <a:pt x="3673" y="4723"/>
                  </a:lnTo>
                  <a:lnTo>
                    <a:pt x="3431" y="4783"/>
                  </a:lnTo>
                  <a:lnTo>
                    <a:pt x="3189" y="4844"/>
                  </a:lnTo>
                  <a:lnTo>
                    <a:pt x="2685" y="4844"/>
                  </a:lnTo>
                  <a:lnTo>
                    <a:pt x="2442" y="4804"/>
                  </a:lnTo>
                  <a:lnTo>
                    <a:pt x="2200" y="4723"/>
                  </a:lnTo>
                  <a:lnTo>
                    <a:pt x="1958" y="4622"/>
                  </a:lnTo>
                  <a:lnTo>
                    <a:pt x="1676" y="4460"/>
                  </a:lnTo>
                  <a:lnTo>
                    <a:pt x="1393" y="4238"/>
                  </a:lnTo>
                  <a:lnTo>
                    <a:pt x="1111" y="3976"/>
                  </a:lnTo>
                  <a:lnTo>
                    <a:pt x="868" y="3694"/>
                  </a:lnTo>
                  <a:lnTo>
                    <a:pt x="646" y="3391"/>
                  </a:lnTo>
                  <a:lnTo>
                    <a:pt x="445" y="3068"/>
                  </a:lnTo>
                  <a:lnTo>
                    <a:pt x="283" y="2725"/>
                  </a:lnTo>
                  <a:lnTo>
                    <a:pt x="162" y="2382"/>
                  </a:lnTo>
                  <a:lnTo>
                    <a:pt x="122" y="2160"/>
                  </a:lnTo>
                  <a:lnTo>
                    <a:pt x="81" y="1958"/>
                  </a:lnTo>
                  <a:lnTo>
                    <a:pt x="81" y="1756"/>
                  </a:lnTo>
                  <a:lnTo>
                    <a:pt x="81" y="1555"/>
                  </a:lnTo>
                  <a:lnTo>
                    <a:pt x="122" y="1373"/>
                  </a:lnTo>
                  <a:lnTo>
                    <a:pt x="162" y="1191"/>
                  </a:lnTo>
                  <a:lnTo>
                    <a:pt x="243" y="1010"/>
                  </a:lnTo>
                  <a:lnTo>
                    <a:pt x="323" y="848"/>
                  </a:lnTo>
                  <a:lnTo>
                    <a:pt x="445" y="687"/>
                  </a:lnTo>
                  <a:lnTo>
                    <a:pt x="606" y="525"/>
                  </a:lnTo>
                  <a:lnTo>
                    <a:pt x="767" y="404"/>
                  </a:lnTo>
                  <a:lnTo>
                    <a:pt x="949" y="283"/>
                  </a:lnTo>
                  <a:lnTo>
                    <a:pt x="1151" y="202"/>
                  </a:lnTo>
                  <a:lnTo>
                    <a:pt x="1353" y="122"/>
                  </a:lnTo>
                  <a:lnTo>
                    <a:pt x="1554" y="81"/>
                  </a:lnTo>
                  <a:close/>
                  <a:moveTo>
                    <a:pt x="1696" y="1"/>
                  </a:moveTo>
                  <a:lnTo>
                    <a:pt x="1454" y="21"/>
                  </a:lnTo>
                  <a:lnTo>
                    <a:pt x="1211" y="81"/>
                  </a:lnTo>
                  <a:lnTo>
                    <a:pt x="989" y="182"/>
                  </a:lnTo>
                  <a:lnTo>
                    <a:pt x="767" y="303"/>
                  </a:lnTo>
                  <a:lnTo>
                    <a:pt x="586" y="445"/>
                  </a:lnTo>
                  <a:lnTo>
                    <a:pt x="404" y="626"/>
                  </a:lnTo>
                  <a:lnTo>
                    <a:pt x="263" y="808"/>
                  </a:lnTo>
                  <a:lnTo>
                    <a:pt x="162" y="989"/>
                  </a:lnTo>
                  <a:lnTo>
                    <a:pt x="81" y="1171"/>
                  </a:lnTo>
                  <a:lnTo>
                    <a:pt x="41" y="1353"/>
                  </a:lnTo>
                  <a:lnTo>
                    <a:pt x="1" y="1555"/>
                  </a:lnTo>
                  <a:lnTo>
                    <a:pt x="1" y="1756"/>
                  </a:lnTo>
                  <a:lnTo>
                    <a:pt x="1" y="1958"/>
                  </a:lnTo>
                  <a:lnTo>
                    <a:pt x="41" y="2180"/>
                  </a:lnTo>
                  <a:lnTo>
                    <a:pt x="81" y="2402"/>
                  </a:lnTo>
                  <a:lnTo>
                    <a:pt x="202" y="2745"/>
                  </a:lnTo>
                  <a:lnTo>
                    <a:pt x="364" y="3088"/>
                  </a:lnTo>
                  <a:lnTo>
                    <a:pt x="566" y="3431"/>
                  </a:lnTo>
                  <a:lnTo>
                    <a:pt x="808" y="3754"/>
                  </a:lnTo>
                  <a:lnTo>
                    <a:pt x="1050" y="4037"/>
                  </a:lnTo>
                  <a:lnTo>
                    <a:pt x="1332" y="4299"/>
                  </a:lnTo>
                  <a:lnTo>
                    <a:pt x="1635" y="4521"/>
                  </a:lnTo>
                  <a:lnTo>
                    <a:pt x="1938" y="4703"/>
                  </a:lnTo>
                  <a:lnTo>
                    <a:pt x="2160" y="4804"/>
                  </a:lnTo>
                  <a:lnTo>
                    <a:pt x="2422" y="4864"/>
                  </a:lnTo>
                  <a:lnTo>
                    <a:pt x="2664" y="4925"/>
                  </a:lnTo>
                  <a:lnTo>
                    <a:pt x="3189" y="4925"/>
                  </a:lnTo>
                  <a:lnTo>
                    <a:pt x="3451" y="4864"/>
                  </a:lnTo>
                  <a:lnTo>
                    <a:pt x="3714" y="4804"/>
                  </a:lnTo>
                  <a:lnTo>
                    <a:pt x="3956" y="4682"/>
                  </a:lnTo>
                  <a:lnTo>
                    <a:pt x="4138" y="4582"/>
                  </a:lnTo>
                  <a:lnTo>
                    <a:pt x="4299" y="4460"/>
                  </a:lnTo>
                  <a:lnTo>
                    <a:pt x="4440" y="4319"/>
                  </a:lnTo>
                  <a:lnTo>
                    <a:pt x="4541" y="4178"/>
                  </a:lnTo>
                  <a:lnTo>
                    <a:pt x="4602" y="4057"/>
                  </a:lnTo>
                  <a:lnTo>
                    <a:pt x="4642" y="3916"/>
                  </a:lnTo>
                  <a:lnTo>
                    <a:pt x="4682" y="3795"/>
                  </a:lnTo>
                  <a:lnTo>
                    <a:pt x="4703" y="3633"/>
                  </a:lnTo>
                  <a:lnTo>
                    <a:pt x="4703" y="3492"/>
                  </a:lnTo>
                  <a:lnTo>
                    <a:pt x="4682" y="3310"/>
                  </a:lnTo>
                  <a:lnTo>
                    <a:pt x="4622" y="2947"/>
                  </a:lnTo>
                  <a:lnTo>
                    <a:pt x="4541" y="2664"/>
                  </a:lnTo>
                  <a:lnTo>
                    <a:pt x="4440" y="2362"/>
                  </a:lnTo>
                  <a:lnTo>
                    <a:pt x="4339" y="2099"/>
                  </a:lnTo>
                  <a:lnTo>
                    <a:pt x="4198" y="1817"/>
                  </a:lnTo>
                  <a:lnTo>
                    <a:pt x="4037" y="1555"/>
                  </a:lnTo>
                  <a:lnTo>
                    <a:pt x="3855" y="1312"/>
                  </a:lnTo>
                  <a:lnTo>
                    <a:pt x="3673" y="1070"/>
                  </a:lnTo>
                  <a:lnTo>
                    <a:pt x="3472" y="828"/>
                  </a:lnTo>
                  <a:lnTo>
                    <a:pt x="3189" y="566"/>
                  </a:lnTo>
                  <a:lnTo>
                    <a:pt x="3007" y="445"/>
                  </a:lnTo>
                  <a:lnTo>
                    <a:pt x="2826" y="324"/>
                  </a:lnTo>
                  <a:lnTo>
                    <a:pt x="2624" y="202"/>
                  </a:lnTo>
                  <a:lnTo>
                    <a:pt x="2422" y="102"/>
                  </a:lnTo>
                  <a:lnTo>
                    <a:pt x="2180" y="41"/>
                  </a:lnTo>
                  <a:lnTo>
                    <a:pt x="1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5"/>
            <p:cNvSpPr/>
            <p:nvPr/>
          </p:nvSpPr>
          <p:spPr>
            <a:xfrm rot="10800000">
              <a:off x="4850875" y="4692004"/>
              <a:ext cx="1730784" cy="1441910"/>
            </a:xfrm>
            <a:custGeom>
              <a:rect b="b" l="l" r="r" t="t"/>
              <a:pathLst>
                <a:path extrusionOk="0" h="25791" w="30958">
                  <a:moveTo>
                    <a:pt x="13179" y="81"/>
                  </a:moveTo>
                  <a:lnTo>
                    <a:pt x="14551" y="101"/>
                  </a:lnTo>
                  <a:lnTo>
                    <a:pt x="15257" y="121"/>
                  </a:lnTo>
                  <a:lnTo>
                    <a:pt x="15963" y="162"/>
                  </a:lnTo>
                  <a:lnTo>
                    <a:pt x="16690" y="242"/>
                  </a:lnTo>
                  <a:lnTo>
                    <a:pt x="17416" y="323"/>
                  </a:lnTo>
                  <a:lnTo>
                    <a:pt x="18143" y="444"/>
                  </a:lnTo>
                  <a:lnTo>
                    <a:pt x="18869" y="586"/>
                  </a:lnTo>
                  <a:lnTo>
                    <a:pt x="19576" y="767"/>
                  </a:lnTo>
                  <a:lnTo>
                    <a:pt x="20282" y="969"/>
                  </a:lnTo>
                  <a:lnTo>
                    <a:pt x="20988" y="1211"/>
                  </a:lnTo>
                  <a:lnTo>
                    <a:pt x="21654" y="1494"/>
                  </a:lnTo>
                  <a:lnTo>
                    <a:pt x="21997" y="1655"/>
                  </a:lnTo>
                  <a:lnTo>
                    <a:pt x="22320" y="1837"/>
                  </a:lnTo>
                  <a:lnTo>
                    <a:pt x="22643" y="2018"/>
                  </a:lnTo>
                  <a:lnTo>
                    <a:pt x="22946" y="2200"/>
                  </a:lnTo>
                  <a:lnTo>
                    <a:pt x="23269" y="2402"/>
                  </a:lnTo>
                  <a:lnTo>
                    <a:pt x="23551" y="2624"/>
                  </a:lnTo>
                  <a:lnTo>
                    <a:pt x="23854" y="2866"/>
                  </a:lnTo>
                  <a:lnTo>
                    <a:pt x="24136" y="3108"/>
                  </a:lnTo>
                  <a:lnTo>
                    <a:pt x="24540" y="3491"/>
                  </a:lnTo>
                  <a:lnTo>
                    <a:pt x="24923" y="3895"/>
                  </a:lnTo>
                  <a:lnTo>
                    <a:pt x="25287" y="4339"/>
                  </a:lnTo>
                  <a:lnTo>
                    <a:pt x="25670" y="4823"/>
                  </a:lnTo>
                  <a:lnTo>
                    <a:pt x="26013" y="5348"/>
                  </a:lnTo>
                  <a:lnTo>
                    <a:pt x="26356" y="5913"/>
                  </a:lnTo>
                  <a:lnTo>
                    <a:pt x="26719" y="6518"/>
                  </a:lnTo>
                  <a:lnTo>
                    <a:pt x="27042" y="7164"/>
                  </a:lnTo>
                  <a:lnTo>
                    <a:pt x="27345" y="7749"/>
                  </a:lnTo>
                  <a:lnTo>
                    <a:pt x="27607" y="8335"/>
                  </a:lnTo>
                  <a:lnTo>
                    <a:pt x="27870" y="8940"/>
                  </a:lnTo>
                  <a:lnTo>
                    <a:pt x="28112" y="9546"/>
                  </a:lnTo>
                  <a:lnTo>
                    <a:pt x="28556" y="10756"/>
                  </a:lnTo>
                  <a:lnTo>
                    <a:pt x="28959" y="11947"/>
                  </a:lnTo>
                  <a:lnTo>
                    <a:pt x="29343" y="13138"/>
                  </a:lnTo>
                  <a:lnTo>
                    <a:pt x="29666" y="14328"/>
                  </a:lnTo>
                  <a:lnTo>
                    <a:pt x="29948" y="15478"/>
                  </a:lnTo>
                  <a:lnTo>
                    <a:pt x="30231" y="16588"/>
                  </a:lnTo>
                  <a:lnTo>
                    <a:pt x="30453" y="17577"/>
                  </a:lnTo>
                  <a:lnTo>
                    <a:pt x="30654" y="18606"/>
                  </a:lnTo>
                  <a:lnTo>
                    <a:pt x="30735" y="19111"/>
                  </a:lnTo>
                  <a:lnTo>
                    <a:pt x="30816" y="19636"/>
                  </a:lnTo>
                  <a:lnTo>
                    <a:pt x="30856" y="20160"/>
                  </a:lnTo>
                  <a:lnTo>
                    <a:pt x="30876" y="20685"/>
                  </a:lnTo>
                  <a:lnTo>
                    <a:pt x="30876" y="21169"/>
                  </a:lnTo>
                  <a:lnTo>
                    <a:pt x="30856" y="21674"/>
                  </a:lnTo>
                  <a:lnTo>
                    <a:pt x="30796" y="22219"/>
                  </a:lnTo>
                  <a:lnTo>
                    <a:pt x="30695" y="22784"/>
                  </a:lnTo>
                  <a:lnTo>
                    <a:pt x="30614" y="23046"/>
                  </a:lnTo>
                  <a:lnTo>
                    <a:pt x="30533" y="23329"/>
                  </a:lnTo>
                  <a:lnTo>
                    <a:pt x="30412" y="23611"/>
                  </a:lnTo>
                  <a:lnTo>
                    <a:pt x="30311" y="23873"/>
                  </a:lnTo>
                  <a:lnTo>
                    <a:pt x="30170" y="24136"/>
                  </a:lnTo>
                  <a:lnTo>
                    <a:pt x="30009" y="24398"/>
                  </a:lnTo>
                  <a:lnTo>
                    <a:pt x="29847" y="24640"/>
                  </a:lnTo>
                  <a:lnTo>
                    <a:pt x="29645" y="24882"/>
                  </a:lnTo>
                  <a:lnTo>
                    <a:pt x="29383" y="25145"/>
                  </a:lnTo>
                  <a:lnTo>
                    <a:pt x="29242" y="25266"/>
                  </a:lnTo>
                  <a:lnTo>
                    <a:pt x="29101" y="25387"/>
                  </a:lnTo>
                  <a:lnTo>
                    <a:pt x="28939" y="25468"/>
                  </a:lnTo>
                  <a:lnTo>
                    <a:pt x="28798" y="25548"/>
                  </a:lnTo>
                  <a:lnTo>
                    <a:pt x="28657" y="25609"/>
                  </a:lnTo>
                  <a:lnTo>
                    <a:pt x="28515" y="25649"/>
                  </a:lnTo>
                  <a:lnTo>
                    <a:pt x="28334" y="25690"/>
                  </a:lnTo>
                  <a:lnTo>
                    <a:pt x="28152" y="25710"/>
                  </a:lnTo>
                  <a:lnTo>
                    <a:pt x="27991" y="25710"/>
                  </a:lnTo>
                  <a:lnTo>
                    <a:pt x="27809" y="25690"/>
                  </a:lnTo>
                  <a:lnTo>
                    <a:pt x="27648" y="25669"/>
                  </a:lnTo>
                  <a:lnTo>
                    <a:pt x="27466" y="25629"/>
                  </a:lnTo>
                  <a:lnTo>
                    <a:pt x="27143" y="25508"/>
                  </a:lnTo>
                  <a:lnTo>
                    <a:pt x="26800" y="25347"/>
                  </a:lnTo>
                  <a:lnTo>
                    <a:pt x="26477" y="25165"/>
                  </a:lnTo>
                  <a:lnTo>
                    <a:pt x="26154" y="24963"/>
                  </a:lnTo>
                  <a:lnTo>
                    <a:pt x="25852" y="24741"/>
                  </a:lnTo>
                  <a:lnTo>
                    <a:pt x="25145" y="24196"/>
                  </a:lnTo>
                  <a:lnTo>
                    <a:pt x="24419" y="23631"/>
                  </a:lnTo>
                  <a:lnTo>
                    <a:pt x="23692" y="23046"/>
                  </a:lnTo>
                  <a:lnTo>
                    <a:pt x="22946" y="22420"/>
                  </a:lnTo>
                  <a:lnTo>
                    <a:pt x="22199" y="21775"/>
                  </a:lnTo>
                  <a:lnTo>
                    <a:pt x="21412" y="21109"/>
                  </a:lnTo>
                  <a:lnTo>
                    <a:pt x="20625" y="20382"/>
                  </a:lnTo>
                  <a:lnTo>
                    <a:pt x="19798" y="19636"/>
                  </a:lnTo>
                  <a:lnTo>
                    <a:pt x="18506" y="18405"/>
                  </a:lnTo>
                  <a:lnTo>
                    <a:pt x="17215" y="17153"/>
                  </a:lnTo>
                  <a:lnTo>
                    <a:pt x="14692" y="14671"/>
                  </a:lnTo>
                  <a:lnTo>
                    <a:pt x="12270" y="12290"/>
                  </a:lnTo>
                  <a:lnTo>
                    <a:pt x="11039" y="11079"/>
                  </a:lnTo>
                  <a:lnTo>
                    <a:pt x="9808" y="9909"/>
                  </a:lnTo>
                  <a:lnTo>
                    <a:pt x="8376" y="8597"/>
                  </a:lnTo>
                  <a:lnTo>
                    <a:pt x="7024" y="7406"/>
                  </a:lnTo>
                  <a:lnTo>
                    <a:pt x="5732" y="6317"/>
                  </a:lnTo>
                  <a:lnTo>
                    <a:pt x="4461" y="5308"/>
                  </a:lnTo>
                  <a:lnTo>
                    <a:pt x="4118" y="5086"/>
                  </a:lnTo>
                  <a:lnTo>
                    <a:pt x="3593" y="4743"/>
                  </a:lnTo>
                  <a:lnTo>
                    <a:pt x="2523" y="4057"/>
                  </a:lnTo>
                  <a:lnTo>
                    <a:pt x="1958" y="3673"/>
                  </a:lnTo>
                  <a:lnTo>
                    <a:pt x="1414" y="3290"/>
                  </a:lnTo>
                  <a:lnTo>
                    <a:pt x="929" y="2886"/>
                  </a:lnTo>
                  <a:lnTo>
                    <a:pt x="707" y="2704"/>
                  </a:lnTo>
                  <a:lnTo>
                    <a:pt x="526" y="2503"/>
                  </a:lnTo>
                  <a:lnTo>
                    <a:pt x="364" y="2341"/>
                  </a:lnTo>
                  <a:lnTo>
                    <a:pt x="223" y="2160"/>
                  </a:lnTo>
                  <a:lnTo>
                    <a:pt x="142" y="1998"/>
                  </a:lnTo>
                  <a:lnTo>
                    <a:pt x="82" y="1857"/>
                  </a:lnTo>
                  <a:lnTo>
                    <a:pt x="82" y="1776"/>
                  </a:lnTo>
                  <a:lnTo>
                    <a:pt x="82" y="1716"/>
                  </a:lnTo>
                  <a:lnTo>
                    <a:pt x="102" y="1655"/>
                  </a:lnTo>
                  <a:lnTo>
                    <a:pt x="142" y="1595"/>
                  </a:lnTo>
                  <a:lnTo>
                    <a:pt x="243" y="1473"/>
                  </a:lnTo>
                  <a:lnTo>
                    <a:pt x="364" y="1373"/>
                  </a:lnTo>
                  <a:lnTo>
                    <a:pt x="485" y="1292"/>
                  </a:lnTo>
                  <a:lnTo>
                    <a:pt x="647" y="1231"/>
                  </a:lnTo>
                  <a:lnTo>
                    <a:pt x="788" y="1171"/>
                  </a:lnTo>
                  <a:lnTo>
                    <a:pt x="949" y="1130"/>
                  </a:lnTo>
                  <a:lnTo>
                    <a:pt x="1292" y="1070"/>
                  </a:lnTo>
                  <a:lnTo>
                    <a:pt x="2745" y="848"/>
                  </a:lnTo>
                  <a:lnTo>
                    <a:pt x="4219" y="646"/>
                  </a:lnTo>
                  <a:lnTo>
                    <a:pt x="5712" y="464"/>
                  </a:lnTo>
                  <a:lnTo>
                    <a:pt x="7185" y="323"/>
                  </a:lnTo>
                  <a:lnTo>
                    <a:pt x="8658" y="222"/>
                  </a:lnTo>
                  <a:lnTo>
                    <a:pt x="10152" y="142"/>
                  </a:lnTo>
                  <a:lnTo>
                    <a:pt x="11645" y="81"/>
                  </a:lnTo>
                  <a:close/>
                  <a:moveTo>
                    <a:pt x="11645" y="0"/>
                  </a:moveTo>
                  <a:lnTo>
                    <a:pt x="10152" y="61"/>
                  </a:lnTo>
                  <a:lnTo>
                    <a:pt x="8658" y="142"/>
                  </a:lnTo>
                  <a:lnTo>
                    <a:pt x="7185" y="242"/>
                  </a:lnTo>
                  <a:lnTo>
                    <a:pt x="5692" y="384"/>
                  </a:lnTo>
                  <a:lnTo>
                    <a:pt x="4219" y="565"/>
                  </a:lnTo>
                  <a:lnTo>
                    <a:pt x="2745" y="767"/>
                  </a:lnTo>
                  <a:lnTo>
                    <a:pt x="1272" y="989"/>
                  </a:lnTo>
                  <a:lnTo>
                    <a:pt x="929" y="1070"/>
                  </a:lnTo>
                  <a:lnTo>
                    <a:pt x="768" y="1110"/>
                  </a:lnTo>
                  <a:lnTo>
                    <a:pt x="606" y="1151"/>
                  </a:lnTo>
                  <a:lnTo>
                    <a:pt x="445" y="1231"/>
                  </a:lnTo>
                  <a:lnTo>
                    <a:pt x="304" y="1312"/>
                  </a:lnTo>
                  <a:lnTo>
                    <a:pt x="183" y="1413"/>
                  </a:lnTo>
                  <a:lnTo>
                    <a:pt x="82" y="1554"/>
                  </a:lnTo>
                  <a:lnTo>
                    <a:pt x="41" y="1615"/>
                  </a:lnTo>
                  <a:lnTo>
                    <a:pt x="1" y="1695"/>
                  </a:lnTo>
                  <a:lnTo>
                    <a:pt x="1" y="1776"/>
                  </a:lnTo>
                  <a:lnTo>
                    <a:pt x="1" y="1857"/>
                  </a:lnTo>
                  <a:lnTo>
                    <a:pt x="61" y="2018"/>
                  </a:lnTo>
                  <a:lnTo>
                    <a:pt x="142" y="2180"/>
                  </a:lnTo>
                  <a:lnTo>
                    <a:pt x="283" y="2361"/>
                  </a:lnTo>
                  <a:lnTo>
                    <a:pt x="445" y="2543"/>
                  </a:lnTo>
                  <a:lnTo>
                    <a:pt x="627" y="2725"/>
                  </a:lnTo>
                  <a:lnTo>
                    <a:pt x="849" y="2926"/>
                  </a:lnTo>
                  <a:lnTo>
                    <a:pt x="1333" y="3310"/>
                  </a:lnTo>
                  <a:lnTo>
                    <a:pt x="1878" y="3713"/>
                  </a:lnTo>
                  <a:lnTo>
                    <a:pt x="2443" y="4097"/>
                  </a:lnTo>
                  <a:lnTo>
                    <a:pt x="3532" y="4803"/>
                  </a:lnTo>
                  <a:lnTo>
                    <a:pt x="4077" y="5146"/>
                  </a:lnTo>
                  <a:lnTo>
                    <a:pt x="4420" y="5388"/>
                  </a:lnTo>
                  <a:lnTo>
                    <a:pt x="5672" y="6377"/>
                  </a:lnTo>
                  <a:lnTo>
                    <a:pt x="6963" y="7467"/>
                  </a:lnTo>
                  <a:lnTo>
                    <a:pt x="8315" y="8658"/>
                  </a:lnTo>
                  <a:lnTo>
                    <a:pt x="9748" y="9969"/>
                  </a:lnTo>
                  <a:lnTo>
                    <a:pt x="10999" y="11140"/>
                  </a:lnTo>
                  <a:lnTo>
                    <a:pt x="12230" y="12351"/>
                  </a:lnTo>
                  <a:lnTo>
                    <a:pt x="14631" y="14732"/>
                  </a:lnTo>
                  <a:lnTo>
                    <a:pt x="17154" y="17214"/>
                  </a:lnTo>
                  <a:lnTo>
                    <a:pt x="18445" y="18465"/>
                  </a:lnTo>
                  <a:lnTo>
                    <a:pt x="19737" y="19696"/>
                  </a:lnTo>
                  <a:lnTo>
                    <a:pt x="20564" y="20443"/>
                  </a:lnTo>
                  <a:lnTo>
                    <a:pt x="21372" y="21169"/>
                  </a:lnTo>
                  <a:lnTo>
                    <a:pt x="22138" y="21835"/>
                  </a:lnTo>
                  <a:lnTo>
                    <a:pt x="22885" y="22501"/>
                  </a:lnTo>
                  <a:lnTo>
                    <a:pt x="23632" y="23107"/>
                  </a:lnTo>
                  <a:lnTo>
                    <a:pt x="24358" y="23692"/>
                  </a:lnTo>
                  <a:lnTo>
                    <a:pt x="25085" y="24257"/>
                  </a:lnTo>
                  <a:lnTo>
                    <a:pt x="25811" y="24802"/>
                  </a:lnTo>
                  <a:lnTo>
                    <a:pt x="26336" y="25165"/>
                  </a:lnTo>
                  <a:lnTo>
                    <a:pt x="26598" y="25326"/>
                  </a:lnTo>
                  <a:lnTo>
                    <a:pt x="26881" y="25488"/>
                  </a:lnTo>
                  <a:lnTo>
                    <a:pt x="27183" y="25609"/>
                  </a:lnTo>
                  <a:lnTo>
                    <a:pt x="27466" y="25710"/>
                  </a:lnTo>
                  <a:lnTo>
                    <a:pt x="27769" y="25770"/>
                  </a:lnTo>
                  <a:lnTo>
                    <a:pt x="28051" y="25790"/>
                  </a:lnTo>
                  <a:lnTo>
                    <a:pt x="28293" y="25770"/>
                  </a:lnTo>
                  <a:lnTo>
                    <a:pt x="28536" y="25730"/>
                  </a:lnTo>
                  <a:lnTo>
                    <a:pt x="28677" y="25690"/>
                  </a:lnTo>
                  <a:lnTo>
                    <a:pt x="28838" y="25609"/>
                  </a:lnTo>
                  <a:lnTo>
                    <a:pt x="28979" y="25548"/>
                  </a:lnTo>
                  <a:lnTo>
                    <a:pt x="29141" y="25447"/>
                  </a:lnTo>
                  <a:lnTo>
                    <a:pt x="29282" y="25347"/>
                  </a:lnTo>
                  <a:lnTo>
                    <a:pt x="29423" y="25225"/>
                  </a:lnTo>
                  <a:lnTo>
                    <a:pt x="29706" y="24923"/>
                  </a:lnTo>
                  <a:lnTo>
                    <a:pt x="29908" y="24681"/>
                  </a:lnTo>
                  <a:lnTo>
                    <a:pt x="30089" y="24438"/>
                  </a:lnTo>
                  <a:lnTo>
                    <a:pt x="30231" y="24176"/>
                  </a:lnTo>
                  <a:lnTo>
                    <a:pt x="30372" y="23914"/>
                  </a:lnTo>
                  <a:lnTo>
                    <a:pt x="30493" y="23631"/>
                  </a:lnTo>
                  <a:lnTo>
                    <a:pt x="30594" y="23369"/>
                  </a:lnTo>
                  <a:lnTo>
                    <a:pt x="30695" y="23086"/>
                  </a:lnTo>
                  <a:lnTo>
                    <a:pt x="30755" y="22804"/>
                  </a:lnTo>
                  <a:lnTo>
                    <a:pt x="30816" y="22521"/>
                  </a:lnTo>
                  <a:lnTo>
                    <a:pt x="30876" y="22239"/>
                  </a:lnTo>
                  <a:lnTo>
                    <a:pt x="30937" y="21694"/>
                  </a:lnTo>
                  <a:lnTo>
                    <a:pt x="30957" y="21169"/>
                  </a:lnTo>
                  <a:lnTo>
                    <a:pt x="30957" y="20685"/>
                  </a:lnTo>
                  <a:lnTo>
                    <a:pt x="30937" y="20160"/>
                  </a:lnTo>
                  <a:lnTo>
                    <a:pt x="30897" y="19636"/>
                  </a:lnTo>
                  <a:lnTo>
                    <a:pt x="30816" y="19111"/>
                  </a:lnTo>
                  <a:lnTo>
                    <a:pt x="30735" y="18586"/>
                  </a:lnTo>
                  <a:lnTo>
                    <a:pt x="30533" y="17557"/>
                  </a:lnTo>
                  <a:lnTo>
                    <a:pt x="30311" y="16568"/>
                  </a:lnTo>
                  <a:lnTo>
                    <a:pt x="30029" y="15458"/>
                  </a:lnTo>
                  <a:lnTo>
                    <a:pt x="29746" y="14308"/>
                  </a:lnTo>
                  <a:lnTo>
                    <a:pt x="29403" y="13117"/>
                  </a:lnTo>
                  <a:lnTo>
                    <a:pt x="29040" y="11927"/>
                  </a:lnTo>
                  <a:lnTo>
                    <a:pt x="28636" y="10716"/>
                  </a:lnTo>
                  <a:lnTo>
                    <a:pt x="28192" y="9505"/>
                  </a:lnTo>
                  <a:lnTo>
                    <a:pt x="27950" y="8900"/>
                  </a:lnTo>
                  <a:lnTo>
                    <a:pt x="27688" y="8315"/>
                  </a:lnTo>
                  <a:lnTo>
                    <a:pt x="27405" y="7709"/>
                  </a:lnTo>
                  <a:lnTo>
                    <a:pt x="27123" y="7124"/>
                  </a:lnTo>
                  <a:lnTo>
                    <a:pt x="26780" y="6478"/>
                  </a:lnTo>
                  <a:lnTo>
                    <a:pt x="26437" y="5853"/>
                  </a:lnTo>
                  <a:lnTo>
                    <a:pt x="26074" y="5288"/>
                  </a:lnTo>
                  <a:lnTo>
                    <a:pt x="25730" y="4783"/>
                  </a:lnTo>
                  <a:lnTo>
                    <a:pt x="25367" y="4279"/>
                  </a:lnTo>
                  <a:lnTo>
                    <a:pt x="24984" y="3835"/>
                  </a:lnTo>
                  <a:lnTo>
                    <a:pt x="24600" y="3431"/>
                  </a:lnTo>
                  <a:lnTo>
                    <a:pt x="24197" y="3048"/>
                  </a:lnTo>
                  <a:lnTo>
                    <a:pt x="23672" y="2604"/>
                  </a:lnTo>
                  <a:lnTo>
                    <a:pt x="23127" y="2220"/>
                  </a:lnTo>
                  <a:lnTo>
                    <a:pt x="22522" y="1857"/>
                  </a:lnTo>
                  <a:lnTo>
                    <a:pt x="21896" y="1514"/>
                  </a:lnTo>
                  <a:lnTo>
                    <a:pt x="21251" y="1231"/>
                  </a:lnTo>
                  <a:lnTo>
                    <a:pt x="20544" y="969"/>
                  </a:lnTo>
                  <a:lnTo>
                    <a:pt x="19798" y="727"/>
                  </a:lnTo>
                  <a:lnTo>
                    <a:pt x="19031" y="525"/>
                  </a:lnTo>
                  <a:lnTo>
                    <a:pt x="18405" y="404"/>
                  </a:lnTo>
                  <a:lnTo>
                    <a:pt x="17759" y="303"/>
                  </a:lnTo>
                  <a:lnTo>
                    <a:pt x="17093" y="202"/>
                  </a:lnTo>
                  <a:lnTo>
                    <a:pt x="16387" y="121"/>
                  </a:lnTo>
                  <a:lnTo>
                    <a:pt x="15640" y="61"/>
                  </a:lnTo>
                  <a:lnTo>
                    <a:pt x="14853" y="21"/>
                  </a:lnTo>
                  <a:lnTo>
                    <a:pt x="140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5"/>
            <p:cNvSpPr/>
            <p:nvPr/>
          </p:nvSpPr>
          <p:spPr>
            <a:xfrm rot="10800000">
              <a:off x="5935099" y="4759732"/>
              <a:ext cx="135464" cy="154584"/>
            </a:xfrm>
            <a:custGeom>
              <a:rect b="b" l="l" r="r" t="t"/>
              <a:pathLst>
                <a:path extrusionOk="0" h="2765" w="2423">
                  <a:moveTo>
                    <a:pt x="747" y="81"/>
                  </a:moveTo>
                  <a:lnTo>
                    <a:pt x="888" y="101"/>
                  </a:lnTo>
                  <a:lnTo>
                    <a:pt x="1050" y="121"/>
                  </a:lnTo>
                  <a:lnTo>
                    <a:pt x="1191" y="161"/>
                  </a:lnTo>
                  <a:lnTo>
                    <a:pt x="1332" y="202"/>
                  </a:lnTo>
                  <a:lnTo>
                    <a:pt x="1474" y="262"/>
                  </a:lnTo>
                  <a:lnTo>
                    <a:pt x="1615" y="343"/>
                  </a:lnTo>
                  <a:lnTo>
                    <a:pt x="1736" y="424"/>
                  </a:lnTo>
                  <a:lnTo>
                    <a:pt x="1837" y="505"/>
                  </a:lnTo>
                  <a:lnTo>
                    <a:pt x="1998" y="686"/>
                  </a:lnTo>
                  <a:lnTo>
                    <a:pt x="2140" y="888"/>
                  </a:lnTo>
                  <a:lnTo>
                    <a:pt x="2240" y="1130"/>
                  </a:lnTo>
                  <a:lnTo>
                    <a:pt x="2321" y="1372"/>
                  </a:lnTo>
                  <a:lnTo>
                    <a:pt x="2341" y="1635"/>
                  </a:lnTo>
                  <a:lnTo>
                    <a:pt x="2341" y="1897"/>
                  </a:lnTo>
                  <a:lnTo>
                    <a:pt x="2321" y="2018"/>
                  </a:lnTo>
                  <a:lnTo>
                    <a:pt x="2281" y="2139"/>
                  </a:lnTo>
                  <a:lnTo>
                    <a:pt x="2220" y="2260"/>
                  </a:lnTo>
                  <a:lnTo>
                    <a:pt x="2160" y="2381"/>
                  </a:lnTo>
                  <a:lnTo>
                    <a:pt x="2099" y="2442"/>
                  </a:lnTo>
                  <a:lnTo>
                    <a:pt x="2039" y="2543"/>
                  </a:lnTo>
                  <a:lnTo>
                    <a:pt x="1938" y="2603"/>
                  </a:lnTo>
                  <a:lnTo>
                    <a:pt x="1837" y="2664"/>
                  </a:lnTo>
                  <a:lnTo>
                    <a:pt x="1716" y="2684"/>
                  </a:lnTo>
                  <a:lnTo>
                    <a:pt x="1575" y="2684"/>
                  </a:lnTo>
                  <a:lnTo>
                    <a:pt x="1433" y="2623"/>
                  </a:lnTo>
                  <a:lnTo>
                    <a:pt x="1292" y="2563"/>
                  </a:lnTo>
                  <a:lnTo>
                    <a:pt x="1110" y="2422"/>
                  </a:lnTo>
                  <a:lnTo>
                    <a:pt x="929" y="2220"/>
                  </a:lnTo>
                  <a:lnTo>
                    <a:pt x="727" y="1978"/>
                  </a:lnTo>
                  <a:lnTo>
                    <a:pt x="525" y="1715"/>
                  </a:lnTo>
                  <a:lnTo>
                    <a:pt x="344" y="1433"/>
                  </a:lnTo>
                  <a:lnTo>
                    <a:pt x="202" y="1150"/>
                  </a:lnTo>
                  <a:lnTo>
                    <a:pt x="101" y="888"/>
                  </a:lnTo>
                  <a:lnTo>
                    <a:pt x="81" y="787"/>
                  </a:lnTo>
                  <a:lnTo>
                    <a:pt x="81" y="686"/>
                  </a:lnTo>
                  <a:lnTo>
                    <a:pt x="101" y="484"/>
                  </a:lnTo>
                  <a:lnTo>
                    <a:pt x="122" y="404"/>
                  </a:lnTo>
                  <a:lnTo>
                    <a:pt x="162" y="343"/>
                  </a:lnTo>
                  <a:lnTo>
                    <a:pt x="222" y="283"/>
                  </a:lnTo>
                  <a:lnTo>
                    <a:pt x="283" y="222"/>
                  </a:lnTo>
                  <a:lnTo>
                    <a:pt x="344" y="182"/>
                  </a:lnTo>
                  <a:lnTo>
                    <a:pt x="424" y="141"/>
                  </a:lnTo>
                  <a:lnTo>
                    <a:pt x="566" y="101"/>
                  </a:lnTo>
                  <a:lnTo>
                    <a:pt x="747" y="81"/>
                  </a:lnTo>
                  <a:close/>
                  <a:moveTo>
                    <a:pt x="767" y="0"/>
                  </a:moveTo>
                  <a:lnTo>
                    <a:pt x="566" y="20"/>
                  </a:lnTo>
                  <a:lnTo>
                    <a:pt x="384" y="61"/>
                  </a:lnTo>
                  <a:lnTo>
                    <a:pt x="303" y="101"/>
                  </a:lnTo>
                  <a:lnTo>
                    <a:pt x="222" y="161"/>
                  </a:lnTo>
                  <a:lnTo>
                    <a:pt x="162" y="222"/>
                  </a:lnTo>
                  <a:lnTo>
                    <a:pt x="101" y="303"/>
                  </a:lnTo>
                  <a:lnTo>
                    <a:pt x="61" y="383"/>
                  </a:lnTo>
                  <a:lnTo>
                    <a:pt x="21" y="464"/>
                  </a:lnTo>
                  <a:lnTo>
                    <a:pt x="1" y="565"/>
                  </a:lnTo>
                  <a:lnTo>
                    <a:pt x="1" y="666"/>
                  </a:lnTo>
                  <a:lnTo>
                    <a:pt x="1" y="787"/>
                  </a:lnTo>
                  <a:lnTo>
                    <a:pt x="21" y="908"/>
                  </a:lnTo>
                  <a:lnTo>
                    <a:pt x="61" y="1029"/>
                  </a:lnTo>
                  <a:lnTo>
                    <a:pt x="122" y="1170"/>
                  </a:lnTo>
                  <a:lnTo>
                    <a:pt x="263" y="1453"/>
                  </a:lnTo>
                  <a:lnTo>
                    <a:pt x="444" y="1756"/>
                  </a:lnTo>
                  <a:lnTo>
                    <a:pt x="646" y="2018"/>
                  </a:lnTo>
                  <a:lnTo>
                    <a:pt x="868" y="2280"/>
                  </a:lnTo>
                  <a:lnTo>
                    <a:pt x="1070" y="2482"/>
                  </a:lnTo>
                  <a:lnTo>
                    <a:pt x="1231" y="2623"/>
                  </a:lnTo>
                  <a:lnTo>
                    <a:pt x="1353" y="2684"/>
                  </a:lnTo>
                  <a:lnTo>
                    <a:pt x="1453" y="2724"/>
                  </a:lnTo>
                  <a:lnTo>
                    <a:pt x="1575" y="2765"/>
                  </a:lnTo>
                  <a:lnTo>
                    <a:pt x="1776" y="2765"/>
                  </a:lnTo>
                  <a:lnTo>
                    <a:pt x="1857" y="2744"/>
                  </a:lnTo>
                  <a:lnTo>
                    <a:pt x="1958" y="2684"/>
                  </a:lnTo>
                  <a:lnTo>
                    <a:pt x="2059" y="2623"/>
                  </a:lnTo>
                  <a:lnTo>
                    <a:pt x="2160" y="2523"/>
                  </a:lnTo>
                  <a:lnTo>
                    <a:pt x="2240" y="2422"/>
                  </a:lnTo>
                  <a:lnTo>
                    <a:pt x="2301" y="2301"/>
                  </a:lnTo>
                  <a:lnTo>
                    <a:pt x="2362" y="2159"/>
                  </a:lnTo>
                  <a:lnTo>
                    <a:pt x="2402" y="2038"/>
                  </a:lnTo>
                  <a:lnTo>
                    <a:pt x="2422" y="1897"/>
                  </a:lnTo>
                  <a:lnTo>
                    <a:pt x="2422" y="1776"/>
                  </a:lnTo>
                  <a:lnTo>
                    <a:pt x="2422" y="1635"/>
                  </a:lnTo>
                  <a:lnTo>
                    <a:pt x="2402" y="1372"/>
                  </a:lnTo>
                  <a:lnTo>
                    <a:pt x="2321" y="1110"/>
                  </a:lnTo>
                  <a:lnTo>
                    <a:pt x="2200" y="868"/>
                  </a:lnTo>
                  <a:lnTo>
                    <a:pt x="2059" y="626"/>
                  </a:lnTo>
                  <a:lnTo>
                    <a:pt x="1877" y="444"/>
                  </a:lnTo>
                  <a:lnTo>
                    <a:pt x="1736" y="323"/>
                  </a:lnTo>
                  <a:lnTo>
                    <a:pt x="1575" y="222"/>
                  </a:lnTo>
                  <a:lnTo>
                    <a:pt x="1393" y="141"/>
                  </a:lnTo>
                  <a:lnTo>
                    <a:pt x="1171" y="61"/>
                  </a:lnTo>
                  <a:lnTo>
                    <a:pt x="969" y="20"/>
                  </a:lnTo>
                  <a:lnTo>
                    <a:pt x="76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5"/>
            <p:cNvSpPr/>
            <p:nvPr/>
          </p:nvSpPr>
          <p:spPr>
            <a:xfrm rot="10800000">
              <a:off x="5074290" y="5064293"/>
              <a:ext cx="1058329" cy="998564"/>
            </a:xfrm>
            <a:custGeom>
              <a:rect b="b" l="l" r="r" t="t"/>
              <a:pathLst>
                <a:path extrusionOk="0" h="17861" w="18930">
                  <a:moveTo>
                    <a:pt x="3431" y="81"/>
                  </a:moveTo>
                  <a:lnTo>
                    <a:pt x="4117" y="102"/>
                  </a:lnTo>
                  <a:lnTo>
                    <a:pt x="4824" y="162"/>
                  </a:lnTo>
                  <a:lnTo>
                    <a:pt x="5510" y="263"/>
                  </a:lnTo>
                  <a:lnTo>
                    <a:pt x="6216" y="404"/>
                  </a:lnTo>
                  <a:lnTo>
                    <a:pt x="6882" y="566"/>
                  </a:lnTo>
                  <a:lnTo>
                    <a:pt x="7568" y="768"/>
                  </a:lnTo>
                  <a:lnTo>
                    <a:pt x="8234" y="1010"/>
                  </a:lnTo>
                  <a:lnTo>
                    <a:pt x="8880" y="1272"/>
                  </a:lnTo>
                  <a:lnTo>
                    <a:pt x="9505" y="1575"/>
                  </a:lnTo>
                  <a:lnTo>
                    <a:pt x="10131" y="1918"/>
                  </a:lnTo>
                  <a:lnTo>
                    <a:pt x="10736" y="2281"/>
                  </a:lnTo>
                  <a:lnTo>
                    <a:pt x="11301" y="2664"/>
                  </a:lnTo>
                  <a:lnTo>
                    <a:pt x="11866" y="3088"/>
                  </a:lnTo>
                  <a:lnTo>
                    <a:pt x="12391" y="3552"/>
                  </a:lnTo>
                  <a:lnTo>
                    <a:pt x="12896" y="4017"/>
                  </a:lnTo>
                  <a:lnTo>
                    <a:pt x="13380" y="4521"/>
                  </a:lnTo>
                  <a:lnTo>
                    <a:pt x="13824" y="5026"/>
                  </a:lnTo>
                  <a:lnTo>
                    <a:pt x="14248" y="5570"/>
                  </a:lnTo>
                  <a:lnTo>
                    <a:pt x="14651" y="6115"/>
                  </a:lnTo>
                  <a:lnTo>
                    <a:pt x="15035" y="6680"/>
                  </a:lnTo>
                  <a:lnTo>
                    <a:pt x="15418" y="7245"/>
                  </a:lnTo>
                  <a:lnTo>
                    <a:pt x="15761" y="7831"/>
                  </a:lnTo>
                  <a:lnTo>
                    <a:pt x="16084" y="8416"/>
                  </a:lnTo>
                  <a:lnTo>
                    <a:pt x="16387" y="9021"/>
                  </a:lnTo>
                  <a:lnTo>
                    <a:pt x="16689" y="9627"/>
                  </a:lnTo>
                  <a:lnTo>
                    <a:pt x="16972" y="10232"/>
                  </a:lnTo>
                  <a:lnTo>
                    <a:pt x="17497" y="11423"/>
                  </a:lnTo>
                  <a:lnTo>
                    <a:pt x="17981" y="12593"/>
                  </a:lnTo>
                  <a:lnTo>
                    <a:pt x="18183" y="13158"/>
                  </a:lnTo>
                  <a:lnTo>
                    <a:pt x="18385" y="13723"/>
                  </a:lnTo>
                  <a:lnTo>
                    <a:pt x="18566" y="14288"/>
                  </a:lnTo>
                  <a:lnTo>
                    <a:pt x="18707" y="14853"/>
                  </a:lnTo>
                  <a:lnTo>
                    <a:pt x="18768" y="15136"/>
                  </a:lnTo>
                  <a:lnTo>
                    <a:pt x="18808" y="15438"/>
                  </a:lnTo>
                  <a:lnTo>
                    <a:pt x="18829" y="15721"/>
                  </a:lnTo>
                  <a:lnTo>
                    <a:pt x="18849" y="16003"/>
                  </a:lnTo>
                  <a:lnTo>
                    <a:pt x="18849" y="16286"/>
                  </a:lnTo>
                  <a:lnTo>
                    <a:pt x="18829" y="16589"/>
                  </a:lnTo>
                  <a:lnTo>
                    <a:pt x="18788" y="16871"/>
                  </a:lnTo>
                  <a:lnTo>
                    <a:pt x="18728" y="17154"/>
                  </a:lnTo>
                  <a:lnTo>
                    <a:pt x="18687" y="17295"/>
                  </a:lnTo>
                  <a:lnTo>
                    <a:pt x="18647" y="17416"/>
                  </a:lnTo>
                  <a:lnTo>
                    <a:pt x="18586" y="17537"/>
                  </a:lnTo>
                  <a:lnTo>
                    <a:pt x="18486" y="17658"/>
                  </a:lnTo>
                  <a:lnTo>
                    <a:pt x="18405" y="17699"/>
                  </a:lnTo>
                  <a:lnTo>
                    <a:pt x="18324" y="17739"/>
                  </a:lnTo>
                  <a:lnTo>
                    <a:pt x="18243" y="17759"/>
                  </a:lnTo>
                  <a:lnTo>
                    <a:pt x="18163" y="17779"/>
                  </a:lnTo>
                  <a:lnTo>
                    <a:pt x="17981" y="17759"/>
                  </a:lnTo>
                  <a:lnTo>
                    <a:pt x="17799" y="17699"/>
                  </a:lnTo>
                  <a:lnTo>
                    <a:pt x="17638" y="17618"/>
                  </a:lnTo>
                  <a:lnTo>
                    <a:pt x="17477" y="17517"/>
                  </a:lnTo>
                  <a:lnTo>
                    <a:pt x="17234" y="17315"/>
                  </a:lnTo>
                  <a:lnTo>
                    <a:pt x="16346" y="16548"/>
                  </a:lnTo>
                  <a:lnTo>
                    <a:pt x="15418" y="15701"/>
                  </a:lnTo>
                  <a:lnTo>
                    <a:pt x="14429" y="14793"/>
                  </a:lnTo>
                  <a:lnTo>
                    <a:pt x="13319" y="13743"/>
                  </a:lnTo>
                  <a:lnTo>
                    <a:pt x="11140" y="11645"/>
                  </a:lnTo>
                  <a:lnTo>
                    <a:pt x="8860" y="9465"/>
                  </a:lnTo>
                  <a:lnTo>
                    <a:pt x="7709" y="8375"/>
                  </a:lnTo>
                  <a:lnTo>
                    <a:pt x="6539" y="7306"/>
                  </a:lnTo>
                  <a:lnTo>
                    <a:pt x="5611" y="6478"/>
                  </a:lnTo>
                  <a:lnTo>
                    <a:pt x="4703" y="5691"/>
                  </a:lnTo>
                  <a:lnTo>
                    <a:pt x="3835" y="4965"/>
                  </a:lnTo>
                  <a:lnTo>
                    <a:pt x="3007" y="4279"/>
                  </a:lnTo>
                  <a:lnTo>
                    <a:pt x="2644" y="4017"/>
                  </a:lnTo>
                  <a:lnTo>
                    <a:pt x="2220" y="3734"/>
                  </a:lnTo>
                  <a:lnTo>
                    <a:pt x="1575" y="3290"/>
                  </a:lnTo>
                  <a:lnTo>
                    <a:pt x="1252" y="3048"/>
                  </a:lnTo>
                  <a:lnTo>
                    <a:pt x="929" y="2806"/>
                  </a:lnTo>
                  <a:lnTo>
                    <a:pt x="667" y="2564"/>
                  </a:lnTo>
                  <a:lnTo>
                    <a:pt x="424" y="2301"/>
                  </a:lnTo>
                  <a:lnTo>
                    <a:pt x="323" y="2160"/>
                  </a:lnTo>
                  <a:lnTo>
                    <a:pt x="243" y="2019"/>
                  </a:lnTo>
                  <a:lnTo>
                    <a:pt x="182" y="1898"/>
                  </a:lnTo>
                  <a:lnTo>
                    <a:pt x="122" y="1756"/>
                  </a:lnTo>
                  <a:lnTo>
                    <a:pt x="81" y="1575"/>
                  </a:lnTo>
                  <a:lnTo>
                    <a:pt x="102" y="1413"/>
                  </a:lnTo>
                  <a:lnTo>
                    <a:pt x="122" y="1232"/>
                  </a:lnTo>
                  <a:lnTo>
                    <a:pt x="202" y="1070"/>
                  </a:lnTo>
                  <a:lnTo>
                    <a:pt x="283" y="909"/>
                  </a:lnTo>
                  <a:lnTo>
                    <a:pt x="384" y="768"/>
                  </a:lnTo>
                  <a:lnTo>
                    <a:pt x="505" y="646"/>
                  </a:lnTo>
                  <a:lnTo>
                    <a:pt x="646" y="546"/>
                  </a:lnTo>
                  <a:lnTo>
                    <a:pt x="808" y="445"/>
                  </a:lnTo>
                  <a:lnTo>
                    <a:pt x="969" y="384"/>
                  </a:lnTo>
                  <a:lnTo>
                    <a:pt x="1131" y="324"/>
                  </a:lnTo>
                  <a:lnTo>
                    <a:pt x="1312" y="263"/>
                  </a:lnTo>
                  <a:lnTo>
                    <a:pt x="1655" y="202"/>
                  </a:lnTo>
                  <a:lnTo>
                    <a:pt x="2019" y="142"/>
                  </a:lnTo>
                  <a:lnTo>
                    <a:pt x="2725" y="102"/>
                  </a:lnTo>
                  <a:lnTo>
                    <a:pt x="3431" y="81"/>
                  </a:lnTo>
                  <a:close/>
                  <a:moveTo>
                    <a:pt x="3431" y="1"/>
                  </a:moveTo>
                  <a:lnTo>
                    <a:pt x="2725" y="21"/>
                  </a:lnTo>
                  <a:lnTo>
                    <a:pt x="2019" y="61"/>
                  </a:lnTo>
                  <a:lnTo>
                    <a:pt x="1655" y="122"/>
                  </a:lnTo>
                  <a:lnTo>
                    <a:pt x="1272" y="182"/>
                  </a:lnTo>
                  <a:lnTo>
                    <a:pt x="1111" y="243"/>
                  </a:lnTo>
                  <a:lnTo>
                    <a:pt x="929" y="303"/>
                  </a:lnTo>
                  <a:lnTo>
                    <a:pt x="767" y="384"/>
                  </a:lnTo>
                  <a:lnTo>
                    <a:pt x="606" y="485"/>
                  </a:lnTo>
                  <a:lnTo>
                    <a:pt x="465" y="586"/>
                  </a:lnTo>
                  <a:lnTo>
                    <a:pt x="323" y="727"/>
                  </a:lnTo>
                  <a:lnTo>
                    <a:pt x="223" y="868"/>
                  </a:lnTo>
                  <a:lnTo>
                    <a:pt x="122" y="1050"/>
                  </a:lnTo>
                  <a:lnTo>
                    <a:pt x="41" y="1211"/>
                  </a:lnTo>
                  <a:lnTo>
                    <a:pt x="21" y="1393"/>
                  </a:lnTo>
                  <a:lnTo>
                    <a:pt x="1" y="1595"/>
                  </a:lnTo>
                  <a:lnTo>
                    <a:pt x="41" y="1777"/>
                  </a:lnTo>
                  <a:lnTo>
                    <a:pt x="102" y="1918"/>
                  </a:lnTo>
                  <a:lnTo>
                    <a:pt x="162" y="2059"/>
                  </a:lnTo>
                  <a:lnTo>
                    <a:pt x="263" y="2200"/>
                  </a:lnTo>
                  <a:lnTo>
                    <a:pt x="364" y="2342"/>
                  </a:lnTo>
                  <a:lnTo>
                    <a:pt x="586" y="2604"/>
                  </a:lnTo>
                  <a:lnTo>
                    <a:pt x="868" y="2866"/>
                  </a:lnTo>
                  <a:lnTo>
                    <a:pt x="1191" y="3108"/>
                  </a:lnTo>
                  <a:lnTo>
                    <a:pt x="1514" y="3351"/>
                  </a:lnTo>
                  <a:lnTo>
                    <a:pt x="2180" y="3795"/>
                  </a:lnTo>
                  <a:lnTo>
                    <a:pt x="2604" y="4077"/>
                  </a:lnTo>
                  <a:lnTo>
                    <a:pt x="2947" y="4339"/>
                  </a:lnTo>
                  <a:lnTo>
                    <a:pt x="3794" y="5026"/>
                  </a:lnTo>
                  <a:lnTo>
                    <a:pt x="4662" y="5752"/>
                  </a:lnTo>
                  <a:lnTo>
                    <a:pt x="5550" y="6539"/>
                  </a:lnTo>
                  <a:lnTo>
                    <a:pt x="6499" y="7366"/>
                  </a:lnTo>
                  <a:lnTo>
                    <a:pt x="7649" y="8436"/>
                  </a:lnTo>
                  <a:lnTo>
                    <a:pt x="8799" y="9526"/>
                  </a:lnTo>
                  <a:lnTo>
                    <a:pt x="11079" y="11705"/>
                  </a:lnTo>
                  <a:lnTo>
                    <a:pt x="13279" y="13804"/>
                  </a:lnTo>
                  <a:lnTo>
                    <a:pt x="14369" y="14853"/>
                  </a:lnTo>
                  <a:lnTo>
                    <a:pt x="15358" y="15761"/>
                  </a:lnTo>
                  <a:lnTo>
                    <a:pt x="16286" y="16609"/>
                  </a:lnTo>
                  <a:lnTo>
                    <a:pt x="17174" y="17376"/>
                  </a:lnTo>
                  <a:lnTo>
                    <a:pt x="17355" y="17537"/>
                  </a:lnTo>
                  <a:lnTo>
                    <a:pt x="17598" y="17678"/>
                  </a:lnTo>
                  <a:lnTo>
                    <a:pt x="17719" y="17739"/>
                  </a:lnTo>
                  <a:lnTo>
                    <a:pt x="17860" y="17800"/>
                  </a:lnTo>
                  <a:lnTo>
                    <a:pt x="18001" y="17840"/>
                  </a:lnTo>
                  <a:lnTo>
                    <a:pt x="18142" y="17860"/>
                  </a:lnTo>
                  <a:lnTo>
                    <a:pt x="18243" y="17840"/>
                  </a:lnTo>
                  <a:lnTo>
                    <a:pt x="18344" y="17820"/>
                  </a:lnTo>
                  <a:lnTo>
                    <a:pt x="18445" y="17779"/>
                  </a:lnTo>
                  <a:lnTo>
                    <a:pt x="18526" y="17719"/>
                  </a:lnTo>
                  <a:lnTo>
                    <a:pt x="18647" y="17598"/>
                  </a:lnTo>
                  <a:lnTo>
                    <a:pt x="18707" y="17456"/>
                  </a:lnTo>
                  <a:lnTo>
                    <a:pt x="18768" y="17315"/>
                  </a:lnTo>
                  <a:lnTo>
                    <a:pt x="18808" y="17174"/>
                  </a:lnTo>
                  <a:lnTo>
                    <a:pt x="18869" y="16891"/>
                  </a:lnTo>
                  <a:lnTo>
                    <a:pt x="18909" y="16589"/>
                  </a:lnTo>
                  <a:lnTo>
                    <a:pt x="18929" y="16306"/>
                  </a:lnTo>
                  <a:lnTo>
                    <a:pt x="18929" y="16003"/>
                  </a:lnTo>
                  <a:lnTo>
                    <a:pt x="18909" y="15721"/>
                  </a:lnTo>
                  <a:lnTo>
                    <a:pt x="18889" y="15418"/>
                  </a:lnTo>
                  <a:lnTo>
                    <a:pt x="18849" y="15136"/>
                  </a:lnTo>
                  <a:lnTo>
                    <a:pt x="18788" y="14853"/>
                  </a:lnTo>
                  <a:lnTo>
                    <a:pt x="18647" y="14268"/>
                  </a:lnTo>
                  <a:lnTo>
                    <a:pt x="18465" y="13703"/>
                  </a:lnTo>
                  <a:lnTo>
                    <a:pt x="18264" y="13138"/>
                  </a:lnTo>
                  <a:lnTo>
                    <a:pt x="18042" y="12573"/>
                  </a:lnTo>
                  <a:lnTo>
                    <a:pt x="17577" y="11382"/>
                  </a:lnTo>
                  <a:lnTo>
                    <a:pt x="17053" y="10192"/>
                  </a:lnTo>
                  <a:lnTo>
                    <a:pt x="16770" y="9586"/>
                  </a:lnTo>
                  <a:lnTo>
                    <a:pt x="16468" y="8981"/>
                  </a:lnTo>
                  <a:lnTo>
                    <a:pt x="16145" y="8375"/>
                  </a:lnTo>
                  <a:lnTo>
                    <a:pt x="15822" y="7790"/>
                  </a:lnTo>
                  <a:lnTo>
                    <a:pt x="15479" y="7205"/>
                  </a:lnTo>
                  <a:lnTo>
                    <a:pt x="15115" y="6620"/>
                  </a:lnTo>
                  <a:lnTo>
                    <a:pt x="14732" y="6055"/>
                  </a:lnTo>
                  <a:lnTo>
                    <a:pt x="14308" y="5510"/>
                  </a:lnTo>
                  <a:lnTo>
                    <a:pt x="13884" y="4965"/>
                  </a:lnTo>
                  <a:lnTo>
                    <a:pt x="13441" y="4460"/>
                  </a:lnTo>
                  <a:lnTo>
                    <a:pt x="12956" y="3956"/>
                  </a:lnTo>
                  <a:lnTo>
                    <a:pt x="12452" y="3492"/>
                  </a:lnTo>
                  <a:lnTo>
                    <a:pt x="11927" y="3028"/>
                  </a:lnTo>
                  <a:lnTo>
                    <a:pt x="11362" y="2604"/>
                  </a:lnTo>
                  <a:lnTo>
                    <a:pt x="10777" y="2200"/>
                  </a:lnTo>
                  <a:lnTo>
                    <a:pt x="10171" y="1837"/>
                  </a:lnTo>
                  <a:lnTo>
                    <a:pt x="9546" y="1494"/>
                  </a:lnTo>
                  <a:lnTo>
                    <a:pt x="8900" y="1191"/>
                  </a:lnTo>
                  <a:lnTo>
                    <a:pt x="8254" y="929"/>
                  </a:lnTo>
                  <a:lnTo>
                    <a:pt x="7588" y="687"/>
                  </a:lnTo>
                  <a:lnTo>
                    <a:pt x="6902" y="485"/>
                  </a:lnTo>
                  <a:lnTo>
                    <a:pt x="6216" y="324"/>
                  </a:lnTo>
                  <a:lnTo>
                    <a:pt x="5530" y="182"/>
                  </a:lnTo>
                  <a:lnTo>
                    <a:pt x="4824" y="81"/>
                  </a:lnTo>
                  <a:lnTo>
                    <a:pt x="4138" y="21"/>
                  </a:lnTo>
                  <a:lnTo>
                    <a:pt x="34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5"/>
            <p:cNvSpPr/>
            <p:nvPr/>
          </p:nvSpPr>
          <p:spPr>
            <a:xfrm rot="10800000">
              <a:off x="5370998" y="5496405"/>
              <a:ext cx="453633" cy="455870"/>
            </a:xfrm>
            <a:custGeom>
              <a:rect b="b" l="l" r="r" t="t"/>
              <a:pathLst>
                <a:path extrusionOk="0" h="8154" w="8114">
                  <a:moveTo>
                    <a:pt x="1010" y="81"/>
                  </a:moveTo>
                  <a:lnTo>
                    <a:pt x="1151" y="101"/>
                  </a:lnTo>
                  <a:lnTo>
                    <a:pt x="1413" y="162"/>
                  </a:lnTo>
                  <a:lnTo>
                    <a:pt x="1696" y="263"/>
                  </a:lnTo>
                  <a:lnTo>
                    <a:pt x="1938" y="384"/>
                  </a:lnTo>
                  <a:lnTo>
                    <a:pt x="2200" y="545"/>
                  </a:lnTo>
                  <a:lnTo>
                    <a:pt x="2422" y="707"/>
                  </a:lnTo>
                  <a:lnTo>
                    <a:pt x="2644" y="888"/>
                  </a:lnTo>
                  <a:lnTo>
                    <a:pt x="3108" y="1251"/>
                  </a:lnTo>
                  <a:lnTo>
                    <a:pt x="3552" y="1635"/>
                  </a:lnTo>
                  <a:lnTo>
                    <a:pt x="3976" y="2039"/>
                  </a:lnTo>
                  <a:lnTo>
                    <a:pt x="4400" y="2422"/>
                  </a:lnTo>
                  <a:lnTo>
                    <a:pt x="4783" y="2826"/>
                  </a:lnTo>
                  <a:lnTo>
                    <a:pt x="5167" y="3229"/>
                  </a:lnTo>
                  <a:lnTo>
                    <a:pt x="5530" y="3653"/>
                  </a:lnTo>
                  <a:lnTo>
                    <a:pt x="5873" y="4077"/>
                  </a:lnTo>
                  <a:lnTo>
                    <a:pt x="6196" y="4500"/>
                  </a:lnTo>
                  <a:lnTo>
                    <a:pt x="6499" y="4924"/>
                  </a:lnTo>
                  <a:lnTo>
                    <a:pt x="6781" y="5348"/>
                  </a:lnTo>
                  <a:lnTo>
                    <a:pt x="7064" y="5792"/>
                  </a:lnTo>
                  <a:lnTo>
                    <a:pt x="7306" y="6236"/>
                  </a:lnTo>
                  <a:lnTo>
                    <a:pt x="7548" y="6680"/>
                  </a:lnTo>
                  <a:lnTo>
                    <a:pt x="7770" y="7144"/>
                  </a:lnTo>
                  <a:lnTo>
                    <a:pt x="7972" y="7588"/>
                  </a:lnTo>
                  <a:lnTo>
                    <a:pt x="8012" y="7729"/>
                  </a:lnTo>
                  <a:lnTo>
                    <a:pt x="8032" y="7871"/>
                  </a:lnTo>
                  <a:lnTo>
                    <a:pt x="8032" y="7931"/>
                  </a:lnTo>
                  <a:lnTo>
                    <a:pt x="8012" y="7992"/>
                  </a:lnTo>
                  <a:lnTo>
                    <a:pt x="7972" y="8032"/>
                  </a:lnTo>
                  <a:lnTo>
                    <a:pt x="7932" y="8052"/>
                  </a:lnTo>
                  <a:lnTo>
                    <a:pt x="7851" y="8072"/>
                  </a:lnTo>
                  <a:lnTo>
                    <a:pt x="7790" y="8072"/>
                  </a:lnTo>
                  <a:lnTo>
                    <a:pt x="7649" y="8012"/>
                  </a:lnTo>
                  <a:lnTo>
                    <a:pt x="7346" y="7830"/>
                  </a:lnTo>
                  <a:lnTo>
                    <a:pt x="7084" y="7628"/>
                  </a:lnTo>
                  <a:lnTo>
                    <a:pt x="6822" y="7386"/>
                  </a:lnTo>
                  <a:lnTo>
                    <a:pt x="6559" y="7164"/>
                  </a:lnTo>
                  <a:lnTo>
                    <a:pt x="2523" y="3310"/>
                  </a:lnTo>
                  <a:lnTo>
                    <a:pt x="2180" y="3007"/>
                  </a:lnTo>
                  <a:lnTo>
                    <a:pt x="1514" y="2462"/>
                  </a:lnTo>
                  <a:lnTo>
                    <a:pt x="1151" y="2119"/>
                  </a:lnTo>
                  <a:lnTo>
                    <a:pt x="808" y="1776"/>
                  </a:lnTo>
                  <a:lnTo>
                    <a:pt x="485" y="1413"/>
                  </a:lnTo>
                  <a:lnTo>
                    <a:pt x="364" y="1251"/>
                  </a:lnTo>
                  <a:lnTo>
                    <a:pt x="243" y="1070"/>
                  </a:lnTo>
                  <a:lnTo>
                    <a:pt x="162" y="908"/>
                  </a:lnTo>
                  <a:lnTo>
                    <a:pt x="102" y="767"/>
                  </a:lnTo>
                  <a:lnTo>
                    <a:pt x="81" y="626"/>
                  </a:lnTo>
                  <a:lnTo>
                    <a:pt x="81" y="485"/>
                  </a:lnTo>
                  <a:lnTo>
                    <a:pt x="122" y="424"/>
                  </a:lnTo>
                  <a:lnTo>
                    <a:pt x="142" y="364"/>
                  </a:lnTo>
                  <a:lnTo>
                    <a:pt x="243" y="263"/>
                  </a:lnTo>
                  <a:lnTo>
                    <a:pt x="404" y="182"/>
                  </a:lnTo>
                  <a:lnTo>
                    <a:pt x="606" y="101"/>
                  </a:lnTo>
                  <a:lnTo>
                    <a:pt x="747" y="81"/>
                  </a:lnTo>
                  <a:close/>
                  <a:moveTo>
                    <a:pt x="727" y="0"/>
                  </a:moveTo>
                  <a:lnTo>
                    <a:pt x="586" y="41"/>
                  </a:lnTo>
                  <a:lnTo>
                    <a:pt x="364" y="101"/>
                  </a:lnTo>
                  <a:lnTo>
                    <a:pt x="203" y="202"/>
                  </a:lnTo>
                  <a:lnTo>
                    <a:pt x="122" y="263"/>
                  </a:lnTo>
                  <a:lnTo>
                    <a:pt x="81" y="323"/>
                  </a:lnTo>
                  <a:lnTo>
                    <a:pt x="41" y="384"/>
                  </a:lnTo>
                  <a:lnTo>
                    <a:pt x="21" y="464"/>
                  </a:lnTo>
                  <a:lnTo>
                    <a:pt x="1" y="606"/>
                  </a:lnTo>
                  <a:lnTo>
                    <a:pt x="21" y="767"/>
                  </a:lnTo>
                  <a:lnTo>
                    <a:pt x="81" y="908"/>
                  </a:lnTo>
                  <a:lnTo>
                    <a:pt x="162" y="1090"/>
                  </a:lnTo>
                  <a:lnTo>
                    <a:pt x="263" y="1251"/>
                  </a:lnTo>
                  <a:lnTo>
                    <a:pt x="404" y="1433"/>
                  </a:lnTo>
                  <a:lnTo>
                    <a:pt x="707" y="1796"/>
                  </a:lnTo>
                  <a:lnTo>
                    <a:pt x="1070" y="2139"/>
                  </a:lnTo>
                  <a:lnTo>
                    <a:pt x="1434" y="2482"/>
                  </a:lnTo>
                  <a:lnTo>
                    <a:pt x="2120" y="3088"/>
                  </a:lnTo>
                  <a:lnTo>
                    <a:pt x="2463" y="3370"/>
                  </a:lnTo>
                  <a:lnTo>
                    <a:pt x="6499" y="7225"/>
                  </a:lnTo>
                  <a:lnTo>
                    <a:pt x="6761" y="7467"/>
                  </a:lnTo>
                  <a:lnTo>
                    <a:pt x="7023" y="7689"/>
                  </a:lnTo>
                  <a:lnTo>
                    <a:pt x="7306" y="7911"/>
                  </a:lnTo>
                  <a:lnTo>
                    <a:pt x="7609" y="8093"/>
                  </a:lnTo>
                  <a:lnTo>
                    <a:pt x="7730" y="8133"/>
                  </a:lnTo>
                  <a:lnTo>
                    <a:pt x="7851" y="8153"/>
                  </a:lnTo>
                  <a:lnTo>
                    <a:pt x="7911" y="8153"/>
                  </a:lnTo>
                  <a:lnTo>
                    <a:pt x="7972" y="8133"/>
                  </a:lnTo>
                  <a:lnTo>
                    <a:pt x="8032" y="8093"/>
                  </a:lnTo>
                  <a:lnTo>
                    <a:pt x="8073" y="8032"/>
                  </a:lnTo>
                  <a:lnTo>
                    <a:pt x="8093" y="7971"/>
                  </a:lnTo>
                  <a:lnTo>
                    <a:pt x="8113" y="7891"/>
                  </a:lnTo>
                  <a:lnTo>
                    <a:pt x="8093" y="7729"/>
                  </a:lnTo>
                  <a:lnTo>
                    <a:pt x="8032" y="7568"/>
                  </a:lnTo>
                  <a:lnTo>
                    <a:pt x="7831" y="7104"/>
                  </a:lnTo>
                  <a:lnTo>
                    <a:pt x="7629" y="6640"/>
                  </a:lnTo>
                  <a:lnTo>
                    <a:pt x="7387" y="6196"/>
                  </a:lnTo>
                  <a:lnTo>
                    <a:pt x="7124" y="5752"/>
                  </a:lnTo>
                  <a:lnTo>
                    <a:pt x="6862" y="5308"/>
                  </a:lnTo>
                  <a:lnTo>
                    <a:pt x="6559" y="4884"/>
                  </a:lnTo>
                  <a:lnTo>
                    <a:pt x="6257" y="4440"/>
                  </a:lnTo>
                  <a:lnTo>
                    <a:pt x="5934" y="4016"/>
                  </a:lnTo>
                  <a:lnTo>
                    <a:pt x="5591" y="3592"/>
                  </a:lnTo>
                  <a:lnTo>
                    <a:pt x="5227" y="3189"/>
                  </a:lnTo>
                  <a:lnTo>
                    <a:pt x="4844" y="2785"/>
                  </a:lnTo>
                  <a:lnTo>
                    <a:pt x="4461" y="2382"/>
                  </a:lnTo>
                  <a:lnTo>
                    <a:pt x="4037" y="1978"/>
                  </a:lnTo>
                  <a:lnTo>
                    <a:pt x="3613" y="1574"/>
                  </a:lnTo>
                  <a:lnTo>
                    <a:pt x="3169" y="1191"/>
                  </a:lnTo>
                  <a:lnTo>
                    <a:pt x="2705" y="808"/>
                  </a:lnTo>
                  <a:lnTo>
                    <a:pt x="2463" y="646"/>
                  </a:lnTo>
                  <a:lnTo>
                    <a:pt x="2221" y="464"/>
                  </a:lnTo>
                  <a:lnTo>
                    <a:pt x="1978" y="323"/>
                  </a:lnTo>
                  <a:lnTo>
                    <a:pt x="1716" y="182"/>
                  </a:lnTo>
                  <a:lnTo>
                    <a:pt x="1434" y="81"/>
                  </a:lnTo>
                  <a:lnTo>
                    <a:pt x="1151" y="21"/>
                  </a:lnTo>
                  <a:lnTo>
                    <a:pt x="10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5"/>
            <p:cNvSpPr/>
            <p:nvPr/>
          </p:nvSpPr>
          <p:spPr>
            <a:xfrm rot="10800000">
              <a:off x="4727969" y="5773987"/>
              <a:ext cx="101584" cy="100466"/>
            </a:xfrm>
            <a:custGeom>
              <a:rect b="b" l="l" r="r" t="t"/>
              <a:pathLst>
                <a:path extrusionOk="0" h="1797" w="1817">
                  <a:moveTo>
                    <a:pt x="909" y="1"/>
                  </a:moveTo>
                  <a:lnTo>
                    <a:pt x="727" y="21"/>
                  </a:lnTo>
                  <a:lnTo>
                    <a:pt x="566" y="61"/>
                  </a:lnTo>
                  <a:lnTo>
                    <a:pt x="404" y="142"/>
                  </a:lnTo>
                  <a:lnTo>
                    <a:pt x="283" y="263"/>
                  </a:lnTo>
                  <a:lnTo>
                    <a:pt x="162" y="384"/>
                  </a:lnTo>
                  <a:lnTo>
                    <a:pt x="81" y="546"/>
                  </a:lnTo>
                  <a:lnTo>
                    <a:pt x="21" y="707"/>
                  </a:lnTo>
                  <a:lnTo>
                    <a:pt x="1" y="889"/>
                  </a:lnTo>
                  <a:lnTo>
                    <a:pt x="21" y="1070"/>
                  </a:lnTo>
                  <a:lnTo>
                    <a:pt x="81" y="1252"/>
                  </a:lnTo>
                  <a:lnTo>
                    <a:pt x="162" y="1393"/>
                  </a:lnTo>
                  <a:lnTo>
                    <a:pt x="283" y="1534"/>
                  </a:lnTo>
                  <a:lnTo>
                    <a:pt x="404" y="1635"/>
                  </a:lnTo>
                  <a:lnTo>
                    <a:pt x="566" y="1716"/>
                  </a:lnTo>
                  <a:lnTo>
                    <a:pt x="727" y="1777"/>
                  </a:lnTo>
                  <a:lnTo>
                    <a:pt x="909" y="1797"/>
                  </a:lnTo>
                  <a:lnTo>
                    <a:pt x="1090" y="1777"/>
                  </a:lnTo>
                  <a:lnTo>
                    <a:pt x="1272" y="1716"/>
                  </a:lnTo>
                  <a:lnTo>
                    <a:pt x="1413" y="1635"/>
                  </a:lnTo>
                  <a:lnTo>
                    <a:pt x="1554" y="1534"/>
                  </a:lnTo>
                  <a:lnTo>
                    <a:pt x="1655" y="1393"/>
                  </a:lnTo>
                  <a:lnTo>
                    <a:pt x="1736" y="1252"/>
                  </a:lnTo>
                  <a:lnTo>
                    <a:pt x="1797" y="1070"/>
                  </a:lnTo>
                  <a:lnTo>
                    <a:pt x="1817" y="889"/>
                  </a:lnTo>
                  <a:lnTo>
                    <a:pt x="1797" y="707"/>
                  </a:lnTo>
                  <a:lnTo>
                    <a:pt x="1736" y="546"/>
                  </a:lnTo>
                  <a:lnTo>
                    <a:pt x="1655" y="384"/>
                  </a:lnTo>
                  <a:lnTo>
                    <a:pt x="1554" y="263"/>
                  </a:lnTo>
                  <a:lnTo>
                    <a:pt x="1413" y="142"/>
                  </a:lnTo>
                  <a:lnTo>
                    <a:pt x="1272" y="61"/>
                  </a:lnTo>
                  <a:lnTo>
                    <a:pt x="1090" y="21"/>
                  </a:lnTo>
                  <a:lnTo>
                    <a:pt x="9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5"/>
            <p:cNvSpPr/>
            <p:nvPr/>
          </p:nvSpPr>
          <p:spPr>
            <a:xfrm rot="10800000">
              <a:off x="4725677" y="5771695"/>
              <a:ext cx="106112" cy="104994"/>
            </a:xfrm>
            <a:custGeom>
              <a:rect b="b" l="l" r="r" t="t"/>
              <a:pathLst>
                <a:path extrusionOk="0" h="1878" w="1898">
                  <a:moveTo>
                    <a:pt x="949" y="81"/>
                  </a:moveTo>
                  <a:lnTo>
                    <a:pt x="1130" y="101"/>
                  </a:lnTo>
                  <a:lnTo>
                    <a:pt x="1292" y="142"/>
                  </a:lnTo>
                  <a:lnTo>
                    <a:pt x="1433" y="222"/>
                  </a:lnTo>
                  <a:lnTo>
                    <a:pt x="1554" y="323"/>
                  </a:lnTo>
                  <a:lnTo>
                    <a:pt x="1655" y="444"/>
                  </a:lnTo>
                  <a:lnTo>
                    <a:pt x="1736" y="606"/>
                  </a:lnTo>
                  <a:lnTo>
                    <a:pt x="1796" y="767"/>
                  </a:lnTo>
                  <a:lnTo>
                    <a:pt x="1816" y="929"/>
                  </a:lnTo>
                  <a:lnTo>
                    <a:pt x="1796" y="1110"/>
                  </a:lnTo>
                  <a:lnTo>
                    <a:pt x="1736" y="1272"/>
                  </a:lnTo>
                  <a:lnTo>
                    <a:pt x="1655" y="1413"/>
                  </a:lnTo>
                  <a:lnTo>
                    <a:pt x="1554" y="1534"/>
                  </a:lnTo>
                  <a:lnTo>
                    <a:pt x="1433" y="1655"/>
                  </a:lnTo>
                  <a:lnTo>
                    <a:pt x="1292" y="1736"/>
                  </a:lnTo>
                  <a:lnTo>
                    <a:pt x="1130" y="1776"/>
                  </a:lnTo>
                  <a:lnTo>
                    <a:pt x="949" y="1796"/>
                  </a:lnTo>
                  <a:lnTo>
                    <a:pt x="787" y="1776"/>
                  </a:lnTo>
                  <a:lnTo>
                    <a:pt x="626" y="1736"/>
                  </a:lnTo>
                  <a:lnTo>
                    <a:pt x="464" y="1655"/>
                  </a:lnTo>
                  <a:lnTo>
                    <a:pt x="343" y="1534"/>
                  </a:lnTo>
                  <a:lnTo>
                    <a:pt x="242" y="1413"/>
                  </a:lnTo>
                  <a:lnTo>
                    <a:pt x="162" y="1272"/>
                  </a:lnTo>
                  <a:lnTo>
                    <a:pt x="101" y="1110"/>
                  </a:lnTo>
                  <a:lnTo>
                    <a:pt x="81" y="929"/>
                  </a:lnTo>
                  <a:lnTo>
                    <a:pt x="101" y="767"/>
                  </a:lnTo>
                  <a:lnTo>
                    <a:pt x="162" y="606"/>
                  </a:lnTo>
                  <a:lnTo>
                    <a:pt x="242" y="444"/>
                  </a:lnTo>
                  <a:lnTo>
                    <a:pt x="343" y="323"/>
                  </a:lnTo>
                  <a:lnTo>
                    <a:pt x="464" y="222"/>
                  </a:lnTo>
                  <a:lnTo>
                    <a:pt x="626" y="142"/>
                  </a:lnTo>
                  <a:lnTo>
                    <a:pt x="787" y="101"/>
                  </a:lnTo>
                  <a:lnTo>
                    <a:pt x="949" y="81"/>
                  </a:lnTo>
                  <a:close/>
                  <a:moveTo>
                    <a:pt x="949" y="0"/>
                  </a:moveTo>
                  <a:lnTo>
                    <a:pt x="767" y="21"/>
                  </a:lnTo>
                  <a:lnTo>
                    <a:pt x="585" y="61"/>
                  </a:lnTo>
                  <a:lnTo>
                    <a:pt x="424" y="162"/>
                  </a:lnTo>
                  <a:lnTo>
                    <a:pt x="283" y="263"/>
                  </a:lnTo>
                  <a:lnTo>
                    <a:pt x="162" y="404"/>
                  </a:lnTo>
                  <a:lnTo>
                    <a:pt x="81" y="565"/>
                  </a:lnTo>
                  <a:lnTo>
                    <a:pt x="20" y="747"/>
                  </a:lnTo>
                  <a:lnTo>
                    <a:pt x="0" y="929"/>
                  </a:lnTo>
                  <a:lnTo>
                    <a:pt x="20" y="1130"/>
                  </a:lnTo>
                  <a:lnTo>
                    <a:pt x="81" y="1292"/>
                  </a:lnTo>
                  <a:lnTo>
                    <a:pt x="162" y="1453"/>
                  </a:lnTo>
                  <a:lnTo>
                    <a:pt x="283" y="1595"/>
                  </a:lnTo>
                  <a:lnTo>
                    <a:pt x="424" y="1716"/>
                  </a:lnTo>
                  <a:lnTo>
                    <a:pt x="585" y="1796"/>
                  </a:lnTo>
                  <a:lnTo>
                    <a:pt x="767" y="1857"/>
                  </a:lnTo>
                  <a:lnTo>
                    <a:pt x="949" y="1877"/>
                  </a:lnTo>
                  <a:lnTo>
                    <a:pt x="1150" y="1857"/>
                  </a:lnTo>
                  <a:lnTo>
                    <a:pt x="1312" y="1796"/>
                  </a:lnTo>
                  <a:lnTo>
                    <a:pt x="1473" y="1716"/>
                  </a:lnTo>
                  <a:lnTo>
                    <a:pt x="1615" y="1595"/>
                  </a:lnTo>
                  <a:lnTo>
                    <a:pt x="1736" y="1453"/>
                  </a:lnTo>
                  <a:lnTo>
                    <a:pt x="1816" y="1292"/>
                  </a:lnTo>
                  <a:lnTo>
                    <a:pt x="1877" y="1130"/>
                  </a:lnTo>
                  <a:lnTo>
                    <a:pt x="1897" y="929"/>
                  </a:lnTo>
                  <a:lnTo>
                    <a:pt x="1877" y="747"/>
                  </a:lnTo>
                  <a:lnTo>
                    <a:pt x="1816" y="565"/>
                  </a:lnTo>
                  <a:lnTo>
                    <a:pt x="1736" y="404"/>
                  </a:lnTo>
                  <a:lnTo>
                    <a:pt x="1615" y="263"/>
                  </a:lnTo>
                  <a:lnTo>
                    <a:pt x="1473" y="162"/>
                  </a:lnTo>
                  <a:lnTo>
                    <a:pt x="1312" y="61"/>
                  </a:lnTo>
                  <a:lnTo>
                    <a:pt x="1150" y="21"/>
                  </a:lnTo>
                  <a:lnTo>
                    <a:pt x="9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5"/>
            <p:cNvSpPr/>
            <p:nvPr/>
          </p:nvSpPr>
          <p:spPr>
            <a:xfrm rot="10800000">
              <a:off x="5991512" y="4807087"/>
              <a:ext cx="4584" cy="55348"/>
            </a:xfrm>
            <a:custGeom>
              <a:rect b="b" l="l" r="r" t="t"/>
              <a:pathLst>
                <a:path extrusionOk="0" h="990" w="82">
                  <a:moveTo>
                    <a:pt x="0" y="0"/>
                  </a:moveTo>
                  <a:lnTo>
                    <a:pt x="0"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5"/>
            <p:cNvSpPr/>
            <p:nvPr/>
          </p:nvSpPr>
          <p:spPr>
            <a:xfrm rot="10800000">
              <a:off x="5966688" y="4833084"/>
              <a:ext cx="55348" cy="4529"/>
            </a:xfrm>
            <a:custGeom>
              <a:rect b="b" l="l" r="r" t="t"/>
              <a:pathLst>
                <a:path extrusionOk="0" h="81" w="990">
                  <a:moveTo>
                    <a:pt x="0" y="0"/>
                  </a:moveTo>
                  <a:lnTo>
                    <a:pt x="0" y="81"/>
                  </a:lnTo>
                  <a:lnTo>
                    <a:pt x="989" y="81"/>
                  </a:lnTo>
                  <a:lnTo>
                    <a:pt x="9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4" name="Google Shape;414;p5"/>
          <p:cNvSpPr/>
          <p:nvPr/>
        </p:nvSpPr>
        <p:spPr>
          <a:xfrm>
            <a:off x="-354230" y="307836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5" name="Shape 415"/>
        <p:cNvGrpSpPr/>
        <p:nvPr/>
      </p:nvGrpSpPr>
      <p:grpSpPr>
        <a:xfrm>
          <a:off x="0" y="0"/>
          <a:ext cx="0" cy="0"/>
          <a:chOff x="0" y="0"/>
          <a:chExt cx="0" cy="0"/>
        </a:xfrm>
      </p:grpSpPr>
      <p:sp>
        <p:nvSpPr>
          <p:cNvPr id="416" name="Google Shape;416;p6"/>
          <p:cNvSpPr/>
          <p:nvPr/>
        </p:nvSpPr>
        <p:spPr>
          <a:xfrm flipH="1">
            <a:off x="0" y="4591500"/>
            <a:ext cx="9144000" cy="552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6"/>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18" name="Google Shape;418;p6"/>
          <p:cNvSpPr/>
          <p:nvPr/>
        </p:nvSpPr>
        <p:spPr>
          <a:xfrm>
            <a:off x="8574900" y="196035"/>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6"/>
          <p:cNvSpPr/>
          <p:nvPr/>
        </p:nvSpPr>
        <p:spPr>
          <a:xfrm>
            <a:off x="8574913" y="727760"/>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0" name="Google Shape;420;p6"/>
          <p:cNvGrpSpPr/>
          <p:nvPr/>
        </p:nvGrpSpPr>
        <p:grpSpPr>
          <a:xfrm>
            <a:off x="-4552" y="1997778"/>
            <a:ext cx="717765" cy="1144906"/>
            <a:chOff x="-4552" y="1997778"/>
            <a:chExt cx="717765" cy="1144906"/>
          </a:xfrm>
        </p:grpSpPr>
        <p:sp>
          <p:nvSpPr>
            <p:cNvPr id="421" name="Google Shape;421;p6"/>
            <p:cNvSpPr/>
            <p:nvPr/>
          </p:nvSpPr>
          <p:spPr>
            <a:xfrm>
              <a:off x="330286" y="2465335"/>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6"/>
            <p:cNvSpPr/>
            <p:nvPr/>
          </p:nvSpPr>
          <p:spPr>
            <a:xfrm>
              <a:off x="491988" y="2618642"/>
              <a:ext cx="56484" cy="5268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6"/>
            <p:cNvSpPr/>
            <p:nvPr/>
          </p:nvSpPr>
          <p:spPr>
            <a:xfrm>
              <a:off x="1564" y="1997778"/>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6"/>
            <p:cNvSpPr/>
            <p:nvPr/>
          </p:nvSpPr>
          <p:spPr>
            <a:xfrm>
              <a:off x="168584" y="1997778"/>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6"/>
            <p:cNvSpPr/>
            <p:nvPr/>
          </p:nvSpPr>
          <p:spPr>
            <a:xfrm>
              <a:off x="493508" y="3084680"/>
              <a:ext cx="57243" cy="55724"/>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6"/>
            <p:cNvSpPr/>
            <p:nvPr/>
          </p:nvSpPr>
          <p:spPr>
            <a:xfrm>
              <a:off x="3083" y="2153402"/>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6"/>
            <p:cNvSpPr/>
            <p:nvPr/>
          </p:nvSpPr>
          <p:spPr>
            <a:xfrm>
              <a:off x="166305" y="2152643"/>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6"/>
            <p:cNvSpPr/>
            <p:nvPr/>
          </p:nvSpPr>
          <p:spPr>
            <a:xfrm>
              <a:off x="332565" y="2153402"/>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6"/>
            <p:cNvSpPr/>
            <p:nvPr/>
          </p:nvSpPr>
          <p:spPr>
            <a:xfrm>
              <a:off x="328007" y="3086200"/>
              <a:ext cx="58003" cy="51888"/>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6"/>
            <p:cNvSpPr/>
            <p:nvPr/>
          </p:nvSpPr>
          <p:spPr>
            <a:xfrm>
              <a:off x="163266" y="3083161"/>
              <a:ext cx="61042" cy="59522"/>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6"/>
            <p:cNvSpPr/>
            <p:nvPr/>
          </p:nvSpPr>
          <p:spPr>
            <a:xfrm>
              <a:off x="804" y="3083921"/>
              <a:ext cx="63359" cy="58003"/>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6"/>
            <p:cNvSpPr/>
            <p:nvPr/>
          </p:nvSpPr>
          <p:spPr>
            <a:xfrm>
              <a:off x="495027" y="2931373"/>
              <a:ext cx="55724" cy="51888"/>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6"/>
            <p:cNvSpPr/>
            <p:nvPr/>
          </p:nvSpPr>
          <p:spPr>
            <a:xfrm>
              <a:off x="-4552" y="2304393"/>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6"/>
            <p:cNvSpPr/>
            <p:nvPr/>
          </p:nvSpPr>
          <p:spPr>
            <a:xfrm>
              <a:off x="167824" y="2308989"/>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6"/>
            <p:cNvSpPr/>
            <p:nvPr/>
          </p:nvSpPr>
          <p:spPr>
            <a:xfrm>
              <a:off x="332565" y="2309748"/>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6"/>
            <p:cNvSpPr/>
            <p:nvPr/>
          </p:nvSpPr>
          <p:spPr>
            <a:xfrm>
              <a:off x="330286" y="2925257"/>
              <a:ext cx="54964" cy="60282"/>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6"/>
            <p:cNvSpPr/>
            <p:nvPr/>
          </p:nvSpPr>
          <p:spPr>
            <a:xfrm>
              <a:off x="164785" y="2929854"/>
              <a:ext cx="57243" cy="57243"/>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6"/>
            <p:cNvSpPr/>
            <p:nvPr/>
          </p:nvSpPr>
          <p:spPr>
            <a:xfrm>
              <a:off x="804" y="2926017"/>
              <a:ext cx="57243" cy="58003"/>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6"/>
            <p:cNvSpPr/>
            <p:nvPr/>
          </p:nvSpPr>
          <p:spPr>
            <a:xfrm>
              <a:off x="494267" y="2774229"/>
              <a:ext cx="54205" cy="51166"/>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6"/>
            <p:cNvSpPr/>
            <p:nvPr/>
          </p:nvSpPr>
          <p:spPr>
            <a:xfrm>
              <a:off x="-1475" y="2463816"/>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6"/>
            <p:cNvSpPr/>
            <p:nvPr/>
          </p:nvSpPr>
          <p:spPr>
            <a:xfrm>
              <a:off x="167065" y="2464575"/>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6"/>
            <p:cNvSpPr/>
            <p:nvPr/>
          </p:nvSpPr>
          <p:spPr>
            <a:xfrm>
              <a:off x="333363" y="1998575"/>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6"/>
            <p:cNvSpPr/>
            <p:nvPr/>
          </p:nvSpPr>
          <p:spPr>
            <a:xfrm>
              <a:off x="330286" y="2775786"/>
              <a:ext cx="54205" cy="50368"/>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6"/>
            <p:cNvSpPr/>
            <p:nvPr/>
          </p:nvSpPr>
          <p:spPr>
            <a:xfrm>
              <a:off x="162506" y="2771190"/>
              <a:ext cx="70196" cy="58003"/>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6"/>
            <p:cNvSpPr/>
            <p:nvPr/>
          </p:nvSpPr>
          <p:spPr>
            <a:xfrm>
              <a:off x="804" y="2773469"/>
              <a:ext cx="58763" cy="55724"/>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6"/>
            <p:cNvSpPr/>
            <p:nvPr/>
          </p:nvSpPr>
          <p:spPr>
            <a:xfrm>
              <a:off x="326488" y="2620922"/>
              <a:ext cx="57243" cy="5420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6"/>
            <p:cNvSpPr/>
            <p:nvPr/>
          </p:nvSpPr>
          <p:spPr>
            <a:xfrm>
              <a:off x="804" y="2619402"/>
              <a:ext cx="57243" cy="5344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6"/>
            <p:cNvSpPr/>
            <p:nvPr/>
          </p:nvSpPr>
          <p:spPr>
            <a:xfrm>
              <a:off x="167065" y="2617883"/>
              <a:ext cx="58003" cy="54964"/>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6"/>
            <p:cNvSpPr/>
            <p:nvPr/>
          </p:nvSpPr>
          <p:spPr>
            <a:xfrm>
              <a:off x="497344" y="2000854"/>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6"/>
            <p:cNvSpPr/>
            <p:nvPr/>
          </p:nvSpPr>
          <p:spPr>
            <a:xfrm>
              <a:off x="659806" y="2621681"/>
              <a:ext cx="51888" cy="48089"/>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6"/>
            <p:cNvSpPr/>
            <p:nvPr/>
          </p:nvSpPr>
          <p:spPr>
            <a:xfrm>
              <a:off x="649094" y="3085440"/>
              <a:ext cx="63359" cy="54964"/>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6"/>
            <p:cNvSpPr/>
            <p:nvPr/>
          </p:nvSpPr>
          <p:spPr>
            <a:xfrm>
              <a:off x="495787" y="2465335"/>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6"/>
            <p:cNvSpPr/>
            <p:nvPr/>
          </p:nvSpPr>
          <p:spPr>
            <a:xfrm>
              <a:off x="659046" y="2776546"/>
              <a:ext cx="53407" cy="51128"/>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6"/>
            <p:cNvSpPr/>
            <p:nvPr/>
          </p:nvSpPr>
          <p:spPr>
            <a:xfrm>
              <a:off x="496584" y="2155681"/>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6"/>
            <p:cNvSpPr/>
            <p:nvPr/>
          </p:nvSpPr>
          <p:spPr>
            <a:xfrm>
              <a:off x="495787" y="2311268"/>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6"/>
            <p:cNvSpPr/>
            <p:nvPr/>
          </p:nvSpPr>
          <p:spPr>
            <a:xfrm>
              <a:off x="658249" y="2931373"/>
              <a:ext cx="54964" cy="51128"/>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6"/>
            <p:cNvSpPr/>
            <p:nvPr/>
          </p:nvSpPr>
          <p:spPr>
            <a:xfrm>
              <a:off x="659806" y="2467614"/>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6"/>
            <p:cNvSpPr/>
            <p:nvPr/>
          </p:nvSpPr>
          <p:spPr>
            <a:xfrm>
              <a:off x="658249" y="2312787"/>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6"/>
            <p:cNvSpPr/>
            <p:nvPr/>
          </p:nvSpPr>
          <p:spPr>
            <a:xfrm>
              <a:off x="660566" y="2157201"/>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6"/>
            <p:cNvSpPr/>
            <p:nvPr/>
          </p:nvSpPr>
          <p:spPr>
            <a:xfrm>
              <a:off x="661325" y="2001614"/>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1" name="Google Shape;461;p6"/>
          <p:cNvSpPr/>
          <p:nvPr/>
        </p:nvSpPr>
        <p:spPr>
          <a:xfrm flipH="1" rot="-4956197">
            <a:off x="7632555" y="3926549"/>
            <a:ext cx="1596445" cy="1802969"/>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6"/>
          <p:cNvSpPr/>
          <p:nvPr/>
        </p:nvSpPr>
        <p:spPr>
          <a:xfrm flipH="1" rot="-4956197">
            <a:off x="7746076" y="3985059"/>
            <a:ext cx="1395625" cy="1650676"/>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6"/>
          <p:cNvSpPr/>
          <p:nvPr/>
        </p:nvSpPr>
        <p:spPr>
          <a:xfrm flipH="1" rot="-4956197">
            <a:off x="7846970" y="4097316"/>
            <a:ext cx="1193686" cy="1427269"/>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6"/>
          <p:cNvSpPr/>
          <p:nvPr/>
        </p:nvSpPr>
        <p:spPr>
          <a:xfrm flipH="1" rot="-4956197">
            <a:off x="7975705" y="4243332"/>
            <a:ext cx="901512" cy="1104569"/>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6"/>
          <p:cNvSpPr/>
          <p:nvPr/>
        </p:nvSpPr>
        <p:spPr>
          <a:xfrm flipH="1">
            <a:off x="50" y="0"/>
            <a:ext cx="2648100" cy="552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6"/>
          <p:cNvSpPr/>
          <p:nvPr/>
        </p:nvSpPr>
        <p:spPr>
          <a:xfrm flipH="1">
            <a:off x="1843950" y="-105360"/>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6"/>
          <p:cNvSpPr/>
          <p:nvPr/>
        </p:nvSpPr>
        <p:spPr>
          <a:xfrm flipH="1">
            <a:off x="1988360" y="-36539"/>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6"/>
          <p:cNvSpPr/>
          <p:nvPr/>
        </p:nvSpPr>
        <p:spPr>
          <a:xfrm flipH="1">
            <a:off x="2132827" y="72925"/>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6"/>
          <p:cNvSpPr/>
          <p:nvPr/>
        </p:nvSpPr>
        <p:spPr>
          <a:xfrm>
            <a:off x="115625" y="3816616"/>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6"/>
          <p:cNvSpPr/>
          <p:nvPr/>
        </p:nvSpPr>
        <p:spPr>
          <a:xfrm rot="5400000">
            <a:off x="115625" y="4421718"/>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6"/>
          <p:cNvSpPr/>
          <p:nvPr/>
        </p:nvSpPr>
        <p:spPr>
          <a:xfrm flipH="1">
            <a:off x="645130" y="-405428"/>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6"/>
          <p:cNvSpPr/>
          <p:nvPr/>
        </p:nvSpPr>
        <p:spPr>
          <a:xfrm flipH="1">
            <a:off x="746662" y="-298255"/>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6"/>
          <p:cNvSpPr/>
          <p:nvPr/>
        </p:nvSpPr>
        <p:spPr>
          <a:xfrm flipH="1">
            <a:off x="509761" y="687475"/>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6"/>
          <p:cNvSpPr/>
          <p:nvPr/>
        </p:nvSpPr>
        <p:spPr>
          <a:xfrm flipH="1">
            <a:off x="281161" y="306475"/>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6"/>
          <p:cNvSpPr/>
          <p:nvPr/>
        </p:nvSpPr>
        <p:spPr>
          <a:xfrm flipH="1">
            <a:off x="1347961" y="154075"/>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6"/>
          <p:cNvSpPr/>
          <p:nvPr/>
        </p:nvSpPr>
        <p:spPr>
          <a:xfrm flipH="1">
            <a:off x="2262361" y="230275"/>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6"/>
          <p:cNvSpPr/>
          <p:nvPr/>
        </p:nvSpPr>
        <p:spPr>
          <a:xfrm flipH="1">
            <a:off x="738361" y="1675"/>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6"/>
          <p:cNvSpPr/>
          <p:nvPr/>
        </p:nvSpPr>
        <p:spPr>
          <a:xfrm>
            <a:off x="7312070" y="-32433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9" name="Shape 479"/>
        <p:cNvGrpSpPr/>
        <p:nvPr/>
      </p:nvGrpSpPr>
      <p:grpSpPr>
        <a:xfrm>
          <a:off x="0" y="0"/>
          <a:ext cx="0" cy="0"/>
          <a:chOff x="0" y="0"/>
          <a:chExt cx="0" cy="0"/>
        </a:xfrm>
      </p:grpSpPr>
      <p:sp>
        <p:nvSpPr>
          <p:cNvPr id="480" name="Google Shape;480;p7"/>
          <p:cNvSpPr txBox="1"/>
          <p:nvPr>
            <p:ph type="title"/>
          </p:nvPr>
        </p:nvSpPr>
        <p:spPr>
          <a:xfrm>
            <a:off x="875453" y="1695457"/>
            <a:ext cx="3684900" cy="4116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4200"/>
              <a:buNone/>
              <a:defRPr sz="45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481" name="Google Shape;481;p7"/>
          <p:cNvSpPr txBox="1"/>
          <p:nvPr>
            <p:ph idx="1" type="subTitle"/>
          </p:nvPr>
        </p:nvSpPr>
        <p:spPr>
          <a:xfrm>
            <a:off x="875453" y="2350643"/>
            <a:ext cx="3684900" cy="1097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2100"/>
              <a:buNone/>
              <a:defRPr sz="18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482" name="Google Shape;482;p7"/>
          <p:cNvSpPr/>
          <p:nvPr/>
        </p:nvSpPr>
        <p:spPr>
          <a:xfrm>
            <a:off x="169575" y="1294685"/>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7"/>
          <p:cNvSpPr/>
          <p:nvPr/>
        </p:nvSpPr>
        <p:spPr>
          <a:xfrm>
            <a:off x="169588" y="1826410"/>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7"/>
          <p:cNvSpPr/>
          <p:nvPr/>
        </p:nvSpPr>
        <p:spPr>
          <a:xfrm flipH="1" rot="10800000">
            <a:off x="-5" y="10453"/>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7"/>
          <p:cNvSpPr/>
          <p:nvPr/>
        </p:nvSpPr>
        <p:spPr>
          <a:xfrm rot="10800000">
            <a:off x="333238" y="144117"/>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7"/>
          <p:cNvSpPr/>
          <p:nvPr/>
        </p:nvSpPr>
        <p:spPr>
          <a:xfrm>
            <a:off x="99376" y="3833359"/>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7"/>
          <p:cNvSpPr/>
          <p:nvPr/>
        </p:nvSpPr>
        <p:spPr>
          <a:xfrm rot="5400000">
            <a:off x="99411" y="4456693"/>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7"/>
          <p:cNvSpPr/>
          <p:nvPr/>
        </p:nvSpPr>
        <p:spPr>
          <a:xfrm>
            <a:off x="5238625" y="0"/>
            <a:ext cx="39336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9" name="Google Shape;489;p7"/>
          <p:cNvGrpSpPr/>
          <p:nvPr/>
        </p:nvGrpSpPr>
        <p:grpSpPr>
          <a:xfrm rot="10800000">
            <a:off x="5378348" y="-98900"/>
            <a:ext cx="6861861" cy="5143530"/>
            <a:chOff x="-3799077" y="-5268675"/>
            <a:chExt cx="6861861" cy="5143530"/>
          </a:xfrm>
        </p:grpSpPr>
        <p:sp>
          <p:nvSpPr>
            <p:cNvPr id="490" name="Google Shape;490;p7"/>
            <p:cNvSpPr/>
            <p:nvPr/>
          </p:nvSpPr>
          <p:spPr>
            <a:xfrm flipH="1">
              <a:off x="-3052066" y="-2688483"/>
              <a:ext cx="1596439" cy="1802961"/>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7"/>
            <p:cNvSpPr/>
            <p:nvPr/>
          </p:nvSpPr>
          <p:spPr>
            <a:xfrm flipH="1">
              <a:off x="-3799077" y="-5170503"/>
              <a:ext cx="6754688" cy="4497143"/>
            </a:xfrm>
            <a:custGeom>
              <a:rect b="b" l="l" r="r" t="t"/>
              <a:pathLst>
                <a:path extrusionOk="0" h="80439" w="120819">
                  <a:moveTo>
                    <a:pt x="94887" y="81"/>
                  </a:moveTo>
                  <a:lnTo>
                    <a:pt x="96400" y="122"/>
                  </a:lnTo>
                  <a:lnTo>
                    <a:pt x="97914" y="182"/>
                  </a:lnTo>
                  <a:lnTo>
                    <a:pt x="99427" y="283"/>
                  </a:lnTo>
                  <a:lnTo>
                    <a:pt x="100941" y="424"/>
                  </a:lnTo>
                  <a:lnTo>
                    <a:pt x="102454" y="586"/>
                  </a:lnTo>
                  <a:lnTo>
                    <a:pt x="103968" y="788"/>
                  </a:lnTo>
                  <a:lnTo>
                    <a:pt x="105481" y="1030"/>
                  </a:lnTo>
                  <a:lnTo>
                    <a:pt x="106894" y="1272"/>
                  </a:lnTo>
                  <a:lnTo>
                    <a:pt x="107620" y="1413"/>
                  </a:lnTo>
                  <a:lnTo>
                    <a:pt x="108367" y="1595"/>
                  </a:lnTo>
                  <a:lnTo>
                    <a:pt x="109114" y="1777"/>
                  </a:lnTo>
                  <a:lnTo>
                    <a:pt x="109860" y="1998"/>
                  </a:lnTo>
                  <a:lnTo>
                    <a:pt x="110607" y="2241"/>
                  </a:lnTo>
                  <a:lnTo>
                    <a:pt x="111354" y="2503"/>
                  </a:lnTo>
                  <a:lnTo>
                    <a:pt x="112100" y="2806"/>
                  </a:lnTo>
                  <a:lnTo>
                    <a:pt x="112827" y="3129"/>
                  </a:lnTo>
                  <a:lnTo>
                    <a:pt x="113533" y="3492"/>
                  </a:lnTo>
                  <a:lnTo>
                    <a:pt x="114219" y="3895"/>
                  </a:lnTo>
                  <a:lnTo>
                    <a:pt x="114562" y="4117"/>
                  </a:lnTo>
                  <a:lnTo>
                    <a:pt x="114885" y="4339"/>
                  </a:lnTo>
                  <a:lnTo>
                    <a:pt x="115208" y="4582"/>
                  </a:lnTo>
                  <a:lnTo>
                    <a:pt x="115531" y="4824"/>
                  </a:lnTo>
                  <a:lnTo>
                    <a:pt x="115834" y="5086"/>
                  </a:lnTo>
                  <a:lnTo>
                    <a:pt x="116136" y="5369"/>
                  </a:lnTo>
                  <a:lnTo>
                    <a:pt x="116419" y="5651"/>
                  </a:lnTo>
                  <a:lnTo>
                    <a:pt x="116701" y="5934"/>
                  </a:lnTo>
                  <a:lnTo>
                    <a:pt x="117044" y="6317"/>
                  </a:lnTo>
                  <a:lnTo>
                    <a:pt x="117367" y="6721"/>
                  </a:lnTo>
                  <a:lnTo>
                    <a:pt x="117690" y="7165"/>
                  </a:lnTo>
                  <a:lnTo>
                    <a:pt x="118033" y="7669"/>
                  </a:lnTo>
                  <a:lnTo>
                    <a:pt x="118336" y="8194"/>
                  </a:lnTo>
                  <a:lnTo>
                    <a:pt x="118659" y="8799"/>
                  </a:lnTo>
                  <a:lnTo>
                    <a:pt x="118941" y="9445"/>
                  </a:lnTo>
                  <a:lnTo>
                    <a:pt x="119224" y="10171"/>
                  </a:lnTo>
                  <a:lnTo>
                    <a:pt x="119486" y="10958"/>
                  </a:lnTo>
                  <a:lnTo>
                    <a:pt x="119728" y="11826"/>
                  </a:lnTo>
                  <a:lnTo>
                    <a:pt x="119950" y="12795"/>
                  </a:lnTo>
                  <a:lnTo>
                    <a:pt x="120152" y="13824"/>
                  </a:lnTo>
                  <a:lnTo>
                    <a:pt x="120334" y="14974"/>
                  </a:lnTo>
                  <a:lnTo>
                    <a:pt x="120475" y="16205"/>
                  </a:lnTo>
                  <a:lnTo>
                    <a:pt x="120576" y="17557"/>
                  </a:lnTo>
                  <a:lnTo>
                    <a:pt x="120657" y="19010"/>
                  </a:lnTo>
                  <a:lnTo>
                    <a:pt x="120697" y="20241"/>
                  </a:lnTo>
                  <a:lnTo>
                    <a:pt x="120717" y="21472"/>
                  </a:lnTo>
                  <a:lnTo>
                    <a:pt x="120737" y="22683"/>
                  </a:lnTo>
                  <a:lnTo>
                    <a:pt x="120737" y="23914"/>
                  </a:lnTo>
                  <a:lnTo>
                    <a:pt x="120717" y="25145"/>
                  </a:lnTo>
                  <a:lnTo>
                    <a:pt x="120697" y="26376"/>
                  </a:lnTo>
                  <a:lnTo>
                    <a:pt x="120657" y="27607"/>
                  </a:lnTo>
                  <a:lnTo>
                    <a:pt x="120616" y="28838"/>
                  </a:lnTo>
                  <a:lnTo>
                    <a:pt x="120536" y="30049"/>
                  </a:lnTo>
                  <a:lnTo>
                    <a:pt x="120455" y="31280"/>
                  </a:lnTo>
                  <a:lnTo>
                    <a:pt x="120374" y="32511"/>
                  </a:lnTo>
                  <a:lnTo>
                    <a:pt x="120253" y="33722"/>
                  </a:lnTo>
                  <a:lnTo>
                    <a:pt x="120152" y="34953"/>
                  </a:lnTo>
                  <a:lnTo>
                    <a:pt x="120011" y="36163"/>
                  </a:lnTo>
                  <a:lnTo>
                    <a:pt x="119870" y="37394"/>
                  </a:lnTo>
                  <a:lnTo>
                    <a:pt x="119708" y="38605"/>
                  </a:lnTo>
                  <a:lnTo>
                    <a:pt x="119567" y="39533"/>
                  </a:lnTo>
                  <a:lnTo>
                    <a:pt x="119405" y="40462"/>
                  </a:lnTo>
                  <a:lnTo>
                    <a:pt x="119224" y="41390"/>
                  </a:lnTo>
                  <a:lnTo>
                    <a:pt x="119103" y="41834"/>
                  </a:lnTo>
                  <a:lnTo>
                    <a:pt x="118982" y="42278"/>
                  </a:lnTo>
                  <a:lnTo>
                    <a:pt x="118820" y="42722"/>
                  </a:lnTo>
                  <a:lnTo>
                    <a:pt x="118659" y="43166"/>
                  </a:lnTo>
                  <a:lnTo>
                    <a:pt x="118497" y="43590"/>
                  </a:lnTo>
                  <a:lnTo>
                    <a:pt x="118296" y="43993"/>
                  </a:lnTo>
                  <a:lnTo>
                    <a:pt x="118074" y="44397"/>
                  </a:lnTo>
                  <a:lnTo>
                    <a:pt x="117831" y="44800"/>
                  </a:lnTo>
                  <a:lnTo>
                    <a:pt x="117549" y="45164"/>
                  </a:lnTo>
                  <a:lnTo>
                    <a:pt x="117266" y="45527"/>
                  </a:lnTo>
                  <a:lnTo>
                    <a:pt x="117105" y="45709"/>
                  </a:lnTo>
                  <a:lnTo>
                    <a:pt x="116943" y="45870"/>
                  </a:lnTo>
                  <a:lnTo>
                    <a:pt x="116782" y="45991"/>
                  </a:lnTo>
                  <a:lnTo>
                    <a:pt x="116621" y="46112"/>
                  </a:lnTo>
                  <a:lnTo>
                    <a:pt x="116459" y="46193"/>
                  </a:lnTo>
                  <a:lnTo>
                    <a:pt x="116298" y="46253"/>
                  </a:lnTo>
                  <a:lnTo>
                    <a:pt x="116136" y="46294"/>
                  </a:lnTo>
                  <a:lnTo>
                    <a:pt x="115975" y="46314"/>
                  </a:lnTo>
                  <a:lnTo>
                    <a:pt x="115813" y="46314"/>
                  </a:lnTo>
                  <a:lnTo>
                    <a:pt x="115632" y="46294"/>
                  </a:lnTo>
                  <a:lnTo>
                    <a:pt x="115490" y="46253"/>
                  </a:lnTo>
                  <a:lnTo>
                    <a:pt x="115349" y="46193"/>
                  </a:lnTo>
                  <a:lnTo>
                    <a:pt x="115228" y="46092"/>
                  </a:lnTo>
                  <a:lnTo>
                    <a:pt x="115107" y="45991"/>
                  </a:lnTo>
                  <a:lnTo>
                    <a:pt x="115006" y="45890"/>
                  </a:lnTo>
                  <a:lnTo>
                    <a:pt x="114905" y="45749"/>
                  </a:lnTo>
                  <a:lnTo>
                    <a:pt x="114724" y="45446"/>
                  </a:lnTo>
                  <a:lnTo>
                    <a:pt x="114562" y="45103"/>
                  </a:lnTo>
                  <a:lnTo>
                    <a:pt x="114441" y="44740"/>
                  </a:lnTo>
                  <a:lnTo>
                    <a:pt x="114300" y="44336"/>
                  </a:lnTo>
                  <a:lnTo>
                    <a:pt x="114360" y="44316"/>
                  </a:lnTo>
                  <a:lnTo>
                    <a:pt x="114199" y="43751"/>
                  </a:lnTo>
                  <a:lnTo>
                    <a:pt x="114017" y="43186"/>
                  </a:lnTo>
                  <a:lnTo>
                    <a:pt x="113816" y="42641"/>
                  </a:lnTo>
                  <a:lnTo>
                    <a:pt x="113594" y="42096"/>
                  </a:lnTo>
                  <a:lnTo>
                    <a:pt x="113331" y="41551"/>
                  </a:lnTo>
                  <a:lnTo>
                    <a:pt x="113049" y="41027"/>
                  </a:lnTo>
                  <a:lnTo>
                    <a:pt x="112746" y="40522"/>
                  </a:lnTo>
                  <a:lnTo>
                    <a:pt x="112403" y="40018"/>
                  </a:lnTo>
                  <a:lnTo>
                    <a:pt x="112040" y="39533"/>
                  </a:lnTo>
                  <a:lnTo>
                    <a:pt x="111656" y="39049"/>
                  </a:lnTo>
                  <a:lnTo>
                    <a:pt x="111253" y="38605"/>
                  </a:lnTo>
                  <a:lnTo>
                    <a:pt x="110829" y="38161"/>
                  </a:lnTo>
                  <a:lnTo>
                    <a:pt x="110365" y="37717"/>
                  </a:lnTo>
                  <a:lnTo>
                    <a:pt x="109901" y="37314"/>
                  </a:lnTo>
                  <a:lnTo>
                    <a:pt x="109396" y="36910"/>
                  </a:lnTo>
                  <a:lnTo>
                    <a:pt x="108892" y="36547"/>
                  </a:lnTo>
                  <a:lnTo>
                    <a:pt x="108367" y="36184"/>
                  </a:lnTo>
                  <a:lnTo>
                    <a:pt x="107822" y="35861"/>
                  </a:lnTo>
                  <a:lnTo>
                    <a:pt x="107277" y="35558"/>
                  </a:lnTo>
                  <a:lnTo>
                    <a:pt x="106712" y="35275"/>
                  </a:lnTo>
                  <a:lnTo>
                    <a:pt x="106147" y="35033"/>
                  </a:lnTo>
                  <a:lnTo>
                    <a:pt x="105582" y="34811"/>
                  </a:lnTo>
                  <a:lnTo>
                    <a:pt x="104997" y="34610"/>
                  </a:lnTo>
                  <a:lnTo>
                    <a:pt x="104412" y="34428"/>
                  </a:lnTo>
                  <a:lnTo>
                    <a:pt x="103826" y="34287"/>
                  </a:lnTo>
                  <a:lnTo>
                    <a:pt x="103241" y="34166"/>
                  </a:lnTo>
                  <a:lnTo>
                    <a:pt x="102636" y="34065"/>
                  </a:lnTo>
                  <a:lnTo>
                    <a:pt x="102051" y="34004"/>
                  </a:lnTo>
                  <a:lnTo>
                    <a:pt x="101445" y="33964"/>
                  </a:lnTo>
                  <a:lnTo>
                    <a:pt x="100860" y="33944"/>
                  </a:lnTo>
                  <a:lnTo>
                    <a:pt x="100255" y="33964"/>
                  </a:lnTo>
                  <a:lnTo>
                    <a:pt x="99669" y="34004"/>
                  </a:lnTo>
                  <a:lnTo>
                    <a:pt x="99084" y="34085"/>
                  </a:lnTo>
                  <a:lnTo>
                    <a:pt x="98499" y="34166"/>
                  </a:lnTo>
                  <a:lnTo>
                    <a:pt x="97914" y="34307"/>
                  </a:lnTo>
                  <a:lnTo>
                    <a:pt x="97349" y="34448"/>
                  </a:lnTo>
                  <a:lnTo>
                    <a:pt x="96763" y="34630"/>
                  </a:lnTo>
                  <a:lnTo>
                    <a:pt x="96198" y="34831"/>
                  </a:lnTo>
                  <a:lnTo>
                    <a:pt x="95654" y="35053"/>
                  </a:lnTo>
                  <a:lnTo>
                    <a:pt x="95109" y="35296"/>
                  </a:lnTo>
                  <a:lnTo>
                    <a:pt x="94564" y="35578"/>
                  </a:lnTo>
                  <a:lnTo>
                    <a:pt x="94019" y="35861"/>
                  </a:lnTo>
                  <a:lnTo>
                    <a:pt x="93494" y="36184"/>
                  </a:lnTo>
                  <a:lnTo>
                    <a:pt x="92990" y="36527"/>
                  </a:lnTo>
                  <a:lnTo>
                    <a:pt x="92485" y="36910"/>
                  </a:lnTo>
                  <a:lnTo>
                    <a:pt x="92001" y="37293"/>
                  </a:lnTo>
                  <a:lnTo>
                    <a:pt x="91517" y="37697"/>
                  </a:lnTo>
                  <a:lnTo>
                    <a:pt x="91052" y="38141"/>
                  </a:lnTo>
                  <a:lnTo>
                    <a:pt x="90609" y="38585"/>
                  </a:lnTo>
                  <a:lnTo>
                    <a:pt x="90185" y="39049"/>
                  </a:lnTo>
                  <a:lnTo>
                    <a:pt x="89781" y="39513"/>
                  </a:lnTo>
                  <a:lnTo>
                    <a:pt x="89398" y="40018"/>
                  </a:lnTo>
                  <a:lnTo>
                    <a:pt x="89055" y="40502"/>
                  </a:lnTo>
                  <a:lnTo>
                    <a:pt x="88712" y="41027"/>
                  </a:lnTo>
                  <a:lnTo>
                    <a:pt x="88389" y="41551"/>
                  </a:lnTo>
                  <a:lnTo>
                    <a:pt x="88086" y="42076"/>
                  </a:lnTo>
                  <a:lnTo>
                    <a:pt x="87824" y="42621"/>
                  </a:lnTo>
                  <a:lnTo>
                    <a:pt x="87561" y="43186"/>
                  </a:lnTo>
                  <a:lnTo>
                    <a:pt x="87339" y="43751"/>
                  </a:lnTo>
                  <a:lnTo>
                    <a:pt x="87138" y="44316"/>
                  </a:lnTo>
                  <a:lnTo>
                    <a:pt x="86956" y="44881"/>
                  </a:lnTo>
                  <a:lnTo>
                    <a:pt x="86815" y="45466"/>
                  </a:lnTo>
                  <a:lnTo>
                    <a:pt x="86673" y="46052"/>
                  </a:lnTo>
                  <a:lnTo>
                    <a:pt x="86573" y="46637"/>
                  </a:lnTo>
                  <a:lnTo>
                    <a:pt x="86492" y="47283"/>
                  </a:lnTo>
                  <a:lnTo>
                    <a:pt x="86411" y="47928"/>
                  </a:lnTo>
                  <a:lnTo>
                    <a:pt x="86290" y="49240"/>
                  </a:lnTo>
                  <a:lnTo>
                    <a:pt x="86209" y="50330"/>
                  </a:lnTo>
                  <a:lnTo>
                    <a:pt x="86088" y="51399"/>
                  </a:lnTo>
                  <a:lnTo>
                    <a:pt x="86007" y="51924"/>
                  </a:lnTo>
                  <a:lnTo>
                    <a:pt x="85927" y="52449"/>
                  </a:lnTo>
                  <a:lnTo>
                    <a:pt x="85806" y="52973"/>
                  </a:lnTo>
                  <a:lnTo>
                    <a:pt x="85685" y="53458"/>
                  </a:lnTo>
                  <a:lnTo>
                    <a:pt x="85543" y="53962"/>
                  </a:lnTo>
                  <a:lnTo>
                    <a:pt x="85362" y="54426"/>
                  </a:lnTo>
                  <a:lnTo>
                    <a:pt x="85160" y="54870"/>
                  </a:lnTo>
                  <a:lnTo>
                    <a:pt x="84918" y="55314"/>
                  </a:lnTo>
                  <a:lnTo>
                    <a:pt x="84655" y="55718"/>
                  </a:lnTo>
                  <a:lnTo>
                    <a:pt x="84353" y="56101"/>
                  </a:lnTo>
                  <a:lnTo>
                    <a:pt x="84171" y="56303"/>
                  </a:lnTo>
                  <a:lnTo>
                    <a:pt x="84010" y="56465"/>
                  </a:lnTo>
                  <a:lnTo>
                    <a:pt x="83808" y="56646"/>
                  </a:lnTo>
                  <a:lnTo>
                    <a:pt x="83606" y="56808"/>
                  </a:lnTo>
                  <a:lnTo>
                    <a:pt x="83344" y="56989"/>
                  </a:lnTo>
                  <a:lnTo>
                    <a:pt x="83041" y="57191"/>
                  </a:lnTo>
                  <a:lnTo>
                    <a:pt x="82658" y="57393"/>
                  </a:lnTo>
                  <a:lnTo>
                    <a:pt x="82173" y="57595"/>
                  </a:lnTo>
                  <a:lnTo>
                    <a:pt x="81628" y="57776"/>
                  </a:lnTo>
                  <a:lnTo>
                    <a:pt x="81326" y="57877"/>
                  </a:lnTo>
                  <a:lnTo>
                    <a:pt x="80983" y="57958"/>
                  </a:lnTo>
                  <a:lnTo>
                    <a:pt x="80599" y="58018"/>
                  </a:lnTo>
                  <a:lnTo>
                    <a:pt x="80216" y="58099"/>
                  </a:lnTo>
                  <a:lnTo>
                    <a:pt x="79792" y="58160"/>
                  </a:lnTo>
                  <a:lnTo>
                    <a:pt x="79328" y="58200"/>
                  </a:lnTo>
                  <a:lnTo>
                    <a:pt x="78642" y="58261"/>
                  </a:lnTo>
                  <a:lnTo>
                    <a:pt x="77935" y="58281"/>
                  </a:lnTo>
                  <a:lnTo>
                    <a:pt x="77249" y="58301"/>
                  </a:lnTo>
                  <a:lnTo>
                    <a:pt x="76543" y="58301"/>
                  </a:lnTo>
                  <a:lnTo>
                    <a:pt x="75837" y="58281"/>
                  </a:lnTo>
                  <a:lnTo>
                    <a:pt x="75151" y="58240"/>
                  </a:lnTo>
                  <a:lnTo>
                    <a:pt x="74444" y="58180"/>
                  </a:lnTo>
                  <a:lnTo>
                    <a:pt x="73758" y="58119"/>
                  </a:lnTo>
                  <a:lnTo>
                    <a:pt x="72366" y="57958"/>
                  </a:lnTo>
                  <a:lnTo>
                    <a:pt x="70994" y="57776"/>
                  </a:lnTo>
                  <a:lnTo>
                    <a:pt x="69601" y="57574"/>
                  </a:lnTo>
                  <a:lnTo>
                    <a:pt x="68249" y="57352"/>
                  </a:lnTo>
                  <a:lnTo>
                    <a:pt x="66937" y="57151"/>
                  </a:lnTo>
                  <a:lnTo>
                    <a:pt x="65605" y="56949"/>
                  </a:lnTo>
                  <a:lnTo>
                    <a:pt x="64294" y="56767"/>
                  </a:lnTo>
                  <a:lnTo>
                    <a:pt x="62962" y="56606"/>
                  </a:lnTo>
                  <a:lnTo>
                    <a:pt x="61771" y="56505"/>
                  </a:lnTo>
                  <a:lnTo>
                    <a:pt x="60581" y="56424"/>
                  </a:lnTo>
                  <a:lnTo>
                    <a:pt x="59390" y="56384"/>
                  </a:lnTo>
                  <a:lnTo>
                    <a:pt x="58179" y="56364"/>
                  </a:lnTo>
                  <a:lnTo>
                    <a:pt x="56968" y="56384"/>
                  </a:lnTo>
                  <a:lnTo>
                    <a:pt x="55778" y="56444"/>
                  </a:lnTo>
                  <a:lnTo>
                    <a:pt x="54567" y="56525"/>
                  </a:lnTo>
                  <a:lnTo>
                    <a:pt x="53356" y="56646"/>
                  </a:lnTo>
                  <a:lnTo>
                    <a:pt x="52145" y="56787"/>
                  </a:lnTo>
                  <a:lnTo>
                    <a:pt x="50935" y="56949"/>
                  </a:lnTo>
                  <a:lnTo>
                    <a:pt x="49744" y="57151"/>
                  </a:lnTo>
                  <a:lnTo>
                    <a:pt x="48553" y="57393"/>
                  </a:lnTo>
                  <a:lnTo>
                    <a:pt x="47343" y="57655"/>
                  </a:lnTo>
                  <a:lnTo>
                    <a:pt x="46172" y="57958"/>
                  </a:lnTo>
                  <a:lnTo>
                    <a:pt x="44981" y="58281"/>
                  </a:lnTo>
                  <a:lnTo>
                    <a:pt x="43811" y="58644"/>
                  </a:lnTo>
                  <a:lnTo>
                    <a:pt x="42661" y="59027"/>
                  </a:lnTo>
                  <a:lnTo>
                    <a:pt x="41510" y="59451"/>
                  </a:lnTo>
                  <a:lnTo>
                    <a:pt x="40380" y="59895"/>
                  </a:lnTo>
                  <a:lnTo>
                    <a:pt x="39250" y="60359"/>
                  </a:lnTo>
                  <a:lnTo>
                    <a:pt x="38140" y="60864"/>
                  </a:lnTo>
                  <a:lnTo>
                    <a:pt x="37031" y="61409"/>
                  </a:lnTo>
                  <a:lnTo>
                    <a:pt x="35961" y="61954"/>
                  </a:lnTo>
                  <a:lnTo>
                    <a:pt x="34891" y="62539"/>
                  </a:lnTo>
                  <a:lnTo>
                    <a:pt x="33842" y="63144"/>
                  </a:lnTo>
                  <a:lnTo>
                    <a:pt x="32813" y="63790"/>
                  </a:lnTo>
                  <a:lnTo>
                    <a:pt x="31784" y="64436"/>
                  </a:lnTo>
                  <a:lnTo>
                    <a:pt x="30795" y="65122"/>
                  </a:lnTo>
                  <a:lnTo>
                    <a:pt x="29826" y="65828"/>
                  </a:lnTo>
                  <a:lnTo>
                    <a:pt x="28878" y="66555"/>
                  </a:lnTo>
                  <a:lnTo>
                    <a:pt x="27950" y="67321"/>
                  </a:lnTo>
                  <a:lnTo>
                    <a:pt x="27041" y="68088"/>
                  </a:lnTo>
                  <a:lnTo>
                    <a:pt x="26113" y="68916"/>
                  </a:lnTo>
                  <a:lnTo>
                    <a:pt x="25205" y="69763"/>
                  </a:lnTo>
                  <a:lnTo>
                    <a:pt x="23429" y="71499"/>
                  </a:lnTo>
                  <a:lnTo>
                    <a:pt x="22279" y="72609"/>
                  </a:lnTo>
                  <a:lnTo>
                    <a:pt x="21129" y="73719"/>
                  </a:lnTo>
                  <a:lnTo>
                    <a:pt x="19938" y="74788"/>
                  </a:lnTo>
                  <a:lnTo>
                    <a:pt x="19333" y="75313"/>
                  </a:lnTo>
                  <a:lnTo>
                    <a:pt x="18707" y="75837"/>
                  </a:lnTo>
                  <a:lnTo>
                    <a:pt x="18081" y="76342"/>
                  </a:lnTo>
                  <a:lnTo>
                    <a:pt x="17456" y="76826"/>
                  </a:lnTo>
                  <a:lnTo>
                    <a:pt x="16810" y="77290"/>
                  </a:lnTo>
                  <a:lnTo>
                    <a:pt x="16144" y="77734"/>
                  </a:lnTo>
                  <a:lnTo>
                    <a:pt x="15458" y="78158"/>
                  </a:lnTo>
                  <a:lnTo>
                    <a:pt x="14772" y="78542"/>
                  </a:lnTo>
                  <a:lnTo>
                    <a:pt x="14066" y="78925"/>
                  </a:lnTo>
                  <a:lnTo>
                    <a:pt x="13339" y="79268"/>
                  </a:lnTo>
                  <a:lnTo>
                    <a:pt x="12915" y="79450"/>
                  </a:lnTo>
                  <a:lnTo>
                    <a:pt x="12492" y="79611"/>
                  </a:lnTo>
                  <a:lnTo>
                    <a:pt x="12048" y="79752"/>
                  </a:lnTo>
                  <a:lnTo>
                    <a:pt x="11604" y="79894"/>
                  </a:lnTo>
                  <a:lnTo>
                    <a:pt x="11160" y="79995"/>
                  </a:lnTo>
                  <a:lnTo>
                    <a:pt x="10716" y="80095"/>
                  </a:lnTo>
                  <a:lnTo>
                    <a:pt x="10252" y="80196"/>
                  </a:lnTo>
                  <a:lnTo>
                    <a:pt x="9787" y="80257"/>
                  </a:lnTo>
                  <a:lnTo>
                    <a:pt x="9344" y="80297"/>
                  </a:lnTo>
                  <a:lnTo>
                    <a:pt x="8879" y="80338"/>
                  </a:lnTo>
                  <a:lnTo>
                    <a:pt x="8415" y="80358"/>
                  </a:lnTo>
                  <a:lnTo>
                    <a:pt x="7951" y="80358"/>
                  </a:lnTo>
                  <a:lnTo>
                    <a:pt x="7507" y="80338"/>
                  </a:lnTo>
                  <a:lnTo>
                    <a:pt x="7063" y="80317"/>
                  </a:lnTo>
                  <a:lnTo>
                    <a:pt x="6619" y="80257"/>
                  </a:lnTo>
                  <a:lnTo>
                    <a:pt x="6175" y="80196"/>
                  </a:lnTo>
                  <a:lnTo>
                    <a:pt x="5691" y="80095"/>
                  </a:lnTo>
                  <a:lnTo>
                    <a:pt x="5247" y="79974"/>
                  </a:lnTo>
                  <a:lnTo>
                    <a:pt x="4803" y="79853"/>
                  </a:lnTo>
                  <a:lnTo>
                    <a:pt x="4379" y="79692"/>
                  </a:lnTo>
                  <a:lnTo>
                    <a:pt x="3955" y="79510"/>
                  </a:lnTo>
                  <a:lnTo>
                    <a:pt x="3572" y="79329"/>
                  </a:lnTo>
                  <a:lnTo>
                    <a:pt x="3189" y="79107"/>
                  </a:lnTo>
                  <a:lnTo>
                    <a:pt x="2846" y="78885"/>
                  </a:lnTo>
                  <a:lnTo>
                    <a:pt x="2502" y="78642"/>
                  </a:lnTo>
                  <a:lnTo>
                    <a:pt x="2180" y="78380"/>
                  </a:lnTo>
                  <a:lnTo>
                    <a:pt x="1897" y="78098"/>
                  </a:lnTo>
                  <a:lnTo>
                    <a:pt x="1615" y="77795"/>
                  </a:lnTo>
                  <a:lnTo>
                    <a:pt x="1352" y="77472"/>
                  </a:lnTo>
                  <a:lnTo>
                    <a:pt x="1130" y="77149"/>
                  </a:lnTo>
                  <a:lnTo>
                    <a:pt x="908" y="76806"/>
                  </a:lnTo>
                  <a:lnTo>
                    <a:pt x="727" y="76443"/>
                  </a:lnTo>
                  <a:lnTo>
                    <a:pt x="585" y="76180"/>
                  </a:lnTo>
                  <a:lnTo>
                    <a:pt x="484" y="75898"/>
                  </a:lnTo>
                  <a:lnTo>
                    <a:pt x="384" y="75636"/>
                  </a:lnTo>
                  <a:lnTo>
                    <a:pt x="303" y="75353"/>
                  </a:lnTo>
                  <a:lnTo>
                    <a:pt x="242" y="75050"/>
                  </a:lnTo>
                  <a:lnTo>
                    <a:pt x="182" y="74768"/>
                  </a:lnTo>
                  <a:lnTo>
                    <a:pt x="141" y="74465"/>
                  </a:lnTo>
                  <a:lnTo>
                    <a:pt x="101" y="74162"/>
                  </a:lnTo>
                  <a:lnTo>
                    <a:pt x="81" y="73860"/>
                  </a:lnTo>
                  <a:lnTo>
                    <a:pt x="81" y="73557"/>
                  </a:lnTo>
                  <a:lnTo>
                    <a:pt x="101" y="73254"/>
                  </a:lnTo>
                  <a:lnTo>
                    <a:pt x="121" y="72952"/>
                  </a:lnTo>
                  <a:lnTo>
                    <a:pt x="162" y="72629"/>
                  </a:lnTo>
                  <a:lnTo>
                    <a:pt x="202" y="72306"/>
                  </a:lnTo>
                  <a:lnTo>
                    <a:pt x="262" y="71983"/>
                  </a:lnTo>
                  <a:lnTo>
                    <a:pt x="343" y="71680"/>
                  </a:lnTo>
                  <a:lnTo>
                    <a:pt x="525" y="71075"/>
                  </a:lnTo>
                  <a:lnTo>
                    <a:pt x="727" y="70490"/>
                  </a:lnTo>
                  <a:lnTo>
                    <a:pt x="989" y="69925"/>
                  </a:lnTo>
                  <a:lnTo>
                    <a:pt x="1292" y="69380"/>
                  </a:lnTo>
                  <a:lnTo>
                    <a:pt x="1615" y="68835"/>
                  </a:lnTo>
                  <a:lnTo>
                    <a:pt x="1998" y="68330"/>
                  </a:lnTo>
                  <a:lnTo>
                    <a:pt x="2381" y="67846"/>
                  </a:lnTo>
                  <a:lnTo>
                    <a:pt x="2825" y="67382"/>
                  </a:lnTo>
                  <a:lnTo>
                    <a:pt x="3209" y="67019"/>
                  </a:lnTo>
                  <a:lnTo>
                    <a:pt x="3612" y="66676"/>
                  </a:lnTo>
                  <a:lnTo>
                    <a:pt x="4036" y="66353"/>
                  </a:lnTo>
                  <a:lnTo>
                    <a:pt x="4500" y="66030"/>
                  </a:lnTo>
                  <a:lnTo>
                    <a:pt x="4964" y="65727"/>
                  </a:lnTo>
                  <a:lnTo>
                    <a:pt x="5449" y="65445"/>
                  </a:lnTo>
                  <a:lnTo>
                    <a:pt x="5973" y="65162"/>
                  </a:lnTo>
                  <a:lnTo>
                    <a:pt x="6518" y="64900"/>
                  </a:lnTo>
                  <a:lnTo>
                    <a:pt x="7063" y="64658"/>
                  </a:lnTo>
                  <a:lnTo>
                    <a:pt x="7669" y="64415"/>
                  </a:lnTo>
                  <a:lnTo>
                    <a:pt x="8274" y="64194"/>
                  </a:lnTo>
                  <a:lnTo>
                    <a:pt x="8920" y="63992"/>
                  </a:lnTo>
                  <a:lnTo>
                    <a:pt x="9586" y="63790"/>
                  </a:lnTo>
                  <a:lnTo>
                    <a:pt x="10272" y="63608"/>
                  </a:lnTo>
                  <a:lnTo>
                    <a:pt x="10978" y="63427"/>
                  </a:lnTo>
                  <a:lnTo>
                    <a:pt x="11745" y="63265"/>
                  </a:lnTo>
                  <a:lnTo>
                    <a:pt x="12673" y="63084"/>
                  </a:lnTo>
                  <a:lnTo>
                    <a:pt x="13460" y="62942"/>
                  </a:lnTo>
                  <a:lnTo>
                    <a:pt x="14227" y="62781"/>
                  </a:lnTo>
                  <a:lnTo>
                    <a:pt x="15014" y="62579"/>
                  </a:lnTo>
                  <a:lnTo>
                    <a:pt x="15761" y="62377"/>
                  </a:lnTo>
                  <a:lnTo>
                    <a:pt x="16144" y="62256"/>
                  </a:lnTo>
                  <a:lnTo>
                    <a:pt x="16507" y="62115"/>
                  </a:lnTo>
                  <a:lnTo>
                    <a:pt x="16871" y="61974"/>
                  </a:lnTo>
                  <a:lnTo>
                    <a:pt x="17234" y="61812"/>
                  </a:lnTo>
                  <a:lnTo>
                    <a:pt x="17577" y="61631"/>
                  </a:lnTo>
                  <a:lnTo>
                    <a:pt x="17920" y="61429"/>
                  </a:lnTo>
                  <a:lnTo>
                    <a:pt x="18243" y="61227"/>
                  </a:lnTo>
                  <a:lnTo>
                    <a:pt x="18566" y="61005"/>
                  </a:lnTo>
                  <a:lnTo>
                    <a:pt x="18909" y="60723"/>
                  </a:lnTo>
                  <a:lnTo>
                    <a:pt x="19232" y="60420"/>
                  </a:lnTo>
                  <a:lnTo>
                    <a:pt x="19534" y="60097"/>
                  </a:lnTo>
                  <a:lnTo>
                    <a:pt x="19817" y="59754"/>
                  </a:lnTo>
                  <a:lnTo>
                    <a:pt x="20099" y="59391"/>
                  </a:lnTo>
                  <a:lnTo>
                    <a:pt x="20362" y="59007"/>
                  </a:lnTo>
                  <a:lnTo>
                    <a:pt x="20604" y="58604"/>
                  </a:lnTo>
                  <a:lnTo>
                    <a:pt x="20826" y="58160"/>
                  </a:lnTo>
                  <a:lnTo>
                    <a:pt x="21028" y="57716"/>
                  </a:lnTo>
                  <a:lnTo>
                    <a:pt x="21230" y="57252"/>
                  </a:lnTo>
                  <a:lnTo>
                    <a:pt x="21391" y="56767"/>
                  </a:lnTo>
                  <a:lnTo>
                    <a:pt x="21552" y="56263"/>
                  </a:lnTo>
                  <a:lnTo>
                    <a:pt x="21694" y="55738"/>
                  </a:lnTo>
                  <a:lnTo>
                    <a:pt x="21795" y="55213"/>
                  </a:lnTo>
                  <a:lnTo>
                    <a:pt x="21895" y="54648"/>
                  </a:lnTo>
                  <a:lnTo>
                    <a:pt x="21976" y="54083"/>
                  </a:lnTo>
                  <a:lnTo>
                    <a:pt x="22037" y="53478"/>
                  </a:lnTo>
                  <a:lnTo>
                    <a:pt x="22077" y="52872"/>
                  </a:lnTo>
                  <a:lnTo>
                    <a:pt x="22097" y="52267"/>
                  </a:lnTo>
                  <a:lnTo>
                    <a:pt x="22117" y="51662"/>
                  </a:lnTo>
                  <a:lnTo>
                    <a:pt x="22097" y="51056"/>
                  </a:lnTo>
                  <a:lnTo>
                    <a:pt x="22077" y="50451"/>
                  </a:lnTo>
                  <a:lnTo>
                    <a:pt x="21996" y="49240"/>
                  </a:lnTo>
                  <a:lnTo>
                    <a:pt x="21875" y="48029"/>
                  </a:lnTo>
                  <a:lnTo>
                    <a:pt x="21734" y="46818"/>
                  </a:lnTo>
                  <a:lnTo>
                    <a:pt x="21552" y="45608"/>
                  </a:lnTo>
                  <a:lnTo>
                    <a:pt x="21371" y="44417"/>
                  </a:lnTo>
                  <a:lnTo>
                    <a:pt x="21068" y="42359"/>
                  </a:lnTo>
                  <a:lnTo>
                    <a:pt x="20927" y="41309"/>
                  </a:lnTo>
                  <a:lnTo>
                    <a:pt x="20806" y="40280"/>
                  </a:lnTo>
                  <a:lnTo>
                    <a:pt x="20745" y="39493"/>
                  </a:lnTo>
                  <a:lnTo>
                    <a:pt x="20685" y="38706"/>
                  </a:lnTo>
                  <a:lnTo>
                    <a:pt x="20665" y="37879"/>
                  </a:lnTo>
                  <a:lnTo>
                    <a:pt x="20665" y="37031"/>
                  </a:lnTo>
                  <a:lnTo>
                    <a:pt x="20685" y="36184"/>
                  </a:lnTo>
                  <a:lnTo>
                    <a:pt x="20765" y="35316"/>
                  </a:lnTo>
                  <a:lnTo>
                    <a:pt x="20866" y="34448"/>
                  </a:lnTo>
                  <a:lnTo>
                    <a:pt x="21008" y="33560"/>
                  </a:lnTo>
                  <a:lnTo>
                    <a:pt x="21088" y="33136"/>
                  </a:lnTo>
                  <a:lnTo>
                    <a:pt x="21189" y="32713"/>
                  </a:lnTo>
                  <a:lnTo>
                    <a:pt x="21290" y="32269"/>
                  </a:lnTo>
                  <a:lnTo>
                    <a:pt x="21431" y="31845"/>
                  </a:lnTo>
                  <a:lnTo>
                    <a:pt x="21552" y="31441"/>
                  </a:lnTo>
                  <a:lnTo>
                    <a:pt x="21714" y="31017"/>
                  </a:lnTo>
                  <a:lnTo>
                    <a:pt x="21875" y="30614"/>
                  </a:lnTo>
                  <a:lnTo>
                    <a:pt x="22057" y="30210"/>
                  </a:lnTo>
                  <a:lnTo>
                    <a:pt x="22259" y="29807"/>
                  </a:lnTo>
                  <a:lnTo>
                    <a:pt x="22461" y="29423"/>
                  </a:lnTo>
                  <a:lnTo>
                    <a:pt x="22703" y="29040"/>
                  </a:lnTo>
                  <a:lnTo>
                    <a:pt x="22945" y="28677"/>
                  </a:lnTo>
                  <a:lnTo>
                    <a:pt x="23207" y="28313"/>
                  </a:lnTo>
                  <a:lnTo>
                    <a:pt x="23470" y="27950"/>
                  </a:lnTo>
                  <a:lnTo>
                    <a:pt x="23772" y="27607"/>
                  </a:lnTo>
                  <a:lnTo>
                    <a:pt x="24095" y="27284"/>
                  </a:lnTo>
                  <a:lnTo>
                    <a:pt x="24458" y="26921"/>
                  </a:lnTo>
                  <a:lnTo>
                    <a:pt x="24862" y="26578"/>
                  </a:lnTo>
                  <a:lnTo>
                    <a:pt x="25266" y="26275"/>
                  </a:lnTo>
                  <a:lnTo>
                    <a:pt x="25710" y="25972"/>
                  </a:lnTo>
                  <a:lnTo>
                    <a:pt x="26153" y="25690"/>
                  </a:lnTo>
                  <a:lnTo>
                    <a:pt x="26597" y="25448"/>
                  </a:lnTo>
                  <a:lnTo>
                    <a:pt x="27082" y="25226"/>
                  </a:lnTo>
                  <a:lnTo>
                    <a:pt x="27586" y="25004"/>
                  </a:lnTo>
                  <a:lnTo>
                    <a:pt x="28091" y="24822"/>
                  </a:lnTo>
                  <a:lnTo>
                    <a:pt x="28615" y="24661"/>
                  </a:lnTo>
                  <a:lnTo>
                    <a:pt x="29160" y="24519"/>
                  </a:lnTo>
                  <a:lnTo>
                    <a:pt x="29705" y="24398"/>
                  </a:lnTo>
                  <a:lnTo>
                    <a:pt x="30290" y="24297"/>
                  </a:lnTo>
                  <a:lnTo>
                    <a:pt x="30876" y="24217"/>
                  </a:lnTo>
                  <a:lnTo>
                    <a:pt x="31481" y="24176"/>
                  </a:lnTo>
                  <a:lnTo>
                    <a:pt x="32086" y="24136"/>
                  </a:lnTo>
                  <a:lnTo>
                    <a:pt x="33297" y="24136"/>
                  </a:lnTo>
                  <a:lnTo>
                    <a:pt x="33903" y="24176"/>
                  </a:lnTo>
                  <a:lnTo>
                    <a:pt x="34508" y="24217"/>
                  </a:lnTo>
                  <a:lnTo>
                    <a:pt x="35113" y="24277"/>
                  </a:lnTo>
                  <a:lnTo>
                    <a:pt x="35699" y="24358"/>
                  </a:lnTo>
                  <a:lnTo>
                    <a:pt x="36264" y="24459"/>
                  </a:lnTo>
                  <a:lnTo>
                    <a:pt x="36829" y="24580"/>
                  </a:lnTo>
                  <a:lnTo>
                    <a:pt x="37394" y="24681"/>
                  </a:lnTo>
                  <a:lnTo>
                    <a:pt x="38443" y="24943"/>
                  </a:lnTo>
                  <a:lnTo>
                    <a:pt x="39412" y="25246"/>
                  </a:lnTo>
                  <a:lnTo>
                    <a:pt x="40320" y="25549"/>
                  </a:lnTo>
                  <a:lnTo>
                    <a:pt x="41147" y="25851"/>
                  </a:lnTo>
                  <a:lnTo>
                    <a:pt x="41874" y="26134"/>
                  </a:lnTo>
                  <a:lnTo>
                    <a:pt x="42600" y="26437"/>
                  </a:lnTo>
                  <a:lnTo>
                    <a:pt x="43327" y="26759"/>
                  </a:lnTo>
                  <a:lnTo>
                    <a:pt x="44033" y="27082"/>
                  </a:lnTo>
                  <a:lnTo>
                    <a:pt x="45466" y="27768"/>
                  </a:lnTo>
                  <a:lnTo>
                    <a:pt x="46878" y="28495"/>
                  </a:lnTo>
                  <a:lnTo>
                    <a:pt x="48271" y="29242"/>
                  </a:lnTo>
                  <a:lnTo>
                    <a:pt x="49643" y="30008"/>
                  </a:lnTo>
                  <a:lnTo>
                    <a:pt x="52367" y="31542"/>
                  </a:lnTo>
                  <a:lnTo>
                    <a:pt x="54486" y="32753"/>
                  </a:lnTo>
                  <a:lnTo>
                    <a:pt x="56646" y="33944"/>
                  </a:lnTo>
                  <a:lnTo>
                    <a:pt x="57735" y="34529"/>
                  </a:lnTo>
                  <a:lnTo>
                    <a:pt x="58825" y="35094"/>
                  </a:lnTo>
                  <a:lnTo>
                    <a:pt x="59935" y="35639"/>
                  </a:lnTo>
                  <a:lnTo>
                    <a:pt x="61045" y="36163"/>
                  </a:lnTo>
                  <a:lnTo>
                    <a:pt x="61953" y="36547"/>
                  </a:lnTo>
                  <a:lnTo>
                    <a:pt x="62821" y="36890"/>
                  </a:lnTo>
                  <a:lnTo>
                    <a:pt x="63668" y="37193"/>
                  </a:lnTo>
                  <a:lnTo>
                    <a:pt x="64496" y="37435"/>
                  </a:lnTo>
                  <a:lnTo>
                    <a:pt x="65283" y="37637"/>
                  </a:lnTo>
                  <a:lnTo>
                    <a:pt x="66049" y="37798"/>
                  </a:lnTo>
                  <a:lnTo>
                    <a:pt x="66816" y="37899"/>
                  </a:lnTo>
                  <a:lnTo>
                    <a:pt x="67523" y="37959"/>
                  </a:lnTo>
                  <a:lnTo>
                    <a:pt x="68229" y="37980"/>
                  </a:lnTo>
                  <a:lnTo>
                    <a:pt x="68552" y="37959"/>
                  </a:lnTo>
                  <a:lnTo>
                    <a:pt x="68895" y="37939"/>
                  </a:lnTo>
                  <a:lnTo>
                    <a:pt x="69218" y="37899"/>
                  </a:lnTo>
                  <a:lnTo>
                    <a:pt x="69541" y="37859"/>
                  </a:lnTo>
                  <a:lnTo>
                    <a:pt x="69843" y="37798"/>
                  </a:lnTo>
                  <a:lnTo>
                    <a:pt x="70166" y="37737"/>
                  </a:lnTo>
                  <a:lnTo>
                    <a:pt x="70449" y="37657"/>
                  </a:lnTo>
                  <a:lnTo>
                    <a:pt x="70751" y="37556"/>
                  </a:lnTo>
                  <a:lnTo>
                    <a:pt x="71034" y="37455"/>
                  </a:lnTo>
                  <a:lnTo>
                    <a:pt x="71316" y="37334"/>
                  </a:lnTo>
                  <a:lnTo>
                    <a:pt x="71579" y="37193"/>
                  </a:lnTo>
                  <a:lnTo>
                    <a:pt x="71861" y="37051"/>
                  </a:lnTo>
                  <a:lnTo>
                    <a:pt x="72103" y="36890"/>
                  </a:lnTo>
                  <a:lnTo>
                    <a:pt x="72366" y="36728"/>
                  </a:lnTo>
                  <a:lnTo>
                    <a:pt x="72628" y="36547"/>
                  </a:lnTo>
                  <a:lnTo>
                    <a:pt x="72870" y="36345"/>
                  </a:lnTo>
                  <a:lnTo>
                    <a:pt x="73112" y="36143"/>
                  </a:lnTo>
                  <a:lnTo>
                    <a:pt x="73355" y="35921"/>
                  </a:lnTo>
                  <a:lnTo>
                    <a:pt x="73577" y="35679"/>
                  </a:lnTo>
                  <a:lnTo>
                    <a:pt x="73778" y="35437"/>
                  </a:lnTo>
                  <a:lnTo>
                    <a:pt x="74000" y="35195"/>
                  </a:lnTo>
                  <a:lnTo>
                    <a:pt x="74182" y="34912"/>
                  </a:lnTo>
                  <a:lnTo>
                    <a:pt x="74384" y="34650"/>
                  </a:lnTo>
                  <a:lnTo>
                    <a:pt x="74565" y="34347"/>
                  </a:lnTo>
                  <a:lnTo>
                    <a:pt x="74727" y="34065"/>
                  </a:lnTo>
                  <a:lnTo>
                    <a:pt x="74888" y="33742"/>
                  </a:lnTo>
                  <a:lnTo>
                    <a:pt x="75050" y="33419"/>
                  </a:lnTo>
                  <a:lnTo>
                    <a:pt x="75191" y="33096"/>
                  </a:lnTo>
                  <a:lnTo>
                    <a:pt x="75312" y="32753"/>
                  </a:lnTo>
                  <a:lnTo>
                    <a:pt x="75433" y="32410"/>
                  </a:lnTo>
                  <a:lnTo>
                    <a:pt x="75635" y="31784"/>
                  </a:lnTo>
                  <a:lnTo>
                    <a:pt x="75796" y="31139"/>
                  </a:lnTo>
                  <a:lnTo>
                    <a:pt x="75917" y="30473"/>
                  </a:lnTo>
                  <a:lnTo>
                    <a:pt x="76018" y="29786"/>
                  </a:lnTo>
                  <a:lnTo>
                    <a:pt x="76099" y="29080"/>
                  </a:lnTo>
                  <a:lnTo>
                    <a:pt x="76139" y="28374"/>
                  </a:lnTo>
                  <a:lnTo>
                    <a:pt x="76139" y="27627"/>
                  </a:lnTo>
                  <a:lnTo>
                    <a:pt x="76119" y="26901"/>
                  </a:lnTo>
                  <a:lnTo>
                    <a:pt x="76059" y="25791"/>
                  </a:lnTo>
                  <a:lnTo>
                    <a:pt x="75998" y="24721"/>
                  </a:lnTo>
                  <a:lnTo>
                    <a:pt x="75837" y="22703"/>
                  </a:lnTo>
                  <a:lnTo>
                    <a:pt x="75655" y="20786"/>
                  </a:lnTo>
                  <a:lnTo>
                    <a:pt x="75453" y="18950"/>
                  </a:lnTo>
                  <a:lnTo>
                    <a:pt x="75252" y="16932"/>
                  </a:lnTo>
                  <a:lnTo>
                    <a:pt x="75050" y="14833"/>
                  </a:lnTo>
                  <a:lnTo>
                    <a:pt x="74929" y="13642"/>
                  </a:lnTo>
                  <a:lnTo>
                    <a:pt x="74787" y="12452"/>
                  </a:lnTo>
                  <a:lnTo>
                    <a:pt x="74606" y="11140"/>
                  </a:lnTo>
                  <a:lnTo>
                    <a:pt x="74545" y="10494"/>
                  </a:lnTo>
                  <a:lnTo>
                    <a:pt x="74485" y="9849"/>
                  </a:lnTo>
                  <a:lnTo>
                    <a:pt x="74444" y="9203"/>
                  </a:lnTo>
                  <a:lnTo>
                    <a:pt x="74424" y="8577"/>
                  </a:lnTo>
                  <a:lnTo>
                    <a:pt x="74424" y="7952"/>
                  </a:lnTo>
                  <a:lnTo>
                    <a:pt x="74464" y="7346"/>
                  </a:lnTo>
                  <a:lnTo>
                    <a:pt x="74525" y="6741"/>
                  </a:lnTo>
                  <a:lnTo>
                    <a:pt x="74646" y="6176"/>
                  </a:lnTo>
                  <a:lnTo>
                    <a:pt x="74707" y="5893"/>
                  </a:lnTo>
                  <a:lnTo>
                    <a:pt x="74787" y="5611"/>
                  </a:lnTo>
                  <a:lnTo>
                    <a:pt x="74888" y="5348"/>
                  </a:lnTo>
                  <a:lnTo>
                    <a:pt x="74989" y="5066"/>
                  </a:lnTo>
                  <a:lnTo>
                    <a:pt x="75110" y="4824"/>
                  </a:lnTo>
                  <a:lnTo>
                    <a:pt x="75231" y="4561"/>
                  </a:lnTo>
                  <a:lnTo>
                    <a:pt x="75393" y="4319"/>
                  </a:lnTo>
                  <a:lnTo>
                    <a:pt x="75554" y="4077"/>
                  </a:lnTo>
                  <a:lnTo>
                    <a:pt x="75716" y="3835"/>
                  </a:lnTo>
                  <a:lnTo>
                    <a:pt x="75917" y="3613"/>
                  </a:lnTo>
                  <a:lnTo>
                    <a:pt x="76119" y="3391"/>
                  </a:lnTo>
                  <a:lnTo>
                    <a:pt x="76341" y="3189"/>
                  </a:lnTo>
                  <a:lnTo>
                    <a:pt x="76604" y="2967"/>
                  </a:lnTo>
                  <a:lnTo>
                    <a:pt x="76886" y="2765"/>
                  </a:lnTo>
                  <a:lnTo>
                    <a:pt x="77169" y="2584"/>
                  </a:lnTo>
                  <a:lnTo>
                    <a:pt x="77471" y="2422"/>
                  </a:lnTo>
                  <a:lnTo>
                    <a:pt x="77754" y="2261"/>
                  </a:lnTo>
                  <a:lnTo>
                    <a:pt x="78077" y="2120"/>
                  </a:lnTo>
                  <a:lnTo>
                    <a:pt x="78379" y="1998"/>
                  </a:lnTo>
                  <a:lnTo>
                    <a:pt x="78702" y="1877"/>
                  </a:lnTo>
                  <a:lnTo>
                    <a:pt x="79348" y="1676"/>
                  </a:lnTo>
                  <a:lnTo>
                    <a:pt x="80014" y="1514"/>
                  </a:lnTo>
                  <a:lnTo>
                    <a:pt x="80660" y="1373"/>
                  </a:lnTo>
                  <a:lnTo>
                    <a:pt x="81306" y="1232"/>
                  </a:lnTo>
                  <a:lnTo>
                    <a:pt x="82799" y="989"/>
                  </a:lnTo>
                  <a:lnTo>
                    <a:pt x="84312" y="747"/>
                  </a:lnTo>
                  <a:lnTo>
                    <a:pt x="85826" y="566"/>
                  </a:lnTo>
                  <a:lnTo>
                    <a:pt x="87319" y="404"/>
                  </a:lnTo>
                  <a:lnTo>
                    <a:pt x="88833" y="283"/>
                  </a:lnTo>
                  <a:lnTo>
                    <a:pt x="90346" y="182"/>
                  </a:lnTo>
                  <a:lnTo>
                    <a:pt x="91860" y="122"/>
                  </a:lnTo>
                  <a:lnTo>
                    <a:pt x="93373" y="81"/>
                  </a:lnTo>
                  <a:close/>
                  <a:moveTo>
                    <a:pt x="93373" y="1"/>
                  </a:moveTo>
                  <a:lnTo>
                    <a:pt x="91860" y="41"/>
                  </a:lnTo>
                  <a:lnTo>
                    <a:pt x="90346" y="102"/>
                  </a:lnTo>
                  <a:lnTo>
                    <a:pt x="88833" y="202"/>
                  </a:lnTo>
                  <a:lnTo>
                    <a:pt x="87319" y="324"/>
                  </a:lnTo>
                  <a:lnTo>
                    <a:pt x="85806" y="485"/>
                  </a:lnTo>
                  <a:lnTo>
                    <a:pt x="84292" y="667"/>
                  </a:lnTo>
                  <a:lnTo>
                    <a:pt x="82799" y="909"/>
                  </a:lnTo>
                  <a:lnTo>
                    <a:pt x="81285" y="1171"/>
                  </a:lnTo>
                  <a:lnTo>
                    <a:pt x="80640" y="1292"/>
                  </a:lnTo>
                  <a:lnTo>
                    <a:pt x="79994" y="1433"/>
                  </a:lnTo>
                  <a:lnTo>
                    <a:pt x="79328" y="1595"/>
                  </a:lnTo>
                  <a:lnTo>
                    <a:pt x="78682" y="1797"/>
                  </a:lnTo>
                  <a:lnTo>
                    <a:pt x="78359" y="1918"/>
                  </a:lnTo>
                  <a:lnTo>
                    <a:pt x="78036" y="2059"/>
                  </a:lnTo>
                  <a:lnTo>
                    <a:pt x="77734" y="2200"/>
                  </a:lnTo>
                  <a:lnTo>
                    <a:pt x="77411" y="2342"/>
                  </a:lnTo>
                  <a:lnTo>
                    <a:pt x="77128" y="2523"/>
                  </a:lnTo>
                  <a:lnTo>
                    <a:pt x="76846" y="2705"/>
                  </a:lnTo>
                  <a:lnTo>
                    <a:pt x="76563" y="2907"/>
                  </a:lnTo>
                  <a:lnTo>
                    <a:pt x="76301" y="3129"/>
                  </a:lnTo>
                  <a:lnTo>
                    <a:pt x="76059" y="3330"/>
                  </a:lnTo>
                  <a:lnTo>
                    <a:pt x="75857" y="3552"/>
                  </a:lnTo>
                  <a:lnTo>
                    <a:pt x="75655" y="3795"/>
                  </a:lnTo>
                  <a:lnTo>
                    <a:pt x="75473" y="4017"/>
                  </a:lnTo>
                  <a:lnTo>
                    <a:pt x="75312" y="4259"/>
                  </a:lnTo>
                  <a:lnTo>
                    <a:pt x="75171" y="4521"/>
                  </a:lnTo>
                  <a:lnTo>
                    <a:pt x="75030" y="4763"/>
                  </a:lnTo>
                  <a:lnTo>
                    <a:pt x="74908" y="5026"/>
                  </a:lnTo>
                  <a:lnTo>
                    <a:pt x="74808" y="5308"/>
                  </a:lnTo>
                  <a:lnTo>
                    <a:pt x="74707" y="5570"/>
                  </a:lnTo>
                  <a:lnTo>
                    <a:pt x="74626" y="5853"/>
                  </a:lnTo>
                  <a:lnTo>
                    <a:pt x="74565" y="6135"/>
                  </a:lnTo>
                  <a:lnTo>
                    <a:pt x="74444" y="6721"/>
                  </a:lnTo>
                  <a:lnTo>
                    <a:pt x="74384" y="7326"/>
                  </a:lnTo>
                  <a:lnTo>
                    <a:pt x="74343" y="7931"/>
                  </a:lnTo>
                  <a:lnTo>
                    <a:pt x="74343" y="8557"/>
                  </a:lnTo>
                  <a:lnTo>
                    <a:pt x="74364" y="9203"/>
                  </a:lnTo>
                  <a:lnTo>
                    <a:pt x="74404" y="9849"/>
                  </a:lnTo>
                  <a:lnTo>
                    <a:pt x="74464" y="10494"/>
                  </a:lnTo>
                  <a:lnTo>
                    <a:pt x="74525" y="11160"/>
                  </a:lnTo>
                  <a:lnTo>
                    <a:pt x="74707" y="12472"/>
                  </a:lnTo>
                  <a:lnTo>
                    <a:pt x="74848" y="13663"/>
                  </a:lnTo>
                  <a:lnTo>
                    <a:pt x="74969" y="14833"/>
                  </a:lnTo>
                  <a:lnTo>
                    <a:pt x="75171" y="16932"/>
                  </a:lnTo>
                  <a:lnTo>
                    <a:pt x="75373" y="18950"/>
                  </a:lnTo>
                  <a:lnTo>
                    <a:pt x="75574" y="20806"/>
                  </a:lnTo>
                  <a:lnTo>
                    <a:pt x="75756" y="22703"/>
                  </a:lnTo>
                  <a:lnTo>
                    <a:pt x="75917" y="24741"/>
                  </a:lnTo>
                  <a:lnTo>
                    <a:pt x="75978" y="25791"/>
                  </a:lnTo>
                  <a:lnTo>
                    <a:pt x="76039" y="26901"/>
                  </a:lnTo>
                  <a:lnTo>
                    <a:pt x="76059" y="27627"/>
                  </a:lnTo>
                  <a:lnTo>
                    <a:pt x="76059" y="28354"/>
                  </a:lnTo>
                  <a:lnTo>
                    <a:pt x="76018" y="29080"/>
                  </a:lnTo>
                  <a:lnTo>
                    <a:pt x="75938" y="29766"/>
                  </a:lnTo>
                  <a:lnTo>
                    <a:pt x="75837" y="30452"/>
                  </a:lnTo>
                  <a:lnTo>
                    <a:pt x="75716" y="31118"/>
                  </a:lnTo>
                  <a:lnTo>
                    <a:pt x="75554" y="31764"/>
                  </a:lnTo>
                  <a:lnTo>
                    <a:pt x="75373" y="32370"/>
                  </a:lnTo>
                  <a:lnTo>
                    <a:pt x="75252" y="32733"/>
                  </a:lnTo>
                  <a:lnTo>
                    <a:pt x="75110" y="33056"/>
                  </a:lnTo>
                  <a:lnTo>
                    <a:pt x="74969" y="33399"/>
                  </a:lnTo>
                  <a:lnTo>
                    <a:pt x="74808" y="33701"/>
                  </a:lnTo>
                  <a:lnTo>
                    <a:pt x="74666" y="34024"/>
                  </a:lnTo>
                  <a:lnTo>
                    <a:pt x="74485" y="34307"/>
                  </a:lnTo>
                  <a:lnTo>
                    <a:pt x="74303" y="34589"/>
                  </a:lnTo>
                  <a:lnTo>
                    <a:pt x="74121" y="34872"/>
                  </a:lnTo>
                  <a:lnTo>
                    <a:pt x="73920" y="35134"/>
                  </a:lnTo>
                  <a:lnTo>
                    <a:pt x="73718" y="35397"/>
                  </a:lnTo>
                  <a:lnTo>
                    <a:pt x="73516" y="35639"/>
                  </a:lnTo>
                  <a:lnTo>
                    <a:pt x="73294" y="35861"/>
                  </a:lnTo>
                  <a:lnTo>
                    <a:pt x="73052" y="36083"/>
                  </a:lnTo>
                  <a:lnTo>
                    <a:pt x="72830" y="36284"/>
                  </a:lnTo>
                  <a:lnTo>
                    <a:pt x="72568" y="36486"/>
                  </a:lnTo>
                  <a:lnTo>
                    <a:pt x="72325" y="36668"/>
                  </a:lnTo>
                  <a:lnTo>
                    <a:pt x="72063" y="36829"/>
                  </a:lnTo>
                  <a:lnTo>
                    <a:pt x="71821" y="36991"/>
                  </a:lnTo>
                  <a:lnTo>
                    <a:pt x="71538" y="37132"/>
                  </a:lnTo>
                  <a:lnTo>
                    <a:pt x="71276" y="37253"/>
                  </a:lnTo>
                  <a:lnTo>
                    <a:pt x="70994" y="37374"/>
                  </a:lnTo>
                  <a:lnTo>
                    <a:pt x="70711" y="37475"/>
                  </a:lnTo>
                  <a:lnTo>
                    <a:pt x="70428" y="37576"/>
                  </a:lnTo>
                  <a:lnTo>
                    <a:pt x="70126" y="37657"/>
                  </a:lnTo>
                  <a:lnTo>
                    <a:pt x="69823" y="37717"/>
                  </a:lnTo>
                  <a:lnTo>
                    <a:pt x="69520" y="37778"/>
                  </a:lnTo>
                  <a:lnTo>
                    <a:pt x="69197" y="37838"/>
                  </a:lnTo>
                  <a:lnTo>
                    <a:pt x="68875" y="37859"/>
                  </a:lnTo>
                  <a:lnTo>
                    <a:pt x="68209" y="37899"/>
                  </a:lnTo>
                  <a:lnTo>
                    <a:pt x="67523" y="37879"/>
                  </a:lnTo>
                  <a:lnTo>
                    <a:pt x="66796" y="37818"/>
                  </a:lnTo>
                  <a:lnTo>
                    <a:pt x="66070" y="37717"/>
                  </a:lnTo>
                  <a:lnTo>
                    <a:pt x="65303" y="37556"/>
                  </a:lnTo>
                  <a:lnTo>
                    <a:pt x="64496" y="37354"/>
                  </a:lnTo>
                  <a:lnTo>
                    <a:pt x="63688" y="37112"/>
                  </a:lnTo>
                  <a:lnTo>
                    <a:pt x="62841" y="36829"/>
                  </a:lnTo>
                  <a:lnTo>
                    <a:pt x="61973" y="36486"/>
                  </a:lnTo>
                  <a:lnTo>
                    <a:pt x="61085" y="36083"/>
                  </a:lnTo>
                  <a:lnTo>
                    <a:pt x="59975" y="35558"/>
                  </a:lnTo>
                  <a:lnTo>
                    <a:pt x="58865" y="35013"/>
                  </a:lnTo>
                  <a:lnTo>
                    <a:pt x="57776" y="34448"/>
                  </a:lnTo>
                  <a:lnTo>
                    <a:pt x="56686" y="33863"/>
                  </a:lnTo>
                  <a:lnTo>
                    <a:pt x="54527" y="32672"/>
                  </a:lnTo>
                  <a:lnTo>
                    <a:pt x="52408" y="31461"/>
                  </a:lnTo>
                  <a:lnTo>
                    <a:pt x="49683" y="29928"/>
                  </a:lnTo>
                  <a:lnTo>
                    <a:pt x="48311" y="29161"/>
                  </a:lnTo>
                  <a:lnTo>
                    <a:pt x="46919" y="28414"/>
                  </a:lnTo>
                  <a:lnTo>
                    <a:pt x="45506" y="27708"/>
                  </a:lnTo>
                  <a:lnTo>
                    <a:pt x="44073" y="27022"/>
                  </a:lnTo>
                  <a:lnTo>
                    <a:pt x="43347" y="26679"/>
                  </a:lnTo>
                  <a:lnTo>
                    <a:pt x="42641" y="26376"/>
                  </a:lnTo>
                  <a:lnTo>
                    <a:pt x="41894" y="26053"/>
                  </a:lnTo>
                  <a:lnTo>
                    <a:pt x="41167" y="25771"/>
                  </a:lnTo>
                  <a:lnTo>
                    <a:pt x="40300" y="25448"/>
                  </a:lnTo>
                  <a:lnTo>
                    <a:pt x="39331" y="25125"/>
                  </a:lnTo>
                  <a:lnTo>
                    <a:pt x="38282" y="24822"/>
                  </a:lnTo>
                  <a:lnTo>
                    <a:pt x="37717" y="24681"/>
                  </a:lnTo>
                  <a:lnTo>
                    <a:pt x="37152" y="24560"/>
                  </a:lnTo>
                  <a:lnTo>
                    <a:pt x="36566" y="24439"/>
                  </a:lnTo>
                  <a:lnTo>
                    <a:pt x="35961" y="24318"/>
                  </a:lnTo>
                  <a:lnTo>
                    <a:pt x="35335" y="24237"/>
                  </a:lnTo>
                  <a:lnTo>
                    <a:pt x="34710" y="24156"/>
                  </a:lnTo>
                  <a:lnTo>
                    <a:pt x="34064" y="24096"/>
                  </a:lnTo>
                  <a:lnTo>
                    <a:pt x="33418" y="24055"/>
                  </a:lnTo>
                  <a:lnTo>
                    <a:pt x="32086" y="24055"/>
                  </a:lnTo>
                  <a:lnTo>
                    <a:pt x="31461" y="24096"/>
                  </a:lnTo>
                  <a:lnTo>
                    <a:pt x="30855" y="24136"/>
                  </a:lnTo>
                  <a:lnTo>
                    <a:pt x="30270" y="24217"/>
                  </a:lnTo>
                  <a:lnTo>
                    <a:pt x="29685" y="24318"/>
                  </a:lnTo>
                  <a:lnTo>
                    <a:pt x="29140" y="24439"/>
                  </a:lnTo>
                  <a:lnTo>
                    <a:pt x="28595" y="24580"/>
                  </a:lnTo>
                  <a:lnTo>
                    <a:pt x="28050" y="24741"/>
                  </a:lnTo>
                  <a:lnTo>
                    <a:pt x="27546" y="24943"/>
                  </a:lnTo>
                  <a:lnTo>
                    <a:pt x="27041" y="25145"/>
                  </a:lnTo>
                  <a:lnTo>
                    <a:pt x="26577" y="25367"/>
                  </a:lnTo>
                  <a:lnTo>
                    <a:pt x="26113" y="25629"/>
                  </a:lnTo>
                  <a:lnTo>
                    <a:pt x="25649" y="25912"/>
                  </a:lnTo>
                  <a:lnTo>
                    <a:pt x="25225" y="26194"/>
                  </a:lnTo>
                  <a:lnTo>
                    <a:pt x="24801" y="26517"/>
                  </a:lnTo>
                  <a:lnTo>
                    <a:pt x="24418" y="26860"/>
                  </a:lnTo>
                  <a:lnTo>
                    <a:pt x="24035" y="27224"/>
                  </a:lnTo>
                  <a:lnTo>
                    <a:pt x="23712" y="27546"/>
                  </a:lnTo>
                  <a:lnTo>
                    <a:pt x="23409" y="27890"/>
                  </a:lnTo>
                  <a:lnTo>
                    <a:pt x="23147" y="28253"/>
                  </a:lnTo>
                  <a:lnTo>
                    <a:pt x="22884" y="28616"/>
                  </a:lnTo>
                  <a:lnTo>
                    <a:pt x="22622" y="28999"/>
                  </a:lnTo>
                  <a:lnTo>
                    <a:pt x="22400" y="29383"/>
                  </a:lnTo>
                  <a:lnTo>
                    <a:pt x="22178" y="29766"/>
                  </a:lnTo>
                  <a:lnTo>
                    <a:pt x="21996" y="30170"/>
                  </a:lnTo>
                  <a:lnTo>
                    <a:pt x="21815" y="30573"/>
                  </a:lnTo>
                  <a:lnTo>
                    <a:pt x="21633" y="30977"/>
                  </a:lnTo>
                  <a:lnTo>
                    <a:pt x="21492" y="31401"/>
                  </a:lnTo>
                  <a:lnTo>
                    <a:pt x="21351" y="31825"/>
                  </a:lnTo>
                  <a:lnTo>
                    <a:pt x="21230" y="32248"/>
                  </a:lnTo>
                  <a:lnTo>
                    <a:pt x="21108" y="32672"/>
                  </a:lnTo>
                  <a:lnTo>
                    <a:pt x="21008" y="33116"/>
                  </a:lnTo>
                  <a:lnTo>
                    <a:pt x="20927" y="33540"/>
                  </a:lnTo>
                  <a:lnTo>
                    <a:pt x="20786" y="34428"/>
                  </a:lnTo>
                  <a:lnTo>
                    <a:pt x="20685" y="35296"/>
                  </a:lnTo>
                  <a:lnTo>
                    <a:pt x="20604" y="36163"/>
                  </a:lnTo>
                  <a:lnTo>
                    <a:pt x="20584" y="37031"/>
                  </a:lnTo>
                  <a:lnTo>
                    <a:pt x="20584" y="37879"/>
                  </a:lnTo>
                  <a:lnTo>
                    <a:pt x="20604" y="38706"/>
                  </a:lnTo>
                  <a:lnTo>
                    <a:pt x="20665" y="39513"/>
                  </a:lnTo>
                  <a:lnTo>
                    <a:pt x="20725" y="40280"/>
                  </a:lnTo>
                  <a:lnTo>
                    <a:pt x="20846" y="41329"/>
                  </a:lnTo>
                  <a:lnTo>
                    <a:pt x="20987" y="42359"/>
                  </a:lnTo>
                  <a:lnTo>
                    <a:pt x="21290" y="44437"/>
                  </a:lnTo>
                  <a:lnTo>
                    <a:pt x="21472" y="45628"/>
                  </a:lnTo>
                  <a:lnTo>
                    <a:pt x="21653" y="46818"/>
                  </a:lnTo>
                  <a:lnTo>
                    <a:pt x="21795" y="48029"/>
                  </a:lnTo>
                  <a:lnTo>
                    <a:pt x="21916" y="49240"/>
                  </a:lnTo>
                  <a:lnTo>
                    <a:pt x="21996" y="50451"/>
                  </a:lnTo>
                  <a:lnTo>
                    <a:pt x="22017" y="51056"/>
                  </a:lnTo>
                  <a:lnTo>
                    <a:pt x="22037" y="51662"/>
                  </a:lnTo>
                  <a:lnTo>
                    <a:pt x="22017" y="52267"/>
                  </a:lnTo>
                  <a:lnTo>
                    <a:pt x="21996" y="52872"/>
                  </a:lnTo>
                  <a:lnTo>
                    <a:pt x="21956" y="53478"/>
                  </a:lnTo>
                  <a:lnTo>
                    <a:pt x="21895" y="54083"/>
                  </a:lnTo>
                  <a:lnTo>
                    <a:pt x="21815" y="54648"/>
                  </a:lnTo>
                  <a:lnTo>
                    <a:pt x="21734" y="55193"/>
                  </a:lnTo>
                  <a:lnTo>
                    <a:pt x="21613" y="55718"/>
                  </a:lnTo>
                  <a:lnTo>
                    <a:pt x="21472" y="56243"/>
                  </a:lnTo>
                  <a:lnTo>
                    <a:pt x="21330" y="56727"/>
                  </a:lnTo>
                  <a:lnTo>
                    <a:pt x="21149" y="57211"/>
                  </a:lnTo>
                  <a:lnTo>
                    <a:pt x="20967" y="57675"/>
                  </a:lnTo>
                  <a:lnTo>
                    <a:pt x="20745" y="58119"/>
                  </a:lnTo>
                  <a:lnTo>
                    <a:pt x="20523" y="58543"/>
                  </a:lnTo>
                  <a:lnTo>
                    <a:pt x="20281" y="58967"/>
                  </a:lnTo>
                  <a:lnTo>
                    <a:pt x="20039" y="59350"/>
                  </a:lnTo>
                  <a:lnTo>
                    <a:pt x="19756" y="59714"/>
                  </a:lnTo>
                  <a:lnTo>
                    <a:pt x="19474" y="60057"/>
                  </a:lnTo>
                  <a:lnTo>
                    <a:pt x="19171" y="60359"/>
                  </a:lnTo>
                  <a:lnTo>
                    <a:pt x="18848" y="60662"/>
                  </a:lnTo>
                  <a:lnTo>
                    <a:pt x="18505" y="60945"/>
                  </a:lnTo>
                  <a:lnTo>
                    <a:pt x="18203" y="61167"/>
                  </a:lnTo>
                  <a:lnTo>
                    <a:pt x="17880" y="61368"/>
                  </a:lnTo>
                  <a:lnTo>
                    <a:pt x="17537" y="61570"/>
                  </a:lnTo>
                  <a:lnTo>
                    <a:pt x="17194" y="61732"/>
                  </a:lnTo>
                  <a:lnTo>
                    <a:pt x="16830" y="61893"/>
                  </a:lnTo>
                  <a:lnTo>
                    <a:pt x="16467" y="62034"/>
                  </a:lnTo>
                  <a:lnTo>
                    <a:pt x="16104" y="62176"/>
                  </a:lnTo>
                  <a:lnTo>
                    <a:pt x="15741" y="62297"/>
                  </a:lnTo>
                  <a:lnTo>
                    <a:pt x="14974" y="62519"/>
                  </a:lnTo>
                  <a:lnTo>
                    <a:pt x="14207" y="62700"/>
                  </a:lnTo>
                  <a:lnTo>
                    <a:pt x="13440" y="62862"/>
                  </a:lnTo>
                  <a:lnTo>
                    <a:pt x="12653" y="63003"/>
                  </a:lnTo>
                  <a:lnTo>
                    <a:pt x="11725" y="63185"/>
                  </a:lnTo>
                  <a:lnTo>
                    <a:pt x="10978" y="63346"/>
                  </a:lnTo>
                  <a:lnTo>
                    <a:pt x="10252" y="63528"/>
                  </a:lnTo>
                  <a:lnTo>
                    <a:pt x="9545" y="63709"/>
                  </a:lnTo>
                  <a:lnTo>
                    <a:pt x="8879" y="63911"/>
                  </a:lnTo>
                  <a:lnTo>
                    <a:pt x="8234" y="64113"/>
                  </a:lnTo>
                  <a:lnTo>
                    <a:pt x="7628" y="64335"/>
                  </a:lnTo>
                  <a:lnTo>
                    <a:pt x="7043" y="64577"/>
                  </a:lnTo>
                  <a:lnTo>
                    <a:pt x="6478" y="64819"/>
                  </a:lnTo>
                  <a:lnTo>
                    <a:pt x="5933" y="65081"/>
                  </a:lnTo>
                  <a:lnTo>
                    <a:pt x="5408" y="65364"/>
                  </a:lnTo>
                  <a:lnTo>
                    <a:pt x="4924" y="65646"/>
                  </a:lnTo>
                  <a:lnTo>
                    <a:pt x="4440" y="65969"/>
                  </a:lnTo>
                  <a:lnTo>
                    <a:pt x="3996" y="66272"/>
                  </a:lnTo>
                  <a:lnTo>
                    <a:pt x="3572" y="66615"/>
                  </a:lnTo>
                  <a:lnTo>
                    <a:pt x="3148" y="66958"/>
                  </a:lnTo>
                  <a:lnTo>
                    <a:pt x="2765" y="67321"/>
                  </a:lnTo>
                  <a:lnTo>
                    <a:pt x="2321" y="67786"/>
                  </a:lnTo>
                  <a:lnTo>
                    <a:pt x="1917" y="68270"/>
                  </a:lnTo>
                  <a:lnTo>
                    <a:pt x="1554" y="68795"/>
                  </a:lnTo>
                  <a:lnTo>
                    <a:pt x="1211" y="69339"/>
                  </a:lnTo>
                  <a:lnTo>
                    <a:pt x="928" y="69884"/>
                  </a:lnTo>
                  <a:lnTo>
                    <a:pt x="666" y="70470"/>
                  </a:lnTo>
                  <a:lnTo>
                    <a:pt x="444" y="71055"/>
                  </a:lnTo>
                  <a:lnTo>
                    <a:pt x="262" y="71660"/>
                  </a:lnTo>
                  <a:lnTo>
                    <a:pt x="182" y="71983"/>
                  </a:lnTo>
                  <a:lnTo>
                    <a:pt x="121" y="72306"/>
                  </a:lnTo>
                  <a:lnTo>
                    <a:pt x="81" y="72609"/>
                  </a:lnTo>
                  <a:lnTo>
                    <a:pt x="41" y="72931"/>
                  </a:lnTo>
                  <a:lnTo>
                    <a:pt x="20" y="73254"/>
                  </a:lnTo>
                  <a:lnTo>
                    <a:pt x="0" y="73557"/>
                  </a:lnTo>
                  <a:lnTo>
                    <a:pt x="0" y="73880"/>
                  </a:lnTo>
                  <a:lnTo>
                    <a:pt x="20" y="74183"/>
                  </a:lnTo>
                  <a:lnTo>
                    <a:pt x="61" y="74485"/>
                  </a:lnTo>
                  <a:lnTo>
                    <a:pt x="101" y="74788"/>
                  </a:lnTo>
                  <a:lnTo>
                    <a:pt x="162" y="75071"/>
                  </a:lnTo>
                  <a:lnTo>
                    <a:pt x="222" y="75373"/>
                  </a:lnTo>
                  <a:lnTo>
                    <a:pt x="323" y="75656"/>
                  </a:lnTo>
                  <a:lnTo>
                    <a:pt x="404" y="75938"/>
                  </a:lnTo>
                  <a:lnTo>
                    <a:pt x="525" y="76201"/>
                  </a:lnTo>
                  <a:lnTo>
                    <a:pt x="646" y="76483"/>
                  </a:lnTo>
                  <a:lnTo>
                    <a:pt x="828" y="76846"/>
                  </a:lnTo>
                  <a:lnTo>
                    <a:pt x="1050" y="77189"/>
                  </a:lnTo>
                  <a:lnTo>
                    <a:pt x="1292" y="77533"/>
                  </a:lnTo>
                  <a:lnTo>
                    <a:pt x="1554" y="77855"/>
                  </a:lnTo>
                  <a:lnTo>
                    <a:pt x="1837" y="78158"/>
                  </a:lnTo>
                  <a:lnTo>
                    <a:pt x="2139" y="78441"/>
                  </a:lnTo>
                  <a:lnTo>
                    <a:pt x="2462" y="78703"/>
                  </a:lnTo>
                  <a:lnTo>
                    <a:pt x="2785" y="78945"/>
                  </a:lnTo>
                  <a:lnTo>
                    <a:pt x="3148" y="79187"/>
                  </a:lnTo>
                  <a:lnTo>
                    <a:pt x="3532" y="79389"/>
                  </a:lnTo>
                  <a:lnTo>
                    <a:pt x="3935" y="79591"/>
                  </a:lnTo>
                  <a:lnTo>
                    <a:pt x="4339" y="79773"/>
                  </a:lnTo>
                  <a:lnTo>
                    <a:pt x="4763" y="79914"/>
                  </a:lnTo>
                  <a:lnTo>
                    <a:pt x="5227" y="80055"/>
                  </a:lnTo>
                  <a:lnTo>
                    <a:pt x="5691" y="80176"/>
                  </a:lnTo>
                  <a:lnTo>
                    <a:pt x="6155" y="80277"/>
                  </a:lnTo>
                  <a:lnTo>
                    <a:pt x="6660" y="80338"/>
                  </a:lnTo>
                  <a:lnTo>
                    <a:pt x="7144" y="80398"/>
                  </a:lnTo>
                  <a:lnTo>
                    <a:pt x="7648" y="80438"/>
                  </a:lnTo>
                  <a:lnTo>
                    <a:pt x="8153" y="80438"/>
                  </a:lnTo>
                  <a:lnTo>
                    <a:pt x="8819" y="80418"/>
                  </a:lnTo>
                  <a:lnTo>
                    <a:pt x="9485" y="80378"/>
                  </a:lnTo>
                  <a:lnTo>
                    <a:pt x="10171" y="80277"/>
                  </a:lnTo>
                  <a:lnTo>
                    <a:pt x="10817" y="80156"/>
                  </a:lnTo>
                  <a:lnTo>
                    <a:pt x="11483" y="80015"/>
                  </a:lnTo>
                  <a:lnTo>
                    <a:pt x="12128" y="79813"/>
                  </a:lnTo>
                  <a:lnTo>
                    <a:pt x="12754" y="79591"/>
                  </a:lnTo>
                  <a:lnTo>
                    <a:pt x="13380" y="79329"/>
                  </a:lnTo>
                  <a:lnTo>
                    <a:pt x="14106" y="78986"/>
                  </a:lnTo>
                  <a:lnTo>
                    <a:pt x="14812" y="78622"/>
                  </a:lnTo>
                  <a:lnTo>
                    <a:pt x="15498" y="78219"/>
                  </a:lnTo>
                  <a:lnTo>
                    <a:pt x="16185" y="77795"/>
                  </a:lnTo>
                  <a:lnTo>
                    <a:pt x="16850" y="77351"/>
                  </a:lnTo>
                  <a:lnTo>
                    <a:pt x="17496" y="76887"/>
                  </a:lnTo>
                  <a:lnTo>
                    <a:pt x="18142" y="76402"/>
                  </a:lnTo>
                  <a:lnTo>
                    <a:pt x="18768" y="75898"/>
                  </a:lnTo>
                  <a:lnTo>
                    <a:pt x="19373" y="75393"/>
                  </a:lnTo>
                  <a:lnTo>
                    <a:pt x="19978" y="74869"/>
                  </a:lnTo>
                  <a:lnTo>
                    <a:pt x="21169" y="73779"/>
                  </a:lnTo>
                  <a:lnTo>
                    <a:pt x="22339" y="72669"/>
                  </a:lnTo>
                  <a:lnTo>
                    <a:pt x="23490" y="71559"/>
                  </a:lnTo>
                  <a:lnTo>
                    <a:pt x="25266" y="69824"/>
                  </a:lnTo>
                  <a:lnTo>
                    <a:pt x="26174" y="68976"/>
                  </a:lnTo>
                  <a:lnTo>
                    <a:pt x="27102" y="68149"/>
                  </a:lnTo>
                  <a:lnTo>
                    <a:pt x="27990" y="67382"/>
                  </a:lnTo>
                  <a:lnTo>
                    <a:pt x="28918" y="66615"/>
                  </a:lnTo>
                  <a:lnTo>
                    <a:pt x="29867" y="65889"/>
                  </a:lnTo>
                  <a:lnTo>
                    <a:pt x="30855" y="65182"/>
                  </a:lnTo>
                  <a:lnTo>
                    <a:pt x="31844" y="64496"/>
                  </a:lnTo>
                  <a:lnTo>
                    <a:pt x="32853" y="63850"/>
                  </a:lnTo>
                  <a:lnTo>
                    <a:pt x="33882" y="63225"/>
                  </a:lnTo>
                  <a:lnTo>
                    <a:pt x="34932" y="62599"/>
                  </a:lnTo>
                  <a:lnTo>
                    <a:pt x="36001" y="62034"/>
                  </a:lnTo>
                  <a:lnTo>
                    <a:pt x="37071" y="61469"/>
                  </a:lnTo>
                  <a:lnTo>
                    <a:pt x="38161" y="60945"/>
                  </a:lnTo>
                  <a:lnTo>
                    <a:pt x="39271" y="60440"/>
                  </a:lnTo>
                  <a:lnTo>
                    <a:pt x="40401" y="59976"/>
                  </a:lnTo>
                  <a:lnTo>
                    <a:pt x="41531" y="59532"/>
                  </a:lnTo>
                  <a:lnTo>
                    <a:pt x="42681" y="59108"/>
                  </a:lnTo>
                  <a:lnTo>
                    <a:pt x="43851" y="58725"/>
                  </a:lnTo>
                  <a:lnTo>
                    <a:pt x="45002" y="58361"/>
                  </a:lnTo>
                  <a:lnTo>
                    <a:pt x="46192" y="58039"/>
                  </a:lnTo>
                  <a:lnTo>
                    <a:pt x="47363" y="57736"/>
                  </a:lnTo>
                  <a:lnTo>
                    <a:pt x="48553" y="57474"/>
                  </a:lnTo>
                  <a:lnTo>
                    <a:pt x="49764" y="57231"/>
                  </a:lnTo>
                  <a:lnTo>
                    <a:pt x="50955" y="57030"/>
                  </a:lnTo>
                  <a:lnTo>
                    <a:pt x="52166" y="56868"/>
                  </a:lnTo>
                  <a:lnTo>
                    <a:pt x="53356" y="56707"/>
                  </a:lnTo>
                  <a:lnTo>
                    <a:pt x="54567" y="56606"/>
                  </a:lnTo>
                  <a:lnTo>
                    <a:pt x="55778" y="56525"/>
                  </a:lnTo>
                  <a:lnTo>
                    <a:pt x="56989" y="56465"/>
                  </a:lnTo>
                  <a:lnTo>
                    <a:pt x="58179" y="56444"/>
                  </a:lnTo>
                  <a:lnTo>
                    <a:pt x="59390" y="56465"/>
                  </a:lnTo>
                  <a:lnTo>
                    <a:pt x="60581" y="56505"/>
                  </a:lnTo>
                  <a:lnTo>
                    <a:pt x="61771" y="56586"/>
                  </a:lnTo>
                  <a:lnTo>
                    <a:pt x="62962" y="56687"/>
                  </a:lnTo>
                  <a:lnTo>
                    <a:pt x="64274" y="56848"/>
                  </a:lnTo>
                  <a:lnTo>
                    <a:pt x="65605" y="57030"/>
                  </a:lnTo>
                  <a:lnTo>
                    <a:pt x="66917" y="57231"/>
                  </a:lnTo>
                  <a:lnTo>
                    <a:pt x="68229" y="57433"/>
                  </a:lnTo>
                  <a:lnTo>
                    <a:pt x="69601" y="57655"/>
                  </a:lnTo>
                  <a:lnTo>
                    <a:pt x="70973" y="57857"/>
                  </a:lnTo>
                  <a:lnTo>
                    <a:pt x="72366" y="58039"/>
                  </a:lnTo>
                  <a:lnTo>
                    <a:pt x="73758" y="58200"/>
                  </a:lnTo>
                  <a:lnTo>
                    <a:pt x="74444" y="58261"/>
                  </a:lnTo>
                  <a:lnTo>
                    <a:pt x="75151" y="58321"/>
                  </a:lnTo>
                  <a:lnTo>
                    <a:pt x="75837" y="58361"/>
                  </a:lnTo>
                  <a:lnTo>
                    <a:pt x="76543" y="58382"/>
                  </a:lnTo>
                  <a:lnTo>
                    <a:pt x="77249" y="58382"/>
                  </a:lnTo>
                  <a:lnTo>
                    <a:pt x="77935" y="58361"/>
                  </a:lnTo>
                  <a:lnTo>
                    <a:pt x="78642" y="58341"/>
                  </a:lnTo>
                  <a:lnTo>
                    <a:pt x="79328" y="58281"/>
                  </a:lnTo>
                  <a:lnTo>
                    <a:pt x="79812" y="58220"/>
                  </a:lnTo>
                  <a:lnTo>
                    <a:pt x="80337" y="58160"/>
                  </a:lnTo>
                  <a:lnTo>
                    <a:pt x="80882" y="58059"/>
                  </a:lnTo>
                  <a:lnTo>
                    <a:pt x="81467" y="57918"/>
                  </a:lnTo>
                  <a:lnTo>
                    <a:pt x="82032" y="57736"/>
                  </a:lnTo>
                  <a:lnTo>
                    <a:pt x="82315" y="57635"/>
                  </a:lnTo>
                  <a:lnTo>
                    <a:pt x="82597" y="57514"/>
                  </a:lnTo>
                  <a:lnTo>
                    <a:pt x="82880" y="57373"/>
                  </a:lnTo>
                  <a:lnTo>
                    <a:pt x="83142" y="57231"/>
                  </a:lnTo>
                  <a:lnTo>
                    <a:pt x="83404" y="57050"/>
                  </a:lnTo>
                  <a:lnTo>
                    <a:pt x="83667" y="56868"/>
                  </a:lnTo>
                  <a:lnTo>
                    <a:pt x="83868" y="56707"/>
                  </a:lnTo>
                  <a:lnTo>
                    <a:pt x="84050" y="56525"/>
                  </a:lnTo>
                  <a:lnTo>
                    <a:pt x="84232" y="56343"/>
                  </a:lnTo>
                  <a:lnTo>
                    <a:pt x="84413" y="56162"/>
                  </a:lnTo>
                  <a:lnTo>
                    <a:pt x="84716" y="55778"/>
                  </a:lnTo>
                  <a:lnTo>
                    <a:pt x="84998" y="55355"/>
                  </a:lnTo>
                  <a:lnTo>
                    <a:pt x="85220" y="54931"/>
                  </a:lnTo>
                  <a:lnTo>
                    <a:pt x="85442" y="54467"/>
                  </a:lnTo>
                  <a:lnTo>
                    <a:pt x="85604" y="53982"/>
                  </a:lnTo>
                  <a:lnTo>
                    <a:pt x="85765" y="53498"/>
                  </a:lnTo>
                  <a:lnTo>
                    <a:pt x="85886" y="52994"/>
                  </a:lnTo>
                  <a:lnTo>
                    <a:pt x="86007" y="52489"/>
                  </a:lnTo>
                  <a:lnTo>
                    <a:pt x="86088" y="51964"/>
                  </a:lnTo>
                  <a:lnTo>
                    <a:pt x="86169" y="51420"/>
                  </a:lnTo>
                  <a:lnTo>
                    <a:pt x="86290" y="50350"/>
                  </a:lnTo>
                  <a:lnTo>
                    <a:pt x="86371" y="49260"/>
                  </a:lnTo>
                  <a:lnTo>
                    <a:pt x="86492" y="47949"/>
                  </a:lnTo>
                  <a:lnTo>
                    <a:pt x="86573" y="47283"/>
                  </a:lnTo>
                  <a:lnTo>
                    <a:pt x="86653" y="46637"/>
                  </a:lnTo>
                  <a:lnTo>
                    <a:pt x="86754" y="46052"/>
                  </a:lnTo>
                  <a:lnTo>
                    <a:pt x="86895" y="45487"/>
                  </a:lnTo>
                  <a:lnTo>
                    <a:pt x="87037" y="44901"/>
                  </a:lnTo>
                  <a:lnTo>
                    <a:pt x="87218" y="44336"/>
                  </a:lnTo>
                  <a:lnTo>
                    <a:pt x="87420" y="43771"/>
                  </a:lnTo>
                  <a:lnTo>
                    <a:pt x="87642" y="43206"/>
                  </a:lnTo>
                  <a:lnTo>
                    <a:pt x="87884" y="42661"/>
                  </a:lnTo>
                  <a:lnTo>
                    <a:pt x="88167" y="42117"/>
                  </a:lnTo>
                  <a:lnTo>
                    <a:pt x="88449" y="41592"/>
                  </a:lnTo>
                  <a:lnTo>
                    <a:pt x="88772" y="41067"/>
                  </a:lnTo>
                  <a:lnTo>
                    <a:pt x="89115" y="40563"/>
                  </a:lnTo>
                  <a:lnTo>
                    <a:pt x="89478" y="40058"/>
                  </a:lnTo>
                  <a:lnTo>
                    <a:pt x="89842" y="39574"/>
                  </a:lnTo>
                  <a:lnTo>
                    <a:pt x="90245" y="39089"/>
                  </a:lnTo>
                  <a:lnTo>
                    <a:pt x="90669" y="38646"/>
                  </a:lnTo>
                  <a:lnTo>
                    <a:pt x="91113" y="38202"/>
                  </a:lnTo>
                  <a:lnTo>
                    <a:pt x="91577" y="37758"/>
                  </a:lnTo>
                  <a:lnTo>
                    <a:pt x="92041" y="37354"/>
                  </a:lnTo>
                  <a:lnTo>
                    <a:pt x="92526" y="36971"/>
                  </a:lnTo>
                  <a:lnTo>
                    <a:pt x="93030" y="36607"/>
                  </a:lnTo>
                  <a:lnTo>
                    <a:pt x="93535" y="36264"/>
                  </a:lnTo>
                  <a:lnTo>
                    <a:pt x="94059" y="35941"/>
                  </a:lnTo>
                  <a:lnTo>
                    <a:pt x="94584" y="35639"/>
                  </a:lnTo>
                  <a:lnTo>
                    <a:pt x="95129" y="35376"/>
                  </a:lnTo>
                  <a:lnTo>
                    <a:pt x="95674" y="35114"/>
                  </a:lnTo>
                  <a:lnTo>
                    <a:pt x="96239" y="34892"/>
                  </a:lnTo>
                  <a:lnTo>
                    <a:pt x="96804" y="34690"/>
                  </a:lnTo>
                  <a:lnTo>
                    <a:pt x="97369" y="34529"/>
                  </a:lnTo>
                  <a:lnTo>
                    <a:pt x="97934" y="34367"/>
                  </a:lnTo>
                  <a:lnTo>
                    <a:pt x="98519" y="34246"/>
                  </a:lnTo>
                  <a:lnTo>
                    <a:pt x="99084" y="34166"/>
                  </a:lnTo>
                  <a:lnTo>
                    <a:pt x="99669" y="34085"/>
                  </a:lnTo>
                  <a:lnTo>
                    <a:pt x="100255" y="34044"/>
                  </a:lnTo>
                  <a:lnTo>
                    <a:pt x="100860" y="34024"/>
                  </a:lnTo>
                  <a:lnTo>
                    <a:pt x="101445" y="34044"/>
                  </a:lnTo>
                  <a:lnTo>
                    <a:pt x="102051" y="34085"/>
                  </a:lnTo>
                  <a:lnTo>
                    <a:pt x="102636" y="34145"/>
                  </a:lnTo>
                  <a:lnTo>
                    <a:pt x="103221" y="34246"/>
                  </a:lnTo>
                  <a:lnTo>
                    <a:pt x="103806" y="34367"/>
                  </a:lnTo>
                  <a:lnTo>
                    <a:pt x="104391" y="34509"/>
                  </a:lnTo>
                  <a:lnTo>
                    <a:pt x="104977" y="34690"/>
                  </a:lnTo>
                  <a:lnTo>
                    <a:pt x="105542" y="34892"/>
                  </a:lnTo>
                  <a:lnTo>
                    <a:pt x="106127" y="35114"/>
                  </a:lnTo>
                  <a:lnTo>
                    <a:pt x="106672" y="35356"/>
                  </a:lnTo>
                  <a:lnTo>
                    <a:pt x="107237" y="35639"/>
                  </a:lnTo>
                  <a:lnTo>
                    <a:pt x="107782" y="35941"/>
                  </a:lnTo>
                  <a:lnTo>
                    <a:pt x="108306" y="36264"/>
                  </a:lnTo>
                  <a:lnTo>
                    <a:pt x="108831" y="36607"/>
                  </a:lnTo>
                  <a:lnTo>
                    <a:pt x="109336" y="36971"/>
                  </a:lnTo>
                  <a:lnTo>
                    <a:pt x="109820" y="37354"/>
                  </a:lnTo>
                  <a:lnTo>
                    <a:pt x="110284" y="37758"/>
                  </a:lnTo>
                  <a:lnTo>
                    <a:pt x="110728" y="38161"/>
                  </a:lnTo>
                  <a:lnTo>
                    <a:pt x="111152" y="38585"/>
                  </a:lnTo>
                  <a:lnTo>
                    <a:pt x="111535" y="39029"/>
                  </a:lnTo>
                  <a:lnTo>
                    <a:pt x="111919" y="39493"/>
                  </a:lnTo>
                  <a:lnTo>
                    <a:pt x="112262" y="39957"/>
                  </a:lnTo>
                  <a:lnTo>
                    <a:pt x="112605" y="40442"/>
                  </a:lnTo>
                  <a:lnTo>
                    <a:pt x="112907" y="40946"/>
                  </a:lnTo>
                  <a:lnTo>
                    <a:pt x="113190" y="41451"/>
                  </a:lnTo>
                  <a:lnTo>
                    <a:pt x="113452" y="41955"/>
                  </a:lnTo>
                  <a:lnTo>
                    <a:pt x="113674" y="42480"/>
                  </a:lnTo>
                  <a:lnTo>
                    <a:pt x="113876" y="43025"/>
                  </a:lnTo>
                  <a:lnTo>
                    <a:pt x="114058" y="43569"/>
                  </a:lnTo>
                  <a:lnTo>
                    <a:pt x="114219" y="44114"/>
                  </a:lnTo>
                  <a:lnTo>
                    <a:pt x="114038" y="43610"/>
                  </a:lnTo>
                  <a:lnTo>
                    <a:pt x="113937" y="43368"/>
                  </a:lnTo>
                  <a:lnTo>
                    <a:pt x="113816" y="43126"/>
                  </a:lnTo>
                  <a:lnTo>
                    <a:pt x="113694" y="42904"/>
                  </a:lnTo>
                  <a:lnTo>
                    <a:pt x="113573" y="42682"/>
                  </a:lnTo>
                  <a:lnTo>
                    <a:pt x="113432" y="42500"/>
                  </a:lnTo>
                  <a:lnTo>
                    <a:pt x="113251" y="42318"/>
                  </a:lnTo>
                  <a:lnTo>
                    <a:pt x="113210" y="42379"/>
                  </a:lnTo>
                  <a:lnTo>
                    <a:pt x="113372" y="42560"/>
                  </a:lnTo>
                  <a:lnTo>
                    <a:pt x="113533" y="42782"/>
                  </a:lnTo>
                  <a:lnTo>
                    <a:pt x="113674" y="43025"/>
                  </a:lnTo>
                  <a:lnTo>
                    <a:pt x="113816" y="43267"/>
                  </a:lnTo>
                  <a:lnTo>
                    <a:pt x="113916" y="43529"/>
                  </a:lnTo>
                  <a:lnTo>
                    <a:pt x="114017" y="43812"/>
                  </a:lnTo>
                  <a:lnTo>
                    <a:pt x="114219" y="44377"/>
                  </a:lnTo>
                  <a:lnTo>
                    <a:pt x="114360" y="44760"/>
                  </a:lnTo>
                  <a:lnTo>
                    <a:pt x="114502" y="45144"/>
                  </a:lnTo>
                  <a:lnTo>
                    <a:pt x="114663" y="45507"/>
                  </a:lnTo>
                  <a:lnTo>
                    <a:pt x="114744" y="45668"/>
                  </a:lnTo>
                  <a:lnTo>
                    <a:pt x="114845" y="45809"/>
                  </a:lnTo>
                  <a:lnTo>
                    <a:pt x="114946" y="45951"/>
                  </a:lnTo>
                  <a:lnTo>
                    <a:pt x="115067" y="46072"/>
                  </a:lnTo>
                  <a:lnTo>
                    <a:pt x="115188" y="46173"/>
                  </a:lnTo>
                  <a:lnTo>
                    <a:pt x="115309" y="46274"/>
                  </a:lnTo>
                  <a:lnTo>
                    <a:pt x="115470" y="46334"/>
                  </a:lnTo>
                  <a:lnTo>
                    <a:pt x="115632" y="46375"/>
                  </a:lnTo>
                  <a:lnTo>
                    <a:pt x="115793" y="46395"/>
                  </a:lnTo>
                  <a:lnTo>
                    <a:pt x="115995" y="46395"/>
                  </a:lnTo>
                  <a:lnTo>
                    <a:pt x="116156" y="46375"/>
                  </a:lnTo>
                  <a:lnTo>
                    <a:pt x="116318" y="46334"/>
                  </a:lnTo>
                  <a:lnTo>
                    <a:pt x="116479" y="46274"/>
                  </a:lnTo>
                  <a:lnTo>
                    <a:pt x="116641" y="46173"/>
                  </a:lnTo>
                  <a:lnTo>
                    <a:pt x="116822" y="46072"/>
                  </a:lnTo>
                  <a:lnTo>
                    <a:pt x="116984" y="45931"/>
                  </a:lnTo>
                  <a:lnTo>
                    <a:pt x="117145" y="45769"/>
                  </a:lnTo>
                  <a:lnTo>
                    <a:pt x="117327" y="45587"/>
                  </a:lnTo>
                  <a:lnTo>
                    <a:pt x="117630" y="45224"/>
                  </a:lnTo>
                  <a:lnTo>
                    <a:pt x="117892" y="44841"/>
                  </a:lnTo>
                  <a:lnTo>
                    <a:pt x="118134" y="44437"/>
                  </a:lnTo>
                  <a:lnTo>
                    <a:pt x="118356" y="44034"/>
                  </a:lnTo>
                  <a:lnTo>
                    <a:pt x="118558" y="43630"/>
                  </a:lnTo>
                  <a:lnTo>
                    <a:pt x="118739" y="43186"/>
                  </a:lnTo>
                  <a:lnTo>
                    <a:pt x="118901" y="42762"/>
                  </a:lnTo>
                  <a:lnTo>
                    <a:pt x="119042" y="42318"/>
                  </a:lnTo>
                  <a:lnTo>
                    <a:pt x="119183" y="41854"/>
                  </a:lnTo>
                  <a:lnTo>
                    <a:pt x="119284" y="41410"/>
                  </a:lnTo>
                  <a:lnTo>
                    <a:pt x="119486" y="40482"/>
                  </a:lnTo>
                  <a:lnTo>
                    <a:pt x="119648" y="39554"/>
                  </a:lnTo>
                  <a:lnTo>
                    <a:pt x="119789" y="38625"/>
                  </a:lnTo>
                  <a:lnTo>
                    <a:pt x="119950" y="37394"/>
                  </a:lnTo>
                  <a:lnTo>
                    <a:pt x="120092" y="36184"/>
                  </a:lnTo>
                  <a:lnTo>
                    <a:pt x="120233" y="34953"/>
                  </a:lnTo>
                  <a:lnTo>
                    <a:pt x="120334" y="33742"/>
                  </a:lnTo>
                  <a:lnTo>
                    <a:pt x="120455" y="32511"/>
                  </a:lnTo>
                  <a:lnTo>
                    <a:pt x="120536" y="31280"/>
                  </a:lnTo>
                  <a:lnTo>
                    <a:pt x="120616" y="30069"/>
                  </a:lnTo>
                  <a:lnTo>
                    <a:pt x="120697" y="28838"/>
                  </a:lnTo>
                  <a:lnTo>
                    <a:pt x="120737" y="27607"/>
                  </a:lnTo>
                  <a:lnTo>
                    <a:pt x="120778" y="26376"/>
                  </a:lnTo>
                  <a:lnTo>
                    <a:pt x="120798" y="25145"/>
                  </a:lnTo>
                  <a:lnTo>
                    <a:pt x="120818" y="23914"/>
                  </a:lnTo>
                  <a:lnTo>
                    <a:pt x="120818" y="22683"/>
                  </a:lnTo>
                  <a:lnTo>
                    <a:pt x="120798" y="21452"/>
                  </a:lnTo>
                  <a:lnTo>
                    <a:pt x="120778" y="20241"/>
                  </a:lnTo>
                  <a:lnTo>
                    <a:pt x="120737" y="19010"/>
                  </a:lnTo>
                  <a:lnTo>
                    <a:pt x="120697" y="18143"/>
                  </a:lnTo>
                  <a:lnTo>
                    <a:pt x="120636" y="17275"/>
                  </a:lnTo>
                  <a:lnTo>
                    <a:pt x="120576" y="16407"/>
                  </a:lnTo>
                  <a:lnTo>
                    <a:pt x="120495" y="15519"/>
                  </a:lnTo>
                  <a:lnTo>
                    <a:pt x="120374" y="14651"/>
                  </a:lnTo>
                  <a:lnTo>
                    <a:pt x="120233" y="13763"/>
                  </a:lnTo>
                  <a:lnTo>
                    <a:pt x="120071" y="12896"/>
                  </a:lnTo>
                  <a:lnTo>
                    <a:pt x="119870" y="12048"/>
                  </a:lnTo>
                  <a:lnTo>
                    <a:pt x="119648" y="11201"/>
                  </a:lnTo>
                  <a:lnTo>
                    <a:pt x="119365" y="10353"/>
                  </a:lnTo>
                  <a:lnTo>
                    <a:pt x="119062" y="9546"/>
                  </a:lnTo>
                  <a:lnTo>
                    <a:pt x="118881" y="9142"/>
                  </a:lnTo>
                  <a:lnTo>
                    <a:pt x="118699" y="8759"/>
                  </a:lnTo>
                  <a:lnTo>
                    <a:pt x="118497" y="8375"/>
                  </a:lnTo>
                  <a:lnTo>
                    <a:pt x="118296" y="7992"/>
                  </a:lnTo>
                  <a:lnTo>
                    <a:pt x="118074" y="7609"/>
                  </a:lnTo>
                  <a:lnTo>
                    <a:pt x="117831" y="7245"/>
                  </a:lnTo>
                  <a:lnTo>
                    <a:pt x="117589" y="6902"/>
                  </a:lnTo>
                  <a:lnTo>
                    <a:pt x="117327" y="6559"/>
                  </a:lnTo>
                  <a:lnTo>
                    <a:pt x="117044" y="6216"/>
                  </a:lnTo>
                  <a:lnTo>
                    <a:pt x="116762" y="5873"/>
                  </a:lnTo>
                  <a:lnTo>
                    <a:pt x="116257" y="5369"/>
                  </a:lnTo>
                  <a:lnTo>
                    <a:pt x="115712" y="4884"/>
                  </a:lnTo>
                  <a:lnTo>
                    <a:pt x="115127" y="4420"/>
                  </a:lnTo>
                  <a:lnTo>
                    <a:pt x="114502" y="3976"/>
                  </a:lnTo>
                  <a:lnTo>
                    <a:pt x="113836" y="3573"/>
                  </a:lnTo>
                  <a:lnTo>
                    <a:pt x="113129" y="3189"/>
                  </a:lnTo>
                  <a:lnTo>
                    <a:pt x="112403" y="2846"/>
                  </a:lnTo>
                  <a:lnTo>
                    <a:pt x="111596" y="2503"/>
                  </a:lnTo>
                  <a:lnTo>
                    <a:pt x="110970" y="2261"/>
                  </a:lnTo>
                  <a:lnTo>
                    <a:pt x="110284" y="2039"/>
                  </a:lnTo>
                  <a:lnTo>
                    <a:pt x="109578" y="1837"/>
                  </a:lnTo>
                  <a:lnTo>
                    <a:pt x="108851" y="1635"/>
                  </a:lnTo>
                  <a:lnTo>
                    <a:pt x="108064" y="1433"/>
                  </a:lnTo>
                  <a:lnTo>
                    <a:pt x="107257" y="1272"/>
                  </a:lnTo>
                  <a:lnTo>
                    <a:pt x="106389" y="1090"/>
                  </a:lnTo>
                  <a:lnTo>
                    <a:pt x="105481" y="949"/>
                  </a:lnTo>
                  <a:lnTo>
                    <a:pt x="103988" y="707"/>
                  </a:lnTo>
                  <a:lnTo>
                    <a:pt x="102474" y="505"/>
                  </a:lnTo>
                  <a:lnTo>
                    <a:pt x="100961" y="344"/>
                  </a:lnTo>
                  <a:lnTo>
                    <a:pt x="99447" y="202"/>
                  </a:lnTo>
                  <a:lnTo>
                    <a:pt x="97934" y="102"/>
                  </a:lnTo>
                  <a:lnTo>
                    <a:pt x="96420" y="41"/>
                  </a:lnTo>
                  <a:lnTo>
                    <a:pt x="948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7"/>
            <p:cNvSpPr/>
            <p:nvPr/>
          </p:nvSpPr>
          <p:spPr>
            <a:xfrm flipH="1">
              <a:off x="-1055215" y="-5268675"/>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7"/>
            <p:cNvSpPr/>
            <p:nvPr/>
          </p:nvSpPr>
          <p:spPr>
            <a:xfrm flipH="1">
              <a:off x="2060921" y="-3413869"/>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7"/>
            <p:cNvSpPr/>
            <p:nvPr/>
          </p:nvSpPr>
          <p:spPr>
            <a:xfrm flipH="1">
              <a:off x="497192" y="-5154682"/>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7"/>
            <p:cNvSpPr/>
            <p:nvPr/>
          </p:nvSpPr>
          <p:spPr>
            <a:xfrm flipH="1">
              <a:off x="-1306807" y="-1638114"/>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7"/>
            <p:cNvSpPr/>
            <p:nvPr/>
          </p:nvSpPr>
          <p:spPr>
            <a:xfrm flipH="1">
              <a:off x="1696475" y="-3953198"/>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7"/>
            <p:cNvSpPr/>
            <p:nvPr/>
          </p:nvSpPr>
          <p:spPr>
            <a:xfrm flipH="1">
              <a:off x="39193" y="-3980256"/>
              <a:ext cx="262933" cy="275344"/>
            </a:xfrm>
            <a:custGeom>
              <a:rect b="b" l="l" r="r" t="t"/>
              <a:pathLst>
                <a:path extrusionOk="0" h="4925" w="4703">
                  <a:moveTo>
                    <a:pt x="1938" y="81"/>
                  </a:moveTo>
                  <a:lnTo>
                    <a:pt x="2160" y="122"/>
                  </a:lnTo>
                  <a:lnTo>
                    <a:pt x="2382" y="182"/>
                  </a:lnTo>
                  <a:lnTo>
                    <a:pt x="2604" y="283"/>
                  </a:lnTo>
                  <a:lnTo>
                    <a:pt x="2785" y="384"/>
                  </a:lnTo>
                  <a:lnTo>
                    <a:pt x="2967" y="505"/>
                  </a:lnTo>
                  <a:lnTo>
                    <a:pt x="3129" y="626"/>
                  </a:lnTo>
                  <a:lnTo>
                    <a:pt x="3411" y="889"/>
                  </a:lnTo>
                  <a:lnTo>
                    <a:pt x="3613" y="1111"/>
                  </a:lnTo>
                  <a:lnTo>
                    <a:pt x="3794" y="1353"/>
                  </a:lnTo>
                  <a:lnTo>
                    <a:pt x="3976" y="1595"/>
                  </a:lnTo>
                  <a:lnTo>
                    <a:pt x="4117" y="1857"/>
                  </a:lnTo>
                  <a:lnTo>
                    <a:pt x="4259" y="2120"/>
                  </a:lnTo>
                  <a:lnTo>
                    <a:pt x="4380" y="2402"/>
                  </a:lnTo>
                  <a:lnTo>
                    <a:pt x="4460" y="2685"/>
                  </a:lnTo>
                  <a:lnTo>
                    <a:pt x="4541" y="2967"/>
                  </a:lnTo>
                  <a:lnTo>
                    <a:pt x="4602" y="3330"/>
                  </a:lnTo>
                  <a:lnTo>
                    <a:pt x="4622" y="3472"/>
                  </a:lnTo>
                  <a:lnTo>
                    <a:pt x="4622" y="3633"/>
                  </a:lnTo>
                  <a:lnTo>
                    <a:pt x="4602" y="3774"/>
                  </a:lnTo>
                  <a:lnTo>
                    <a:pt x="4561" y="3895"/>
                  </a:lnTo>
                  <a:lnTo>
                    <a:pt x="4521" y="4016"/>
                  </a:lnTo>
                  <a:lnTo>
                    <a:pt x="4481" y="4138"/>
                  </a:lnTo>
                  <a:lnTo>
                    <a:pt x="4380" y="4279"/>
                  </a:lnTo>
                  <a:lnTo>
                    <a:pt x="4238" y="4400"/>
                  </a:lnTo>
                  <a:lnTo>
                    <a:pt x="4097" y="4521"/>
                  </a:lnTo>
                  <a:lnTo>
                    <a:pt x="3916" y="4622"/>
                  </a:lnTo>
                  <a:lnTo>
                    <a:pt x="3673" y="4723"/>
                  </a:lnTo>
                  <a:lnTo>
                    <a:pt x="3431" y="4783"/>
                  </a:lnTo>
                  <a:lnTo>
                    <a:pt x="3189" y="4844"/>
                  </a:lnTo>
                  <a:lnTo>
                    <a:pt x="2685" y="4844"/>
                  </a:lnTo>
                  <a:lnTo>
                    <a:pt x="2442" y="4804"/>
                  </a:lnTo>
                  <a:lnTo>
                    <a:pt x="2200" y="4723"/>
                  </a:lnTo>
                  <a:lnTo>
                    <a:pt x="1958" y="4622"/>
                  </a:lnTo>
                  <a:lnTo>
                    <a:pt x="1676" y="4460"/>
                  </a:lnTo>
                  <a:lnTo>
                    <a:pt x="1393" y="4238"/>
                  </a:lnTo>
                  <a:lnTo>
                    <a:pt x="1111" y="3976"/>
                  </a:lnTo>
                  <a:lnTo>
                    <a:pt x="868" y="3694"/>
                  </a:lnTo>
                  <a:lnTo>
                    <a:pt x="646" y="3391"/>
                  </a:lnTo>
                  <a:lnTo>
                    <a:pt x="445" y="3068"/>
                  </a:lnTo>
                  <a:lnTo>
                    <a:pt x="283" y="2725"/>
                  </a:lnTo>
                  <a:lnTo>
                    <a:pt x="162" y="2382"/>
                  </a:lnTo>
                  <a:lnTo>
                    <a:pt x="122" y="2160"/>
                  </a:lnTo>
                  <a:lnTo>
                    <a:pt x="81" y="1958"/>
                  </a:lnTo>
                  <a:lnTo>
                    <a:pt x="81" y="1756"/>
                  </a:lnTo>
                  <a:lnTo>
                    <a:pt x="81" y="1555"/>
                  </a:lnTo>
                  <a:lnTo>
                    <a:pt x="122" y="1373"/>
                  </a:lnTo>
                  <a:lnTo>
                    <a:pt x="162" y="1191"/>
                  </a:lnTo>
                  <a:lnTo>
                    <a:pt x="243" y="1010"/>
                  </a:lnTo>
                  <a:lnTo>
                    <a:pt x="323" y="848"/>
                  </a:lnTo>
                  <a:lnTo>
                    <a:pt x="445" y="687"/>
                  </a:lnTo>
                  <a:lnTo>
                    <a:pt x="606" y="525"/>
                  </a:lnTo>
                  <a:lnTo>
                    <a:pt x="767" y="404"/>
                  </a:lnTo>
                  <a:lnTo>
                    <a:pt x="949" y="283"/>
                  </a:lnTo>
                  <a:lnTo>
                    <a:pt x="1151" y="202"/>
                  </a:lnTo>
                  <a:lnTo>
                    <a:pt x="1353" y="122"/>
                  </a:lnTo>
                  <a:lnTo>
                    <a:pt x="1554" y="81"/>
                  </a:lnTo>
                  <a:close/>
                  <a:moveTo>
                    <a:pt x="1696" y="1"/>
                  </a:moveTo>
                  <a:lnTo>
                    <a:pt x="1454" y="21"/>
                  </a:lnTo>
                  <a:lnTo>
                    <a:pt x="1211" y="81"/>
                  </a:lnTo>
                  <a:lnTo>
                    <a:pt x="989" y="182"/>
                  </a:lnTo>
                  <a:lnTo>
                    <a:pt x="767" y="303"/>
                  </a:lnTo>
                  <a:lnTo>
                    <a:pt x="586" y="445"/>
                  </a:lnTo>
                  <a:lnTo>
                    <a:pt x="404" y="626"/>
                  </a:lnTo>
                  <a:lnTo>
                    <a:pt x="263" y="808"/>
                  </a:lnTo>
                  <a:lnTo>
                    <a:pt x="162" y="989"/>
                  </a:lnTo>
                  <a:lnTo>
                    <a:pt x="81" y="1171"/>
                  </a:lnTo>
                  <a:lnTo>
                    <a:pt x="41" y="1353"/>
                  </a:lnTo>
                  <a:lnTo>
                    <a:pt x="1" y="1555"/>
                  </a:lnTo>
                  <a:lnTo>
                    <a:pt x="1" y="1756"/>
                  </a:lnTo>
                  <a:lnTo>
                    <a:pt x="1" y="1958"/>
                  </a:lnTo>
                  <a:lnTo>
                    <a:pt x="41" y="2180"/>
                  </a:lnTo>
                  <a:lnTo>
                    <a:pt x="81" y="2402"/>
                  </a:lnTo>
                  <a:lnTo>
                    <a:pt x="202" y="2745"/>
                  </a:lnTo>
                  <a:lnTo>
                    <a:pt x="364" y="3088"/>
                  </a:lnTo>
                  <a:lnTo>
                    <a:pt x="566" y="3431"/>
                  </a:lnTo>
                  <a:lnTo>
                    <a:pt x="808" y="3754"/>
                  </a:lnTo>
                  <a:lnTo>
                    <a:pt x="1050" y="4037"/>
                  </a:lnTo>
                  <a:lnTo>
                    <a:pt x="1332" y="4299"/>
                  </a:lnTo>
                  <a:lnTo>
                    <a:pt x="1635" y="4521"/>
                  </a:lnTo>
                  <a:lnTo>
                    <a:pt x="1938" y="4703"/>
                  </a:lnTo>
                  <a:lnTo>
                    <a:pt x="2160" y="4804"/>
                  </a:lnTo>
                  <a:lnTo>
                    <a:pt x="2422" y="4864"/>
                  </a:lnTo>
                  <a:lnTo>
                    <a:pt x="2664" y="4925"/>
                  </a:lnTo>
                  <a:lnTo>
                    <a:pt x="3189" y="4925"/>
                  </a:lnTo>
                  <a:lnTo>
                    <a:pt x="3451" y="4864"/>
                  </a:lnTo>
                  <a:lnTo>
                    <a:pt x="3714" y="4804"/>
                  </a:lnTo>
                  <a:lnTo>
                    <a:pt x="3956" y="4682"/>
                  </a:lnTo>
                  <a:lnTo>
                    <a:pt x="4138" y="4582"/>
                  </a:lnTo>
                  <a:lnTo>
                    <a:pt x="4299" y="4460"/>
                  </a:lnTo>
                  <a:lnTo>
                    <a:pt x="4440" y="4319"/>
                  </a:lnTo>
                  <a:lnTo>
                    <a:pt x="4541" y="4178"/>
                  </a:lnTo>
                  <a:lnTo>
                    <a:pt x="4602" y="4057"/>
                  </a:lnTo>
                  <a:lnTo>
                    <a:pt x="4642" y="3916"/>
                  </a:lnTo>
                  <a:lnTo>
                    <a:pt x="4682" y="3795"/>
                  </a:lnTo>
                  <a:lnTo>
                    <a:pt x="4703" y="3633"/>
                  </a:lnTo>
                  <a:lnTo>
                    <a:pt x="4703" y="3492"/>
                  </a:lnTo>
                  <a:lnTo>
                    <a:pt x="4682" y="3310"/>
                  </a:lnTo>
                  <a:lnTo>
                    <a:pt x="4622" y="2947"/>
                  </a:lnTo>
                  <a:lnTo>
                    <a:pt x="4541" y="2664"/>
                  </a:lnTo>
                  <a:lnTo>
                    <a:pt x="4440" y="2362"/>
                  </a:lnTo>
                  <a:lnTo>
                    <a:pt x="4339" y="2099"/>
                  </a:lnTo>
                  <a:lnTo>
                    <a:pt x="4198" y="1817"/>
                  </a:lnTo>
                  <a:lnTo>
                    <a:pt x="4037" y="1555"/>
                  </a:lnTo>
                  <a:lnTo>
                    <a:pt x="3855" y="1312"/>
                  </a:lnTo>
                  <a:lnTo>
                    <a:pt x="3673" y="1070"/>
                  </a:lnTo>
                  <a:lnTo>
                    <a:pt x="3472" y="828"/>
                  </a:lnTo>
                  <a:lnTo>
                    <a:pt x="3189" y="566"/>
                  </a:lnTo>
                  <a:lnTo>
                    <a:pt x="3007" y="445"/>
                  </a:lnTo>
                  <a:lnTo>
                    <a:pt x="2826" y="324"/>
                  </a:lnTo>
                  <a:lnTo>
                    <a:pt x="2624" y="202"/>
                  </a:lnTo>
                  <a:lnTo>
                    <a:pt x="2422" y="102"/>
                  </a:lnTo>
                  <a:lnTo>
                    <a:pt x="2180" y="41"/>
                  </a:lnTo>
                  <a:lnTo>
                    <a:pt x="1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7"/>
            <p:cNvSpPr/>
            <p:nvPr/>
          </p:nvSpPr>
          <p:spPr>
            <a:xfrm flipH="1">
              <a:off x="-3393920" y="-1511765"/>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7"/>
            <p:cNvSpPr/>
            <p:nvPr/>
          </p:nvSpPr>
          <p:spPr>
            <a:xfrm flipH="1">
              <a:off x="-2932478" y="-2601605"/>
              <a:ext cx="1395619" cy="1650669"/>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7"/>
            <p:cNvSpPr/>
            <p:nvPr/>
          </p:nvSpPr>
          <p:spPr>
            <a:xfrm flipH="1">
              <a:off x="-1104859" y="-1581704"/>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7"/>
            <p:cNvSpPr/>
            <p:nvPr/>
          </p:nvSpPr>
          <p:spPr>
            <a:xfrm flipH="1">
              <a:off x="-3292388" y="-1404593"/>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7"/>
            <p:cNvSpPr/>
            <p:nvPr/>
          </p:nvSpPr>
          <p:spPr>
            <a:xfrm flipH="1">
              <a:off x="-979618" y="-5128741"/>
              <a:ext cx="1730784" cy="1441910"/>
            </a:xfrm>
            <a:custGeom>
              <a:rect b="b" l="l" r="r" t="t"/>
              <a:pathLst>
                <a:path extrusionOk="0" h="25791" w="30958">
                  <a:moveTo>
                    <a:pt x="13179" y="81"/>
                  </a:moveTo>
                  <a:lnTo>
                    <a:pt x="14551" y="101"/>
                  </a:lnTo>
                  <a:lnTo>
                    <a:pt x="15257" y="121"/>
                  </a:lnTo>
                  <a:lnTo>
                    <a:pt x="15963" y="162"/>
                  </a:lnTo>
                  <a:lnTo>
                    <a:pt x="16690" y="242"/>
                  </a:lnTo>
                  <a:lnTo>
                    <a:pt x="17416" y="323"/>
                  </a:lnTo>
                  <a:lnTo>
                    <a:pt x="18143" y="444"/>
                  </a:lnTo>
                  <a:lnTo>
                    <a:pt x="18869" y="586"/>
                  </a:lnTo>
                  <a:lnTo>
                    <a:pt x="19576" y="767"/>
                  </a:lnTo>
                  <a:lnTo>
                    <a:pt x="20282" y="969"/>
                  </a:lnTo>
                  <a:lnTo>
                    <a:pt x="20988" y="1211"/>
                  </a:lnTo>
                  <a:lnTo>
                    <a:pt x="21654" y="1494"/>
                  </a:lnTo>
                  <a:lnTo>
                    <a:pt x="21997" y="1655"/>
                  </a:lnTo>
                  <a:lnTo>
                    <a:pt x="22320" y="1837"/>
                  </a:lnTo>
                  <a:lnTo>
                    <a:pt x="22643" y="2018"/>
                  </a:lnTo>
                  <a:lnTo>
                    <a:pt x="22946" y="2200"/>
                  </a:lnTo>
                  <a:lnTo>
                    <a:pt x="23269" y="2402"/>
                  </a:lnTo>
                  <a:lnTo>
                    <a:pt x="23551" y="2624"/>
                  </a:lnTo>
                  <a:lnTo>
                    <a:pt x="23854" y="2866"/>
                  </a:lnTo>
                  <a:lnTo>
                    <a:pt x="24136" y="3108"/>
                  </a:lnTo>
                  <a:lnTo>
                    <a:pt x="24540" y="3491"/>
                  </a:lnTo>
                  <a:lnTo>
                    <a:pt x="24923" y="3895"/>
                  </a:lnTo>
                  <a:lnTo>
                    <a:pt x="25287" y="4339"/>
                  </a:lnTo>
                  <a:lnTo>
                    <a:pt x="25670" y="4823"/>
                  </a:lnTo>
                  <a:lnTo>
                    <a:pt x="26013" y="5348"/>
                  </a:lnTo>
                  <a:lnTo>
                    <a:pt x="26356" y="5913"/>
                  </a:lnTo>
                  <a:lnTo>
                    <a:pt x="26719" y="6518"/>
                  </a:lnTo>
                  <a:lnTo>
                    <a:pt x="27042" y="7164"/>
                  </a:lnTo>
                  <a:lnTo>
                    <a:pt x="27345" y="7749"/>
                  </a:lnTo>
                  <a:lnTo>
                    <a:pt x="27607" y="8335"/>
                  </a:lnTo>
                  <a:lnTo>
                    <a:pt x="27870" y="8940"/>
                  </a:lnTo>
                  <a:lnTo>
                    <a:pt x="28112" y="9546"/>
                  </a:lnTo>
                  <a:lnTo>
                    <a:pt x="28556" y="10756"/>
                  </a:lnTo>
                  <a:lnTo>
                    <a:pt x="28959" y="11947"/>
                  </a:lnTo>
                  <a:lnTo>
                    <a:pt x="29343" y="13138"/>
                  </a:lnTo>
                  <a:lnTo>
                    <a:pt x="29666" y="14328"/>
                  </a:lnTo>
                  <a:lnTo>
                    <a:pt x="29948" y="15478"/>
                  </a:lnTo>
                  <a:lnTo>
                    <a:pt x="30231" y="16588"/>
                  </a:lnTo>
                  <a:lnTo>
                    <a:pt x="30453" y="17577"/>
                  </a:lnTo>
                  <a:lnTo>
                    <a:pt x="30654" y="18606"/>
                  </a:lnTo>
                  <a:lnTo>
                    <a:pt x="30735" y="19111"/>
                  </a:lnTo>
                  <a:lnTo>
                    <a:pt x="30816" y="19636"/>
                  </a:lnTo>
                  <a:lnTo>
                    <a:pt x="30856" y="20160"/>
                  </a:lnTo>
                  <a:lnTo>
                    <a:pt x="30876" y="20685"/>
                  </a:lnTo>
                  <a:lnTo>
                    <a:pt x="30876" y="21169"/>
                  </a:lnTo>
                  <a:lnTo>
                    <a:pt x="30856" y="21674"/>
                  </a:lnTo>
                  <a:lnTo>
                    <a:pt x="30796" y="22219"/>
                  </a:lnTo>
                  <a:lnTo>
                    <a:pt x="30695" y="22784"/>
                  </a:lnTo>
                  <a:lnTo>
                    <a:pt x="30614" y="23046"/>
                  </a:lnTo>
                  <a:lnTo>
                    <a:pt x="30533" y="23329"/>
                  </a:lnTo>
                  <a:lnTo>
                    <a:pt x="30412" y="23611"/>
                  </a:lnTo>
                  <a:lnTo>
                    <a:pt x="30311" y="23873"/>
                  </a:lnTo>
                  <a:lnTo>
                    <a:pt x="30170" y="24136"/>
                  </a:lnTo>
                  <a:lnTo>
                    <a:pt x="30009" y="24398"/>
                  </a:lnTo>
                  <a:lnTo>
                    <a:pt x="29847" y="24640"/>
                  </a:lnTo>
                  <a:lnTo>
                    <a:pt x="29645" y="24882"/>
                  </a:lnTo>
                  <a:lnTo>
                    <a:pt x="29383" y="25145"/>
                  </a:lnTo>
                  <a:lnTo>
                    <a:pt x="29242" y="25266"/>
                  </a:lnTo>
                  <a:lnTo>
                    <a:pt x="29101" y="25387"/>
                  </a:lnTo>
                  <a:lnTo>
                    <a:pt x="28939" y="25468"/>
                  </a:lnTo>
                  <a:lnTo>
                    <a:pt x="28798" y="25548"/>
                  </a:lnTo>
                  <a:lnTo>
                    <a:pt x="28657" y="25609"/>
                  </a:lnTo>
                  <a:lnTo>
                    <a:pt x="28515" y="25649"/>
                  </a:lnTo>
                  <a:lnTo>
                    <a:pt x="28334" y="25690"/>
                  </a:lnTo>
                  <a:lnTo>
                    <a:pt x="28152" y="25710"/>
                  </a:lnTo>
                  <a:lnTo>
                    <a:pt x="27991" y="25710"/>
                  </a:lnTo>
                  <a:lnTo>
                    <a:pt x="27809" y="25690"/>
                  </a:lnTo>
                  <a:lnTo>
                    <a:pt x="27648" y="25669"/>
                  </a:lnTo>
                  <a:lnTo>
                    <a:pt x="27466" y="25629"/>
                  </a:lnTo>
                  <a:lnTo>
                    <a:pt x="27143" y="25508"/>
                  </a:lnTo>
                  <a:lnTo>
                    <a:pt x="26800" y="25347"/>
                  </a:lnTo>
                  <a:lnTo>
                    <a:pt x="26477" y="25165"/>
                  </a:lnTo>
                  <a:lnTo>
                    <a:pt x="26154" y="24963"/>
                  </a:lnTo>
                  <a:lnTo>
                    <a:pt x="25852" y="24741"/>
                  </a:lnTo>
                  <a:lnTo>
                    <a:pt x="25145" y="24196"/>
                  </a:lnTo>
                  <a:lnTo>
                    <a:pt x="24419" y="23631"/>
                  </a:lnTo>
                  <a:lnTo>
                    <a:pt x="23692" y="23046"/>
                  </a:lnTo>
                  <a:lnTo>
                    <a:pt x="22946" y="22420"/>
                  </a:lnTo>
                  <a:lnTo>
                    <a:pt x="22199" y="21775"/>
                  </a:lnTo>
                  <a:lnTo>
                    <a:pt x="21412" y="21109"/>
                  </a:lnTo>
                  <a:lnTo>
                    <a:pt x="20625" y="20382"/>
                  </a:lnTo>
                  <a:lnTo>
                    <a:pt x="19798" y="19636"/>
                  </a:lnTo>
                  <a:lnTo>
                    <a:pt x="18506" y="18405"/>
                  </a:lnTo>
                  <a:lnTo>
                    <a:pt x="17215" y="17153"/>
                  </a:lnTo>
                  <a:lnTo>
                    <a:pt x="14692" y="14671"/>
                  </a:lnTo>
                  <a:lnTo>
                    <a:pt x="12270" y="12290"/>
                  </a:lnTo>
                  <a:lnTo>
                    <a:pt x="11039" y="11079"/>
                  </a:lnTo>
                  <a:lnTo>
                    <a:pt x="9808" y="9909"/>
                  </a:lnTo>
                  <a:lnTo>
                    <a:pt x="8376" y="8597"/>
                  </a:lnTo>
                  <a:lnTo>
                    <a:pt x="7024" y="7406"/>
                  </a:lnTo>
                  <a:lnTo>
                    <a:pt x="5732" y="6317"/>
                  </a:lnTo>
                  <a:lnTo>
                    <a:pt x="4461" y="5308"/>
                  </a:lnTo>
                  <a:lnTo>
                    <a:pt x="4118" y="5086"/>
                  </a:lnTo>
                  <a:lnTo>
                    <a:pt x="3593" y="4743"/>
                  </a:lnTo>
                  <a:lnTo>
                    <a:pt x="2523" y="4057"/>
                  </a:lnTo>
                  <a:lnTo>
                    <a:pt x="1958" y="3673"/>
                  </a:lnTo>
                  <a:lnTo>
                    <a:pt x="1414" y="3290"/>
                  </a:lnTo>
                  <a:lnTo>
                    <a:pt x="929" y="2886"/>
                  </a:lnTo>
                  <a:lnTo>
                    <a:pt x="707" y="2704"/>
                  </a:lnTo>
                  <a:lnTo>
                    <a:pt x="526" y="2503"/>
                  </a:lnTo>
                  <a:lnTo>
                    <a:pt x="364" y="2341"/>
                  </a:lnTo>
                  <a:lnTo>
                    <a:pt x="223" y="2160"/>
                  </a:lnTo>
                  <a:lnTo>
                    <a:pt x="142" y="1998"/>
                  </a:lnTo>
                  <a:lnTo>
                    <a:pt x="82" y="1857"/>
                  </a:lnTo>
                  <a:lnTo>
                    <a:pt x="82" y="1776"/>
                  </a:lnTo>
                  <a:lnTo>
                    <a:pt x="82" y="1716"/>
                  </a:lnTo>
                  <a:lnTo>
                    <a:pt x="102" y="1655"/>
                  </a:lnTo>
                  <a:lnTo>
                    <a:pt x="142" y="1595"/>
                  </a:lnTo>
                  <a:lnTo>
                    <a:pt x="243" y="1473"/>
                  </a:lnTo>
                  <a:lnTo>
                    <a:pt x="364" y="1373"/>
                  </a:lnTo>
                  <a:lnTo>
                    <a:pt x="485" y="1292"/>
                  </a:lnTo>
                  <a:lnTo>
                    <a:pt x="647" y="1231"/>
                  </a:lnTo>
                  <a:lnTo>
                    <a:pt x="788" y="1171"/>
                  </a:lnTo>
                  <a:lnTo>
                    <a:pt x="949" y="1130"/>
                  </a:lnTo>
                  <a:lnTo>
                    <a:pt x="1292" y="1070"/>
                  </a:lnTo>
                  <a:lnTo>
                    <a:pt x="2745" y="848"/>
                  </a:lnTo>
                  <a:lnTo>
                    <a:pt x="4219" y="646"/>
                  </a:lnTo>
                  <a:lnTo>
                    <a:pt x="5712" y="464"/>
                  </a:lnTo>
                  <a:lnTo>
                    <a:pt x="7185" y="323"/>
                  </a:lnTo>
                  <a:lnTo>
                    <a:pt x="8658" y="222"/>
                  </a:lnTo>
                  <a:lnTo>
                    <a:pt x="10152" y="142"/>
                  </a:lnTo>
                  <a:lnTo>
                    <a:pt x="11645" y="81"/>
                  </a:lnTo>
                  <a:close/>
                  <a:moveTo>
                    <a:pt x="11645" y="0"/>
                  </a:moveTo>
                  <a:lnTo>
                    <a:pt x="10152" y="61"/>
                  </a:lnTo>
                  <a:lnTo>
                    <a:pt x="8658" y="142"/>
                  </a:lnTo>
                  <a:lnTo>
                    <a:pt x="7185" y="242"/>
                  </a:lnTo>
                  <a:lnTo>
                    <a:pt x="5692" y="384"/>
                  </a:lnTo>
                  <a:lnTo>
                    <a:pt x="4219" y="565"/>
                  </a:lnTo>
                  <a:lnTo>
                    <a:pt x="2745" y="767"/>
                  </a:lnTo>
                  <a:lnTo>
                    <a:pt x="1272" y="989"/>
                  </a:lnTo>
                  <a:lnTo>
                    <a:pt x="929" y="1070"/>
                  </a:lnTo>
                  <a:lnTo>
                    <a:pt x="768" y="1110"/>
                  </a:lnTo>
                  <a:lnTo>
                    <a:pt x="606" y="1151"/>
                  </a:lnTo>
                  <a:lnTo>
                    <a:pt x="445" y="1231"/>
                  </a:lnTo>
                  <a:lnTo>
                    <a:pt x="304" y="1312"/>
                  </a:lnTo>
                  <a:lnTo>
                    <a:pt x="183" y="1413"/>
                  </a:lnTo>
                  <a:lnTo>
                    <a:pt x="82" y="1554"/>
                  </a:lnTo>
                  <a:lnTo>
                    <a:pt x="41" y="1615"/>
                  </a:lnTo>
                  <a:lnTo>
                    <a:pt x="1" y="1695"/>
                  </a:lnTo>
                  <a:lnTo>
                    <a:pt x="1" y="1776"/>
                  </a:lnTo>
                  <a:lnTo>
                    <a:pt x="1" y="1857"/>
                  </a:lnTo>
                  <a:lnTo>
                    <a:pt x="61" y="2018"/>
                  </a:lnTo>
                  <a:lnTo>
                    <a:pt x="142" y="2180"/>
                  </a:lnTo>
                  <a:lnTo>
                    <a:pt x="283" y="2361"/>
                  </a:lnTo>
                  <a:lnTo>
                    <a:pt x="445" y="2543"/>
                  </a:lnTo>
                  <a:lnTo>
                    <a:pt x="627" y="2725"/>
                  </a:lnTo>
                  <a:lnTo>
                    <a:pt x="849" y="2926"/>
                  </a:lnTo>
                  <a:lnTo>
                    <a:pt x="1333" y="3310"/>
                  </a:lnTo>
                  <a:lnTo>
                    <a:pt x="1878" y="3713"/>
                  </a:lnTo>
                  <a:lnTo>
                    <a:pt x="2443" y="4097"/>
                  </a:lnTo>
                  <a:lnTo>
                    <a:pt x="3532" y="4803"/>
                  </a:lnTo>
                  <a:lnTo>
                    <a:pt x="4077" y="5146"/>
                  </a:lnTo>
                  <a:lnTo>
                    <a:pt x="4420" y="5388"/>
                  </a:lnTo>
                  <a:lnTo>
                    <a:pt x="5672" y="6377"/>
                  </a:lnTo>
                  <a:lnTo>
                    <a:pt x="6963" y="7467"/>
                  </a:lnTo>
                  <a:lnTo>
                    <a:pt x="8315" y="8658"/>
                  </a:lnTo>
                  <a:lnTo>
                    <a:pt x="9748" y="9969"/>
                  </a:lnTo>
                  <a:lnTo>
                    <a:pt x="10999" y="11140"/>
                  </a:lnTo>
                  <a:lnTo>
                    <a:pt x="12230" y="12351"/>
                  </a:lnTo>
                  <a:lnTo>
                    <a:pt x="14631" y="14732"/>
                  </a:lnTo>
                  <a:lnTo>
                    <a:pt x="17154" y="17214"/>
                  </a:lnTo>
                  <a:lnTo>
                    <a:pt x="18445" y="18465"/>
                  </a:lnTo>
                  <a:lnTo>
                    <a:pt x="19737" y="19696"/>
                  </a:lnTo>
                  <a:lnTo>
                    <a:pt x="20564" y="20443"/>
                  </a:lnTo>
                  <a:lnTo>
                    <a:pt x="21372" y="21169"/>
                  </a:lnTo>
                  <a:lnTo>
                    <a:pt x="22138" y="21835"/>
                  </a:lnTo>
                  <a:lnTo>
                    <a:pt x="22885" y="22501"/>
                  </a:lnTo>
                  <a:lnTo>
                    <a:pt x="23632" y="23107"/>
                  </a:lnTo>
                  <a:lnTo>
                    <a:pt x="24358" y="23692"/>
                  </a:lnTo>
                  <a:lnTo>
                    <a:pt x="25085" y="24257"/>
                  </a:lnTo>
                  <a:lnTo>
                    <a:pt x="25811" y="24802"/>
                  </a:lnTo>
                  <a:lnTo>
                    <a:pt x="26336" y="25165"/>
                  </a:lnTo>
                  <a:lnTo>
                    <a:pt x="26598" y="25326"/>
                  </a:lnTo>
                  <a:lnTo>
                    <a:pt x="26881" y="25488"/>
                  </a:lnTo>
                  <a:lnTo>
                    <a:pt x="27183" y="25609"/>
                  </a:lnTo>
                  <a:lnTo>
                    <a:pt x="27466" y="25710"/>
                  </a:lnTo>
                  <a:lnTo>
                    <a:pt x="27769" y="25770"/>
                  </a:lnTo>
                  <a:lnTo>
                    <a:pt x="28051" y="25790"/>
                  </a:lnTo>
                  <a:lnTo>
                    <a:pt x="28293" y="25770"/>
                  </a:lnTo>
                  <a:lnTo>
                    <a:pt x="28536" y="25730"/>
                  </a:lnTo>
                  <a:lnTo>
                    <a:pt x="28677" y="25690"/>
                  </a:lnTo>
                  <a:lnTo>
                    <a:pt x="28838" y="25609"/>
                  </a:lnTo>
                  <a:lnTo>
                    <a:pt x="28979" y="25548"/>
                  </a:lnTo>
                  <a:lnTo>
                    <a:pt x="29141" y="25447"/>
                  </a:lnTo>
                  <a:lnTo>
                    <a:pt x="29282" y="25347"/>
                  </a:lnTo>
                  <a:lnTo>
                    <a:pt x="29423" y="25225"/>
                  </a:lnTo>
                  <a:lnTo>
                    <a:pt x="29706" y="24923"/>
                  </a:lnTo>
                  <a:lnTo>
                    <a:pt x="29908" y="24681"/>
                  </a:lnTo>
                  <a:lnTo>
                    <a:pt x="30089" y="24438"/>
                  </a:lnTo>
                  <a:lnTo>
                    <a:pt x="30231" y="24176"/>
                  </a:lnTo>
                  <a:lnTo>
                    <a:pt x="30372" y="23914"/>
                  </a:lnTo>
                  <a:lnTo>
                    <a:pt x="30493" y="23631"/>
                  </a:lnTo>
                  <a:lnTo>
                    <a:pt x="30594" y="23369"/>
                  </a:lnTo>
                  <a:lnTo>
                    <a:pt x="30695" y="23086"/>
                  </a:lnTo>
                  <a:lnTo>
                    <a:pt x="30755" y="22804"/>
                  </a:lnTo>
                  <a:lnTo>
                    <a:pt x="30816" y="22521"/>
                  </a:lnTo>
                  <a:lnTo>
                    <a:pt x="30876" y="22239"/>
                  </a:lnTo>
                  <a:lnTo>
                    <a:pt x="30937" y="21694"/>
                  </a:lnTo>
                  <a:lnTo>
                    <a:pt x="30957" y="21169"/>
                  </a:lnTo>
                  <a:lnTo>
                    <a:pt x="30957" y="20685"/>
                  </a:lnTo>
                  <a:lnTo>
                    <a:pt x="30937" y="20160"/>
                  </a:lnTo>
                  <a:lnTo>
                    <a:pt x="30897" y="19636"/>
                  </a:lnTo>
                  <a:lnTo>
                    <a:pt x="30816" y="19111"/>
                  </a:lnTo>
                  <a:lnTo>
                    <a:pt x="30735" y="18586"/>
                  </a:lnTo>
                  <a:lnTo>
                    <a:pt x="30533" y="17557"/>
                  </a:lnTo>
                  <a:lnTo>
                    <a:pt x="30311" y="16568"/>
                  </a:lnTo>
                  <a:lnTo>
                    <a:pt x="30029" y="15458"/>
                  </a:lnTo>
                  <a:lnTo>
                    <a:pt x="29746" y="14308"/>
                  </a:lnTo>
                  <a:lnTo>
                    <a:pt x="29403" y="13117"/>
                  </a:lnTo>
                  <a:lnTo>
                    <a:pt x="29040" y="11927"/>
                  </a:lnTo>
                  <a:lnTo>
                    <a:pt x="28636" y="10716"/>
                  </a:lnTo>
                  <a:lnTo>
                    <a:pt x="28192" y="9505"/>
                  </a:lnTo>
                  <a:lnTo>
                    <a:pt x="27950" y="8900"/>
                  </a:lnTo>
                  <a:lnTo>
                    <a:pt x="27688" y="8315"/>
                  </a:lnTo>
                  <a:lnTo>
                    <a:pt x="27405" y="7709"/>
                  </a:lnTo>
                  <a:lnTo>
                    <a:pt x="27123" y="7124"/>
                  </a:lnTo>
                  <a:lnTo>
                    <a:pt x="26780" y="6478"/>
                  </a:lnTo>
                  <a:lnTo>
                    <a:pt x="26437" y="5853"/>
                  </a:lnTo>
                  <a:lnTo>
                    <a:pt x="26074" y="5288"/>
                  </a:lnTo>
                  <a:lnTo>
                    <a:pt x="25730" y="4783"/>
                  </a:lnTo>
                  <a:lnTo>
                    <a:pt x="25367" y="4279"/>
                  </a:lnTo>
                  <a:lnTo>
                    <a:pt x="24984" y="3835"/>
                  </a:lnTo>
                  <a:lnTo>
                    <a:pt x="24600" y="3431"/>
                  </a:lnTo>
                  <a:lnTo>
                    <a:pt x="24197" y="3048"/>
                  </a:lnTo>
                  <a:lnTo>
                    <a:pt x="23672" y="2604"/>
                  </a:lnTo>
                  <a:lnTo>
                    <a:pt x="23127" y="2220"/>
                  </a:lnTo>
                  <a:lnTo>
                    <a:pt x="22522" y="1857"/>
                  </a:lnTo>
                  <a:lnTo>
                    <a:pt x="21896" y="1514"/>
                  </a:lnTo>
                  <a:lnTo>
                    <a:pt x="21251" y="1231"/>
                  </a:lnTo>
                  <a:lnTo>
                    <a:pt x="20544" y="969"/>
                  </a:lnTo>
                  <a:lnTo>
                    <a:pt x="19798" y="727"/>
                  </a:lnTo>
                  <a:lnTo>
                    <a:pt x="19031" y="525"/>
                  </a:lnTo>
                  <a:lnTo>
                    <a:pt x="18405" y="404"/>
                  </a:lnTo>
                  <a:lnTo>
                    <a:pt x="17759" y="303"/>
                  </a:lnTo>
                  <a:lnTo>
                    <a:pt x="17093" y="202"/>
                  </a:lnTo>
                  <a:lnTo>
                    <a:pt x="16387" y="121"/>
                  </a:lnTo>
                  <a:lnTo>
                    <a:pt x="15640" y="61"/>
                  </a:lnTo>
                  <a:lnTo>
                    <a:pt x="14853" y="21"/>
                  </a:lnTo>
                  <a:lnTo>
                    <a:pt x="140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7"/>
            <p:cNvSpPr/>
            <p:nvPr/>
          </p:nvSpPr>
          <p:spPr>
            <a:xfrm flipH="1">
              <a:off x="2209809" y="-3290930"/>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7"/>
            <p:cNvSpPr/>
            <p:nvPr/>
          </p:nvSpPr>
          <p:spPr>
            <a:xfrm flipH="1">
              <a:off x="624664" y="-5010276"/>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7"/>
            <p:cNvSpPr/>
            <p:nvPr/>
          </p:nvSpPr>
          <p:spPr>
            <a:xfrm flipH="1">
              <a:off x="1840885" y="-3884377"/>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7"/>
            <p:cNvSpPr/>
            <p:nvPr/>
          </p:nvSpPr>
          <p:spPr>
            <a:xfrm flipH="1">
              <a:off x="104606" y="-3909143"/>
              <a:ext cx="135464" cy="154584"/>
            </a:xfrm>
            <a:custGeom>
              <a:rect b="b" l="l" r="r" t="t"/>
              <a:pathLst>
                <a:path extrusionOk="0" h="2765" w="2423">
                  <a:moveTo>
                    <a:pt x="747" y="81"/>
                  </a:moveTo>
                  <a:lnTo>
                    <a:pt x="888" y="101"/>
                  </a:lnTo>
                  <a:lnTo>
                    <a:pt x="1050" y="121"/>
                  </a:lnTo>
                  <a:lnTo>
                    <a:pt x="1191" y="161"/>
                  </a:lnTo>
                  <a:lnTo>
                    <a:pt x="1332" y="202"/>
                  </a:lnTo>
                  <a:lnTo>
                    <a:pt x="1474" y="262"/>
                  </a:lnTo>
                  <a:lnTo>
                    <a:pt x="1615" y="343"/>
                  </a:lnTo>
                  <a:lnTo>
                    <a:pt x="1736" y="424"/>
                  </a:lnTo>
                  <a:lnTo>
                    <a:pt x="1837" y="505"/>
                  </a:lnTo>
                  <a:lnTo>
                    <a:pt x="1998" y="686"/>
                  </a:lnTo>
                  <a:lnTo>
                    <a:pt x="2140" y="888"/>
                  </a:lnTo>
                  <a:lnTo>
                    <a:pt x="2240" y="1130"/>
                  </a:lnTo>
                  <a:lnTo>
                    <a:pt x="2321" y="1372"/>
                  </a:lnTo>
                  <a:lnTo>
                    <a:pt x="2341" y="1635"/>
                  </a:lnTo>
                  <a:lnTo>
                    <a:pt x="2341" y="1897"/>
                  </a:lnTo>
                  <a:lnTo>
                    <a:pt x="2321" y="2018"/>
                  </a:lnTo>
                  <a:lnTo>
                    <a:pt x="2281" y="2139"/>
                  </a:lnTo>
                  <a:lnTo>
                    <a:pt x="2220" y="2260"/>
                  </a:lnTo>
                  <a:lnTo>
                    <a:pt x="2160" y="2381"/>
                  </a:lnTo>
                  <a:lnTo>
                    <a:pt x="2099" y="2442"/>
                  </a:lnTo>
                  <a:lnTo>
                    <a:pt x="2039" y="2543"/>
                  </a:lnTo>
                  <a:lnTo>
                    <a:pt x="1938" y="2603"/>
                  </a:lnTo>
                  <a:lnTo>
                    <a:pt x="1837" y="2664"/>
                  </a:lnTo>
                  <a:lnTo>
                    <a:pt x="1716" y="2684"/>
                  </a:lnTo>
                  <a:lnTo>
                    <a:pt x="1575" y="2684"/>
                  </a:lnTo>
                  <a:lnTo>
                    <a:pt x="1433" y="2623"/>
                  </a:lnTo>
                  <a:lnTo>
                    <a:pt x="1292" y="2563"/>
                  </a:lnTo>
                  <a:lnTo>
                    <a:pt x="1110" y="2422"/>
                  </a:lnTo>
                  <a:lnTo>
                    <a:pt x="929" y="2220"/>
                  </a:lnTo>
                  <a:lnTo>
                    <a:pt x="727" y="1978"/>
                  </a:lnTo>
                  <a:lnTo>
                    <a:pt x="525" y="1715"/>
                  </a:lnTo>
                  <a:lnTo>
                    <a:pt x="344" y="1433"/>
                  </a:lnTo>
                  <a:lnTo>
                    <a:pt x="202" y="1150"/>
                  </a:lnTo>
                  <a:lnTo>
                    <a:pt x="101" y="888"/>
                  </a:lnTo>
                  <a:lnTo>
                    <a:pt x="81" y="787"/>
                  </a:lnTo>
                  <a:lnTo>
                    <a:pt x="81" y="686"/>
                  </a:lnTo>
                  <a:lnTo>
                    <a:pt x="101" y="484"/>
                  </a:lnTo>
                  <a:lnTo>
                    <a:pt x="122" y="404"/>
                  </a:lnTo>
                  <a:lnTo>
                    <a:pt x="162" y="343"/>
                  </a:lnTo>
                  <a:lnTo>
                    <a:pt x="222" y="283"/>
                  </a:lnTo>
                  <a:lnTo>
                    <a:pt x="283" y="222"/>
                  </a:lnTo>
                  <a:lnTo>
                    <a:pt x="344" y="182"/>
                  </a:lnTo>
                  <a:lnTo>
                    <a:pt x="424" y="141"/>
                  </a:lnTo>
                  <a:lnTo>
                    <a:pt x="566" y="101"/>
                  </a:lnTo>
                  <a:lnTo>
                    <a:pt x="747" y="81"/>
                  </a:lnTo>
                  <a:close/>
                  <a:moveTo>
                    <a:pt x="767" y="0"/>
                  </a:moveTo>
                  <a:lnTo>
                    <a:pt x="566" y="20"/>
                  </a:lnTo>
                  <a:lnTo>
                    <a:pt x="384" y="61"/>
                  </a:lnTo>
                  <a:lnTo>
                    <a:pt x="303" y="101"/>
                  </a:lnTo>
                  <a:lnTo>
                    <a:pt x="222" y="161"/>
                  </a:lnTo>
                  <a:lnTo>
                    <a:pt x="162" y="222"/>
                  </a:lnTo>
                  <a:lnTo>
                    <a:pt x="101" y="303"/>
                  </a:lnTo>
                  <a:lnTo>
                    <a:pt x="61" y="383"/>
                  </a:lnTo>
                  <a:lnTo>
                    <a:pt x="21" y="464"/>
                  </a:lnTo>
                  <a:lnTo>
                    <a:pt x="1" y="565"/>
                  </a:lnTo>
                  <a:lnTo>
                    <a:pt x="1" y="666"/>
                  </a:lnTo>
                  <a:lnTo>
                    <a:pt x="1" y="787"/>
                  </a:lnTo>
                  <a:lnTo>
                    <a:pt x="21" y="908"/>
                  </a:lnTo>
                  <a:lnTo>
                    <a:pt x="61" y="1029"/>
                  </a:lnTo>
                  <a:lnTo>
                    <a:pt x="122" y="1170"/>
                  </a:lnTo>
                  <a:lnTo>
                    <a:pt x="263" y="1453"/>
                  </a:lnTo>
                  <a:lnTo>
                    <a:pt x="444" y="1756"/>
                  </a:lnTo>
                  <a:lnTo>
                    <a:pt x="646" y="2018"/>
                  </a:lnTo>
                  <a:lnTo>
                    <a:pt x="868" y="2280"/>
                  </a:lnTo>
                  <a:lnTo>
                    <a:pt x="1070" y="2482"/>
                  </a:lnTo>
                  <a:lnTo>
                    <a:pt x="1231" y="2623"/>
                  </a:lnTo>
                  <a:lnTo>
                    <a:pt x="1353" y="2684"/>
                  </a:lnTo>
                  <a:lnTo>
                    <a:pt x="1453" y="2724"/>
                  </a:lnTo>
                  <a:lnTo>
                    <a:pt x="1575" y="2765"/>
                  </a:lnTo>
                  <a:lnTo>
                    <a:pt x="1776" y="2765"/>
                  </a:lnTo>
                  <a:lnTo>
                    <a:pt x="1857" y="2744"/>
                  </a:lnTo>
                  <a:lnTo>
                    <a:pt x="1958" y="2684"/>
                  </a:lnTo>
                  <a:lnTo>
                    <a:pt x="2059" y="2623"/>
                  </a:lnTo>
                  <a:lnTo>
                    <a:pt x="2160" y="2523"/>
                  </a:lnTo>
                  <a:lnTo>
                    <a:pt x="2240" y="2422"/>
                  </a:lnTo>
                  <a:lnTo>
                    <a:pt x="2301" y="2301"/>
                  </a:lnTo>
                  <a:lnTo>
                    <a:pt x="2362" y="2159"/>
                  </a:lnTo>
                  <a:lnTo>
                    <a:pt x="2402" y="2038"/>
                  </a:lnTo>
                  <a:lnTo>
                    <a:pt x="2422" y="1897"/>
                  </a:lnTo>
                  <a:lnTo>
                    <a:pt x="2422" y="1776"/>
                  </a:lnTo>
                  <a:lnTo>
                    <a:pt x="2422" y="1635"/>
                  </a:lnTo>
                  <a:lnTo>
                    <a:pt x="2402" y="1372"/>
                  </a:lnTo>
                  <a:lnTo>
                    <a:pt x="2321" y="1110"/>
                  </a:lnTo>
                  <a:lnTo>
                    <a:pt x="2200" y="868"/>
                  </a:lnTo>
                  <a:lnTo>
                    <a:pt x="2059" y="626"/>
                  </a:lnTo>
                  <a:lnTo>
                    <a:pt x="1877" y="444"/>
                  </a:lnTo>
                  <a:lnTo>
                    <a:pt x="1736" y="323"/>
                  </a:lnTo>
                  <a:lnTo>
                    <a:pt x="1575" y="222"/>
                  </a:lnTo>
                  <a:lnTo>
                    <a:pt x="1393" y="141"/>
                  </a:lnTo>
                  <a:lnTo>
                    <a:pt x="1171" y="61"/>
                  </a:lnTo>
                  <a:lnTo>
                    <a:pt x="969" y="20"/>
                  </a:lnTo>
                  <a:lnTo>
                    <a:pt x="76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7"/>
            <p:cNvSpPr/>
            <p:nvPr/>
          </p:nvSpPr>
          <p:spPr>
            <a:xfrm flipH="1">
              <a:off x="-2832066" y="-2489904"/>
              <a:ext cx="1193681" cy="142726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7"/>
            <p:cNvSpPr/>
            <p:nvPr/>
          </p:nvSpPr>
          <p:spPr>
            <a:xfrm flipH="1">
              <a:off x="-818271" y="-1474532"/>
              <a:ext cx="1642730" cy="740159"/>
            </a:xfrm>
            <a:custGeom>
              <a:rect b="b" l="l" r="r" t="t"/>
              <a:pathLst>
                <a:path extrusionOk="0" h="13239" w="29383">
                  <a:moveTo>
                    <a:pt x="28272" y="81"/>
                  </a:moveTo>
                  <a:lnTo>
                    <a:pt x="28474" y="102"/>
                  </a:lnTo>
                  <a:lnTo>
                    <a:pt x="28696" y="142"/>
                  </a:lnTo>
                  <a:lnTo>
                    <a:pt x="28898" y="202"/>
                  </a:lnTo>
                  <a:lnTo>
                    <a:pt x="29019" y="243"/>
                  </a:lnTo>
                  <a:lnTo>
                    <a:pt x="29140" y="303"/>
                  </a:lnTo>
                  <a:lnTo>
                    <a:pt x="29201" y="364"/>
                  </a:lnTo>
                  <a:lnTo>
                    <a:pt x="29261" y="404"/>
                  </a:lnTo>
                  <a:lnTo>
                    <a:pt x="29281" y="465"/>
                  </a:lnTo>
                  <a:lnTo>
                    <a:pt x="29302" y="545"/>
                  </a:lnTo>
                  <a:lnTo>
                    <a:pt x="29302" y="626"/>
                  </a:lnTo>
                  <a:lnTo>
                    <a:pt x="29281" y="707"/>
                  </a:lnTo>
                  <a:lnTo>
                    <a:pt x="29201" y="848"/>
                  </a:lnTo>
                  <a:lnTo>
                    <a:pt x="29059" y="1070"/>
                  </a:lnTo>
                  <a:lnTo>
                    <a:pt x="28918" y="1272"/>
                  </a:lnTo>
                  <a:lnTo>
                    <a:pt x="28595" y="1676"/>
                  </a:lnTo>
                  <a:lnTo>
                    <a:pt x="28232" y="2079"/>
                  </a:lnTo>
                  <a:lnTo>
                    <a:pt x="27889" y="2442"/>
                  </a:lnTo>
                  <a:lnTo>
                    <a:pt x="27566" y="2785"/>
                  </a:lnTo>
                  <a:lnTo>
                    <a:pt x="27263" y="3129"/>
                  </a:lnTo>
                  <a:lnTo>
                    <a:pt x="26961" y="3492"/>
                  </a:lnTo>
                  <a:lnTo>
                    <a:pt x="26698" y="3855"/>
                  </a:lnTo>
                  <a:lnTo>
                    <a:pt x="26476" y="4198"/>
                  </a:lnTo>
                  <a:lnTo>
                    <a:pt x="26295" y="4521"/>
                  </a:lnTo>
                  <a:lnTo>
                    <a:pt x="26133" y="4884"/>
                  </a:lnTo>
                  <a:lnTo>
                    <a:pt x="25972" y="5247"/>
                  </a:lnTo>
                  <a:lnTo>
                    <a:pt x="25689" y="5974"/>
                  </a:lnTo>
                  <a:lnTo>
                    <a:pt x="25447" y="6721"/>
                  </a:lnTo>
                  <a:lnTo>
                    <a:pt x="25124" y="7649"/>
                  </a:lnTo>
                  <a:lnTo>
                    <a:pt x="24943" y="8113"/>
                  </a:lnTo>
                  <a:lnTo>
                    <a:pt x="24741" y="8557"/>
                  </a:lnTo>
                  <a:lnTo>
                    <a:pt x="24539" y="8981"/>
                  </a:lnTo>
                  <a:lnTo>
                    <a:pt x="24297" y="9405"/>
                  </a:lnTo>
                  <a:lnTo>
                    <a:pt x="24014" y="9788"/>
                  </a:lnTo>
                  <a:lnTo>
                    <a:pt x="23853" y="9990"/>
                  </a:lnTo>
                  <a:lnTo>
                    <a:pt x="23692" y="10171"/>
                  </a:lnTo>
                  <a:lnTo>
                    <a:pt x="23409" y="10414"/>
                  </a:lnTo>
                  <a:lnTo>
                    <a:pt x="23106" y="10676"/>
                  </a:lnTo>
                  <a:lnTo>
                    <a:pt x="22784" y="10898"/>
                  </a:lnTo>
                  <a:lnTo>
                    <a:pt x="22420" y="11100"/>
                  </a:lnTo>
                  <a:lnTo>
                    <a:pt x="22017" y="11301"/>
                  </a:lnTo>
                  <a:lnTo>
                    <a:pt x="21593" y="11483"/>
                  </a:lnTo>
                  <a:lnTo>
                    <a:pt x="21129" y="11645"/>
                  </a:lnTo>
                  <a:lnTo>
                    <a:pt x="20644" y="11786"/>
                  </a:lnTo>
                  <a:lnTo>
                    <a:pt x="19958" y="11947"/>
                  </a:lnTo>
                  <a:lnTo>
                    <a:pt x="19272" y="12088"/>
                  </a:lnTo>
                  <a:lnTo>
                    <a:pt x="18566" y="12210"/>
                  </a:lnTo>
                  <a:lnTo>
                    <a:pt x="17880" y="12290"/>
                  </a:lnTo>
                  <a:lnTo>
                    <a:pt x="17173" y="12371"/>
                  </a:lnTo>
                  <a:lnTo>
                    <a:pt x="16467" y="12432"/>
                  </a:lnTo>
                  <a:lnTo>
                    <a:pt x="15075" y="12532"/>
                  </a:lnTo>
                  <a:lnTo>
                    <a:pt x="14106" y="12593"/>
                  </a:lnTo>
                  <a:lnTo>
                    <a:pt x="12774" y="12694"/>
                  </a:lnTo>
                  <a:lnTo>
                    <a:pt x="11442" y="12815"/>
                  </a:lnTo>
                  <a:lnTo>
                    <a:pt x="9142" y="12997"/>
                  </a:lnTo>
                  <a:lnTo>
                    <a:pt x="7971" y="13077"/>
                  </a:lnTo>
                  <a:lnTo>
                    <a:pt x="6801" y="13138"/>
                  </a:lnTo>
                  <a:lnTo>
                    <a:pt x="5630" y="13158"/>
                  </a:lnTo>
                  <a:lnTo>
                    <a:pt x="4480" y="13158"/>
                  </a:lnTo>
                  <a:lnTo>
                    <a:pt x="3895" y="13138"/>
                  </a:lnTo>
                  <a:lnTo>
                    <a:pt x="3310" y="13098"/>
                  </a:lnTo>
                  <a:lnTo>
                    <a:pt x="2725" y="13057"/>
                  </a:lnTo>
                  <a:lnTo>
                    <a:pt x="2139" y="12976"/>
                  </a:lnTo>
                  <a:lnTo>
                    <a:pt x="1857" y="12936"/>
                  </a:lnTo>
                  <a:lnTo>
                    <a:pt x="1554" y="12855"/>
                  </a:lnTo>
                  <a:lnTo>
                    <a:pt x="1251" y="12754"/>
                  </a:lnTo>
                  <a:lnTo>
                    <a:pt x="969" y="12613"/>
                  </a:lnTo>
                  <a:lnTo>
                    <a:pt x="707" y="12452"/>
                  </a:lnTo>
                  <a:lnTo>
                    <a:pt x="485" y="12270"/>
                  </a:lnTo>
                  <a:lnTo>
                    <a:pt x="384" y="12169"/>
                  </a:lnTo>
                  <a:lnTo>
                    <a:pt x="303" y="12048"/>
                  </a:lnTo>
                  <a:lnTo>
                    <a:pt x="222" y="11947"/>
                  </a:lnTo>
                  <a:lnTo>
                    <a:pt x="162" y="11826"/>
                  </a:lnTo>
                  <a:lnTo>
                    <a:pt x="121" y="11685"/>
                  </a:lnTo>
                  <a:lnTo>
                    <a:pt x="81" y="11544"/>
                  </a:lnTo>
                  <a:lnTo>
                    <a:pt x="81" y="11382"/>
                  </a:lnTo>
                  <a:lnTo>
                    <a:pt x="101" y="11241"/>
                  </a:lnTo>
                  <a:lnTo>
                    <a:pt x="142" y="11079"/>
                  </a:lnTo>
                  <a:lnTo>
                    <a:pt x="202" y="10938"/>
                  </a:lnTo>
                  <a:lnTo>
                    <a:pt x="283" y="10777"/>
                  </a:lnTo>
                  <a:lnTo>
                    <a:pt x="384" y="10615"/>
                  </a:lnTo>
                  <a:lnTo>
                    <a:pt x="646" y="10313"/>
                  </a:lnTo>
                  <a:lnTo>
                    <a:pt x="929" y="10010"/>
                  </a:lnTo>
                  <a:lnTo>
                    <a:pt x="1272" y="9727"/>
                  </a:lnTo>
                  <a:lnTo>
                    <a:pt x="1635" y="9465"/>
                  </a:lnTo>
                  <a:lnTo>
                    <a:pt x="2038" y="9203"/>
                  </a:lnTo>
                  <a:lnTo>
                    <a:pt x="2422" y="8940"/>
                  </a:lnTo>
                  <a:lnTo>
                    <a:pt x="3229" y="8476"/>
                  </a:lnTo>
                  <a:lnTo>
                    <a:pt x="4016" y="7992"/>
                  </a:lnTo>
                  <a:lnTo>
                    <a:pt x="5005" y="7407"/>
                  </a:lnTo>
                  <a:lnTo>
                    <a:pt x="6014" y="6821"/>
                  </a:lnTo>
                  <a:lnTo>
                    <a:pt x="7063" y="6277"/>
                  </a:lnTo>
                  <a:lnTo>
                    <a:pt x="8153" y="5732"/>
                  </a:lnTo>
                  <a:lnTo>
                    <a:pt x="9283" y="5207"/>
                  </a:lnTo>
                  <a:lnTo>
                    <a:pt x="10433" y="4682"/>
                  </a:lnTo>
                  <a:lnTo>
                    <a:pt x="11644" y="4198"/>
                  </a:lnTo>
                  <a:lnTo>
                    <a:pt x="12895" y="3714"/>
                  </a:lnTo>
                  <a:lnTo>
                    <a:pt x="14146" y="3250"/>
                  </a:lnTo>
                  <a:lnTo>
                    <a:pt x="15438" y="2826"/>
                  </a:lnTo>
                  <a:lnTo>
                    <a:pt x="16790" y="2382"/>
                  </a:lnTo>
                  <a:lnTo>
                    <a:pt x="18182" y="1958"/>
                  </a:lnTo>
                  <a:lnTo>
                    <a:pt x="19151" y="1676"/>
                  </a:lnTo>
                  <a:lnTo>
                    <a:pt x="20180" y="1393"/>
                  </a:lnTo>
                  <a:lnTo>
                    <a:pt x="21250" y="1111"/>
                  </a:lnTo>
                  <a:lnTo>
                    <a:pt x="22380" y="848"/>
                  </a:lnTo>
                  <a:lnTo>
                    <a:pt x="23550" y="606"/>
                  </a:lnTo>
                  <a:lnTo>
                    <a:pt x="24761" y="404"/>
                  </a:lnTo>
                  <a:lnTo>
                    <a:pt x="25972" y="223"/>
                  </a:lnTo>
                  <a:lnTo>
                    <a:pt x="26598" y="162"/>
                  </a:lnTo>
                  <a:lnTo>
                    <a:pt x="27223" y="102"/>
                  </a:lnTo>
                  <a:lnTo>
                    <a:pt x="27647" y="81"/>
                  </a:lnTo>
                  <a:close/>
                  <a:moveTo>
                    <a:pt x="27647" y="1"/>
                  </a:moveTo>
                  <a:lnTo>
                    <a:pt x="27223" y="21"/>
                  </a:lnTo>
                  <a:lnTo>
                    <a:pt x="26598" y="81"/>
                  </a:lnTo>
                  <a:lnTo>
                    <a:pt x="25972" y="142"/>
                  </a:lnTo>
                  <a:lnTo>
                    <a:pt x="24741" y="324"/>
                  </a:lnTo>
                  <a:lnTo>
                    <a:pt x="23550" y="525"/>
                  </a:lnTo>
                  <a:lnTo>
                    <a:pt x="22360" y="767"/>
                  </a:lnTo>
                  <a:lnTo>
                    <a:pt x="21230" y="1030"/>
                  </a:lnTo>
                  <a:lnTo>
                    <a:pt x="20160" y="1312"/>
                  </a:lnTo>
                  <a:lnTo>
                    <a:pt x="19131" y="1595"/>
                  </a:lnTo>
                  <a:lnTo>
                    <a:pt x="18162" y="1877"/>
                  </a:lnTo>
                  <a:lnTo>
                    <a:pt x="16750" y="2301"/>
                  </a:lnTo>
                  <a:lnTo>
                    <a:pt x="15418" y="2745"/>
                  </a:lnTo>
                  <a:lnTo>
                    <a:pt x="14106" y="3189"/>
                  </a:lnTo>
                  <a:lnTo>
                    <a:pt x="12855" y="3633"/>
                  </a:lnTo>
                  <a:lnTo>
                    <a:pt x="11604" y="4117"/>
                  </a:lnTo>
                  <a:lnTo>
                    <a:pt x="10413" y="4622"/>
                  </a:lnTo>
                  <a:lnTo>
                    <a:pt x="9243" y="5126"/>
                  </a:lnTo>
                  <a:lnTo>
                    <a:pt x="8113" y="5651"/>
                  </a:lnTo>
                  <a:lnTo>
                    <a:pt x="7023" y="6196"/>
                  </a:lnTo>
                  <a:lnTo>
                    <a:pt x="5974" y="6761"/>
                  </a:lnTo>
                  <a:lnTo>
                    <a:pt x="4965" y="7326"/>
                  </a:lnTo>
                  <a:lnTo>
                    <a:pt x="3976" y="7931"/>
                  </a:lnTo>
                  <a:lnTo>
                    <a:pt x="3189" y="8396"/>
                  </a:lnTo>
                  <a:lnTo>
                    <a:pt x="2381" y="8880"/>
                  </a:lnTo>
                  <a:lnTo>
                    <a:pt x="1978" y="9142"/>
                  </a:lnTo>
                  <a:lnTo>
                    <a:pt x="1594" y="9405"/>
                  </a:lnTo>
                  <a:lnTo>
                    <a:pt x="1211" y="9667"/>
                  </a:lnTo>
                  <a:lnTo>
                    <a:pt x="888" y="9949"/>
                  </a:lnTo>
                  <a:lnTo>
                    <a:pt x="585" y="10252"/>
                  </a:lnTo>
                  <a:lnTo>
                    <a:pt x="444" y="10414"/>
                  </a:lnTo>
                  <a:lnTo>
                    <a:pt x="323" y="10575"/>
                  </a:lnTo>
                  <a:lnTo>
                    <a:pt x="202" y="10736"/>
                  </a:lnTo>
                  <a:lnTo>
                    <a:pt x="121" y="10898"/>
                  </a:lnTo>
                  <a:lnTo>
                    <a:pt x="61" y="11059"/>
                  </a:lnTo>
                  <a:lnTo>
                    <a:pt x="20" y="11241"/>
                  </a:lnTo>
                  <a:lnTo>
                    <a:pt x="0" y="11382"/>
                  </a:lnTo>
                  <a:lnTo>
                    <a:pt x="0" y="11544"/>
                  </a:lnTo>
                  <a:lnTo>
                    <a:pt x="41" y="11705"/>
                  </a:lnTo>
                  <a:lnTo>
                    <a:pt x="101" y="11867"/>
                  </a:lnTo>
                  <a:lnTo>
                    <a:pt x="202" y="12048"/>
                  </a:lnTo>
                  <a:lnTo>
                    <a:pt x="343" y="12230"/>
                  </a:lnTo>
                  <a:lnTo>
                    <a:pt x="545" y="12411"/>
                  </a:lnTo>
                  <a:lnTo>
                    <a:pt x="787" y="12593"/>
                  </a:lnTo>
                  <a:lnTo>
                    <a:pt x="1070" y="12754"/>
                  </a:lnTo>
                  <a:lnTo>
                    <a:pt x="1393" y="12896"/>
                  </a:lnTo>
                  <a:lnTo>
                    <a:pt x="1736" y="12997"/>
                  </a:lnTo>
                  <a:lnTo>
                    <a:pt x="2139" y="13057"/>
                  </a:lnTo>
                  <a:lnTo>
                    <a:pt x="2947" y="13158"/>
                  </a:lnTo>
                  <a:lnTo>
                    <a:pt x="3754" y="13198"/>
                  </a:lnTo>
                  <a:lnTo>
                    <a:pt x="4561" y="13239"/>
                  </a:lnTo>
                  <a:lnTo>
                    <a:pt x="6135" y="13239"/>
                  </a:lnTo>
                  <a:lnTo>
                    <a:pt x="6902" y="13219"/>
                  </a:lnTo>
                  <a:lnTo>
                    <a:pt x="8435" y="13138"/>
                  </a:lnTo>
                  <a:lnTo>
                    <a:pt x="9949" y="13017"/>
                  </a:lnTo>
                  <a:lnTo>
                    <a:pt x="11442" y="12896"/>
                  </a:lnTo>
                  <a:lnTo>
                    <a:pt x="12774" y="12775"/>
                  </a:lnTo>
                  <a:lnTo>
                    <a:pt x="14106" y="12674"/>
                  </a:lnTo>
                  <a:lnTo>
                    <a:pt x="15075" y="12613"/>
                  </a:lnTo>
                  <a:lnTo>
                    <a:pt x="16467" y="12512"/>
                  </a:lnTo>
                  <a:lnTo>
                    <a:pt x="17173" y="12452"/>
                  </a:lnTo>
                  <a:lnTo>
                    <a:pt x="17880" y="12371"/>
                  </a:lnTo>
                  <a:lnTo>
                    <a:pt x="18586" y="12290"/>
                  </a:lnTo>
                  <a:lnTo>
                    <a:pt x="19272" y="12169"/>
                  </a:lnTo>
                  <a:lnTo>
                    <a:pt x="19978" y="12028"/>
                  </a:lnTo>
                  <a:lnTo>
                    <a:pt x="20665" y="11867"/>
                  </a:lnTo>
                  <a:lnTo>
                    <a:pt x="21149" y="11705"/>
                  </a:lnTo>
                  <a:lnTo>
                    <a:pt x="21613" y="11544"/>
                  </a:lnTo>
                  <a:lnTo>
                    <a:pt x="22057" y="11362"/>
                  </a:lnTo>
                  <a:lnTo>
                    <a:pt x="22461" y="11180"/>
                  </a:lnTo>
                  <a:lnTo>
                    <a:pt x="22824" y="10958"/>
                  </a:lnTo>
                  <a:lnTo>
                    <a:pt x="23167" y="10736"/>
                  </a:lnTo>
                  <a:lnTo>
                    <a:pt x="23470" y="10474"/>
                  </a:lnTo>
                  <a:lnTo>
                    <a:pt x="23752" y="10212"/>
                  </a:lnTo>
                  <a:lnTo>
                    <a:pt x="23914" y="10030"/>
                  </a:lnTo>
                  <a:lnTo>
                    <a:pt x="24075" y="9849"/>
                  </a:lnTo>
                  <a:lnTo>
                    <a:pt x="24358" y="9445"/>
                  </a:lnTo>
                  <a:lnTo>
                    <a:pt x="24600" y="9021"/>
                  </a:lnTo>
                  <a:lnTo>
                    <a:pt x="24822" y="8597"/>
                  </a:lnTo>
                  <a:lnTo>
                    <a:pt x="25023" y="8133"/>
                  </a:lnTo>
                  <a:lnTo>
                    <a:pt x="25185" y="7669"/>
                  </a:lnTo>
                  <a:lnTo>
                    <a:pt x="25508" y="6741"/>
                  </a:lnTo>
                  <a:lnTo>
                    <a:pt x="25770" y="6014"/>
                  </a:lnTo>
                  <a:lnTo>
                    <a:pt x="26053" y="5268"/>
                  </a:lnTo>
                  <a:lnTo>
                    <a:pt x="26194" y="4925"/>
                  </a:lnTo>
                  <a:lnTo>
                    <a:pt x="26376" y="4561"/>
                  </a:lnTo>
                  <a:lnTo>
                    <a:pt x="26557" y="4238"/>
                  </a:lnTo>
                  <a:lnTo>
                    <a:pt x="26759" y="3895"/>
                  </a:lnTo>
                  <a:lnTo>
                    <a:pt x="27021" y="3532"/>
                  </a:lnTo>
                  <a:lnTo>
                    <a:pt x="27324" y="3169"/>
                  </a:lnTo>
                  <a:lnTo>
                    <a:pt x="27627" y="2826"/>
                  </a:lnTo>
                  <a:lnTo>
                    <a:pt x="27950" y="2503"/>
                  </a:lnTo>
                  <a:lnTo>
                    <a:pt x="28293" y="2120"/>
                  </a:lnTo>
                  <a:lnTo>
                    <a:pt x="28656" y="1736"/>
                  </a:lnTo>
                  <a:lnTo>
                    <a:pt x="28979" y="1333"/>
                  </a:lnTo>
                  <a:lnTo>
                    <a:pt x="29120" y="1111"/>
                  </a:lnTo>
                  <a:lnTo>
                    <a:pt x="29261" y="889"/>
                  </a:lnTo>
                  <a:lnTo>
                    <a:pt x="29362" y="727"/>
                  </a:lnTo>
                  <a:lnTo>
                    <a:pt x="29382" y="626"/>
                  </a:lnTo>
                  <a:lnTo>
                    <a:pt x="29382" y="545"/>
                  </a:lnTo>
                  <a:lnTo>
                    <a:pt x="29362" y="445"/>
                  </a:lnTo>
                  <a:lnTo>
                    <a:pt x="29322" y="364"/>
                  </a:lnTo>
                  <a:lnTo>
                    <a:pt x="29261" y="303"/>
                  </a:lnTo>
                  <a:lnTo>
                    <a:pt x="29201" y="243"/>
                  </a:lnTo>
                  <a:lnTo>
                    <a:pt x="29059" y="162"/>
                  </a:lnTo>
                  <a:lnTo>
                    <a:pt x="28918" y="122"/>
                  </a:lnTo>
                  <a:lnTo>
                    <a:pt x="28716" y="61"/>
                  </a:lnTo>
                  <a:lnTo>
                    <a:pt x="28494" y="21"/>
                  </a:lnTo>
                  <a:lnTo>
                    <a:pt x="282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7"/>
            <p:cNvSpPr/>
            <p:nvPr/>
          </p:nvSpPr>
          <p:spPr>
            <a:xfrm flipH="1">
              <a:off x="749899" y="-4949394"/>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7"/>
            <p:cNvSpPr/>
            <p:nvPr/>
          </p:nvSpPr>
          <p:spPr>
            <a:xfrm flipH="1">
              <a:off x="1985352" y="-3774912"/>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7"/>
            <p:cNvSpPr/>
            <p:nvPr/>
          </p:nvSpPr>
          <p:spPr>
            <a:xfrm flipH="1">
              <a:off x="-2673006" y="-2347734"/>
              <a:ext cx="901508" cy="110456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7"/>
            <p:cNvSpPr/>
            <p:nvPr/>
          </p:nvSpPr>
          <p:spPr>
            <a:xfrm flipH="1">
              <a:off x="-3379293" y="-5020451"/>
              <a:ext cx="1990251" cy="2226013"/>
            </a:xfrm>
            <a:custGeom>
              <a:rect b="b" l="l" r="r" t="t"/>
              <a:pathLst>
                <a:path extrusionOk="0" h="39816" w="35599">
                  <a:moveTo>
                    <a:pt x="16346" y="81"/>
                  </a:moveTo>
                  <a:lnTo>
                    <a:pt x="18606" y="102"/>
                  </a:lnTo>
                  <a:lnTo>
                    <a:pt x="19737" y="122"/>
                  </a:lnTo>
                  <a:lnTo>
                    <a:pt x="20867" y="162"/>
                  </a:lnTo>
                  <a:lnTo>
                    <a:pt x="22017" y="223"/>
                  </a:lnTo>
                  <a:lnTo>
                    <a:pt x="23147" y="283"/>
                  </a:lnTo>
                  <a:lnTo>
                    <a:pt x="24277" y="364"/>
                  </a:lnTo>
                  <a:lnTo>
                    <a:pt x="25407" y="465"/>
                  </a:lnTo>
                  <a:lnTo>
                    <a:pt x="26537" y="586"/>
                  </a:lnTo>
                  <a:lnTo>
                    <a:pt x="27667" y="747"/>
                  </a:lnTo>
                  <a:lnTo>
                    <a:pt x="28555" y="868"/>
                  </a:lnTo>
                  <a:lnTo>
                    <a:pt x="29443" y="1050"/>
                  </a:lnTo>
                  <a:lnTo>
                    <a:pt x="29887" y="1151"/>
                  </a:lnTo>
                  <a:lnTo>
                    <a:pt x="30311" y="1272"/>
                  </a:lnTo>
                  <a:lnTo>
                    <a:pt x="30755" y="1413"/>
                  </a:lnTo>
                  <a:lnTo>
                    <a:pt x="31179" y="1554"/>
                  </a:lnTo>
                  <a:lnTo>
                    <a:pt x="31582" y="1736"/>
                  </a:lnTo>
                  <a:lnTo>
                    <a:pt x="31986" y="1918"/>
                  </a:lnTo>
                  <a:lnTo>
                    <a:pt x="32369" y="2140"/>
                  </a:lnTo>
                  <a:lnTo>
                    <a:pt x="32732" y="2382"/>
                  </a:lnTo>
                  <a:lnTo>
                    <a:pt x="33076" y="2644"/>
                  </a:lnTo>
                  <a:lnTo>
                    <a:pt x="33419" y="2927"/>
                  </a:lnTo>
                  <a:lnTo>
                    <a:pt x="33721" y="3250"/>
                  </a:lnTo>
                  <a:lnTo>
                    <a:pt x="34004" y="3593"/>
                  </a:lnTo>
                  <a:lnTo>
                    <a:pt x="34165" y="3815"/>
                  </a:lnTo>
                  <a:lnTo>
                    <a:pt x="34307" y="4057"/>
                  </a:lnTo>
                  <a:lnTo>
                    <a:pt x="34448" y="4299"/>
                  </a:lnTo>
                  <a:lnTo>
                    <a:pt x="34569" y="4561"/>
                  </a:lnTo>
                  <a:lnTo>
                    <a:pt x="34771" y="5066"/>
                  </a:lnTo>
                  <a:lnTo>
                    <a:pt x="34932" y="5611"/>
                  </a:lnTo>
                  <a:lnTo>
                    <a:pt x="35073" y="6135"/>
                  </a:lnTo>
                  <a:lnTo>
                    <a:pt x="35174" y="6680"/>
                  </a:lnTo>
                  <a:lnTo>
                    <a:pt x="35255" y="7205"/>
                  </a:lnTo>
                  <a:lnTo>
                    <a:pt x="35316" y="7730"/>
                  </a:lnTo>
                  <a:lnTo>
                    <a:pt x="35416" y="8577"/>
                  </a:lnTo>
                  <a:lnTo>
                    <a:pt x="35477" y="9445"/>
                  </a:lnTo>
                  <a:lnTo>
                    <a:pt x="35517" y="10333"/>
                  </a:lnTo>
                  <a:lnTo>
                    <a:pt x="35517" y="11261"/>
                  </a:lnTo>
                  <a:lnTo>
                    <a:pt x="35517" y="12230"/>
                  </a:lnTo>
                  <a:lnTo>
                    <a:pt x="35497" y="13219"/>
                  </a:lnTo>
                  <a:lnTo>
                    <a:pt x="35457" y="14248"/>
                  </a:lnTo>
                  <a:lnTo>
                    <a:pt x="35376" y="15337"/>
                  </a:lnTo>
                  <a:lnTo>
                    <a:pt x="35316" y="16165"/>
                  </a:lnTo>
                  <a:lnTo>
                    <a:pt x="35235" y="17033"/>
                  </a:lnTo>
                  <a:lnTo>
                    <a:pt x="35134" y="17921"/>
                  </a:lnTo>
                  <a:lnTo>
                    <a:pt x="34993" y="18808"/>
                  </a:lnTo>
                  <a:lnTo>
                    <a:pt x="34831" y="19717"/>
                  </a:lnTo>
                  <a:lnTo>
                    <a:pt x="34629" y="20625"/>
                  </a:lnTo>
                  <a:lnTo>
                    <a:pt x="34508" y="21089"/>
                  </a:lnTo>
                  <a:lnTo>
                    <a:pt x="34367" y="21533"/>
                  </a:lnTo>
                  <a:lnTo>
                    <a:pt x="34226" y="21997"/>
                  </a:lnTo>
                  <a:lnTo>
                    <a:pt x="34064" y="22441"/>
                  </a:lnTo>
                  <a:lnTo>
                    <a:pt x="33943" y="22784"/>
                  </a:lnTo>
                  <a:lnTo>
                    <a:pt x="33782" y="23127"/>
                  </a:lnTo>
                  <a:lnTo>
                    <a:pt x="33620" y="23490"/>
                  </a:lnTo>
                  <a:lnTo>
                    <a:pt x="33419" y="23833"/>
                  </a:lnTo>
                  <a:lnTo>
                    <a:pt x="33197" y="24176"/>
                  </a:lnTo>
                  <a:lnTo>
                    <a:pt x="32934" y="24479"/>
                  </a:lnTo>
                  <a:lnTo>
                    <a:pt x="32793" y="24641"/>
                  </a:lnTo>
                  <a:lnTo>
                    <a:pt x="32632" y="24782"/>
                  </a:lnTo>
                  <a:lnTo>
                    <a:pt x="32470" y="24903"/>
                  </a:lnTo>
                  <a:lnTo>
                    <a:pt x="32309" y="25024"/>
                  </a:lnTo>
                  <a:lnTo>
                    <a:pt x="32107" y="25145"/>
                  </a:lnTo>
                  <a:lnTo>
                    <a:pt x="31925" y="25226"/>
                  </a:lnTo>
                  <a:lnTo>
                    <a:pt x="31723" y="25327"/>
                  </a:lnTo>
                  <a:lnTo>
                    <a:pt x="31522" y="25387"/>
                  </a:lnTo>
                  <a:lnTo>
                    <a:pt x="31118" y="25508"/>
                  </a:lnTo>
                  <a:lnTo>
                    <a:pt x="30694" y="25569"/>
                  </a:lnTo>
                  <a:lnTo>
                    <a:pt x="30250" y="25609"/>
                  </a:lnTo>
                  <a:lnTo>
                    <a:pt x="29403" y="25609"/>
                  </a:lnTo>
                  <a:lnTo>
                    <a:pt x="28979" y="25589"/>
                  </a:lnTo>
                  <a:lnTo>
                    <a:pt x="27809" y="25488"/>
                  </a:lnTo>
                  <a:lnTo>
                    <a:pt x="26658" y="25347"/>
                  </a:lnTo>
                  <a:lnTo>
                    <a:pt x="25508" y="25185"/>
                  </a:lnTo>
                  <a:lnTo>
                    <a:pt x="24358" y="25004"/>
                  </a:lnTo>
                  <a:lnTo>
                    <a:pt x="23248" y="24842"/>
                  </a:lnTo>
                  <a:lnTo>
                    <a:pt x="22118" y="24681"/>
                  </a:lnTo>
                  <a:lnTo>
                    <a:pt x="20988" y="24540"/>
                  </a:lnTo>
                  <a:lnTo>
                    <a:pt x="19837" y="24439"/>
                  </a:lnTo>
                  <a:lnTo>
                    <a:pt x="19272" y="24398"/>
                  </a:lnTo>
                  <a:lnTo>
                    <a:pt x="18707" y="24378"/>
                  </a:lnTo>
                  <a:lnTo>
                    <a:pt x="17577" y="24378"/>
                  </a:lnTo>
                  <a:lnTo>
                    <a:pt x="17012" y="24419"/>
                  </a:lnTo>
                  <a:lnTo>
                    <a:pt x="16447" y="24459"/>
                  </a:lnTo>
                  <a:lnTo>
                    <a:pt x="15882" y="24540"/>
                  </a:lnTo>
                  <a:lnTo>
                    <a:pt x="15317" y="24620"/>
                  </a:lnTo>
                  <a:lnTo>
                    <a:pt x="14631" y="24762"/>
                  </a:lnTo>
                  <a:lnTo>
                    <a:pt x="13965" y="24943"/>
                  </a:lnTo>
                  <a:lnTo>
                    <a:pt x="13319" y="25165"/>
                  </a:lnTo>
                  <a:lnTo>
                    <a:pt x="12674" y="25407"/>
                  </a:lnTo>
                  <a:lnTo>
                    <a:pt x="12048" y="25690"/>
                  </a:lnTo>
                  <a:lnTo>
                    <a:pt x="11422" y="25993"/>
                  </a:lnTo>
                  <a:lnTo>
                    <a:pt x="10817" y="26336"/>
                  </a:lnTo>
                  <a:lnTo>
                    <a:pt x="10232" y="26699"/>
                  </a:lnTo>
                  <a:lnTo>
                    <a:pt x="9667" y="27102"/>
                  </a:lnTo>
                  <a:lnTo>
                    <a:pt x="9122" y="27526"/>
                  </a:lnTo>
                  <a:lnTo>
                    <a:pt x="8597" y="27990"/>
                  </a:lnTo>
                  <a:lnTo>
                    <a:pt x="8093" y="28455"/>
                  </a:lnTo>
                  <a:lnTo>
                    <a:pt x="7608" y="28959"/>
                  </a:lnTo>
                  <a:lnTo>
                    <a:pt x="7164" y="29484"/>
                  </a:lnTo>
                  <a:lnTo>
                    <a:pt x="6741" y="30029"/>
                  </a:lnTo>
                  <a:lnTo>
                    <a:pt x="6357" y="30594"/>
                  </a:lnTo>
                  <a:lnTo>
                    <a:pt x="6014" y="31159"/>
                  </a:lnTo>
                  <a:lnTo>
                    <a:pt x="5691" y="31744"/>
                  </a:lnTo>
                  <a:lnTo>
                    <a:pt x="5389" y="32329"/>
                  </a:lnTo>
                  <a:lnTo>
                    <a:pt x="5106" y="32914"/>
                  </a:lnTo>
                  <a:lnTo>
                    <a:pt x="4844" y="33520"/>
                  </a:lnTo>
                  <a:lnTo>
                    <a:pt x="4581" y="34125"/>
                  </a:lnTo>
                  <a:lnTo>
                    <a:pt x="4097" y="35336"/>
                  </a:lnTo>
                  <a:lnTo>
                    <a:pt x="3714" y="36264"/>
                  </a:lnTo>
                  <a:lnTo>
                    <a:pt x="3330" y="37172"/>
                  </a:lnTo>
                  <a:lnTo>
                    <a:pt x="2927" y="38080"/>
                  </a:lnTo>
                  <a:lnTo>
                    <a:pt x="2705" y="38524"/>
                  </a:lnTo>
                  <a:lnTo>
                    <a:pt x="2483" y="38948"/>
                  </a:lnTo>
                  <a:lnTo>
                    <a:pt x="2402" y="39089"/>
                  </a:lnTo>
                  <a:lnTo>
                    <a:pt x="2321" y="39211"/>
                  </a:lnTo>
                  <a:lnTo>
                    <a:pt x="2220" y="39332"/>
                  </a:lnTo>
                  <a:lnTo>
                    <a:pt x="2099" y="39453"/>
                  </a:lnTo>
                  <a:lnTo>
                    <a:pt x="1978" y="39554"/>
                  </a:lnTo>
                  <a:lnTo>
                    <a:pt x="1857" y="39634"/>
                  </a:lnTo>
                  <a:lnTo>
                    <a:pt x="1736" y="39695"/>
                  </a:lnTo>
                  <a:lnTo>
                    <a:pt x="1615" y="39715"/>
                  </a:lnTo>
                  <a:lnTo>
                    <a:pt x="1413" y="39715"/>
                  </a:lnTo>
                  <a:lnTo>
                    <a:pt x="1312" y="39654"/>
                  </a:lnTo>
                  <a:lnTo>
                    <a:pt x="1231" y="39594"/>
                  </a:lnTo>
                  <a:lnTo>
                    <a:pt x="1191" y="39513"/>
                  </a:lnTo>
                  <a:lnTo>
                    <a:pt x="1131" y="39433"/>
                  </a:lnTo>
                  <a:lnTo>
                    <a:pt x="1110" y="39352"/>
                  </a:lnTo>
                  <a:lnTo>
                    <a:pt x="1090" y="39251"/>
                  </a:lnTo>
                  <a:lnTo>
                    <a:pt x="1090" y="39049"/>
                  </a:lnTo>
                  <a:lnTo>
                    <a:pt x="1110" y="38847"/>
                  </a:lnTo>
                  <a:lnTo>
                    <a:pt x="1252" y="38040"/>
                  </a:lnTo>
                  <a:lnTo>
                    <a:pt x="1393" y="37253"/>
                  </a:lnTo>
                  <a:lnTo>
                    <a:pt x="1575" y="36466"/>
                  </a:lnTo>
                  <a:lnTo>
                    <a:pt x="1776" y="35699"/>
                  </a:lnTo>
                  <a:lnTo>
                    <a:pt x="2018" y="34630"/>
                  </a:lnTo>
                  <a:lnTo>
                    <a:pt x="2261" y="33560"/>
                  </a:lnTo>
                  <a:lnTo>
                    <a:pt x="2422" y="32551"/>
                  </a:lnTo>
                  <a:lnTo>
                    <a:pt x="2563" y="31562"/>
                  </a:lnTo>
                  <a:lnTo>
                    <a:pt x="2664" y="30533"/>
                  </a:lnTo>
                  <a:lnTo>
                    <a:pt x="2705" y="29524"/>
                  </a:lnTo>
                  <a:lnTo>
                    <a:pt x="2745" y="28515"/>
                  </a:lnTo>
                  <a:lnTo>
                    <a:pt x="2745" y="27506"/>
                  </a:lnTo>
                  <a:lnTo>
                    <a:pt x="2705" y="26477"/>
                  </a:lnTo>
                  <a:lnTo>
                    <a:pt x="2644" y="25468"/>
                  </a:lnTo>
                  <a:lnTo>
                    <a:pt x="2563" y="24439"/>
                  </a:lnTo>
                  <a:lnTo>
                    <a:pt x="2462" y="23430"/>
                  </a:lnTo>
                  <a:lnTo>
                    <a:pt x="2362" y="22401"/>
                  </a:lnTo>
                  <a:lnTo>
                    <a:pt x="2240" y="21392"/>
                  </a:lnTo>
                  <a:lnTo>
                    <a:pt x="1958" y="19374"/>
                  </a:lnTo>
                  <a:lnTo>
                    <a:pt x="1655" y="17355"/>
                  </a:lnTo>
                  <a:lnTo>
                    <a:pt x="1595" y="16972"/>
                  </a:lnTo>
                  <a:lnTo>
                    <a:pt x="1030" y="13219"/>
                  </a:lnTo>
                  <a:lnTo>
                    <a:pt x="485" y="9465"/>
                  </a:lnTo>
                  <a:lnTo>
                    <a:pt x="323" y="8234"/>
                  </a:lnTo>
                  <a:lnTo>
                    <a:pt x="182" y="7043"/>
                  </a:lnTo>
                  <a:lnTo>
                    <a:pt x="142" y="6458"/>
                  </a:lnTo>
                  <a:lnTo>
                    <a:pt x="101" y="5873"/>
                  </a:lnTo>
                  <a:lnTo>
                    <a:pt x="81" y="5308"/>
                  </a:lnTo>
                  <a:lnTo>
                    <a:pt x="81" y="4723"/>
                  </a:lnTo>
                  <a:lnTo>
                    <a:pt x="81" y="4521"/>
                  </a:lnTo>
                  <a:lnTo>
                    <a:pt x="101" y="3633"/>
                  </a:lnTo>
                  <a:lnTo>
                    <a:pt x="142" y="3129"/>
                  </a:lnTo>
                  <a:lnTo>
                    <a:pt x="202" y="2604"/>
                  </a:lnTo>
                  <a:lnTo>
                    <a:pt x="283" y="2099"/>
                  </a:lnTo>
                  <a:lnTo>
                    <a:pt x="323" y="1857"/>
                  </a:lnTo>
                  <a:lnTo>
                    <a:pt x="404" y="1635"/>
                  </a:lnTo>
                  <a:lnTo>
                    <a:pt x="465" y="1413"/>
                  </a:lnTo>
                  <a:lnTo>
                    <a:pt x="566" y="1211"/>
                  </a:lnTo>
                  <a:lnTo>
                    <a:pt x="666" y="1010"/>
                  </a:lnTo>
                  <a:lnTo>
                    <a:pt x="767" y="848"/>
                  </a:lnTo>
                  <a:lnTo>
                    <a:pt x="848" y="747"/>
                  </a:lnTo>
                  <a:lnTo>
                    <a:pt x="929" y="687"/>
                  </a:lnTo>
                  <a:lnTo>
                    <a:pt x="1110" y="545"/>
                  </a:lnTo>
                  <a:lnTo>
                    <a:pt x="1332" y="445"/>
                  </a:lnTo>
                  <a:lnTo>
                    <a:pt x="1575" y="364"/>
                  </a:lnTo>
                  <a:lnTo>
                    <a:pt x="1837" y="303"/>
                  </a:lnTo>
                  <a:lnTo>
                    <a:pt x="2099" y="283"/>
                  </a:lnTo>
                  <a:lnTo>
                    <a:pt x="2382" y="263"/>
                  </a:lnTo>
                  <a:lnTo>
                    <a:pt x="2684" y="243"/>
                  </a:lnTo>
                  <a:lnTo>
                    <a:pt x="3169" y="263"/>
                  </a:lnTo>
                  <a:lnTo>
                    <a:pt x="3633" y="283"/>
                  </a:lnTo>
                  <a:lnTo>
                    <a:pt x="4057" y="303"/>
                  </a:lnTo>
                  <a:lnTo>
                    <a:pt x="4440" y="303"/>
                  </a:lnTo>
                  <a:lnTo>
                    <a:pt x="9586" y="202"/>
                  </a:lnTo>
                  <a:lnTo>
                    <a:pt x="11826" y="142"/>
                  </a:lnTo>
                  <a:lnTo>
                    <a:pt x="14066" y="102"/>
                  </a:lnTo>
                  <a:lnTo>
                    <a:pt x="16346" y="81"/>
                  </a:lnTo>
                  <a:close/>
                  <a:moveTo>
                    <a:pt x="16346" y="1"/>
                  </a:moveTo>
                  <a:lnTo>
                    <a:pt x="14066" y="21"/>
                  </a:lnTo>
                  <a:lnTo>
                    <a:pt x="11826" y="61"/>
                  </a:lnTo>
                  <a:lnTo>
                    <a:pt x="9586" y="122"/>
                  </a:lnTo>
                  <a:lnTo>
                    <a:pt x="4420" y="223"/>
                  </a:lnTo>
                  <a:lnTo>
                    <a:pt x="4057" y="223"/>
                  </a:lnTo>
                  <a:lnTo>
                    <a:pt x="3633" y="202"/>
                  </a:lnTo>
                  <a:lnTo>
                    <a:pt x="2805" y="162"/>
                  </a:lnTo>
                  <a:lnTo>
                    <a:pt x="2382" y="182"/>
                  </a:lnTo>
                  <a:lnTo>
                    <a:pt x="1978" y="202"/>
                  </a:lnTo>
                  <a:lnTo>
                    <a:pt x="1595" y="283"/>
                  </a:lnTo>
                  <a:lnTo>
                    <a:pt x="1413" y="324"/>
                  </a:lnTo>
                  <a:lnTo>
                    <a:pt x="1252" y="384"/>
                  </a:lnTo>
                  <a:lnTo>
                    <a:pt x="1090" y="465"/>
                  </a:lnTo>
                  <a:lnTo>
                    <a:pt x="949" y="566"/>
                  </a:lnTo>
                  <a:lnTo>
                    <a:pt x="828" y="667"/>
                  </a:lnTo>
                  <a:lnTo>
                    <a:pt x="707" y="788"/>
                  </a:lnTo>
                  <a:lnTo>
                    <a:pt x="586" y="969"/>
                  </a:lnTo>
                  <a:lnTo>
                    <a:pt x="485" y="1151"/>
                  </a:lnTo>
                  <a:lnTo>
                    <a:pt x="404" y="1373"/>
                  </a:lnTo>
                  <a:lnTo>
                    <a:pt x="323" y="1575"/>
                  </a:lnTo>
                  <a:lnTo>
                    <a:pt x="263" y="1817"/>
                  </a:lnTo>
                  <a:lnTo>
                    <a:pt x="202" y="2059"/>
                  </a:lnTo>
                  <a:lnTo>
                    <a:pt x="122" y="2563"/>
                  </a:lnTo>
                  <a:lnTo>
                    <a:pt x="61" y="3068"/>
                  </a:lnTo>
                  <a:lnTo>
                    <a:pt x="21" y="3593"/>
                  </a:lnTo>
                  <a:lnTo>
                    <a:pt x="0" y="4521"/>
                  </a:lnTo>
                  <a:lnTo>
                    <a:pt x="0" y="4723"/>
                  </a:lnTo>
                  <a:lnTo>
                    <a:pt x="0" y="5308"/>
                  </a:lnTo>
                  <a:lnTo>
                    <a:pt x="21" y="5873"/>
                  </a:lnTo>
                  <a:lnTo>
                    <a:pt x="61" y="6458"/>
                  </a:lnTo>
                  <a:lnTo>
                    <a:pt x="101" y="7043"/>
                  </a:lnTo>
                  <a:lnTo>
                    <a:pt x="243" y="8234"/>
                  </a:lnTo>
                  <a:lnTo>
                    <a:pt x="404" y="9465"/>
                  </a:lnTo>
                  <a:lnTo>
                    <a:pt x="949" y="13219"/>
                  </a:lnTo>
                  <a:lnTo>
                    <a:pt x="1514" y="16992"/>
                  </a:lnTo>
                  <a:lnTo>
                    <a:pt x="1575" y="17376"/>
                  </a:lnTo>
                  <a:lnTo>
                    <a:pt x="1877" y="19374"/>
                  </a:lnTo>
                  <a:lnTo>
                    <a:pt x="2160" y="21392"/>
                  </a:lnTo>
                  <a:lnTo>
                    <a:pt x="2281" y="22421"/>
                  </a:lnTo>
                  <a:lnTo>
                    <a:pt x="2382" y="23430"/>
                  </a:lnTo>
                  <a:lnTo>
                    <a:pt x="2483" y="24439"/>
                  </a:lnTo>
                  <a:lnTo>
                    <a:pt x="2563" y="25468"/>
                  </a:lnTo>
                  <a:lnTo>
                    <a:pt x="2624" y="26477"/>
                  </a:lnTo>
                  <a:lnTo>
                    <a:pt x="2664" y="27486"/>
                  </a:lnTo>
                  <a:lnTo>
                    <a:pt x="2664" y="28515"/>
                  </a:lnTo>
                  <a:lnTo>
                    <a:pt x="2644" y="29524"/>
                  </a:lnTo>
                  <a:lnTo>
                    <a:pt x="2584" y="30533"/>
                  </a:lnTo>
                  <a:lnTo>
                    <a:pt x="2483" y="31542"/>
                  </a:lnTo>
                  <a:lnTo>
                    <a:pt x="2341" y="32551"/>
                  </a:lnTo>
                  <a:lnTo>
                    <a:pt x="2180" y="33540"/>
                  </a:lnTo>
                  <a:lnTo>
                    <a:pt x="1938" y="34630"/>
                  </a:lnTo>
                  <a:lnTo>
                    <a:pt x="1696" y="35679"/>
                  </a:lnTo>
                  <a:lnTo>
                    <a:pt x="1494" y="36466"/>
                  </a:lnTo>
                  <a:lnTo>
                    <a:pt x="1332" y="37233"/>
                  </a:lnTo>
                  <a:lnTo>
                    <a:pt x="1171" y="38040"/>
                  </a:lnTo>
                  <a:lnTo>
                    <a:pt x="1030" y="38827"/>
                  </a:lnTo>
                  <a:lnTo>
                    <a:pt x="1009" y="39049"/>
                  </a:lnTo>
                  <a:lnTo>
                    <a:pt x="1009" y="39271"/>
                  </a:lnTo>
                  <a:lnTo>
                    <a:pt x="1030" y="39372"/>
                  </a:lnTo>
                  <a:lnTo>
                    <a:pt x="1070" y="39473"/>
                  </a:lnTo>
                  <a:lnTo>
                    <a:pt x="1110" y="39574"/>
                  </a:lnTo>
                  <a:lnTo>
                    <a:pt x="1191" y="39654"/>
                  </a:lnTo>
                  <a:lnTo>
                    <a:pt x="1252" y="39715"/>
                  </a:lnTo>
                  <a:lnTo>
                    <a:pt x="1353" y="39776"/>
                  </a:lnTo>
                  <a:lnTo>
                    <a:pt x="1433" y="39796"/>
                  </a:lnTo>
                  <a:lnTo>
                    <a:pt x="1534" y="39816"/>
                  </a:lnTo>
                  <a:lnTo>
                    <a:pt x="1615" y="39796"/>
                  </a:lnTo>
                  <a:lnTo>
                    <a:pt x="1756" y="39776"/>
                  </a:lnTo>
                  <a:lnTo>
                    <a:pt x="1897" y="39695"/>
                  </a:lnTo>
                  <a:lnTo>
                    <a:pt x="2018" y="39614"/>
                  </a:lnTo>
                  <a:lnTo>
                    <a:pt x="2160" y="39513"/>
                  </a:lnTo>
                  <a:lnTo>
                    <a:pt x="2281" y="39392"/>
                  </a:lnTo>
                  <a:lnTo>
                    <a:pt x="2382" y="39271"/>
                  </a:lnTo>
                  <a:lnTo>
                    <a:pt x="2483" y="39130"/>
                  </a:lnTo>
                  <a:lnTo>
                    <a:pt x="2563" y="38989"/>
                  </a:lnTo>
                  <a:lnTo>
                    <a:pt x="2785" y="38565"/>
                  </a:lnTo>
                  <a:lnTo>
                    <a:pt x="3007" y="38101"/>
                  </a:lnTo>
                  <a:lnTo>
                    <a:pt x="3411" y="37193"/>
                  </a:lnTo>
                  <a:lnTo>
                    <a:pt x="3794" y="36284"/>
                  </a:lnTo>
                  <a:lnTo>
                    <a:pt x="4158" y="35376"/>
                  </a:lnTo>
                  <a:lnTo>
                    <a:pt x="4662" y="34166"/>
                  </a:lnTo>
                  <a:lnTo>
                    <a:pt x="4904" y="33560"/>
                  </a:lnTo>
                  <a:lnTo>
                    <a:pt x="5187" y="32955"/>
                  </a:lnTo>
                  <a:lnTo>
                    <a:pt x="5469" y="32369"/>
                  </a:lnTo>
                  <a:lnTo>
                    <a:pt x="5752" y="31784"/>
                  </a:lnTo>
                  <a:lnTo>
                    <a:pt x="6075" y="31199"/>
                  </a:lnTo>
                  <a:lnTo>
                    <a:pt x="6418" y="30654"/>
                  </a:lnTo>
                  <a:lnTo>
                    <a:pt x="6821" y="30089"/>
                  </a:lnTo>
                  <a:lnTo>
                    <a:pt x="7225" y="29544"/>
                  </a:lnTo>
                  <a:lnTo>
                    <a:pt x="7669" y="29020"/>
                  </a:lnTo>
                  <a:lnTo>
                    <a:pt x="8153" y="28515"/>
                  </a:lnTo>
                  <a:lnTo>
                    <a:pt x="8638" y="28051"/>
                  </a:lnTo>
                  <a:lnTo>
                    <a:pt x="9162" y="27587"/>
                  </a:lnTo>
                  <a:lnTo>
                    <a:pt x="9707" y="27163"/>
                  </a:lnTo>
                  <a:lnTo>
                    <a:pt x="10272" y="26780"/>
                  </a:lnTo>
                  <a:lnTo>
                    <a:pt x="10857" y="26396"/>
                  </a:lnTo>
                  <a:lnTo>
                    <a:pt x="11463" y="26073"/>
                  </a:lnTo>
                  <a:lnTo>
                    <a:pt x="12068" y="25750"/>
                  </a:lnTo>
                  <a:lnTo>
                    <a:pt x="12694" y="25468"/>
                  </a:lnTo>
                  <a:lnTo>
                    <a:pt x="13339" y="25226"/>
                  </a:lnTo>
                  <a:lnTo>
                    <a:pt x="14005" y="25024"/>
                  </a:lnTo>
                  <a:lnTo>
                    <a:pt x="14651" y="24842"/>
                  </a:lnTo>
                  <a:lnTo>
                    <a:pt x="15337" y="24701"/>
                  </a:lnTo>
                  <a:lnTo>
                    <a:pt x="15882" y="24600"/>
                  </a:lnTo>
                  <a:lnTo>
                    <a:pt x="16447" y="24540"/>
                  </a:lnTo>
                  <a:lnTo>
                    <a:pt x="17012" y="24499"/>
                  </a:lnTo>
                  <a:lnTo>
                    <a:pt x="17577" y="24459"/>
                  </a:lnTo>
                  <a:lnTo>
                    <a:pt x="18707" y="24459"/>
                  </a:lnTo>
                  <a:lnTo>
                    <a:pt x="19272" y="24479"/>
                  </a:lnTo>
                  <a:lnTo>
                    <a:pt x="19837" y="24519"/>
                  </a:lnTo>
                  <a:lnTo>
                    <a:pt x="20968" y="24620"/>
                  </a:lnTo>
                  <a:lnTo>
                    <a:pt x="22098" y="24762"/>
                  </a:lnTo>
                  <a:lnTo>
                    <a:pt x="23228" y="24923"/>
                  </a:lnTo>
                  <a:lnTo>
                    <a:pt x="24338" y="25084"/>
                  </a:lnTo>
                  <a:lnTo>
                    <a:pt x="25488" y="25266"/>
                  </a:lnTo>
                  <a:lnTo>
                    <a:pt x="26638" y="25428"/>
                  </a:lnTo>
                  <a:lnTo>
                    <a:pt x="27809" y="25569"/>
                  </a:lnTo>
                  <a:lnTo>
                    <a:pt x="28979" y="25670"/>
                  </a:lnTo>
                  <a:lnTo>
                    <a:pt x="29403" y="25690"/>
                  </a:lnTo>
                  <a:lnTo>
                    <a:pt x="30271" y="25690"/>
                  </a:lnTo>
                  <a:lnTo>
                    <a:pt x="30714" y="25650"/>
                  </a:lnTo>
                  <a:lnTo>
                    <a:pt x="31138" y="25569"/>
                  </a:lnTo>
                  <a:lnTo>
                    <a:pt x="31562" y="25468"/>
                  </a:lnTo>
                  <a:lnTo>
                    <a:pt x="31764" y="25387"/>
                  </a:lnTo>
                  <a:lnTo>
                    <a:pt x="31966" y="25306"/>
                  </a:lnTo>
                  <a:lnTo>
                    <a:pt x="32147" y="25206"/>
                  </a:lnTo>
                  <a:lnTo>
                    <a:pt x="32349" y="25084"/>
                  </a:lnTo>
                  <a:lnTo>
                    <a:pt x="32511" y="24963"/>
                  </a:lnTo>
                  <a:lnTo>
                    <a:pt x="32692" y="24842"/>
                  </a:lnTo>
                  <a:lnTo>
                    <a:pt x="32833" y="24701"/>
                  </a:lnTo>
                  <a:lnTo>
                    <a:pt x="32995" y="24540"/>
                  </a:lnTo>
                  <a:lnTo>
                    <a:pt x="33257" y="24217"/>
                  </a:lnTo>
                  <a:lnTo>
                    <a:pt x="33479" y="23874"/>
                  </a:lnTo>
                  <a:lnTo>
                    <a:pt x="33681" y="23531"/>
                  </a:lnTo>
                  <a:lnTo>
                    <a:pt x="33863" y="23167"/>
                  </a:lnTo>
                  <a:lnTo>
                    <a:pt x="34004" y="22804"/>
                  </a:lnTo>
                  <a:lnTo>
                    <a:pt x="34145" y="22461"/>
                  </a:lnTo>
                  <a:lnTo>
                    <a:pt x="34307" y="22017"/>
                  </a:lnTo>
                  <a:lnTo>
                    <a:pt x="34448" y="21573"/>
                  </a:lnTo>
                  <a:lnTo>
                    <a:pt x="34569" y="21109"/>
                  </a:lnTo>
                  <a:lnTo>
                    <a:pt x="34690" y="20645"/>
                  </a:lnTo>
                  <a:lnTo>
                    <a:pt x="34912" y="19737"/>
                  </a:lnTo>
                  <a:lnTo>
                    <a:pt x="35073" y="18829"/>
                  </a:lnTo>
                  <a:lnTo>
                    <a:pt x="35215" y="17921"/>
                  </a:lnTo>
                  <a:lnTo>
                    <a:pt x="35316" y="17033"/>
                  </a:lnTo>
                  <a:lnTo>
                    <a:pt x="35396" y="16185"/>
                  </a:lnTo>
                  <a:lnTo>
                    <a:pt x="35457" y="15337"/>
                  </a:lnTo>
                  <a:lnTo>
                    <a:pt x="35538" y="14248"/>
                  </a:lnTo>
                  <a:lnTo>
                    <a:pt x="35578" y="13219"/>
                  </a:lnTo>
                  <a:lnTo>
                    <a:pt x="35598" y="12230"/>
                  </a:lnTo>
                  <a:lnTo>
                    <a:pt x="35598" y="11261"/>
                  </a:lnTo>
                  <a:lnTo>
                    <a:pt x="35598" y="10333"/>
                  </a:lnTo>
                  <a:lnTo>
                    <a:pt x="35558" y="9445"/>
                  </a:lnTo>
                  <a:lnTo>
                    <a:pt x="35497" y="8557"/>
                  </a:lnTo>
                  <a:lnTo>
                    <a:pt x="35396" y="7709"/>
                  </a:lnTo>
                  <a:lnTo>
                    <a:pt x="35336" y="7185"/>
                  </a:lnTo>
                  <a:lnTo>
                    <a:pt x="35255" y="6660"/>
                  </a:lnTo>
                  <a:lnTo>
                    <a:pt x="35154" y="6115"/>
                  </a:lnTo>
                  <a:lnTo>
                    <a:pt x="35013" y="5570"/>
                  </a:lnTo>
                  <a:lnTo>
                    <a:pt x="34851" y="5046"/>
                  </a:lnTo>
                  <a:lnTo>
                    <a:pt x="34629" y="4521"/>
                  </a:lnTo>
                  <a:lnTo>
                    <a:pt x="34508" y="4259"/>
                  </a:lnTo>
                  <a:lnTo>
                    <a:pt x="34387" y="4016"/>
                  </a:lnTo>
                  <a:lnTo>
                    <a:pt x="34226" y="3774"/>
                  </a:lnTo>
                  <a:lnTo>
                    <a:pt x="34064" y="3552"/>
                  </a:lnTo>
                  <a:lnTo>
                    <a:pt x="33782" y="3189"/>
                  </a:lnTo>
                  <a:lnTo>
                    <a:pt x="33479" y="2866"/>
                  </a:lnTo>
                  <a:lnTo>
                    <a:pt x="33136" y="2584"/>
                  </a:lnTo>
                  <a:lnTo>
                    <a:pt x="32793" y="2301"/>
                  </a:lnTo>
                  <a:lnTo>
                    <a:pt x="32410" y="2079"/>
                  </a:lnTo>
                  <a:lnTo>
                    <a:pt x="32026" y="1857"/>
                  </a:lnTo>
                  <a:lnTo>
                    <a:pt x="31623" y="1655"/>
                  </a:lnTo>
                  <a:lnTo>
                    <a:pt x="31199" y="1494"/>
                  </a:lnTo>
                  <a:lnTo>
                    <a:pt x="30775" y="1333"/>
                  </a:lnTo>
                  <a:lnTo>
                    <a:pt x="30351" y="1191"/>
                  </a:lnTo>
                  <a:lnTo>
                    <a:pt x="29907" y="1070"/>
                  </a:lnTo>
                  <a:lnTo>
                    <a:pt x="29463" y="969"/>
                  </a:lnTo>
                  <a:lnTo>
                    <a:pt x="28555" y="788"/>
                  </a:lnTo>
                  <a:lnTo>
                    <a:pt x="27667" y="667"/>
                  </a:lnTo>
                  <a:lnTo>
                    <a:pt x="26557" y="525"/>
                  </a:lnTo>
                  <a:lnTo>
                    <a:pt x="25427" y="384"/>
                  </a:lnTo>
                  <a:lnTo>
                    <a:pt x="24277" y="283"/>
                  </a:lnTo>
                  <a:lnTo>
                    <a:pt x="23147" y="202"/>
                  </a:lnTo>
                  <a:lnTo>
                    <a:pt x="22017" y="142"/>
                  </a:lnTo>
                  <a:lnTo>
                    <a:pt x="20887" y="81"/>
                  </a:lnTo>
                  <a:lnTo>
                    <a:pt x="19737" y="41"/>
                  </a:lnTo>
                  <a:lnTo>
                    <a:pt x="18606" y="21"/>
                  </a:lnTo>
                  <a:lnTo>
                    <a:pt x="1634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7"/>
            <p:cNvSpPr/>
            <p:nvPr/>
          </p:nvSpPr>
          <p:spPr>
            <a:xfrm flipH="1">
              <a:off x="-1455741" y="-3455631"/>
              <a:ext cx="2960526" cy="1551321"/>
            </a:xfrm>
            <a:custGeom>
              <a:rect b="b" l="l" r="r" t="t"/>
              <a:pathLst>
                <a:path extrusionOk="0" h="27748" w="52954">
                  <a:moveTo>
                    <a:pt x="8698" y="81"/>
                  </a:moveTo>
                  <a:lnTo>
                    <a:pt x="9162" y="121"/>
                  </a:lnTo>
                  <a:lnTo>
                    <a:pt x="9647" y="162"/>
                  </a:lnTo>
                  <a:lnTo>
                    <a:pt x="10111" y="243"/>
                  </a:lnTo>
                  <a:lnTo>
                    <a:pt x="10555" y="343"/>
                  </a:lnTo>
                  <a:lnTo>
                    <a:pt x="10999" y="444"/>
                  </a:lnTo>
                  <a:lnTo>
                    <a:pt x="11443" y="565"/>
                  </a:lnTo>
                  <a:lnTo>
                    <a:pt x="11887" y="707"/>
                  </a:lnTo>
                  <a:lnTo>
                    <a:pt x="12311" y="848"/>
                  </a:lnTo>
                  <a:lnTo>
                    <a:pt x="12734" y="1009"/>
                  </a:lnTo>
                  <a:lnTo>
                    <a:pt x="13582" y="1373"/>
                  </a:lnTo>
                  <a:lnTo>
                    <a:pt x="14389" y="1756"/>
                  </a:lnTo>
                  <a:lnTo>
                    <a:pt x="15176" y="2160"/>
                  </a:lnTo>
                  <a:lnTo>
                    <a:pt x="15943" y="2563"/>
                  </a:lnTo>
                  <a:lnTo>
                    <a:pt x="16669" y="2987"/>
                  </a:lnTo>
                  <a:lnTo>
                    <a:pt x="18021" y="3754"/>
                  </a:lnTo>
                  <a:lnTo>
                    <a:pt x="19353" y="4561"/>
                  </a:lnTo>
                  <a:lnTo>
                    <a:pt x="22017" y="6176"/>
                  </a:lnTo>
                  <a:lnTo>
                    <a:pt x="24439" y="7649"/>
                  </a:lnTo>
                  <a:lnTo>
                    <a:pt x="25670" y="8395"/>
                  </a:lnTo>
                  <a:lnTo>
                    <a:pt x="26901" y="9102"/>
                  </a:lnTo>
                  <a:lnTo>
                    <a:pt x="28152" y="9808"/>
                  </a:lnTo>
                  <a:lnTo>
                    <a:pt x="29403" y="10494"/>
                  </a:lnTo>
                  <a:lnTo>
                    <a:pt x="30654" y="11160"/>
                  </a:lnTo>
                  <a:lnTo>
                    <a:pt x="31925" y="11806"/>
                  </a:lnTo>
                  <a:lnTo>
                    <a:pt x="33217" y="12391"/>
                  </a:lnTo>
                  <a:lnTo>
                    <a:pt x="34509" y="12956"/>
                  </a:lnTo>
                  <a:lnTo>
                    <a:pt x="35820" y="13481"/>
                  </a:lnTo>
                  <a:lnTo>
                    <a:pt x="36486" y="13743"/>
                  </a:lnTo>
                  <a:lnTo>
                    <a:pt x="37152" y="13965"/>
                  </a:lnTo>
                  <a:lnTo>
                    <a:pt x="37818" y="14187"/>
                  </a:lnTo>
                  <a:lnTo>
                    <a:pt x="38484" y="14389"/>
                  </a:lnTo>
                  <a:lnTo>
                    <a:pt x="39170" y="14591"/>
                  </a:lnTo>
                  <a:lnTo>
                    <a:pt x="39856" y="14772"/>
                  </a:lnTo>
                  <a:lnTo>
                    <a:pt x="40542" y="14934"/>
                  </a:lnTo>
                  <a:lnTo>
                    <a:pt x="41228" y="15075"/>
                  </a:lnTo>
                  <a:lnTo>
                    <a:pt x="41935" y="15216"/>
                  </a:lnTo>
                  <a:lnTo>
                    <a:pt x="42621" y="15317"/>
                  </a:lnTo>
                  <a:lnTo>
                    <a:pt x="43246" y="15418"/>
                  </a:lnTo>
                  <a:lnTo>
                    <a:pt x="43852" y="15479"/>
                  </a:lnTo>
                  <a:lnTo>
                    <a:pt x="44437" y="15519"/>
                  </a:lnTo>
                  <a:lnTo>
                    <a:pt x="45002" y="15539"/>
                  </a:lnTo>
                  <a:lnTo>
                    <a:pt x="45567" y="15539"/>
                  </a:lnTo>
                  <a:lnTo>
                    <a:pt x="46092" y="15519"/>
                  </a:lnTo>
                  <a:lnTo>
                    <a:pt x="46596" y="15479"/>
                  </a:lnTo>
                  <a:lnTo>
                    <a:pt x="47081" y="15398"/>
                  </a:lnTo>
                  <a:lnTo>
                    <a:pt x="47565" y="15317"/>
                  </a:lnTo>
                  <a:lnTo>
                    <a:pt x="48009" y="15216"/>
                  </a:lnTo>
                  <a:lnTo>
                    <a:pt x="48453" y="15075"/>
                  </a:lnTo>
                  <a:lnTo>
                    <a:pt x="48877" y="14934"/>
                  </a:lnTo>
                  <a:lnTo>
                    <a:pt x="49280" y="14752"/>
                  </a:lnTo>
                  <a:lnTo>
                    <a:pt x="49664" y="14550"/>
                  </a:lnTo>
                  <a:lnTo>
                    <a:pt x="50027" y="14348"/>
                  </a:lnTo>
                  <a:lnTo>
                    <a:pt x="50390" y="14106"/>
                  </a:lnTo>
                  <a:lnTo>
                    <a:pt x="50612" y="13925"/>
                  </a:lnTo>
                  <a:lnTo>
                    <a:pt x="50814" y="13763"/>
                  </a:lnTo>
                  <a:lnTo>
                    <a:pt x="51036" y="13622"/>
                  </a:lnTo>
                  <a:lnTo>
                    <a:pt x="51258" y="13481"/>
                  </a:lnTo>
                  <a:lnTo>
                    <a:pt x="51500" y="13380"/>
                  </a:lnTo>
                  <a:lnTo>
                    <a:pt x="51662" y="13339"/>
                  </a:lnTo>
                  <a:lnTo>
                    <a:pt x="51823" y="13299"/>
                  </a:lnTo>
                  <a:lnTo>
                    <a:pt x="51984" y="13299"/>
                  </a:lnTo>
                  <a:lnTo>
                    <a:pt x="52146" y="13319"/>
                  </a:lnTo>
                  <a:lnTo>
                    <a:pt x="52307" y="13360"/>
                  </a:lnTo>
                  <a:lnTo>
                    <a:pt x="52449" y="13420"/>
                  </a:lnTo>
                  <a:lnTo>
                    <a:pt x="52570" y="13521"/>
                  </a:lnTo>
                  <a:lnTo>
                    <a:pt x="52691" y="13642"/>
                  </a:lnTo>
                  <a:lnTo>
                    <a:pt x="52771" y="13804"/>
                  </a:lnTo>
                  <a:lnTo>
                    <a:pt x="52832" y="13985"/>
                  </a:lnTo>
                  <a:lnTo>
                    <a:pt x="52852" y="14167"/>
                  </a:lnTo>
                  <a:lnTo>
                    <a:pt x="52872" y="14348"/>
                  </a:lnTo>
                  <a:lnTo>
                    <a:pt x="52872" y="14893"/>
                  </a:lnTo>
                  <a:lnTo>
                    <a:pt x="52832" y="15398"/>
                  </a:lnTo>
                  <a:lnTo>
                    <a:pt x="52751" y="15902"/>
                  </a:lnTo>
                  <a:lnTo>
                    <a:pt x="52630" y="16366"/>
                  </a:lnTo>
                  <a:lnTo>
                    <a:pt x="52489" y="16831"/>
                  </a:lnTo>
                  <a:lnTo>
                    <a:pt x="52307" y="17254"/>
                  </a:lnTo>
                  <a:lnTo>
                    <a:pt x="52085" y="17658"/>
                  </a:lnTo>
                  <a:lnTo>
                    <a:pt x="51823" y="18041"/>
                  </a:lnTo>
                  <a:lnTo>
                    <a:pt x="51540" y="18405"/>
                  </a:lnTo>
                  <a:lnTo>
                    <a:pt x="51238" y="18728"/>
                  </a:lnTo>
                  <a:lnTo>
                    <a:pt x="50895" y="19030"/>
                  </a:lnTo>
                  <a:lnTo>
                    <a:pt x="50511" y="19293"/>
                  </a:lnTo>
                  <a:lnTo>
                    <a:pt x="50128" y="19535"/>
                  </a:lnTo>
                  <a:lnTo>
                    <a:pt x="49684" y="19737"/>
                  </a:lnTo>
                  <a:lnTo>
                    <a:pt x="49240" y="19898"/>
                  </a:lnTo>
                  <a:lnTo>
                    <a:pt x="48756" y="20039"/>
                  </a:lnTo>
                  <a:lnTo>
                    <a:pt x="48211" y="20140"/>
                  </a:lnTo>
                  <a:lnTo>
                    <a:pt x="47666" y="20221"/>
                  </a:lnTo>
                  <a:lnTo>
                    <a:pt x="47121" y="20261"/>
                  </a:lnTo>
                  <a:lnTo>
                    <a:pt x="46031" y="20261"/>
                  </a:lnTo>
                  <a:lnTo>
                    <a:pt x="45507" y="20241"/>
                  </a:lnTo>
                  <a:lnTo>
                    <a:pt x="44437" y="20160"/>
                  </a:lnTo>
                  <a:lnTo>
                    <a:pt x="42924" y="20019"/>
                  </a:lnTo>
                  <a:lnTo>
                    <a:pt x="41410" y="19858"/>
                  </a:lnTo>
                  <a:lnTo>
                    <a:pt x="38403" y="19494"/>
                  </a:lnTo>
                  <a:lnTo>
                    <a:pt x="36183" y="19212"/>
                  </a:lnTo>
                  <a:lnTo>
                    <a:pt x="33964" y="18970"/>
                  </a:lnTo>
                  <a:lnTo>
                    <a:pt x="32834" y="18849"/>
                  </a:lnTo>
                  <a:lnTo>
                    <a:pt x="31724" y="18768"/>
                  </a:lnTo>
                  <a:lnTo>
                    <a:pt x="30614" y="18687"/>
                  </a:lnTo>
                  <a:lnTo>
                    <a:pt x="29484" y="18627"/>
                  </a:lnTo>
                  <a:lnTo>
                    <a:pt x="28374" y="18606"/>
                  </a:lnTo>
                  <a:lnTo>
                    <a:pt x="27264" y="18606"/>
                  </a:lnTo>
                  <a:lnTo>
                    <a:pt x="26134" y="18627"/>
                  </a:lnTo>
                  <a:lnTo>
                    <a:pt x="25024" y="18687"/>
                  </a:lnTo>
                  <a:lnTo>
                    <a:pt x="23914" y="18788"/>
                  </a:lnTo>
                  <a:lnTo>
                    <a:pt x="22824" y="18909"/>
                  </a:lnTo>
                  <a:lnTo>
                    <a:pt x="21714" y="19091"/>
                  </a:lnTo>
                  <a:lnTo>
                    <a:pt x="20625" y="19313"/>
                  </a:lnTo>
                  <a:lnTo>
                    <a:pt x="19555" y="19595"/>
                  </a:lnTo>
                  <a:lnTo>
                    <a:pt x="18486" y="19898"/>
                  </a:lnTo>
                  <a:lnTo>
                    <a:pt x="17456" y="20241"/>
                  </a:lnTo>
                  <a:lnTo>
                    <a:pt x="16407" y="20645"/>
                  </a:lnTo>
                  <a:lnTo>
                    <a:pt x="15398" y="21048"/>
                  </a:lnTo>
                  <a:lnTo>
                    <a:pt x="14389" y="21512"/>
                  </a:lnTo>
                  <a:lnTo>
                    <a:pt x="13400" y="21977"/>
                  </a:lnTo>
                  <a:lnTo>
                    <a:pt x="12411" y="22481"/>
                  </a:lnTo>
                  <a:lnTo>
                    <a:pt x="11423" y="23006"/>
                  </a:lnTo>
                  <a:lnTo>
                    <a:pt x="10454" y="23551"/>
                  </a:lnTo>
                  <a:lnTo>
                    <a:pt x="9505" y="24116"/>
                  </a:lnTo>
                  <a:lnTo>
                    <a:pt x="8537" y="24681"/>
                  </a:lnTo>
                  <a:lnTo>
                    <a:pt x="6660" y="25851"/>
                  </a:lnTo>
                  <a:lnTo>
                    <a:pt x="4783" y="27022"/>
                  </a:lnTo>
                  <a:lnTo>
                    <a:pt x="4703" y="27082"/>
                  </a:lnTo>
                  <a:lnTo>
                    <a:pt x="4339" y="27304"/>
                  </a:lnTo>
                  <a:lnTo>
                    <a:pt x="4017" y="27465"/>
                  </a:lnTo>
                  <a:lnTo>
                    <a:pt x="3694" y="27587"/>
                  </a:lnTo>
                  <a:lnTo>
                    <a:pt x="3411" y="27647"/>
                  </a:lnTo>
                  <a:lnTo>
                    <a:pt x="3149" y="27667"/>
                  </a:lnTo>
                  <a:lnTo>
                    <a:pt x="3028" y="27667"/>
                  </a:lnTo>
                  <a:lnTo>
                    <a:pt x="2907" y="27647"/>
                  </a:lnTo>
                  <a:lnTo>
                    <a:pt x="2806" y="27607"/>
                  </a:lnTo>
                  <a:lnTo>
                    <a:pt x="2685" y="27566"/>
                  </a:lnTo>
                  <a:lnTo>
                    <a:pt x="2584" y="27506"/>
                  </a:lnTo>
                  <a:lnTo>
                    <a:pt x="2503" y="27445"/>
                  </a:lnTo>
                  <a:lnTo>
                    <a:pt x="2382" y="27344"/>
                  </a:lnTo>
                  <a:lnTo>
                    <a:pt x="2301" y="27223"/>
                  </a:lnTo>
                  <a:lnTo>
                    <a:pt x="2220" y="27082"/>
                  </a:lnTo>
                  <a:lnTo>
                    <a:pt x="2140" y="26941"/>
                  </a:lnTo>
                  <a:lnTo>
                    <a:pt x="2039" y="26638"/>
                  </a:lnTo>
                  <a:lnTo>
                    <a:pt x="1958" y="26295"/>
                  </a:lnTo>
                  <a:lnTo>
                    <a:pt x="1716" y="25064"/>
                  </a:lnTo>
                  <a:lnTo>
                    <a:pt x="1474" y="23813"/>
                  </a:lnTo>
                  <a:lnTo>
                    <a:pt x="1232" y="22562"/>
                  </a:lnTo>
                  <a:lnTo>
                    <a:pt x="1030" y="21311"/>
                  </a:lnTo>
                  <a:lnTo>
                    <a:pt x="828" y="20059"/>
                  </a:lnTo>
                  <a:lnTo>
                    <a:pt x="667" y="18808"/>
                  </a:lnTo>
                  <a:lnTo>
                    <a:pt x="505" y="17537"/>
                  </a:lnTo>
                  <a:lnTo>
                    <a:pt x="364" y="16286"/>
                  </a:lnTo>
                  <a:lnTo>
                    <a:pt x="283" y="15378"/>
                  </a:lnTo>
                  <a:lnTo>
                    <a:pt x="202" y="14550"/>
                  </a:lnTo>
                  <a:lnTo>
                    <a:pt x="162" y="13743"/>
                  </a:lnTo>
                  <a:lnTo>
                    <a:pt x="122" y="13017"/>
                  </a:lnTo>
                  <a:lnTo>
                    <a:pt x="102" y="12310"/>
                  </a:lnTo>
                  <a:lnTo>
                    <a:pt x="81" y="11664"/>
                  </a:lnTo>
                  <a:lnTo>
                    <a:pt x="102" y="11059"/>
                  </a:lnTo>
                  <a:lnTo>
                    <a:pt x="102" y="10494"/>
                  </a:lnTo>
                  <a:lnTo>
                    <a:pt x="162" y="9485"/>
                  </a:lnTo>
                  <a:lnTo>
                    <a:pt x="263" y="8597"/>
                  </a:lnTo>
                  <a:lnTo>
                    <a:pt x="364" y="7810"/>
                  </a:lnTo>
                  <a:lnTo>
                    <a:pt x="505" y="7124"/>
                  </a:lnTo>
                  <a:lnTo>
                    <a:pt x="606" y="6680"/>
                  </a:lnTo>
                  <a:lnTo>
                    <a:pt x="707" y="6236"/>
                  </a:lnTo>
                  <a:lnTo>
                    <a:pt x="828" y="5812"/>
                  </a:lnTo>
                  <a:lnTo>
                    <a:pt x="969" y="5409"/>
                  </a:lnTo>
                  <a:lnTo>
                    <a:pt x="1111" y="5005"/>
                  </a:lnTo>
                  <a:lnTo>
                    <a:pt x="1252" y="4642"/>
                  </a:lnTo>
                  <a:lnTo>
                    <a:pt x="1413" y="4279"/>
                  </a:lnTo>
                  <a:lnTo>
                    <a:pt x="1595" y="3915"/>
                  </a:lnTo>
                  <a:lnTo>
                    <a:pt x="1777" y="3592"/>
                  </a:lnTo>
                  <a:lnTo>
                    <a:pt x="1978" y="3270"/>
                  </a:lnTo>
                  <a:lnTo>
                    <a:pt x="2180" y="2967"/>
                  </a:lnTo>
                  <a:lnTo>
                    <a:pt x="2402" y="2684"/>
                  </a:lnTo>
                  <a:lnTo>
                    <a:pt x="2624" y="2402"/>
                  </a:lnTo>
                  <a:lnTo>
                    <a:pt x="2866" y="2160"/>
                  </a:lnTo>
                  <a:lnTo>
                    <a:pt x="3108" y="1918"/>
                  </a:lnTo>
                  <a:lnTo>
                    <a:pt x="3371" y="1675"/>
                  </a:lnTo>
                  <a:lnTo>
                    <a:pt x="3613" y="1494"/>
                  </a:lnTo>
                  <a:lnTo>
                    <a:pt x="3855" y="1312"/>
                  </a:lnTo>
                  <a:lnTo>
                    <a:pt x="4117" y="1151"/>
                  </a:lnTo>
                  <a:lnTo>
                    <a:pt x="4400" y="989"/>
                  </a:lnTo>
                  <a:lnTo>
                    <a:pt x="4682" y="848"/>
                  </a:lnTo>
                  <a:lnTo>
                    <a:pt x="4965" y="707"/>
                  </a:lnTo>
                  <a:lnTo>
                    <a:pt x="5268" y="586"/>
                  </a:lnTo>
                  <a:lnTo>
                    <a:pt x="5570" y="485"/>
                  </a:lnTo>
                  <a:lnTo>
                    <a:pt x="5893" y="384"/>
                  </a:lnTo>
                  <a:lnTo>
                    <a:pt x="6196" y="303"/>
                  </a:lnTo>
                  <a:lnTo>
                    <a:pt x="6539" y="243"/>
                  </a:lnTo>
                  <a:lnTo>
                    <a:pt x="6862" y="182"/>
                  </a:lnTo>
                  <a:lnTo>
                    <a:pt x="7205" y="121"/>
                  </a:lnTo>
                  <a:lnTo>
                    <a:pt x="7548" y="101"/>
                  </a:lnTo>
                  <a:lnTo>
                    <a:pt x="7891" y="81"/>
                  </a:lnTo>
                  <a:close/>
                  <a:moveTo>
                    <a:pt x="7730" y="0"/>
                  </a:moveTo>
                  <a:lnTo>
                    <a:pt x="7265" y="41"/>
                  </a:lnTo>
                  <a:lnTo>
                    <a:pt x="6801" y="101"/>
                  </a:lnTo>
                  <a:lnTo>
                    <a:pt x="6378" y="182"/>
                  </a:lnTo>
                  <a:lnTo>
                    <a:pt x="5934" y="283"/>
                  </a:lnTo>
                  <a:lnTo>
                    <a:pt x="5530" y="424"/>
                  </a:lnTo>
                  <a:lnTo>
                    <a:pt x="5106" y="565"/>
                  </a:lnTo>
                  <a:lnTo>
                    <a:pt x="4723" y="727"/>
                  </a:lnTo>
                  <a:lnTo>
                    <a:pt x="4339" y="929"/>
                  </a:lnTo>
                  <a:lnTo>
                    <a:pt x="3976" y="1130"/>
                  </a:lnTo>
                  <a:lnTo>
                    <a:pt x="3633" y="1373"/>
                  </a:lnTo>
                  <a:lnTo>
                    <a:pt x="3310" y="1615"/>
                  </a:lnTo>
                  <a:lnTo>
                    <a:pt x="3048" y="1857"/>
                  </a:lnTo>
                  <a:lnTo>
                    <a:pt x="2806" y="2099"/>
                  </a:lnTo>
                  <a:lnTo>
                    <a:pt x="2564" y="2361"/>
                  </a:lnTo>
                  <a:lnTo>
                    <a:pt x="2342" y="2624"/>
                  </a:lnTo>
                  <a:lnTo>
                    <a:pt x="2120" y="2927"/>
                  </a:lnTo>
                  <a:lnTo>
                    <a:pt x="1918" y="3229"/>
                  </a:lnTo>
                  <a:lnTo>
                    <a:pt x="1716" y="3552"/>
                  </a:lnTo>
                  <a:lnTo>
                    <a:pt x="1534" y="3875"/>
                  </a:lnTo>
                  <a:lnTo>
                    <a:pt x="1353" y="4238"/>
                  </a:lnTo>
                  <a:lnTo>
                    <a:pt x="1191" y="4601"/>
                  </a:lnTo>
                  <a:lnTo>
                    <a:pt x="1030" y="4985"/>
                  </a:lnTo>
                  <a:lnTo>
                    <a:pt x="889" y="5388"/>
                  </a:lnTo>
                  <a:lnTo>
                    <a:pt x="747" y="5792"/>
                  </a:lnTo>
                  <a:lnTo>
                    <a:pt x="626" y="6216"/>
                  </a:lnTo>
                  <a:lnTo>
                    <a:pt x="525" y="6660"/>
                  </a:lnTo>
                  <a:lnTo>
                    <a:pt x="424" y="7104"/>
                  </a:lnTo>
                  <a:lnTo>
                    <a:pt x="283" y="7810"/>
                  </a:lnTo>
                  <a:lnTo>
                    <a:pt x="182" y="8577"/>
                  </a:lnTo>
                  <a:lnTo>
                    <a:pt x="81" y="9485"/>
                  </a:lnTo>
                  <a:lnTo>
                    <a:pt x="21" y="10494"/>
                  </a:lnTo>
                  <a:lnTo>
                    <a:pt x="21" y="11059"/>
                  </a:lnTo>
                  <a:lnTo>
                    <a:pt x="1" y="11664"/>
                  </a:lnTo>
                  <a:lnTo>
                    <a:pt x="21" y="12310"/>
                  </a:lnTo>
                  <a:lnTo>
                    <a:pt x="41" y="13017"/>
                  </a:lnTo>
                  <a:lnTo>
                    <a:pt x="81" y="13743"/>
                  </a:lnTo>
                  <a:lnTo>
                    <a:pt x="122" y="14550"/>
                  </a:lnTo>
                  <a:lnTo>
                    <a:pt x="202" y="15398"/>
                  </a:lnTo>
                  <a:lnTo>
                    <a:pt x="283" y="16306"/>
                  </a:lnTo>
                  <a:lnTo>
                    <a:pt x="424" y="17557"/>
                  </a:lnTo>
                  <a:lnTo>
                    <a:pt x="586" y="18808"/>
                  </a:lnTo>
                  <a:lnTo>
                    <a:pt x="768" y="20080"/>
                  </a:lnTo>
                  <a:lnTo>
                    <a:pt x="949" y="21331"/>
                  </a:lnTo>
                  <a:lnTo>
                    <a:pt x="1151" y="22582"/>
                  </a:lnTo>
                  <a:lnTo>
                    <a:pt x="1393" y="23833"/>
                  </a:lnTo>
                  <a:lnTo>
                    <a:pt x="1635" y="25084"/>
                  </a:lnTo>
                  <a:lnTo>
                    <a:pt x="1877" y="26315"/>
                  </a:lnTo>
                  <a:lnTo>
                    <a:pt x="1978" y="26658"/>
                  </a:lnTo>
                  <a:lnTo>
                    <a:pt x="2079" y="26981"/>
                  </a:lnTo>
                  <a:lnTo>
                    <a:pt x="2140" y="27143"/>
                  </a:lnTo>
                  <a:lnTo>
                    <a:pt x="2241" y="27264"/>
                  </a:lnTo>
                  <a:lnTo>
                    <a:pt x="2342" y="27405"/>
                  </a:lnTo>
                  <a:lnTo>
                    <a:pt x="2442" y="27506"/>
                  </a:lnTo>
                  <a:lnTo>
                    <a:pt x="2604" y="27607"/>
                  </a:lnTo>
                  <a:lnTo>
                    <a:pt x="2786" y="27687"/>
                  </a:lnTo>
                  <a:lnTo>
                    <a:pt x="2967" y="27728"/>
                  </a:lnTo>
                  <a:lnTo>
                    <a:pt x="3169" y="27748"/>
                  </a:lnTo>
                  <a:lnTo>
                    <a:pt x="3330" y="27748"/>
                  </a:lnTo>
                  <a:lnTo>
                    <a:pt x="3512" y="27708"/>
                  </a:lnTo>
                  <a:lnTo>
                    <a:pt x="3694" y="27667"/>
                  </a:lnTo>
                  <a:lnTo>
                    <a:pt x="3875" y="27607"/>
                  </a:lnTo>
                  <a:lnTo>
                    <a:pt x="4077" y="27526"/>
                  </a:lnTo>
                  <a:lnTo>
                    <a:pt x="4299" y="27425"/>
                  </a:lnTo>
                  <a:lnTo>
                    <a:pt x="4743" y="27163"/>
                  </a:lnTo>
                  <a:lnTo>
                    <a:pt x="4844" y="27102"/>
                  </a:lnTo>
                  <a:lnTo>
                    <a:pt x="6700" y="25912"/>
                  </a:lnTo>
                  <a:lnTo>
                    <a:pt x="8577" y="24761"/>
                  </a:lnTo>
                  <a:lnTo>
                    <a:pt x="9546" y="24176"/>
                  </a:lnTo>
                  <a:lnTo>
                    <a:pt x="10494" y="23631"/>
                  </a:lnTo>
                  <a:lnTo>
                    <a:pt x="11463" y="23086"/>
                  </a:lnTo>
                  <a:lnTo>
                    <a:pt x="12432" y="22562"/>
                  </a:lnTo>
                  <a:lnTo>
                    <a:pt x="13420" y="22057"/>
                  </a:lnTo>
                  <a:lnTo>
                    <a:pt x="14429" y="21573"/>
                  </a:lnTo>
                  <a:lnTo>
                    <a:pt x="15418" y="21129"/>
                  </a:lnTo>
                  <a:lnTo>
                    <a:pt x="16447" y="20705"/>
                  </a:lnTo>
                  <a:lnTo>
                    <a:pt x="17477" y="20322"/>
                  </a:lnTo>
                  <a:lnTo>
                    <a:pt x="18506" y="19979"/>
                  </a:lnTo>
                  <a:lnTo>
                    <a:pt x="19575" y="19676"/>
                  </a:lnTo>
                  <a:lnTo>
                    <a:pt x="20645" y="19393"/>
                  </a:lnTo>
                  <a:lnTo>
                    <a:pt x="21735" y="19171"/>
                  </a:lnTo>
                  <a:lnTo>
                    <a:pt x="22824" y="18990"/>
                  </a:lnTo>
                  <a:lnTo>
                    <a:pt x="23934" y="18869"/>
                  </a:lnTo>
                  <a:lnTo>
                    <a:pt x="25044" y="18768"/>
                  </a:lnTo>
                  <a:lnTo>
                    <a:pt x="26154" y="18707"/>
                  </a:lnTo>
                  <a:lnTo>
                    <a:pt x="27264" y="18687"/>
                  </a:lnTo>
                  <a:lnTo>
                    <a:pt x="28374" y="18687"/>
                  </a:lnTo>
                  <a:lnTo>
                    <a:pt x="29484" y="18707"/>
                  </a:lnTo>
                  <a:lnTo>
                    <a:pt x="30614" y="18768"/>
                  </a:lnTo>
                  <a:lnTo>
                    <a:pt x="31724" y="18849"/>
                  </a:lnTo>
                  <a:lnTo>
                    <a:pt x="32834" y="18929"/>
                  </a:lnTo>
                  <a:lnTo>
                    <a:pt x="33944" y="19050"/>
                  </a:lnTo>
                  <a:lnTo>
                    <a:pt x="36183" y="19293"/>
                  </a:lnTo>
                  <a:lnTo>
                    <a:pt x="38383" y="19575"/>
                  </a:lnTo>
                  <a:lnTo>
                    <a:pt x="41390" y="19938"/>
                  </a:lnTo>
                  <a:lnTo>
                    <a:pt x="42924" y="20100"/>
                  </a:lnTo>
                  <a:lnTo>
                    <a:pt x="44437" y="20241"/>
                  </a:lnTo>
                  <a:lnTo>
                    <a:pt x="45507" y="20322"/>
                  </a:lnTo>
                  <a:lnTo>
                    <a:pt x="46031" y="20342"/>
                  </a:lnTo>
                  <a:lnTo>
                    <a:pt x="47141" y="20342"/>
                  </a:lnTo>
                  <a:lnTo>
                    <a:pt x="47686" y="20302"/>
                  </a:lnTo>
                  <a:lnTo>
                    <a:pt x="48231" y="20221"/>
                  </a:lnTo>
                  <a:lnTo>
                    <a:pt x="48776" y="20120"/>
                  </a:lnTo>
                  <a:lnTo>
                    <a:pt x="49260" y="19979"/>
                  </a:lnTo>
                  <a:lnTo>
                    <a:pt x="49724" y="19797"/>
                  </a:lnTo>
                  <a:lnTo>
                    <a:pt x="50168" y="19595"/>
                  </a:lnTo>
                  <a:lnTo>
                    <a:pt x="50572" y="19353"/>
                  </a:lnTo>
                  <a:lnTo>
                    <a:pt x="50955" y="19071"/>
                  </a:lnTo>
                  <a:lnTo>
                    <a:pt x="51319" y="18748"/>
                  </a:lnTo>
                  <a:lnTo>
                    <a:pt x="51641" y="18405"/>
                  </a:lnTo>
                  <a:lnTo>
                    <a:pt x="51924" y="18041"/>
                  </a:lnTo>
                  <a:lnTo>
                    <a:pt x="52186" y="17638"/>
                  </a:lnTo>
                  <a:lnTo>
                    <a:pt x="52388" y="17234"/>
                  </a:lnTo>
                  <a:lnTo>
                    <a:pt x="52570" y="16790"/>
                  </a:lnTo>
                  <a:lnTo>
                    <a:pt x="52731" y="16346"/>
                  </a:lnTo>
                  <a:lnTo>
                    <a:pt x="52832" y="15862"/>
                  </a:lnTo>
                  <a:lnTo>
                    <a:pt x="52913" y="15378"/>
                  </a:lnTo>
                  <a:lnTo>
                    <a:pt x="52953" y="14873"/>
                  </a:lnTo>
                  <a:lnTo>
                    <a:pt x="52953" y="14348"/>
                  </a:lnTo>
                  <a:lnTo>
                    <a:pt x="52933" y="14147"/>
                  </a:lnTo>
                  <a:lnTo>
                    <a:pt x="52913" y="13965"/>
                  </a:lnTo>
                  <a:lnTo>
                    <a:pt x="52852" y="13763"/>
                  </a:lnTo>
                  <a:lnTo>
                    <a:pt x="52812" y="13662"/>
                  </a:lnTo>
                  <a:lnTo>
                    <a:pt x="52751" y="13582"/>
                  </a:lnTo>
                  <a:lnTo>
                    <a:pt x="52630" y="13461"/>
                  </a:lnTo>
                  <a:lnTo>
                    <a:pt x="52489" y="13360"/>
                  </a:lnTo>
                  <a:lnTo>
                    <a:pt x="52348" y="13279"/>
                  </a:lnTo>
                  <a:lnTo>
                    <a:pt x="52166" y="13239"/>
                  </a:lnTo>
                  <a:lnTo>
                    <a:pt x="51984" y="13218"/>
                  </a:lnTo>
                  <a:lnTo>
                    <a:pt x="51823" y="13218"/>
                  </a:lnTo>
                  <a:lnTo>
                    <a:pt x="51641" y="13259"/>
                  </a:lnTo>
                  <a:lnTo>
                    <a:pt x="51480" y="13299"/>
                  </a:lnTo>
                  <a:lnTo>
                    <a:pt x="51238" y="13400"/>
                  </a:lnTo>
                  <a:lnTo>
                    <a:pt x="50996" y="13541"/>
                  </a:lnTo>
                  <a:lnTo>
                    <a:pt x="50774" y="13703"/>
                  </a:lnTo>
                  <a:lnTo>
                    <a:pt x="50572" y="13864"/>
                  </a:lnTo>
                  <a:lnTo>
                    <a:pt x="50330" y="14026"/>
                  </a:lnTo>
                  <a:lnTo>
                    <a:pt x="49987" y="14268"/>
                  </a:lnTo>
                  <a:lnTo>
                    <a:pt x="49623" y="14490"/>
                  </a:lnTo>
                  <a:lnTo>
                    <a:pt x="49240" y="14691"/>
                  </a:lnTo>
                  <a:lnTo>
                    <a:pt x="48836" y="14853"/>
                  </a:lnTo>
                  <a:lnTo>
                    <a:pt x="48433" y="15014"/>
                  </a:lnTo>
                  <a:lnTo>
                    <a:pt x="47989" y="15135"/>
                  </a:lnTo>
                  <a:lnTo>
                    <a:pt x="47545" y="15236"/>
                  </a:lnTo>
                  <a:lnTo>
                    <a:pt x="47061" y="15337"/>
                  </a:lnTo>
                  <a:lnTo>
                    <a:pt x="46576" y="15398"/>
                  </a:lnTo>
                  <a:lnTo>
                    <a:pt x="46072" y="15438"/>
                  </a:lnTo>
                  <a:lnTo>
                    <a:pt x="45547" y="15458"/>
                  </a:lnTo>
                  <a:lnTo>
                    <a:pt x="45002" y="15458"/>
                  </a:lnTo>
                  <a:lnTo>
                    <a:pt x="44437" y="15438"/>
                  </a:lnTo>
                  <a:lnTo>
                    <a:pt x="43872" y="15398"/>
                  </a:lnTo>
                  <a:lnTo>
                    <a:pt x="43267" y="15337"/>
                  </a:lnTo>
                  <a:lnTo>
                    <a:pt x="42641" y="15236"/>
                  </a:lnTo>
                  <a:lnTo>
                    <a:pt x="41935" y="15135"/>
                  </a:lnTo>
                  <a:lnTo>
                    <a:pt x="41249" y="14994"/>
                  </a:lnTo>
                  <a:lnTo>
                    <a:pt x="40563" y="14853"/>
                  </a:lnTo>
                  <a:lnTo>
                    <a:pt x="39876" y="14691"/>
                  </a:lnTo>
                  <a:lnTo>
                    <a:pt x="39190" y="14510"/>
                  </a:lnTo>
                  <a:lnTo>
                    <a:pt x="38504" y="14308"/>
                  </a:lnTo>
                  <a:lnTo>
                    <a:pt x="37838" y="14106"/>
                  </a:lnTo>
                  <a:lnTo>
                    <a:pt x="37172" y="13884"/>
                  </a:lnTo>
                  <a:lnTo>
                    <a:pt x="36506" y="13662"/>
                  </a:lnTo>
                  <a:lnTo>
                    <a:pt x="35840" y="13420"/>
                  </a:lnTo>
                  <a:lnTo>
                    <a:pt x="34529" y="12895"/>
                  </a:lnTo>
                  <a:lnTo>
                    <a:pt x="33237" y="12330"/>
                  </a:lnTo>
                  <a:lnTo>
                    <a:pt x="31966" y="11725"/>
                  </a:lnTo>
                  <a:lnTo>
                    <a:pt x="30695" y="11079"/>
                  </a:lnTo>
                  <a:lnTo>
                    <a:pt x="29423" y="10434"/>
                  </a:lnTo>
                  <a:lnTo>
                    <a:pt x="28172" y="9747"/>
                  </a:lnTo>
                  <a:lnTo>
                    <a:pt x="26941" y="9041"/>
                  </a:lnTo>
                  <a:lnTo>
                    <a:pt x="25710" y="8315"/>
                  </a:lnTo>
                  <a:lnTo>
                    <a:pt x="24479" y="7588"/>
                  </a:lnTo>
                  <a:lnTo>
                    <a:pt x="22057" y="6115"/>
                  </a:lnTo>
                  <a:lnTo>
                    <a:pt x="19394" y="4501"/>
                  </a:lnTo>
                  <a:lnTo>
                    <a:pt x="18062" y="3693"/>
                  </a:lnTo>
                  <a:lnTo>
                    <a:pt x="16710" y="2906"/>
                  </a:lnTo>
                  <a:lnTo>
                    <a:pt x="15983" y="2503"/>
                  </a:lnTo>
                  <a:lnTo>
                    <a:pt x="15216" y="2079"/>
                  </a:lnTo>
                  <a:lnTo>
                    <a:pt x="14429" y="1675"/>
                  </a:lnTo>
                  <a:lnTo>
                    <a:pt x="13602" y="1292"/>
                  </a:lnTo>
                  <a:lnTo>
                    <a:pt x="12775" y="949"/>
                  </a:lnTo>
                  <a:lnTo>
                    <a:pt x="12331" y="787"/>
                  </a:lnTo>
                  <a:lnTo>
                    <a:pt x="11907" y="626"/>
                  </a:lnTo>
                  <a:lnTo>
                    <a:pt x="11463" y="485"/>
                  </a:lnTo>
                  <a:lnTo>
                    <a:pt x="11019" y="364"/>
                  </a:lnTo>
                  <a:lnTo>
                    <a:pt x="10575" y="263"/>
                  </a:lnTo>
                  <a:lnTo>
                    <a:pt x="10131" y="162"/>
                  </a:lnTo>
                  <a:lnTo>
                    <a:pt x="9627" y="81"/>
                  </a:lnTo>
                  <a:lnTo>
                    <a:pt x="9142" y="41"/>
                  </a:lnTo>
                  <a:lnTo>
                    <a:pt x="865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7"/>
            <p:cNvSpPr/>
            <p:nvPr/>
          </p:nvSpPr>
          <p:spPr>
            <a:xfrm flipH="1">
              <a:off x="1864587" y="-1494826"/>
              <a:ext cx="530339" cy="361051"/>
            </a:xfrm>
            <a:custGeom>
              <a:rect b="b" l="l" r="r" t="t"/>
              <a:pathLst>
                <a:path extrusionOk="0" h="6458" w="9486">
                  <a:moveTo>
                    <a:pt x="8880" y="81"/>
                  </a:moveTo>
                  <a:lnTo>
                    <a:pt x="9021" y="101"/>
                  </a:lnTo>
                  <a:lnTo>
                    <a:pt x="9142" y="142"/>
                  </a:lnTo>
                  <a:lnTo>
                    <a:pt x="9203" y="182"/>
                  </a:lnTo>
                  <a:lnTo>
                    <a:pt x="9263" y="243"/>
                  </a:lnTo>
                  <a:lnTo>
                    <a:pt x="9324" y="364"/>
                  </a:lnTo>
                  <a:lnTo>
                    <a:pt x="9364" y="505"/>
                  </a:lnTo>
                  <a:lnTo>
                    <a:pt x="9384" y="646"/>
                  </a:lnTo>
                  <a:lnTo>
                    <a:pt x="9405" y="868"/>
                  </a:lnTo>
                  <a:lnTo>
                    <a:pt x="9384" y="1070"/>
                  </a:lnTo>
                  <a:lnTo>
                    <a:pt x="9364" y="1272"/>
                  </a:lnTo>
                  <a:lnTo>
                    <a:pt x="9324" y="1474"/>
                  </a:lnTo>
                  <a:lnTo>
                    <a:pt x="9263" y="1675"/>
                  </a:lnTo>
                  <a:lnTo>
                    <a:pt x="9183" y="1877"/>
                  </a:lnTo>
                  <a:lnTo>
                    <a:pt x="9001" y="2261"/>
                  </a:lnTo>
                  <a:lnTo>
                    <a:pt x="8779" y="2624"/>
                  </a:lnTo>
                  <a:lnTo>
                    <a:pt x="8537" y="2967"/>
                  </a:lnTo>
                  <a:lnTo>
                    <a:pt x="8274" y="3290"/>
                  </a:lnTo>
                  <a:lnTo>
                    <a:pt x="8012" y="3592"/>
                  </a:lnTo>
                  <a:lnTo>
                    <a:pt x="7689" y="3936"/>
                  </a:lnTo>
                  <a:lnTo>
                    <a:pt x="7346" y="4299"/>
                  </a:lnTo>
                  <a:lnTo>
                    <a:pt x="6983" y="4662"/>
                  </a:lnTo>
                  <a:lnTo>
                    <a:pt x="6579" y="5005"/>
                  </a:lnTo>
                  <a:lnTo>
                    <a:pt x="6135" y="5348"/>
                  </a:lnTo>
                  <a:lnTo>
                    <a:pt x="5691" y="5651"/>
                  </a:lnTo>
                  <a:lnTo>
                    <a:pt x="5449" y="5772"/>
                  </a:lnTo>
                  <a:lnTo>
                    <a:pt x="5207" y="5913"/>
                  </a:lnTo>
                  <a:lnTo>
                    <a:pt x="4945" y="6014"/>
                  </a:lnTo>
                  <a:lnTo>
                    <a:pt x="4682" y="6115"/>
                  </a:lnTo>
                  <a:lnTo>
                    <a:pt x="4460" y="6196"/>
                  </a:lnTo>
                  <a:lnTo>
                    <a:pt x="4218" y="6256"/>
                  </a:lnTo>
                  <a:lnTo>
                    <a:pt x="3956" y="6317"/>
                  </a:lnTo>
                  <a:lnTo>
                    <a:pt x="3714" y="6357"/>
                  </a:lnTo>
                  <a:lnTo>
                    <a:pt x="3451" y="6377"/>
                  </a:lnTo>
                  <a:lnTo>
                    <a:pt x="2927" y="6377"/>
                  </a:lnTo>
                  <a:lnTo>
                    <a:pt x="2664" y="6337"/>
                  </a:lnTo>
                  <a:lnTo>
                    <a:pt x="2402" y="6297"/>
                  </a:lnTo>
                  <a:lnTo>
                    <a:pt x="2140" y="6236"/>
                  </a:lnTo>
                  <a:lnTo>
                    <a:pt x="1898" y="6155"/>
                  </a:lnTo>
                  <a:lnTo>
                    <a:pt x="1655" y="6054"/>
                  </a:lnTo>
                  <a:lnTo>
                    <a:pt x="1413" y="5933"/>
                  </a:lnTo>
                  <a:lnTo>
                    <a:pt x="1191" y="5792"/>
                  </a:lnTo>
                  <a:lnTo>
                    <a:pt x="969" y="5631"/>
                  </a:lnTo>
                  <a:lnTo>
                    <a:pt x="767" y="5429"/>
                  </a:lnTo>
                  <a:lnTo>
                    <a:pt x="586" y="5227"/>
                  </a:lnTo>
                  <a:lnTo>
                    <a:pt x="424" y="4985"/>
                  </a:lnTo>
                  <a:lnTo>
                    <a:pt x="303" y="4743"/>
                  </a:lnTo>
                  <a:lnTo>
                    <a:pt x="202" y="4501"/>
                  </a:lnTo>
                  <a:lnTo>
                    <a:pt x="122" y="4258"/>
                  </a:lnTo>
                  <a:lnTo>
                    <a:pt x="81" y="4016"/>
                  </a:lnTo>
                  <a:lnTo>
                    <a:pt x="81" y="3774"/>
                  </a:lnTo>
                  <a:lnTo>
                    <a:pt x="122" y="3532"/>
                  </a:lnTo>
                  <a:lnTo>
                    <a:pt x="182" y="3370"/>
                  </a:lnTo>
                  <a:lnTo>
                    <a:pt x="243" y="3189"/>
                  </a:lnTo>
                  <a:lnTo>
                    <a:pt x="344" y="3048"/>
                  </a:lnTo>
                  <a:lnTo>
                    <a:pt x="445" y="2906"/>
                  </a:lnTo>
                  <a:lnTo>
                    <a:pt x="586" y="2785"/>
                  </a:lnTo>
                  <a:lnTo>
                    <a:pt x="747" y="2664"/>
                  </a:lnTo>
                  <a:lnTo>
                    <a:pt x="909" y="2563"/>
                  </a:lnTo>
                  <a:lnTo>
                    <a:pt x="1111" y="2483"/>
                  </a:lnTo>
                  <a:lnTo>
                    <a:pt x="3310" y="1655"/>
                  </a:lnTo>
                  <a:lnTo>
                    <a:pt x="5530" y="868"/>
                  </a:lnTo>
                  <a:lnTo>
                    <a:pt x="6357" y="606"/>
                  </a:lnTo>
                  <a:lnTo>
                    <a:pt x="7165" y="364"/>
                  </a:lnTo>
                  <a:lnTo>
                    <a:pt x="7568" y="263"/>
                  </a:lnTo>
                  <a:lnTo>
                    <a:pt x="7972" y="182"/>
                  </a:lnTo>
                  <a:lnTo>
                    <a:pt x="8375" y="121"/>
                  </a:lnTo>
                  <a:lnTo>
                    <a:pt x="8779" y="81"/>
                  </a:lnTo>
                  <a:close/>
                  <a:moveTo>
                    <a:pt x="8759" y="0"/>
                  </a:moveTo>
                  <a:lnTo>
                    <a:pt x="8355" y="41"/>
                  </a:lnTo>
                  <a:lnTo>
                    <a:pt x="7952" y="101"/>
                  </a:lnTo>
                  <a:lnTo>
                    <a:pt x="7548" y="182"/>
                  </a:lnTo>
                  <a:lnTo>
                    <a:pt x="7144" y="283"/>
                  </a:lnTo>
                  <a:lnTo>
                    <a:pt x="6337" y="525"/>
                  </a:lnTo>
                  <a:lnTo>
                    <a:pt x="5510" y="787"/>
                  </a:lnTo>
                  <a:lnTo>
                    <a:pt x="3290" y="1574"/>
                  </a:lnTo>
                  <a:lnTo>
                    <a:pt x="1070" y="2402"/>
                  </a:lnTo>
                  <a:lnTo>
                    <a:pt x="868" y="2503"/>
                  </a:lnTo>
                  <a:lnTo>
                    <a:pt x="687" y="2604"/>
                  </a:lnTo>
                  <a:lnTo>
                    <a:pt x="525" y="2725"/>
                  </a:lnTo>
                  <a:lnTo>
                    <a:pt x="384" y="2846"/>
                  </a:lnTo>
                  <a:lnTo>
                    <a:pt x="263" y="3007"/>
                  </a:lnTo>
                  <a:lnTo>
                    <a:pt x="182" y="3169"/>
                  </a:lnTo>
                  <a:lnTo>
                    <a:pt x="102" y="3330"/>
                  </a:lnTo>
                  <a:lnTo>
                    <a:pt x="41" y="3512"/>
                  </a:lnTo>
                  <a:lnTo>
                    <a:pt x="1" y="3754"/>
                  </a:lnTo>
                  <a:lnTo>
                    <a:pt x="1" y="4016"/>
                  </a:lnTo>
                  <a:lnTo>
                    <a:pt x="41" y="4279"/>
                  </a:lnTo>
                  <a:lnTo>
                    <a:pt x="122" y="4521"/>
                  </a:lnTo>
                  <a:lnTo>
                    <a:pt x="223" y="4783"/>
                  </a:lnTo>
                  <a:lnTo>
                    <a:pt x="364" y="5025"/>
                  </a:lnTo>
                  <a:lnTo>
                    <a:pt x="525" y="5267"/>
                  </a:lnTo>
                  <a:lnTo>
                    <a:pt x="707" y="5489"/>
                  </a:lnTo>
                  <a:lnTo>
                    <a:pt x="969" y="5732"/>
                  </a:lnTo>
                  <a:lnTo>
                    <a:pt x="1252" y="5933"/>
                  </a:lnTo>
                  <a:lnTo>
                    <a:pt x="1554" y="6095"/>
                  </a:lnTo>
                  <a:lnTo>
                    <a:pt x="1877" y="6236"/>
                  </a:lnTo>
                  <a:lnTo>
                    <a:pt x="2200" y="6337"/>
                  </a:lnTo>
                  <a:lnTo>
                    <a:pt x="2523" y="6397"/>
                  </a:lnTo>
                  <a:lnTo>
                    <a:pt x="2866" y="6438"/>
                  </a:lnTo>
                  <a:lnTo>
                    <a:pt x="3189" y="6458"/>
                  </a:lnTo>
                  <a:lnTo>
                    <a:pt x="3593" y="6438"/>
                  </a:lnTo>
                  <a:lnTo>
                    <a:pt x="3976" y="6397"/>
                  </a:lnTo>
                  <a:lnTo>
                    <a:pt x="4360" y="6317"/>
                  </a:lnTo>
                  <a:lnTo>
                    <a:pt x="4723" y="6196"/>
                  </a:lnTo>
                  <a:lnTo>
                    <a:pt x="4985" y="6095"/>
                  </a:lnTo>
                  <a:lnTo>
                    <a:pt x="5227" y="5974"/>
                  </a:lnTo>
                  <a:lnTo>
                    <a:pt x="5490" y="5853"/>
                  </a:lnTo>
                  <a:lnTo>
                    <a:pt x="5712" y="5711"/>
                  </a:lnTo>
                  <a:lnTo>
                    <a:pt x="6176" y="5409"/>
                  </a:lnTo>
                  <a:lnTo>
                    <a:pt x="6620" y="5066"/>
                  </a:lnTo>
                  <a:lnTo>
                    <a:pt x="7023" y="4723"/>
                  </a:lnTo>
                  <a:lnTo>
                    <a:pt x="7407" y="4359"/>
                  </a:lnTo>
                  <a:lnTo>
                    <a:pt x="7750" y="3996"/>
                  </a:lnTo>
                  <a:lnTo>
                    <a:pt x="8073" y="3653"/>
                  </a:lnTo>
                  <a:lnTo>
                    <a:pt x="8335" y="3330"/>
                  </a:lnTo>
                  <a:lnTo>
                    <a:pt x="8597" y="3007"/>
                  </a:lnTo>
                  <a:lnTo>
                    <a:pt x="8860" y="2664"/>
                  </a:lnTo>
                  <a:lnTo>
                    <a:pt x="9082" y="2281"/>
                  </a:lnTo>
                  <a:lnTo>
                    <a:pt x="9263" y="1897"/>
                  </a:lnTo>
                  <a:lnTo>
                    <a:pt x="9324" y="1696"/>
                  </a:lnTo>
                  <a:lnTo>
                    <a:pt x="9405" y="1494"/>
                  </a:lnTo>
                  <a:lnTo>
                    <a:pt x="9445" y="1292"/>
                  </a:lnTo>
                  <a:lnTo>
                    <a:pt x="9465" y="1070"/>
                  </a:lnTo>
                  <a:lnTo>
                    <a:pt x="9485" y="868"/>
                  </a:lnTo>
                  <a:lnTo>
                    <a:pt x="9465" y="646"/>
                  </a:lnTo>
                  <a:lnTo>
                    <a:pt x="9445" y="444"/>
                  </a:lnTo>
                  <a:lnTo>
                    <a:pt x="9384" y="283"/>
                  </a:lnTo>
                  <a:lnTo>
                    <a:pt x="9304" y="162"/>
                  </a:lnTo>
                  <a:lnTo>
                    <a:pt x="9183" y="61"/>
                  </a:lnTo>
                  <a:lnTo>
                    <a:pt x="9082" y="21"/>
                  </a:lnTo>
                  <a:lnTo>
                    <a:pt x="89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7"/>
            <p:cNvSpPr/>
            <p:nvPr/>
          </p:nvSpPr>
          <p:spPr>
            <a:xfrm flipH="1">
              <a:off x="-756203" y="-5057684"/>
              <a:ext cx="1058329" cy="998564"/>
            </a:xfrm>
            <a:custGeom>
              <a:rect b="b" l="l" r="r" t="t"/>
              <a:pathLst>
                <a:path extrusionOk="0" h="17861" w="18930">
                  <a:moveTo>
                    <a:pt x="3431" y="81"/>
                  </a:moveTo>
                  <a:lnTo>
                    <a:pt x="4117" y="102"/>
                  </a:lnTo>
                  <a:lnTo>
                    <a:pt x="4824" y="162"/>
                  </a:lnTo>
                  <a:lnTo>
                    <a:pt x="5510" y="263"/>
                  </a:lnTo>
                  <a:lnTo>
                    <a:pt x="6216" y="404"/>
                  </a:lnTo>
                  <a:lnTo>
                    <a:pt x="6882" y="566"/>
                  </a:lnTo>
                  <a:lnTo>
                    <a:pt x="7568" y="768"/>
                  </a:lnTo>
                  <a:lnTo>
                    <a:pt x="8234" y="1010"/>
                  </a:lnTo>
                  <a:lnTo>
                    <a:pt x="8880" y="1272"/>
                  </a:lnTo>
                  <a:lnTo>
                    <a:pt x="9505" y="1575"/>
                  </a:lnTo>
                  <a:lnTo>
                    <a:pt x="10131" y="1918"/>
                  </a:lnTo>
                  <a:lnTo>
                    <a:pt x="10736" y="2281"/>
                  </a:lnTo>
                  <a:lnTo>
                    <a:pt x="11301" y="2664"/>
                  </a:lnTo>
                  <a:lnTo>
                    <a:pt x="11866" y="3088"/>
                  </a:lnTo>
                  <a:lnTo>
                    <a:pt x="12391" y="3552"/>
                  </a:lnTo>
                  <a:lnTo>
                    <a:pt x="12896" y="4017"/>
                  </a:lnTo>
                  <a:lnTo>
                    <a:pt x="13380" y="4521"/>
                  </a:lnTo>
                  <a:lnTo>
                    <a:pt x="13824" y="5026"/>
                  </a:lnTo>
                  <a:lnTo>
                    <a:pt x="14248" y="5570"/>
                  </a:lnTo>
                  <a:lnTo>
                    <a:pt x="14651" y="6115"/>
                  </a:lnTo>
                  <a:lnTo>
                    <a:pt x="15035" y="6680"/>
                  </a:lnTo>
                  <a:lnTo>
                    <a:pt x="15418" y="7245"/>
                  </a:lnTo>
                  <a:lnTo>
                    <a:pt x="15761" y="7831"/>
                  </a:lnTo>
                  <a:lnTo>
                    <a:pt x="16084" y="8416"/>
                  </a:lnTo>
                  <a:lnTo>
                    <a:pt x="16387" y="9021"/>
                  </a:lnTo>
                  <a:lnTo>
                    <a:pt x="16689" y="9627"/>
                  </a:lnTo>
                  <a:lnTo>
                    <a:pt x="16972" y="10232"/>
                  </a:lnTo>
                  <a:lnTo>
                    <a:pt x="17497" y="11423"/>
                  </a:lnTo>
                  <a:lnTo>
                    <a:pt x="17981" y="12593"/>
                  </a:lnTo>
                  <a:lnTo>
                    <a:pt x="18183" y="13158"/>
                  </a:lnTo>
                  <a:lnTo>
                    <a:pt x="18385" y="13723"/>
                  </a:lnTo>
                  <a:lnTo>
                    <a:pt x="18566" y="14288"/>
                  </a:lnTo>
                  <a:lnTo>
                    <a:pt x="18707" y="14853"/>
                  </a:lnTo>
                  <a:lnTo>
                    <a:pt x="18768" y="15136"/>
                  </a:lnTo>
                  <a:lnTo>
                    <a:pt x="18808" y="15438"/>
                  </a:lnTo>
                  <a:lnTo>
                    <a:pt x="18829" y="15721"/>
                  </a:lnTo>
                  <a:lnTo>
                    <a:pt x="18849" y="16003"/>
                  </a:lnTo>
                  <a:lnTo>
                    <a:pt x="18849" y="16286"/>
                  </a:lnTo>
                  <a:lnTo>
                    <a:pt x="18829" y="16589"/>
                  </a:lnTo>
                  <a:lnTo>
                    <a:pt x="18788" y="16871"/>
                  </a:lnTo>
                  <a:lnTo>
                    <a:pt x="18728" y="17154"/>
                  </a:lnTo>
                  <a:lnTo>
                    <a:pt x="18687" y="17295"/>
                  </a:lnTo>
                  <a:lnTo>
                    <a:pt x="18647" y="17416"/>
                  </a:lnTo>
                  <a:lnTo>
                    <a:pt x="18586" y="17537"/>
                  </a:lnTo>
                  <a:lnTo>
                    <a:pt x="18486" y="17658"/>
                  </a:lnTo>
                  <a:lnTo>
                    <a:pt x="18405" y="17699"/>
                  </a:lnTo>
                  <a:lnTo>
                    <a:pt x="18324" y="17739"/>
                  </a:lnTo>
                  <a:lnTo>
                    <a:pt x="18243" y="17759"/>
                  </a:lnTo>
                  <a:lnTo>
                    <a:pt x="18163" y="17779"/>
                  </a:lnTo>
                  <a:lnTo>
                    <a:pt x="17981" y="17759"/>
                  </a:lnTo>
                  <a:lnTo>
                    <a:pt x="17799" y="17699"/>
                  </a:lnTo>
                  <a:lnTo>
                    <a:pt x="17638" y="17618"/>
                  </a:lnTo>
                  <a:lnTo>
                    <a:pt x="17477" y="17517"/>
                  </a:lnTo>
                  <a:lnTo>
                    <a:pt x="17234" y="17315"/>
                  </a:lnTo>
                  <a:lnTo>
                    <a:pt x="16346" y="16548"/>
                  </a:lnTo>
                  <a:lnTo>
                    <a:pt x="15418" y="15701"/>
                  </a:lnTo>
                  <a:lnTo>
                    <a:pt x="14429" y="14793"/>
                  </a:lnTo>
                  <a:lnTo>
                    <a:pt x="13319" y="13743"/>
                  </a:lnTo>
                  <a:lnTo>
                    <a:pt x="11140" y="11645"/>
                  </a:lnTo>
                  <a:lnTo>
                    <a:pt x="8860" y="9465"/>
                  </a:lnTo>
                  <a:lnTo>
                    <a:pt x="7709" y="8375"/>
                  </a:lnTo>
                  <a:lnTo>
                    <a:pt x="6539" y="7306"/>
                  </a:lnTo>
                  <a:lnTo>
                    <a:pt x="5611" y="6478"/>
                  </a:lnTo>
                  <a:lnTo>
                    <a:pt x="4703" y="5691"/>
                  </a:lnTo>
                  <a:lnTo>
                    <a:pt x="3835" y="4965"/>
                  </a:lnTo>
                  <a:lnTo>
                    <a:pt x="3007" y="4279"/>
                  </a:lnTo>
                  <a:lnTo>
                    <a:pt x="2644" y="4017"/>
                  </a:lnTo>
                  <a:lnTo>
                    <a:pt x="2220" y="3734"/>
                  </a:lnTo>
                  <a:lnTo>
                    <a:pt x="1575" y="3290"/>
                  </a:lnTo>
                  <a:lnTo>
                    <a:pt x="1252" y="3048"/>
                  </a:lnTo>
                  <a:lnTo>
                    <a:pt x="929" y="2806"/>
                  </a:lnTo>
                  <a:lnTo>
                    <a:pt x="667" y="2564"/>
                  </a:lnTo>
                  <a:lnTo>
                    <a:pt x="424" y="2301"/>
                  </a:lnTo>
                  <a:lnTo>
                    <a:pt x="323" y="2160"/>
                  </a:lnTo>
                  <a:lnTo>
                    <a:pt x="243" y="2019"/>
                  </a:lnTo>
                  <a:lnTo>
                    <a:pt x="182" y="1898"/>
                  </a:lnTo>
                  <a:lnTo>
                    <a:pt x="122" y="1756"/>
                  </a:lnTo>
                  <a:lnTo>
                    <a:pt x="81" y="1575"/>
                  </a:lnTo>
                  <a:lnTo>
                    <a:pt x="102" y="1413"/>
                  </a:lnTo>
                  <a:lnTo>
                    <a:pt x="122" y="1232"/>
                  </a:lnTo>
                  <a:lnTo>
                    <a:pt x="202" y="1070"/>
                  </a:lnTo>
                  <a:lnTo>
                    <a:pt x="283" y="909"/>
                  </a:lnTo>
                  <a:lnTo>
                    <a:pt x="384" y="768"/>
                  </a:lnTo>
                  <a:lnTo>
                    <a:pt x="505" y="646"/>
                  </a:lnTo>
                  <a:lnTo>
                    <a:pt x="646" y="546"/>
                  </a:lnTo>
                  <a:lnTo>
                    <a:pt x="808" y="445"/>
                  </a:lnTo>
                  <a:lnTo>
                    <a:pt x="969" y="384"/>
                  </a:lnTo>
                  <a:lnTo>
                    <a:pt x="1131" y="324"/>
                  </a:lnTo>
                  <a:lnTo>
                    <a:pt x="1312" y="263"/>
                  </a:lnTo>
                  <a:lnTo>
                    <a:pt x="1655" y="202"/>
                  </a:lnTo>
                  <a:lnTo>
                    <a:pt x="2019" y="142"/>
                  </a:lnTo>
                  <a:lnTo>
                    <a:pt x="2725" y="102"/>
                  </a:lnTo>
                  <a:lnTo>
                    <a:pt x="3431" y="81"/>
                  </a:lnTo>
                  <a:close/>
                  <a:moveTo>
                    <a:pt x="3431" y="1"/>
                  </a:moveTo>
                  <a:lnTo>
                    <a:pt x="2725" y="21"/>
                  </a:lnTo>
                  <a:lnTo>
                    <a:pt x="2019" y="61"/>
                  </a:lnTo>
                  <a:lnTo>
                    <a:pt x="1655" y="122"/>
                  </a:lnTo>
                  <a:lnTo>
                    <a:pt x="1272" y="182"/>
                  </a:lnTo>
                  <a:lnTo>
                    <a:pt x="1111" y="243"/>
                  </a:lnTo>
                  <a:lnTo>
                    <a:pt x="929" y="303"/>
                  </a:lnTo>
                  <a:lnTo>
                    <a:pt x="767" y="384"/>
                  </a:lnTo>
                  <a:lnTo>
                    <a:pt x="606" y="485"/>
                  </a:lnTo>
                  <a:lnTo>
                    <a:pt x="465" y="586"/>
                  </a:lnTo>
                  <a:lnTo>
                    <a:pt x="323" y="727"/>
                  </a:lnTo>
                  <a:lnTo>
                    <a:pt x="223" y="868"/>
                  </a:lnTo>
                  <a:lnTo>
                    <a:pt x="122" y="1050"/>
                  </a:lnTo>
                  <a:lnTo>
                    <a:pt x="41" y="1211"/>
                  </a:lnTo>
                  <a:lnTo>
                    <a:pt x="21" y="1393"/>
                  </a:lnTo>
                  <a:lnTo>
                    <a:pt x="1" y="1595"/>
                  </a:lnTo>
                  <a:lnTo>
                    <a:pt x="41" y="1777"/>
                  </a:lnTo>
                  <a:lnTo>
                    <a:pt x="102" y="1918"/>
                  </a:lnTo>
                  <a:lnTo>
                    <a:pt x="162" y="2059"/>
                  </a:lnTo>
                  <a:lnTo>
                    <a:pt x="263" y="2200"/>
                  </a:lnTo>
                  <a:lnTo>
                    <a:pt x="364" y="2342"/>
                  </a:lnTo>
                  <a:lnTo>
                    <a:pt x="586" y="2604"/>
                  </a:lnTo>
                  <a:lnTo>
                    <a:pt x="868" y="2866"/>
                  </a:lnTo>
                  <a:lnTo>
                    <a:pt x="1191" y="3108"/>
                  </a:lnTo>
                  <a:lnTo>
                    <a:pt x="1514" y="3351"/>
                  </a:lnTo>
                  <a:lnTo>
                    <a:pt x="2180" y="3795"/>
                  </a:lnTo>
                  <a:lnTo>
                    <a:pt x="2604" y="4077"/>
                  </a:lnTo>
                  <a:lnTo>
                    <a:pt x="2947" y="4339"/>
                  </a:lnTo>
                  <a:lnTo>
                    <a:pt x="3794" y="5026"/>
                  </a:lnTo>
                  <a:lnTo>
                    <a:pt x="4662" y="5752"/>
                  </a:lnTo>
                  <a:lnTo>
                    <a:pt x="5550" y="6539"/>
                  </a:lnTo>
                  <a:lnTo>
                    <a:pt x="6499" y="7366"/>
                  </a:lnTo>
                  <a:lnTo>
                    <a:pt x="7649" y="8436"/>
                  </a:lnTo>
                  <a:lnTo>
                    <a:pt x="8799" y="9526"/>
                  </a:lnTo>
                  <a:lnTo>
                    <a:pt x="11079" y="11705"/>
                  </a:lnTo>
                  <a:lnTo>
                    <a:pt x="13279" y="13804"/>
                  </a:lnTo>
                  <a:lnTo>
                    <a:pt x="14369" y="14853"/>
                  </a:lnTo>
                  <a:lnTo>
                    <a:pt x="15358" y="15761"/>
                  </a:lnTo>
                  <a:lnTo>
                    <a:pt x="16286" y="16609"/>
                  </a:lnTo>
                  <a:lnTo>
                    <a:pt x="17174" y="17376"/>
                  </a:lnTo>
                  <a:lnTo>
                    <a:pt x="17355" y="17537"/>
                  </a:lnTo>
                  <a:lnTo>
                    <a:pt x="17598" y="17678"/>
                  </a:lnTo>
                  <a:lnTo>
                    <a:pt x="17719" y="17739"/>
                  </a:lnTo>
                  <a:lnTo>
                    <a:pt x="17860" y="17800"/>
                  </a:lnTo>
                  <a:lnTo>
                    <a:pt x="18001" y="17840"/>
                  </a:lnTo>
                  <a:lnTo>
                    <a:pt x="18142" y="17860"/>
                  </a:lnTo>
                  <a:lnTo>
                    <a:pt x="18243" y="17840"/>
                  </a:lnTo>
                  <a:lnTo>
                    <a:pt x="18344" y="17820"/>
                  </a:lnTo>
                  <a:lnTo>
                    <a:pt x="18445" y="17779"/>
                  </a:lnTo>
                  <a:lnTo>
                    <a:pt x="18526" y="17719"/>
                  </a:lnTo>
                  <a:lnTo>
                    <a:pt x="18647" y="17598"/>
                  </a:lnTo>
                  <a:lnTo>
                    <a:pt x="18707" y="17456"/>
                  </a:lnTo>
                  <a:lnTo>
                    <a:pt x="18768" y="17315"/>
                  </a:lnTo>
                  <a:lnTo>
                    <a:pt x="18808" y="17174"/>
                  </a:lnTo>
                  <a:lnTo>
                    <a:pt x="18869" y="16891"/>
                  </a:lnTo>
                  <a:lnTo>
                    <a:pt x="18909" y="16589"/>
                  </a:lnTo>
                  <a:lnTo>
                    <a:pt x="18929" y="16306"/>
                  </a:lnTo>
                  <a:lnTo>
                    <a:pt x="18929" y="16003"/>
                  </a:lnTo>
                  <a:lnTo>
                    <a:pt x="18909" y="15721"/>
                  </a:lnTo>
                  <a:lnTo>
                    <a:pt x="18889" y="15418"/>
                  </a:lnTo>
                  <a:lnTo>
                    <a:pt x="18849" y="15136"/>
                  </a:lnTo>
                  <a:lnTo>
                    <a:pt x="18788" y="14853"/>
                  </a:lnTo>
                  <a:lnTo>
                    <a:pt x="18647" y="14268"/>
                  </a:lnTo>
                  <a:lnTo>
                    <a:pt x="18465" y="13703"/>
                  </a:lnTo>
                  <a:lnTo>
                    <a:pt x="18264" y="13138"/>
                  </a:lnTo>
                  <a:lnTo>
                    <a:pt x="18042" y="12573"/>
                  </a:lnTo>
                  <a:lnTo>
                    <a:pt x="17577" y="11382"/>
                  </a:lnTo>
                  <a:lnTo>
                    <a:pt x="17053" y="10192"/>
                  </a:lnTo>
                  <a:lnTo>
                    <a:pt x="16770" y="9586"/>
                  </a:lnTo>
                  <a:lnTo>
                    <a:pt x="16468" y="8981"/>
                  </a:lnTo>
                  <a:lnTo>
                    <a:pt x="16145" y="8375"/>
                  </a:lnTo>
                  <a:lnTo>
                    <a:pt x="15822" y="7790"/>
                  </a:lnTo>
                  <a:lnTo>
                    <a:pt x="15479" y="7205"/>
                  </a:lnTo>
                  <a:lnTo>
                    <a:pt x="15115" y="6620"/>
                  </a:lnTo>
                  <a:lnTo>
                    <a:pt x="14732" y="6055"/>
                  </a:lnTo>
                  <a:lnTo>
                    <a:pt x="14308" y="5510"/>
                  </a:lnTo>
                  <a:lnTo>
                    <a:pt x="13884" y="4965"/>
                  </a:lnTo>
                  <a:lnTo>
                    <a:pt x="13441" y="4460"/>
                  </a:lnTo>
                  <a:lnTo>
                    <a:pt x="12956" y="3956"/>
                  </a:lnTo>
                  <a:lnTo>
                    <a:pt x="12452" y="3492"/>
                  </a:lnTo>
                  <a:lnTo>
                    <a:pt x="11927" y="3028"/>
                  </a:lnTo>
                  <a:lnTo>
                    <a:pt x="11362" y="2604"/>
                  </a:lnTo>
                  <a:lnTo>
                    <a:pt x="10777" y="2200"/>
                  </a:lnTo>
                  <a:lnTo>
                    <a:pt x="10171" y="1837"/>
                  </a:lnTo>
                  <a:lnTo>
                    <a:pt x="9546" y="1494"/>
                  </a:lnTo>
                  <a:lnTo>
                    <a:pt x="8900" y="1191"/>
                  </a:lnTo>
                  <a:lnTo>
                    <a:pt x="8254" y="929"/>
                  </a:lnTo>
                  <a:lnTo>
                    <a:pt x="7588" y="687"/>
                  </a:lnTo>
                  <a:lnTo>
                    <a:pt x="6902" y="485"/>
                  </a:lnTo>
                  <a:lnTo>
                    <a:pt x="6216" y="324"/>
                  </a:lnTo>
                  <a:lnTo>
                    <a:pt x="5530" y="182"/>
                  </a:lnTo>
                  <a:lnTo>
                    <a:pt x="4824" y="81"/>
                  </a:lnTo>
                  <a:lnTo>
                    <a:pt x="4138" y="21"/>
                  </a:lnTo>
                  <a:lnTo>
                    <a:pt x="34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7"/>
            <p:cNvSpPr/>
            <p:nvPr/>
          </p:nvSpPr>
          <p:spPr>
            <a:xfrm flipH="1">
              <a:off x="-2591759" y="-2237207"/>
              <a:ext cx="130935" cy="39045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7"/>
            <p:cNvSpPr/>
            <p:nvPr/>
          </p:nvSpPr>
          <p:spPr>
            <a:xfrm flipH="1">
              <a:off x="-3345409" y="-5067803"/>
              <a:ext cx="1707024" cy="174879"/>
            </a:xfrm>
            <a:custGeom>
              <a:rect b="b" l="l" r="r" t="t"/>
              <a:pathLst>
                <a:path extrusionOk="0" h="3128" w="30533">
                  <a:moveTo>
                    <a:pt x="17960" y="0"/>
                  </a:moveTo>
                  <a:lnTo>
                    <a:pt x="16750" y="20"/>
                  </a:lnTo>
                  <a:lnTo>
                    <a:pt x="16326" y="20"/>
                  </a:lnTo>
                  <a:lnTo>
                    <a:pt x="13057" y="61"/>
                  </a:lnTo>
                  <a:lnTo>
                    <a:pt x="11422" y="101"/>
                  </a:lnTo>
                  <a:lnTo>
                    <a:pt x="9767" y="182"/>
                  </a:lnTo>
                  <a:lnTo>
                    <a:pt x="8133" y="262"/>
                  </a:lnTo>
                  <a:lnTo>
                    <a:pt x="6478" y="404"/>
                  </a:lnTo>
                  <a:lnTo>
                    <a:pt x="5671" y="484"/>
                  </a:lnTo>
                  <a:lnTo>
                    <a:pt x="4843" y="585"/>
                  </a:lnTo>
                  <a:lnTo>
                    <a:pt x="4036" y="686"/>
                  </a:lnTo>
                  <a:lnTo>
                    <a:pt x="3209" y="807"/>
                  </a:lnTo>
                  <a:lnTo>
                    <a:pt x="2785" y="868"/>
                  </a:lnTo>
                  <a:lnTo>
                    <a:pt x="2361" y="969"/>
                  </a:lnTo>
                  <a:lnTo>
                    <a:pt x="1917" y="1070"/>
                  </a:lnTo>
                  <a:lnTo>
                    <a:pt x="1494" y="1211"/>
                  </a:lnTo>
                  <a:lnTo>
                    <a:pt x="1090" y="1372"/>
                  </a:lnTo>
                  <a:lnTo>
                    <a:pt x="888" y="1473"/>
                  </a:lnTo>
                  <a:lnTo>
                    <a:pt x="686" y="1574"/>
                  </a:lnTo>
                  <a:lnTo>
                    <a:pt x="505" y="1695"/>
                  </a:lnTo>
                  <a:lnTo>
                    <a:pt x="323" y="1836"/>
                  </a:lnTo>
                  <a:lnTo>
                    <a:pt x="162" y="1978"/>
                  </a:lnTo>
                  <a:lnTo>
                    <a:pt x="0" y="2139"/>
                  </a:lnTo>
                  <a:lnTo>
                    <a:pt x="61" y="2200"/>
                  </a:lnTo>
                  <a:lnTo>
                    <a:pt x="222" y="2038"/>
                  </a:lnTo>
                  <a:lnTo>
                    <a:pt x="384" y="1897"/>
                  </a:lnTo>
                  <a:lnTo>
                    <a:pt x="565" y="1756"/>
                  </a:lnTo>
                  <a:lnTo>
                    <a:pt x="747" y="1655"/>
                  </a:lnTo>
                  <a:lnTo>
                    <a:pt x="929" y="1534"/>
                  </a:lnTo>
                  <a:lnTo>
                    <a:pt x="1130" y="1433"/>
                  </a:lnTo>
                  <a:lnTo>
                    <a:pt x="1534" y="1271"/>
                  </a:lnTo>
                  <a:lnTo>
                    <a:pt x="1958" y="1150"/>
                  </a:lnTo>
                  <a:lnTo>
                    <a:pt x="2382" y="1049"/>
                  </a:lnTo>
                  <a:lnTo>
                    <a:pt x="2805" y="949"/>
                  </a:lnTo>
                  <a:lnTo>
                    <a:pt x="3229" y="888"/>
                  </a:lnTo>
                  <a:lnTo>
                    <a:pt x="4036" y="767"/>
                  </a:lnTo>
                  <a:lnTo>
                    <a:pt x="4864" y="666"/>
                  </a:lnTo>
                  <a:lnTo>
                    <a:pt x="5671" y="565"/>
                  </a:lnTo>
                  <a:lnTo>
                    <a:pt x="6498" y="484"/>
                  </a:lnTo>
                  <a:lnTo>
                    <a:pt x="8133" y="343"/>
                  </a:lnTo>
                  <a:lnTo>
                    <a:pt x="9788" y="262"/>
                  </a:lnTo>
                  <a:lnTo>
                    <a:pt x="11422" y="182"/>
                  </a:lnTo>
                  <a:lnTo>
                    <a:pt x="13057" y="141"/>
                  </a:lnTo>
                  <a:lnTo>
                    <a:pt x="16326" y="101"/>
                  </a:lnTo>
                  <a:lnTo>
                    <a:pt x="16750" y="101"/>
                  </a:lnTo>
                  <a:lnTo>
                    <a:pt x="17960" y="81"/>
                  </a:lnTo>
                  <a:lnTo>
                    <a:pt x="19191" y="81"/>
                  </a:lnTo>
                  <a:lnTo>
                    <a:pt x="20402" y="101"/>
                  </a:lnTo>
                  <a:lnTo>
                    <a:pt x="21613" y="161"/>
                  </a:lnTo>
                  <a:lnTo>
                    <a:pt x="22239" y="202"/>
                  </a:lnTo>
                  <a:lnTo>
                    <a:pt x="22844" y="242"/>
                  </a:lnTo>
                  <a:lnTo>
                    <a:pt x="23449" y="303"/>
                  </a:lnTo>
                  <a:lnTo>
                    <a:pt x="24055" y="383"/>
                  </a:lnTo>
                  <a:lnTo>
                    <a:pt x="24640" y="484"/>
                  </a:lnTo>
                  <a:lnTo>
                    <a:pt x="25245" y="585"/>
                  </a:lnTo>
                  <a:lnTo>
                    <a:pt x="25831" y="727"/>
                  </a:lnTo>
                  <a:lnTo>
                    <a:pt x="26436" y="868"/>
                  </a:lnTo>
                  <a:lnTo>
                    <a:pt x="27102" y="1070"/>
                  </a:lnTo>
                  <a:lnTo>
                    <a:pt x="27707" y="1292"/>
                  </a:lnTo>
                  <a:lnTo>
                    <a:pt x="28293" y="1534"/>
                  </a:lnTo>
                  <a:lnTo>
                    <a:pt x="28817" y="1816"/>
                  </a:lnTo>
                  <a:lnTo>
                    <a:pt x="29281" y="2099"/>
                  </a:lnTo>
                  <a:lnTo>
                    <a:pt x="29725" y="2422"/>
                  </a:lnTo>
                  <a:lnTo>
                    <a:pt x="30109" y="2745"/>
                  </a:lnTo>
                  <a:lnTo>
                    <a:pt x="30290" y="2926"/>
                  </a:lnTo>
                  <a:lnTo>
                    <a:pt x="30472" y="3128"/>
                  </a:lnTo>
                  <a:lnTo>
                    <a:pt x="30533" y="3067"/>
                  </a:lnTo>
                  <a:lnTo>
                    <a:pt x="30351" y="2886"/>
                  </a:lnTo>
                  <a:lnTo>
                    <a:pt x="30169" y="2704"/>
                  </a:lnTo>
                  <a:lnTo>
                    <a:pt x="29786" y="2361"/>
                  </a:lnTo>
                  <a:lnTo>
                    <a:pt x="29342" y="2038"/>
                  </a:lnTo>
                  <a:lnTo>
                    <a:pt x="28858" y="1736"/>
                  </a:lnTo>
                  <a:lnTo>
                    <a:pt x="28333" y="1473"/>
                  </a:lnTo>
                  <a:lnTo>
                    <a:pt x="27748" y="1231"/>
                  </a:lnTo>
                  <a:lnTo>
                    <a:pt x="27122" y="989"/>
                  </a:lnTo>
                  <a:lnTo>
                    <a:pt x="26456" y="787"/>
                  </a:lnTo>
                  <a:lnTo>
                    <a:pt x="25851" y="646"/>
                  </a:lnTo>
                  <a:lnTo>
                    <a:pt x="25266" y="525"/>
                  </a:lnTo>
                  <a:lnTo>
                    <a:pt x="24660" y="404"/>
                  </a:lnTo>
                  <a:lnTo>
                    <a:pt x="24055" y="303"/>
                  </a:lnTo>
                  <a:lnTo>
                    <a:pt x="23449" y="222"/>
                  </a:lnTo>
                  <a:lnTo>
                    <a:pt x="22844" y="161"/>
                  </a:lnTo>
                  <a:lnTo>
                    <a:pt x="22239" y="121"/>
                  </a:lnTo>
                  <a:lnTo>
                    <a:pt x="21633" y="81"/>
                  </a:lnTo>
                  <a:lnTo>
                    <a:pt x="20402" y="20"/>
                  </a:lnTo>
                  <a:lnTo>
                    <a:pt x="1919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7"/>
            <p:cNvSpPr/>
            <p:nvPr/>
          </p:nvSpPr>
          <p:spPr>
            <a:xfrm flipH="1">
              <a:off x="-3431139" y="-4896338"/>
              <a:ext cx="206522" cy="1040271"/>
            </a:xfrm>
            <a:custGeom>
              <a:rect b="b" l="l" r="r" t="t"/>
              <a:pathLst>
                <a:path extrusionOk="0" h="18607" w="3694">
                  <a:moveTo>
                    <a:pt x="2160" y="0"/>
                  </a:moveTo>
                  <a:lnTo>
                    <a:pt x="2099" y="61"/>
                  </a:lnTo>
                  <a:lnTo>
                    <a:pt x="2281" y="283"/>
                  </a:lnTo>
                  <a:lnTo>
                    <a:pt x="2462" y="545"/>
                  </a:lnTo>
                  <a:lnTo>
                    <a:pt x="2624" y="787"/>
                  </a:lnTo>
                  <a:lnTo>
                    <a:pt x="2765" y="1050"/>
                  </a:lnTo>
                  <a:lnTo>
                    <a:pt x="2886" y="1292"/>
                  </a:lnTo>
                  <a:lnTo>
                    <a:pt x="3007" y="1554"/>
                  </a:lnTo>
                  <a:lnTo>
                    <a:pt x="3209" y="2079"/>
                  </a:lnTo>
                  <a:lnTo>
                    <a:pt x="3350" y="2604"/>
                  </a:lnTo>
                  <a:lnTo>
                    <a:pt x="3471" y="3108"/>
                  </a:lnTo>
                  <a:lnTo>
                    <a:pt x="3532" y="3592"/>
                  </a:lnTo>
                  <a:lnTo>
                    <a:pt x="3572" y="4036"/>
                  </a:lnTo>
                  <a:lnTo>
                    <a:pt x="3613" y="4581"/>
                  </a:lnTo>
                  <a:lnTo>
                    <a:pt x="3613" y="5126"/>
                  </a:lnTo>
                  <a:lnTo>
                    <a:pt x="3592" y="5671"/>
                  </a:lnTo>
                  <a:lnTo>
                    <a:pt x="3552" y="6216"/>
                  </a:lnTo>
                  <a:lnTo>
                    <a:pt x="3431" y="7285"/>
                  </a:lnTo>
                  <a:lnTo>
                    <a:pt x="3290" y="8355"/>
                  </a:lnTo>
                  <a:lnTo>
                    <a:pt x="2684" y="12734"/>
                  </a:lnTo>
                  <a:lnTo>
                    <a:pt x="2604" y="13360"/>
                  </a:lnTo>
                  <a:lnTo>
                    <a:pt x="2503" y="14026"/>
                  </a:lnTo>
                  <a:lnTo>
                    <a:pt x="2361" y="14712"/>
                  </a:lnTo>
                  <a:lnTo>
                    <a:pt x="2281" y="15055"/>
                  </a:lnTo>
                  <a:lnTo>
                    <a:pt x="2180" y="15398"/>
                  </a:lnTo>
                  <a:lnTo>
                    <a:pt x="2059" y="15741"/>
                  </a:lnTo>
                  <a:lnTo>
                    <a:pt x="1938" y="16084"/>
                  </a:lnTo>
                  <a:lnTo>
                    <a:pt x="1796" y="16407"/>
                  </a:lnTo>
                  <a:lnTo>
                    <a:pt x="1635" y="16730"/>
                  </a:lnTo>
                  <a:lnTo>
                    <a:pt x="1453" y="17053"/>
                  </a:lnTo>
                  <a:lnTo>
                    <a:pt x="1252" y="17355"/>
                  </a:lnTo>
                  <a:lnTo>
                    <a:pt x="1030" y="17638"/>
                  </a:lnTo>
                  <a:lnTo>
                    <a:pt x="787" y="17900"/>
                  </a:lnTo>
                  <a:lnTo>
                    <a:pt x="606" y="18082"/>
                  </a:lnTo>
                  <a:lnTo>
                    <a:pt x="404" y="18243"/>
                  </a:lnTo>
                  <a:lnTo>
                    <a:pt x="202" y="18384"/>
                  </a:lnTo>
                  <a:lnTo>
                    <a:pt x="0" y="18526"/>
                  </a:lnTo>
                  <a:lnTo>
                    <a:pt x="41" y="18606"/>
                  </a:lnTo>
                  <a:lnTo>
                    <a:pt x="263" y="18465"/>
                  </a:lnTo>
                  <a:lnTo>
                    <a:pt x="465" y="18304"/>
                  </a:lnTo>
                  <a:lnTo>
                    <a:pt x="666" y="18142"/>
                  </a:lnTo>
                  <a:lnTo>
                    <a:pt x="848" y="17961"/>
                  </a:lnTo>
                  <a:lnTo>
                    <a:pt x="1090" y="17678"/>
                  </a:lnTo>
                  <a:lnTo>
                    <a:pt x="1332" y="17396"/>
                  </a:lnTo>
                  <a:lnTo>
                    <a:pt x="1534" y="17093"/>
                  </a:lnTo>
                  <a:lnTo>
                    <a:pt x="1716" y="16790"/>
                  </a:lnTo>
                  <a:lnTo>
                    <a:pt x="1877" y="16447"/>
                  </a:lnTo>
                  <a:lnTo>
                    <a:pt x="2018" y="16124"/>
                  </a:lnTo>
                  <a:lnTo>
                    <a:pt x="2139" y="15781"/>
                  </a:lnTo>
                  <a:lnTo>
                    <a:pt x="2240" y="15438"/>
                  </a:lnTo>
                  <a:lnTo>
                    <a:pt x="2341" y="15075"/>
                  </a:lnTo>
                  <a:lnTo>
                    <a:pt x="2442" y="14732"/>
                  </a:lnTo>
                  <a:lnTo>
                    <a:pt x="2563" y="14046"/>
                  </a:lnTo>
                  <a:lnTo>
                    <a:pt x="2684" y="13380"/>
                  </a:lnTo>
                  <a:lnTo>
                    <a:pt x="2765" y="12734"/>
                  </a:lnTo>
                  <a:lnTo>
                    <a:pt x="3370" y="8375"/>
                  </a:lnTo>
                  <a:lnTo>
                    <a:pt x="3512" y="7306"/>
                  </a:lnTo>
                  <a:lnTo>
                    <a:pt x="3633" y="6216"/>
                  </a:lnTo>
                  <a:lnTo>
                    <a:pt x="3673" y="5671"/>
                  </a:lnTo>
                  <a:lnTo>
                    <a:pt x="3693" y="5126"/>
                  </a:lnTo>
                  <a:lnTo>
                    <a:pt x="3693" y="4581"/>
                  </a:lnTo>
                  <a:lnTo>
                    <a:pt x="3653" y="4036"/>
                  </a:lnTo>
                  <a:lnTo>
                    <a:pt x="3613" y="3572"/>
                  </a:lnTo>
                  <a:lnTo>
                    <a:pt x="3532" y="3088"/>
                  </a:lnTo>
                  <a:lnTo>
                    <a:pt x="3431" y="2583"/>
                  </a:lnTo>
                  <a:lnTo>
                    <a:pt x="3290" y="2059"/>
                  </a:lnTo>
                  <a:lnTo>
                    <a:pt x="3088" y="1534"/>
                  </a:lnTo>
                  <a:lnTo>
                    <a:pt x="2967" y="1272"/>
                  </a:lnTo>
                  <a:lnTo>
                    <a:pt x="2826" y="1009"/>
                  </a:lnTo>
                  <a:lnTo>
                    <a:pt x="2684" y="747"/>
                  </a:lnTo>
                  <a:lnTo>
                    <a:pt x="2523" y="485"/>
                  </a:lnTo>
                  <a:lnTo>
                    <a:pt x="2341" y="243"/>
                  </a:lnTo>
                  <a:lnTo>
                    <a:pt x="216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7"/>
            <p:cNvSpPr/>
            <p:nvPr/>
          </p:nvSpPr>
          <p:spPr>
            <a:xfrm flipH="1">
              <a:off x="-3448112" y="-5027215"/>
              <a:ext cx="1867255" cy="1352794"/>
            </a:xfrm>
            <a:custGeom>
              <a:rect b="b" l="l" r="r" t="t"/>
              <a:pathLst>
                <a:path extrusionOk="0" h="24197" w="33399">
                  <a:moveTo>
                    <a:pt x="13521" y="1"/>
                  </a:moveTo>
                  <a:lnTo>
                    <a:pt x="12391" y="21"/>
                  </a:lnTo>
                  <a:lnTo>
                    <a:pt x="11200" y="61"/>
                  </a:lnTo>
                  <a:lnTo>
                    <a:pt x="10009" y="101"/>
                  </a:lnTo>
                  <a:lnTo>
                    <a:pt x="8012" y="223"/>
                  </a:lnTo>
                  <a:lnTo>
                    <a:pt x="5832" y="364"/>
                  </a:lnTo>
                  <a:lnTo>
                    <a:pt x="5287" y="404"/>
                  </a:lnTo>
                  <a:lnTo>
                    <a:pt x="4702" y="424"/>
                  </a:lnTo>
                  <a:lnTo>
                    <a:pt x="3996" y="445"/>
                  </a:lnTo>
                  <a:lnTo>
                    <a:pt x="3289" y="485"/>
                  </a:lnTo>
                  <a:lnTo>
                    <a:pt x="2926" y="525"/>
                  </a:lnTo>
                  <a:lnTo>
                    <a:pt x="2603" y="586"/>
                  </a:lnTo>
                  <a:lnTo>
                    <a:pt x="2260" y="646"/>
                  </a:lnTo>
                  <a:lnTo>
                    <a:pt x="1958" y="747"/>
                  </a:lnTo>
                  <a:lnTo>
                    <a:pt x="1796" y="808"/>
                  </a:lnTo>
                  <a:lnTo>
                    <a:pt x="1655" y="868"/>
                  </a:lnTo>
                  <a:lnTo>
                    <a:pt x="1514" y="949"/>
                  </a:lnTo>
                  <a:lnTo>
                    <a:pt x="1372" y="1050"/>
                  </a:lnTo>
                  <a:lnTo>
                    <a:pt x="1251" y="1151"/>
                  </a:lnTo>
                  <a:lnTo>
                    <a:pt x="1130" y="1272"/>
                  </a:lnTo>
                  <a:lnTo>
                    <a:pt x="1009" y="1413"/>
                  </a:lnTo>
                  <a:lnTo>
                    <a:pt x="888" y="1554"/>
                  </a:lnTo>
                  <a:lnTo>
                    <a:pt x="686" y="1877"/>
                  </a:lnTo>
                  <a:lnTo>
                    <a:pt x="505" y="2241"/>
                  </a:lnTo>
                  <a:lnTo>
                    <a:pt x="343" y="2664"/>
                  </a:lnTo>
                  <a:lnTo>
                    <a:pt x="222" y="3128"/>
                  </a:lnTo>
                  <a:lnTo>
                    <a:pt x="141" y="3532"/>
                  </a:lnTo>
                  <a:lnTo>
                    <a:pt x="81" y="3956"/>
                  </a:lnTo>
                  <a:lnTo>
                    <a:pt x="40" y="4380"/>
                  </a:lnTo>
                  <a:lnTo>
                    <a:pt x="0" y="4783"/>
                  </a:lnTo>
                  <a:lnTo>
                    <a:pt x="0" y="5187"/>
                  </a:lnTo>
                  <a:lnTo>
                    <a:pt x="20" y="5550"/>
                  </a:lnTo>
                  <a:lnTo>
                    <a:pt x="40" y="5893"/>
                  </a:lnTo>
                  <a:lnTo>
                    <a:pt x="61" y="6216"/>
                  </a:lnTo>
                  <a:lnTo>
                    <a:pt x="121" y="6680"/>
                  </a:lnTo>
                  <a:lnTo>
                    <a:pt x="222" y="7144"/>
                  </a:lnTo>
                  <a:lnTo>
                    <a:pt x="323" y="7608"/>
                  </a:lnTo>
                  <a:lnTo>
                    <a:pt x="424" y="8052"/>
                  </a:lnTo>
                  <a:lnTo>
                    <a:pt x="686" y="8960"/>
                  </a:lnTo>
                  <a:lnTo>
                    <a:pt x="969" y="9848"/>
                  </a:lnTo>
                  <a:lnTo>
                    <a:pt x="1191" y="10595"/>
                  </a:lnTo>
                  <a:lnTo>
                    <a:pt x="1413" y="11362"/>
                  </a:lnTo>
                  <a:lnTo>
                    <a:pt x="1635" y="12230"/>
                  </a:lnTo>
                  <a:lnTo>
                    <a:pt x="1836" y="13118"/>
                  </a:lnTo>
                  <a:lnTo>
                    <a:pt x="1998" y="14026"/>
                  </a:lnTo>
                  <a:lnTo>
                    <a:pt x="2119" y="14914"/>
                  </a:lnTo>
                  <a:lnTo>
                    <a:pt x="2220" y="15822"/>
                  </a:lnTo>
                  <a:lnTo>
                    <a:pt x="2280" y="16730"/>
                  </a:lnTo>
                  <a:lnTo>
                    <a:pt x="2321" y="17638"/>
                  </a:lnTo>
                  <a:lnTo>
                    <a:pt x="2321" y="18546"/>
                  </a:lnTo>
                  <a:lnTo>
                    <a:pt x="2280" y="19656"/>
                  </a:lnTo>
                  <a:lnTo>
                    <a:pt x="2260" y="20403"/>
                  </a:lnTo>
                  <a:lnTo>
                    <a:pt x="2240" y="21169"/>
                  </a:lnTo>
                  <a:lnTo>
                    <a:pt x="2260" y="21936"/>
                  </a:lnTo>
                  <a:lnTo>
                    <a:pt x="2301" y="22320"/>
                  </a:lnTo>
                  <a:lnTo>
                    <a:pt x="2341" y="22703"/>
                  </a:lnTo>
                  <a:lnTo>
                    <a:pt x="2381" y="23046"/>
                  </a:lnTo>
                  <a:lnTo>
                    <a:pt x="2442" y="23248"/>
                  </a:lnTo>
                  <a:lnTo>
                    <a:pt x="2502" y="23430"/>
                  </a:lnTo>
                  <a:lnTo>
                    <a:pt x="2583" y="23611"/>
                  </a:lnTo>
                  <a:lnTo>
                    <a:pt x="2684" y="23773"/>
                  </a:lnTo>
                  <a:lnTo>
                    <a:pt x="2825" y="23914"/>
                  </a:lnTo>
                  <a:lnTo>
                    <a:pt x="2987" y="24055"/>
                  </a:lnTo>
                  <a:lnTo>
                    <a:pt x="3128" y="24116"/>
                  </a:lnTo>
                  <a:lnTo>
                    <a:pt x="3249" y="24156"/>
                  </a:lnTo>
                  <a:lnTo>
                    <a:pt x="3390" y="24196"/>
                  </a:lnTo>
                  <a:lnTo>
                    <a:pt x="3532" y="24196"/>
                  </a:lnTo>
                  <a:lnTo>
                    <a:pt x="3733" y="24176"/>
                  </a:lnTo>
                  <a:lnTo>
                    <a:pt x="3955" y="24136"/>
                  </a:lnTo>
                  <a:lnTo>
                    <a:pt x="4177" y="24055"/>
                  </a:lnTo>
                  <a:lnTo>
                    <a:pt x="4379" y="23934"/>
                  </a:lnTo>
                  <a:lnTo>
                    <a:pt x="4601" y="23813"/>
                  </a:lnTo>
                  <a:lnTo>
                    <a:pt x="4823" y="23652"/>
                  </a:lnTo>
                  <a:lnTo>
                    <a:pt x="5247" y="23329"/>
                  </a:lnTo>
                  <a:lnTo>
                    <a:pt x="5630" y="23026"/>
                  </a:lnTo>
                  <a:lnTo>
                    <a:pt x="6014" y="22743"/>
                  </a:lnTo>
                  <a:lnTo>
                    <a:pt x="6417" y="22481"/>
                  </a:lnTo>
                  <a:lnTo>
                    <a:pt x="6821" y="22239"/>
                  </a:lnTo>
                  <a:lnTo>
                    <a:pt x="7245" y="21997"/>
                  </a:lnTo>
                  <a:lnTo>
                    <a:pt x="7689" y="21775"/>
                  </a:lnTo>
                  <a:lnTo>
                    <a:pt x="8133" y="21553"/>
                  </a:lnTo>
                  <a:lnTo>
                    <a:pt x="8577" y="21371"/>
                  </a:lnTo>
                  <a:lnTo>
                    <a:pt x="9041" y="21169"/>
                  </a:lnTo>
                  <a:lnTo>
                    <a:pt x="9525" y="21008"/>
                  </a:lnTo>
                  <a:lnTo>
                    <a:pt x="10009" y="20867"/>
                  </a:lnTo>
                  <a:lnTo>
                    <a:pt x="10494" y="20725"/>
                  </a:lnTo>
                  <a:lnTo>
                    <a:pt x="10998" y="20604"/>
                  </a:lnTo>
                  <a:lnTo>
                    <a:pt x="11503" y="20483"/>
                  </a:lnTo>
                  <a:lnTo>
                    <a:pt x="12027" y="20403"/>
                  </a:lnTo>
                  <a:lnTo>
                    <a:pt x="12552" y="20322"/>
                  </a:lnTo>
                  <a:lnTo>
                    <a:pt x="13460" y="20221"/>
                  </a:lnTo>
                  <a:lnTo>
                    <a:pt x="14409" y="20160"/>
                  </a:lnTo>
                  <a:lnTo>
                    <a:pt x="15377" y="20160"/>
                  </a:lnTo>
                  <a:lnTo>
                    <a:pt x="16366" y="20201"/>
                  </a:lnTo>
                  <a:lnTo>
                    <a:pt x="17355" y="20302"/>
                  </a:lnTo>
                  <a:lnTo>
                    <a:pt x="18384" y="20423"/>
                  </a:lnTo>
                  <a:lnTo>
                    <a:pt x="19433" y="20604"/>
                  </a:lnTo>
                  <a:lnTo>
                    <a:pt x="20503" y="20826"/>
                  </a:lnTo>
                  <a:lnTo>
                    <a:pt x="21714" y="21129"/>
                  </a:lnTo>
                  <a:lnTo>
                    <a:pt x="22642" y="21351"/>
                  </a:lnTo>
                  <a:lnTo>
                    <a:pt x="23591" y="21553"/>
                  </a:lnTo>
                  <a:lnTo>
                    <a:pt x="24055" y="21654"/>
                  </a:lnTo>
                  <a:lnTo>
                    <a:pt x="24539" y="21714"/>
                  </a:lnTo>
                  <a:lnTo>
                    <a:pt x="25023" y="21775"/>
                  </a:lnTo>
                  <a:lnTo>
                    <a:pt x="25508" y="21815"/>
                  </a:lnTo>
                  <a:lnTo>
                    <a:pt x="26053" y="21835"/>
                  </a:lnTo>
                  <a:lnTo>
                    <a:pt x="26597" y="21815"/>
                  </a:lnTo>
                  <a:lnTo>
                    <a:pt x="27122" y="21755"/>
                  </a:lnTo>
                  <a:lnTo>
                    <a:pt x="27647" y="21654"/>
                  </a:lnTo>
                  <a:lnTo>
                    <a:pt x="28131" y="21533"/>
                  </a:lnTo>
                  <a:lnTo>
                    <a:pt x="28595" y="21371"/>
                  </a:lnTo>
                  <a:lnTo>
                    <a:pt x="29039" y="21169"/>
                  </a:lnTo>
                  <a:lnTo>
                    <a:pt x="29443" y="20947"/>
                  </a:lnTo>
                  <a:lnTo>
                    <a:pt x="29402" y="20867"/>
                  </a:lnTo>
                  <a:lnTo>
                    <a:pt x="28999" y="21089"/>
                  </a:lnTo>
                  <a:lnTo>
                    <a:pt x="28555" y="21291"/>
                  </a:lnTo>
                  <a:lnTo>
                    <a:pt x="28111" y="21452"/>
                  </a:lnTo>
                  <a:lnTo>
                    <a:pt x="27627" y="21573"/>
                  </a:lnTo>
                  <a:lnTo>
                    <a:pt x="27122" y="21674"/>
                  </a:lnTo>
                  <a:lnTo>
                    <a:pt x="26597" y="21734"/>
                  </a:lnTo>
                  <a:lnTo>
                    <a:pt x="26053" y="21755"/>
                  </a:lnTo>
                  <a:lnTo>
                    <a:pt x="25508" y="21734"/>
                  </a:lnTo>
                  <a:lnTo>
                    <a:pt x="25023" y="21694"/>
                  </a:lnTo>
                  <a:lnTo>
                    <a:pt x="24539" y="21634"/>
                  </a:lnTo>
                  <a:lnTo>
                    <a:pt x="24075" y="21573"/>
                  </a:lnTo>
                  <a:lnTo>
                    <a:pt x="23591" y="21472"/>
                  </a:lnTo>
                  <a:lnTo>
                    <a:pt x="22662" y="21270"/>
                  </a:lnTo>
                  <a:lnTo>
                    <a:pt x="21734" y="21048"/>
                  </a:lnTo>
                  <a:lnTo>
                    <a:pt x="20503" y="20746"/>
                  </a:lnTo>
                  <a:lnTo>
                    <a:pt x="19454" y="20524"/>
                  </a:lnTo>
                  <a:lnTo>
                    <a:pt x="18404" y="20342"/>
                  </a:lnTo>
                  <a:lnTo>
                    <a:pt x="17375" y="20221"/>
                  </a:lnTo>
                  <a:lnTo>
                    <a:pt x="16366" y="20120"/>
                  </a:lnTo>
                  <a:lnTo>
                    <a:pt x="15377" y="20080"/>
                  </a:lnTo>
                  <a:lnTo>
                    <a:pt x="14409" y="20080"/>
                  </a:lnTo>
                  <a:lnTo>
                    <a:pt x="13460" y="20140"/>
                  </a:lnTo>
                  <a:lnTo>
                    <a:pt x="12532" y="20241"/>
                  </a:lnTo>
                  <a:lnTo>
                    <a:pt x="12007" y="20322"/>
                  </a:lnTo>
                  <a:lnTo>
                    <a:pt x="11503" y="20403"/>
                  </a:lnTo>
                  <a:lnTo>
                    <a:pt x="10978" y="20524"/>
                  </a:lnTo>
                  <a:lnTo>
                    <a:pt x="10474" y="20645"/>
                  </a:lnTo>
                  <a:lnTo>
                    <a:pt x="9989" y="20786"/>
                  </a:lnTo>
                  <a:lnTo>
                    <a:pt x="9505" y="20927"/>
                  </a:lnTo>
                  <a:lnTo>
                    <a:pt x="9021" y="21109"/>
                  </a:lnTo>
                  <a:lnTo>
                    <a:pt x="8556" y="21291"/>
                  </a:lnTo>
                  <a:lnTo>
                    <a:pt x="8092" y="21492"/>
                  </a:lnTo>
                  <a:lnTo>
                    <a:pt x="7648" y="21694"/>
                  </a:lnTo>
                  <a:lnTo>
                    <a:pt x="7204" y="21916"/>
                  </a:lnTo>
                  <a:lnTo>
                    <a:pt x="6781" y="22158"/>
                  </a:lnTo>
                  <a:lnTo>
                    <a:pt x="6377" y="22421"/>
                  </a:lnTo>
                  <a:lnTo>
                    <a:pt x="5973" y="22683"/>
                  </a:lnTo>
                  <a:lnTo>
                    <a:pt x="5590" y="22965"/>
                  </a:lnTo>
                  <a:lnTo>
                    <a:pt x="5207" y="23268"/>
                  </a:lnTo>
                  <a:lnTo>
                    <a:pt x="4924" y="23490"/>
                  </a:lnTo>
                  <a:lnTo>
                    <a:pt x="4641" y="23692"/>
                  </a:lnTo>
                  <a:lnTo>
                    <a:pt x="4359" y="23853"/>
                  </a:lnTo>
                  <a:lnTo>
                    <a:pt x="4076" y="23995"/>
                  </a:lnTo>
                  <a:lnTo>
                    <a:pt x="3935" y="24055"/>
                  </a:lnTo>
                  <a:lnTo>
                    <a:pt x="3814" y="24096"/>
                  </a:lnTo>
                  <a:lnTo>
                    <a:pt x="3673" y="24116"/>
                  </a:lnTo>
                  <a:lnTo>
                    <a:pt x="3411" y="24116"/>
                  </a:lnTo>
                  <a:lnTo>
                    <a:pt x="3269" y="24096"/>
                  </a:lnTo>
                  <a:lnTo>
                    <a:pt x="3148" y="24035"/>
                  </a:lnTo>
                  <a:lnTo>
                    <a:pt x="3027" y="23974"/>
                  </a:lnTo>
                  <a:lnTo>
                    <a:pt x="2886" y="23853"/>
                  </a:lnTo>
                  <a:lnTo>
                    <a:pt x="2745" y="23712"/>
                  </a:lnTo>
                  <a:lnTo>
                    <a:pt x="2644" y="23551"/>
                  </a:lnTo>
                  <a:lnTo>
                    <a:pt x="2583" y="23389"/>
                  </a:lnTo>
                  <a:lnTo>
                    <a:pt x="2523" y="23208"/>
                  </a:lnTo>
                  <a:lnTo>
                    <a:pt x="2462" y="23026"/>
                  </a:lnTo>
                  <a:lnTo>
                    <a:pt x="2422" y="22683"/>
                  </a:lnTo>
                  <a:lnTo>
                    <a:pt x="2381" y="22300"/>
                  </a:lnTo>
                  <a:lnTo>
                    <a:pt x="2341" y="21936"/>
                  </a:lnTo>
                  <a:lnTo>
                    <a:pt x="2321" y="21169"/>
                  </a:lnTo>
                  <a:lnTo>
                    <a:pt x="2341" y="20403"/>
                  </a:lnTo>
                  <a:lnTo>
                    <a:pt x="2361" y="19656"/>
                  </a:lnTo>
                  <a:lnTo>
                    <a:pt x="2402" y="18546"/>
                  </a:lnTo>
                  <a:lnTo>
                    <a:pt x="2402" y="17638"/>
                  </a:lnTo>
                  <a:lnTo>
                    <a:pt x="2361" y="16710"/>
                  </a:lnTo>
                  <a:lnTo>
                    <a:pt x="2301" y="15802"/>
                  </a:lnTo>
                  <a:lnTo>
                    <a:pt x="2200" y="14914"/>
                  </a:lnTo>
                  <a:lnTo>
                    <a:pt x="2079" y="14006"/>
                  </a:lnTo>
                  <a:lnTo>
                    <a:pt x="1917" y="13118"/>
                  </a:lnTo>
                  <a:lnTo>
                    <a:pt x="1715" y="12230"/>
                  </a:lnTo>
                  <a:lnTo>
                    <a:pt x="1493" y="11342"/>
                  </a:lnTo>
                  <a:lnTo>
                    <a:pt x="1271" y="10575"/>
                  </a:lnTo>
                  <a:lnTo>
                    <a:pt x="1029" y="9828"/>
                  </a:lnTo>
                  <a:lnTo>
                    <a:pt x="767" y="8940"/>
                  </a:lnTo>
                  <a:lnTo>
                    <a:pt x="505" y="8032"/>
                  </a:lnTo>
                  <a:lnTo>
                    <a:pt x="404" y="7588"/>
                  </a:lnTo>
                  <a:lnTo>
                    <a:pt x="303" y="7124"/>
                  </a:lnTo>
                  <a:lnTo>
                    <a:pt x="202" y="6660"/>
                  </a:lnTo>
                  <a:lnTo>
                    <a:pt x="141" y="6196"/>
                  </a:lnTo>
                  <a:lnTo>
                    <a:pt x="101" y="5853"/>
                  </a:lnTo>
                  <a:lnTo>
                    <a:pt x="81" y="5469"/>
                  </a:lnTo>
                  <a:lnTo>
                    <a:pt x="81" y="5086"/>
                  </a:lnTo>
                  <a:lnTo>
                    <a:pt x="101" y="4682"/>
                  </a:lnTo>
                  <a:lnTo>
                    <a:pt x="121" y="4279"/>
                  </a:lnTo>
                  <a:lnTo>
                    <a:pt x="162" y="3855"/>
                  </a:lnTo>
                  <a:lnTo>
                    <a:pt x="242" y="3451"/>
                  </a:lnTo>
                  <a:lnTo>
                    <a:pt x="323" y="3048"/>
                  </a:lnTo>
                  <a:lnTo>
                    <a:pt x="424" y="2664"/>
                  </a:lnTo>
                  <a:lnTo>
                    <a:pt x="565" y="2301"/>
                  </a:lnTo>
                  <a:lnTo>
                    <a:pt x="727" y="1958"/>
                  </a:lnTo>
                  <a:lnTo>
                    <a:pt x="928" y="1655"/>
                  </a:lnTo>
                  <a:lnTo>
                    <a:pt x="1130" y="1373"/>
                  </a:lnTo>
                  <a:lnTo>
                    <a:pt x="1251" y="1252"/>
                  </a:lnTo>
                  <a:lnTo>
                    <a:pt x="1393" y="1151"/>
                  </a:lnTo>
                  <a:lnTo>
                    <a:pt x="1514" y="1050"/>
                  </a:lnTo>
                  <a:lnTo>
                    <a:pt x="1655" y="949"/>
                  </a:lnTo>
                  <a:lnTo>
                    <a:pt x="1816" y="888"/>
                  </a:lnTo>
                  <a:lnTo>
                    <a:pt x="1978" y="828"/>
                  </a:lnTo>
                  <a:lnTo>
                    <a:pt x="2280" y="727"/>
                  </a:lnTo>
                  <a:lnTo>
                    <a:pt x="2603" y="666"/>
                  </a:lnTo>
                  <a:lnTo>
                    <a:pt x="2946" y="606"/>
                  </a:lnTo>
                  <a:lnTo>
                    <a:pt x="3289" y="566"/>
                  </a:lnTo>
                  <a:lnTo>
                    <a:pt x="3996" y="525"/>
                  </a:lnTo>
                  <a:lnTo>
                    <a:pt x="4702" y="505"/>
                  </a:lnTo>
                  <a:lnTo>
                    <a:pt x="5287" y="485"/>
                  </a:lnTo>
                  <a:lnTo>
                    <a:pt x="5852" y="445"/>
                  </a:lnTo>
                  <a:lnTo>
                    <a:pt x="8012" y="303"/>
                  </a:lnTo>
                  <a:lnTo>
                    <a:pt x="10009" y="182"/>
                  </a:lnTo>
                  <a:lnTo>
                    <a:pt x="11200" y="142"/>
                  </a:lnTo>
                  <a:lnTo>
                    <a:pt x="12391" y="101"/>
                  </a:lnTo>
                  <a:lnTo>
                    <a:pt x="13521" y="81"/>
                  </a:lnTo>
                  <a:lnTo>
                    <a:pt x="14651" y="81"/>
                  </a:lnTo>
                  <a:lnTo>
                    <a:pt x="15741" y="101"/>
                  </a:lnTo>
                  <a:lnTo>
                    <a:pt x="16790" y="122"/>
                  </a:lnTo>
                  <a:lnTo>
                    <a:pt x="17839" y="182"/>
                  </a:lnTo>
                  <a:lnTo>
                    <a:pt x="18868" y="243"/>
                  </a:lnTo>
                  <a:lnTo>
                    <a:pt x="19857" y="323"/>
                  </a:lnTo>
                  <a:lnTo>
                    <a:pt x="20826" y="404"/>
                  </a:lnTo>
                  <a:lnTo>
                    <a:pt x="21795" y="525"/>
                  </a:lnTo>
                  <a:lnTo>
                    <a:pt x="22723" y="666"/>
                  </a:lnTo>
                  <a:lnTo>
                    <a:pt x="23651" y="808"/>
                  </a:lnTo>
                  <a:lnTo>
                    <a:pt x="24559" y="969"/>
                  </a:lnTo>
                  <a:lnTo>
                    <a:pt x="25447" y="1151"/>
                  </a:lnTo>
                  <a:lnTo>
                    <a:pt x="26335" y="1353"/>
                  </a:lnTo>
                  <a:lnTo>
                    <a:pt x="27082" y="1534"/>
                  </a:lnTo>
                  <a:lnTo>
                    <a:pt x="27828" y="1756"/>
                  </a:lnTo>
                  <a:lnTo>
                    <a:pt x="28575" y="2019"/>
                  </a:lnTo>
                  <a:lnTo>
                    <a:pt x="28958" y="2160"/>
                  </a:lnTo>
                  <a:lnTo>
                    <a:pt x="29322" y="2321"/>
                  </a:lnTo>
                  <a:lnTo>
                    <a:pt x="29665" y="2503"/>
                  </a:lnTo>
                  <a:lnTo>
                    <a:pt x="30028" y="2684"/>
                  </a:lnTo>
                  <a:lnTo>
                    <a:pt x="30371" y="2886"/>
                  </a:lnTo>
                  <a:lnTo>
                    <a:pt x="30694" y="3108"/>
                  </a:lnTo>
                  <a:lnTo>
                    <a:pt x="30997" y="3350"/>
                  </a:lnTo>
                  <a:lnTo>
                    <a:pt x="31299" y="3613"/>
                  </a:lnTo>
                  <a:lnTo>
                    <a:pt x="31582" y="3895"/>
                  </a:lnTo>
                  <a:lnTo>
                    <a:pt x="31844" y="4198"/>
                  </a:lnTo>
                  <a:lnTo>
                    <a:pt x="32086" y="4521"/>
                  </a:lnTo>
                  <a:lnTo>
                    <a:pt x="32288" y="4844"/>
                  </a:lnTo>
                  <a:lnTo>
                    <a:pt x="32470" y="5167"/>
                  </a:lnTo>
                  <a:lnTo>
                    <a:pt x="32631" y="5490"/>
                  </a:lnTo>
                  <a:lnTo>
                    <a:pt x="32772" y="5833"/>
                  </a:lnTo>
                  <a:lnTo>
                    <a:pt x="32894" y="6176"/>
                  </a:lnTo>
                  <a:lnTo>
                    <a:pt x="33015" y="6519"/>
                  </a:lnTo>
                  <a:lnTo>
                    <a:pt x="33095" y="6862"/>
                  </a:lnTo>
                  <a:lnTo>
                    <a:pt x="33156" y="7205"/>
                  </a:lnTo>
                  <a:lnTo>
                    <a:pt x="33216" y="7548"/>
                  </a:lnTo>
                  <a:lnTo>
                    <a:pt x="33277" y="8214"/>
                  </a:lnTo>
                  <a:lnTo>
                    <a:pt x="33317" y="8860"/>
                  </a:lnTo>
                  <a:lnTo>
                    <a:pt x="33297" y="9445"/>
                  </a:lnTo>
                  <a:lnTo>
                    <a:pt x="33277" y="9949"/>
                  </a:lnTo>
                  <a:lnTo>
                    <a:pt x="33216" y="10454"/>
                  </a:lnTo>
                  <a:lnTo>
                    <a:pt x="33156" y="10938"/>
                  </a:lnTo>
                  <a:lnTo>
                    <a:pt x="33095" y="11443"/>
                  </a:lnTo>
                  <a:lnTo>
                    <a:pt x="32914" y="12431"/>
                  </a:lnTo>
                  <a:lnTo>
                    <a:pt x="32732" y="13420"/>
                  </a:lnTo>
                  <a:lnTo>
                    <a:pt x="32450" y="14954"/>
                  </a:lnTo>
                  <a:lnTo>
                    <a:pt x="32288" y="15923"/>
                  </a:lnTo>
                  <a:lnTo>
                    <a:pt x="32167" y="16710"/>
                  </a:lnTo>
                  <a:lnTo>
                    <a:pt x="32026" y="17497"/>
                  </a:lnTo>
                  <a:lnTo>
                    <a:pt x="31844" y="18284"/>
                  </a:lnTo>
                  <a:lnTo>
                    <a:pt x="31743" y="18667"/>
                  </a:lnTo>
                  <a:lnTo>
                    <a:pt x="31622" y="19051"/>
                  </a:lnTo>
                  <a:lnTo>
                    <a:pt x="31481" y="19454"/>
                  </a:lnTo>
                  <a:lnTo>
                    <a:pt x="31319" y="19898"/>
                  </a:lnTo>
                  <a:lnTo>
                    <a:pt x="31098" y="20342"/>
                  </a:lnTo>
                  <a:lnTo>
                    <a:pt x="30835" y="20806"/>
                  </a:lnTo>
                  <a:lnTo>
                    <a:pt x="30553" y="21250"/>
                  </a:lnTo>
                  <a:lnTo>
                    <a:pt x="30371" y="21472"/>
                  </a:lnTo>
                  <a:lnTo>
                    <a:pt x="30210" y="21674"/>
                  </a:lnTo>
                  <a:lnTo>
                    <a:pt x="30008" y="21876"/>
                  </a:lnTo>
                  <a:lnTo>
                    <a:pt x="29806" y="22078"/>
                  </a:lnTo>
                  <a:lnTo>
                    <a:pt x="29584" y="22259"/>
                  </a:lnTo>
                  <a:lnTo>
                    <a:pt x="29362" y="22441"/>
                  </a:lnTo>
                  <a:lnTo>
                    <a:pt x="29402" y="22501"/>
                  </a:lnTo>
                  <a:lnTo>
                    <a:pt x="29766" y="22219"/>
                  </a:lnTo>
                  <a:lnTo>
                    <a:pt x="30129" y="21876"/>
                  </a:lnTo>
                  <a:lnTo>
                    <a:pt x="30452" y="21513"/>
                  </a:lnTo>
                  <a:lnTo>
                    <a:pt x="30754" y="21089"/>
                  </a:lnTo>
                  <a:lnTo>
                    <a:pt x="31037" y="20645"/>
                  </a:lnTo>
                  <a:lnTo>
                    <a:pt x="31279" y="20160"/>
                  </a:lnTo>
                  <a:lnTo>
                    <a:pt x="31501" y="19636"/>
                  </a:lnTo>
                  <a:lnTo>
                    <a:pt x="31703" y="19071"/>
                  </a:lnTo>
                  <a:lnTo>
                    <a:pt x="31824" y="18687"/>
                  </a:lnTo>
                  <a:lnTo>
                    <a:pt x="31925" y="18304"/>
                  </a:lnTo>
                  <a:lnTo>
                    <a:pt x="32086" y="17517"/>
                  </a:lnTo>
                  <a:lnTo>
                    <a:pt x="32248" y="16730"/>
                  </a:lnTo>
                  <a:lnTo>
                    <a:pt x="32369" y="15943"/>
                  </a:lnTo>
                  <a:lnTo>
                    <a:pt x="32530" y="14954"/>
                  </a:lnTo>
                  <a:lnTo>
                    <a:pt x="32813" y="13440"/>
                  </a:lnTo>
                  <a:lnTo>
                    <a:pt x="32994" y="12452"/>
                  </a:lnTo>
                  <a:lnTo>
                    <a:pt x="33176" y="11463"/>
                  </a:lnTo>
                  <a:lnTo>
                    <a:pt x="33237" y="10958"/>
                  </a:lnTo>
                  <a:lnTo>
                    <a:pt x="33297" y="10454"/>
                  </a:lnTo>
                  <a:lnTo>
                    <a:pt x="33358" y="9949"/>
                  </a:lnTo>
                  <a:lnTo>
                    <a:pt x="33378" y="9445"/>
                  </a:lnTo>
                  <a:lnTo>
                    <a:pt x="33398" y="8860"/>
                  </a:lnTo>
                  <a:lnTo>
                    <a:pt x="33358" y="8214"/>
                  </a:lnTo>
                  <a:lnTo>
                    <a:pt x="33337" y="7871"/>
                  </a:lnTo>
                  <a:lnTo>
                    <a:pt x="33297" y="7548"/>
                  </a:lnTo>
                  <a:lnTo>
                    <a:pt x="33237" y="7205"/>
                  </a:lnTo>
                  <a:lnTo>
                    <a:pt x="33176" y="6842"/>
                  </a:lnTo>
                  <a:lnTo>
                    <a:pt x="33075" y="6499"/>
                  </a:lnTo>
                  <a:lnTo>
                    <a:pt x="32974" y="6155"/>
                  </a:lnTo>
                  <a:lnTo>
                    <a:pt x="32853" y="5812"/>
                  </a:lnTo>
                  <a:lnTo>
                    <a:pt x="32712" y="5469"/>
                  </a:lnTo>
                  <a:lnTo>
                    <a:pt x="32550" y="5126"/>
                  </a:lnTo>
                  <a:lnTo>
                    <a:pt x="32369" y="4783"/>
                  </a:lnTo>
                  <a:lnTo>
                    <a:pt x="32147" y="4460"/>
                  </a:lnTo>
                  <a:lnTo>
                    <a:pt x="31925" y="4158"/>
                  </a:lnTo>
                  <a:lnTo>
                    <a:pt x="31642" y="3855"/>
                  </a:lnTo>
                  <a:lnTo>
                    <a:pt x="31360" y="3552"/>
                  </a:lnTo>
                  <a:lnTo>
                    <a:pt x="31057" y="3290"/>
                  </a:lnTo>
                  <a:lnTo>
                    <a:pt x="30734" y="3048"/>
                  </a:lnTo>
                  <a:lnTo>
                    <a:pt x="30411" y="2826"/>
                  </a:lnTo>
                  <a:lnTo>
                    <a:pt x="30068" y="2624"/>
                  </a:lnTo>
                  <a:lnTo>
                    <a:pt x="29725" y="2422"/>
                  </a:lnTo>
                  <a:lnTo>
                    <a:pt x="29362" y="2241"/>
                  </a:lnTo>
                  <a:lnTo>
                    <a:pt x="28979" y="2079"/>
                  </a:lnTo>
                  <a:lnTo>
                    <a:pt x="28615" y="1938"/>
                  </a:lnTo>
                  <a:lnTo>
                    <a:pt x="27849" y="1675"/>
                  </a:lnTo>
                  <a:lnTo>
                    <a:pt x="27102" y="1454"/>
                  </a:lnTo>
                  <a:lnTo>
                    <a:pt x="26355" y="1272"/>
                  </a:lnTo>
                  <a:lnTo>
                    <a:pt x="25467" y="1070"/>
                  </a:lnTo>
                  <a:lnTo>
                    <a:pt x="24579" y="888"/>
                  </a:lnTo>
                  <a:lnTo>
                    <a:pt x="23671" y="727"/>
                  </a:lnTo>
                  <a:lnTo>
                    <a:pt x="22743" y="586"/>
                  </a:lnTo>
                  <a:lnTo>
                    <a:pt x="21795" y="445"/>
                  </a:lnTo>
                  <a:lnTo>
                    <a:pt x="20846" y="344"/>
                  </a:lnTo>
                  <a:lnTo>
                    <a:pt x="19857" y="243"/>
                  </a:lnTo>
                  <a:lnTo>
                    <a:pt x="18868" y="162"/>
                  </a:lnTo>
                  <a:lnTo>
                    <a:pt x="17839" y="101"/>
                  </a:lnTo>
                  <a:lnTo>
                    <a:pt x="16810" y="41"/>
                  </a:lnTo>
                  <a:lnTo>
                    <a:pt x="15741" y="21"/>
                  </a:lnTo>
                  <a:lnTo>
                    <a:pt x="1465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7"/>
            <p:cNvSpPr/>
            <p:nvPr/>
          </p:nvSpPr>
          <p:spPr>
            <a:xfrm flipH="1">
              <a:off x="-3224708" y="-4984335"/>
              <a:ext cx="1754433" cy="1582965"/>
            </a:xfrm>
            <a:custGeom>
              <a:rect b="b" l="l" r="r" t="t"/>
              <a:pathLst>
                <a:path extrusionOk="0" h="28314" w="31381">
                  <a:moveTo>
                    <a:pt x="3310" y="0"/>
                  </a:moveTo>
                  <a:lnTo>
                    <a:pt x="1938" y="121"/>
                  </a:lnTo>
                  <a:lnTo>
                    <a:pt x="1554" y="162"/>
                  </a:lnTo>
                  <a:lnTo>
                    <a:pt x="1231" y="222"/>
                  </a:lnTo>
                  <a:lnTo>
                    <a:pt x="989" y="303"/>
                  </a:lnTo>
                  <a:lnTo>
                    <a:pt x="868" y="343"/>
                  </a:lnTo>
                  <a:lnTo>
                    <a:pt x="787" y="404"/>
                  </a:lnTo>
                  <a:lnTo>
                    <a:pt x="687" y="485"/>
                  </a:lnTo>
                  <a:lnTo>
                    <a:pt x="626" y="565"/>
                  </a:lnTo>
                  <a:lnTo>
                    <a:pt x="545" y="666"/>
                  </a:lnTo>
                  <a:lnTo>
                    <a:pt x="485" y="787"/>
                  </a:lnTo>
                  <a:lnTo>
                    <a:pt x="384" y="1070"/>
                  </a:lnTo>
                  <a:lnTo>
                    <a:pt x="283" y="1453"/>
                  </a:lnTo>
                  <a:lnTo>
                    <a:pt x="162" y="2180"/>
                  </a:lnTo>
                  <a:lnTo>
                    <a:pt x="61" y="2926"/>
                  </a:lnTo>
                  <a:lnTo>
                    <a:pt x="21" y="3693"/>
                  </a:lnTo>
                  <a:lnTo>
                    <a:pt x="0" y="4501"/>
                  </a:lnTo>
                  <a:lnTo>
                    <a:pt x="21" y="5247"/>
                  </a:lnTo>
                  <a:lnTo>
                    <a:pt x="61" y="5974"/>
                  </a:lnTo>
                  <a:lnTo>
                    <a:pt x="122" y="6700"/>
                  </a:lnTo>
                  <a:lnTo>
                    <a:pt x="202" y="7447"/>
                  </a:lnTo>
                  <a:lnTo>
                    <a:pt x="303" y="8193"/>
                  </a:lnTo>
                  <a:lnTo>
                    <a:pt x="424" y="8940"/>
                  </a:lnTo>
                  <a:lnTo>
                    <a:pt x="666" y="10514"/>
                  </a:lnTo>
                  <a:lnTo>
                    <a:pt x="909" y="11826"/>
                  </a:lnTo>
                  <a:lnTo>
                    <a:pt x="1534" y="15559"/>
                  </a:lnTo>
                  <a:lnTo>
                    <a:pt x="1837" y="17436"/>
                  </a:lnTo>
                  <a:lnTo>
                    <a:pt x="2099" y="19333"/>
                  </a:lnTo>
                  <a:lnTo>
                    <a:pt x="2341" y="21230"/>
                  </a:lnTo>
                  <a:lnTo>
                    <a:pt x="2442" y="22198"/>
                  </a:lnTo>
                  <a:lnTo>
                    <a:pt x="2543" y="23147"/>
                  </a:lnTo>
                  <a:lnTo>
                    <a:pt x="2604" y="24095"/>
                  </a:lnTo>
                  <a:lnTo>
                    <a:pt x="2684" y="25044"/>
                  </a:lnTo>
                  <a:lnTo>
                    <a:pt x="2725" y="26013"/>
                  </a:lnTo>
                  <a:lnTo>
                    <a:pt x="2745" y="26961"/>
                  </a:lnTo>
                  <a:lnTo>
                    <a:pt x="2765" y="27143"/>
                  </a:lnTo>
                  <a:lnTo>
                    <a:pt x="2785" y="27304"/>
                  </a:lnTo>
                  <a:lnTo>
                    <a:pt x="2826" y="27486"/>
                  </a:lnTo>
                  <a:lnTo>
                    <a:pt x="2866" y="27667"/>
                  </a:lnTo>
                  <a:lnTo>
                    <a:pt x="2927" y="27829"/>
                  </a:lnTo>
                  <a:lnTo>
                    <a:pt x="3007" y="27970"/>
                  </a:lnTo>
                  <a:lnTo>
                    <a:pt x="3108" y="28091"/>
                  </a:lnTo>
                  <a:lnTo>
                    <a:pt x="3209" y="28192"/>
                  </a:lnTo>
                  <a:lnTo>
                    <a:pt x="3290" y="28253"/>
                  </a:lnTo>
                  <a:lnTo>
                    <a:pt x="3371" y="28273"/>
                  </a:lnTo>
                  <a:lnTo>
                    <a:pt x="3451" y="28313"/>
                  </a:lnTo>
                  <a:lnTo>
                    <a:pt x="3532" y="28313"/>
                  </a:lnTo>
                  <a:lnTo>
                    <a:pt x="3673" y="28293"/>
                  </a:lnTo>
                  <a:lnTo>
                    <a:pt x="3754" y="28273"/>
                  </a:lnTo>
                  <a:lnTo>
                    <a:pt x="3835" y="28232"/>
                  </a:lnTo>
                  <a:lnTo>
                    <a:pt x="3956" y="28131"/>
                  </a:lnTo>
                  <a:lnTo>
                    <a:pt x="4077" y="28031"/>
                  </a:lnTo>
                  <a:lnTo>
                    <a:pt x="4178" y="27909"/>
                  </a:lnTo>
                  <a:lnTo>
                    <a:pt x="4380" y="27667"/>
                  </a:lnTo>
                  <a:lnTo>
                    <a:pt x="5126" y="26820"/>
                  </a:lnTo>
                  <a:lnTo>
                    <a:pt x="5510" y="26396"/>
                  </a:lnTo>
                  <a:lnTo>
                    <a:pt x="5893" y="25992"/>
                  </a:lnTo>
                  <a:lnTo>
                    <a:pt x="6297" y="25589"/>
                  </a:lnTo>
                  <a:lnTo>
                    <a:pt x="6700" y="25205"/>
                  </a:lnTo>
                  <a:lnTo>
                    <a:pt x="7124" y="24842"/>
                  </a:lnTo>
                  <a:lnTo>
                    <a:pt x="7588" y="24499"/>
                  </a:lnTo>
                  <a:lnTo>
                    <a:pt x="8012" y="24196"/>
                  </a:lnTo>
                  <a:lnTo>
                    <a:pt x="8476" y="23914"/>
                  </a:lnTo>
                  <a:lnTo>
                    <a:pt x="8940" y="23651"/>
                  </a:lnTo>
                  <a:lnTo>
                    <a:pt x="9445" y="23409"/>
                  </a:lnTo>
                  <a:lnTo>
                    <a:pt x="9949" y="23187"/>
                  </a:lnTo>
                  <a:lnTo>
                    <a:pt x="10474" y="22985"/>
                  </a:lnTo>
                  <a:lnTo>
                    <a:pt x="11039" y="22804"/>
                  </a:lnTo>
                  <a:lnTo>
                    <a:pt x="11604" y="22642"/>
                  </a:lnTo>
                  <a:lnTo>
                    <a:pt x="12209" y="22501"/>
                  </a:lnTo>
                  <a:lnTo>
                    <a:pt x="12815" y="22380"/>
                  </a:lnTo>
                  <a:lnTo>
                    <a:pt x="13440" y="22279"/>
                  </a:lnTo>
                  <a:lnTo>
                    <a:pt x="14086" y="22219"/>
                  </a:lnTo>
                  <a:lnTo>
                    <a:pt x="14752" y="22158"/>
                  </a:lnTo>
                  <a:lnTo>
                    <a:pt x="15438" y="22118"/>
                  </a:lnTo>
                  <a:lnTo>
                    <a:pt x="16144" y="22098"/>
                  </a:lnTo>
                  <a:lnTo>
                    <a:pt x="16871" y="22098"/>
                  </a:lnTo>
                  <a:lnTo>
                    <a:pt x="18082" y="22138"/>
                  </a:lnTo>
                  <a:lnTo>
                    <a:pt x="19293" y="22219"/>
                  </a:lnTo>
                  <a:lnTo>
                    <a:pt x="20503" y="22320"/>
                  </a:lnTo>
                  <a:lnTo>
                    <a:pt x="21694" y="22441"/>
                  </a:lnTo>
                  <a:lnTo>
                    <a:pt x="22905" y="22562"/>
                  </a:lnTo>
                  <a:lnTo>
                    <a:pt x="24156" y="22663"/>
                  </a:lnTo>
                  <a:lnTo>
                    <a:pt x="25387" y="22743"/>
                  </a:lnTo>
                  <a:lnTo>
                    <a:pt x="26638" y="22784"/>
                  </a:lnTo>
                  <a:lnTo>
                    <a:pt x="27788" y="22784"/>
                  </a:lnTo>
                  <a:lnTo>
                    <a:pt x="28414" y="22723"/>
                  </a:lnTo>
                  <a:lnTo>
                    <a:pt x="29019" y="22642"/>
                  </a:lnTo>
                  <a:lnTo>
                    <a:pt x="29342" y="22582"/>
                  </a:lnTo>
                  <a:lnTo>
                    <a:pt x="29645" y="22501"/>
                  </a:lnTo>
                  <a:lnTo>
                    <a:pt x="29948" y="22420"/>
                  </a:lnTo>
                  <a:lnTo>
                    <a:pt x="30250" y="22320"/>
                  </a:lnTo>
                  <a:lnTo>
                    <a:pt x="30533" y="22198"/>
                  </a:lnTo>
                  <a:lnTo>
                    <a:pt x="30836" y="22057"/>
                  </a:lnTo>
                  <a:lnTo>
                    <a:pt x="31118" y="21896"/>
                  </a:lnTo>
                  <a:lnTo>
                    <a:pt x="31380" y="21734"/>
                  </a:lnTo>
                  <a:lnTo>
                    <a:pt x="31340" y="21674"/>
                  </a:lnTo>
                  <a:lnTo>
                    <a:pt x="31037" y="21855"/>
                  </a:lnTo>
                  <a:lnTo>
                    <a:pt x="30674" y="22057"/>
                  </a:lnTo>
                  <a:lnTo>
                    <a:pt x="30250" y="22239"/>
                  </a:lnTo>
                  <a:lnTo>
                    <a:pt x="30008" y="22320"/>
                  </a:lnTo>
                  <a:lnTo>
                    <a:pt x="29746" y="22400"/>
                  </a:lnTo>
                  <a:lnTo>
                    <a:pt x="29463" y="22461"/>
                  </a:lnTo>
                  <a:lnTo>
                    <a:pt x="29140" y="22542"/>
                  </a:lnTo>
                  <a:lnTo>
                    <a:pt x="28797" y="22582"/>
                  </a:lnTo>
                  <a:lnTo>
                    <a:pt x="28434" y="22642"/>
                  </a:lnTo>
                  <a:lnTo>
                    <a:pt x="28031" y="22683"/>
                  </a:lnTo>
                  <a:lnTo>
                    <a:pt x="27607" y="22703"/>
                  </a:lnTo>
                  <a:lnTo>
                    <a:pt x="26638" y="22703"/>
                  </a:lnTo>
                  <a:lnTo>
                    <a:pt x="25387" y="22663"/>
                  </a:lnTo>
                  <a:lnTo>
                    <a:pt x="24156" y="22582"/>
                  </a:lnTo>
                  <a:lnTo>
                    <a:pt x="22925" y="22481"/>
                  </a:lnTo>
                  <a:lnTo>
                    <a:pt x="21694" y="22360"/>
                  </a:lnTo>
                  <a:lnTo>
                    <a:pt x="20503" y="22259"/>
                  </a:lnTo>
                  <a:lnTo>
                    <a:pt x="19293" y="22138"/>
                  </a:lnTo>
                  <a:lnTo>
                    <a:pt x="18082" y="22057"/>
                  </a:lnTo>
                  <a:lnTo>
                    <a:pt x="16871" y="22017"/>
                  </a:lnTo>
                  <a:lnTo>
                    <a:pt x="16144" y="22017"/>
                  </a:lnTo>
                  <a:lnTo>
                    <a:pt x="15438" y="22037"/>
                  </a:lnTo>
                  <a:lnTo>
                    <a:pt x="14752" y="22077"/>
                  </a:lnTo>
                  <a:lnTo>
                    <a:pt x="14086" y="22138"/>
                  </a:lnTo>
                  <a:lnTo>
                    <a:pt x="13420" y="22219"/>
                  </a:lnTo>
                  <a:lnTo>
                    <a:pt x="12795" y="22299"/>
                  </a:lnTo>
                  <a:lnTo>
                    <a:pt x="12189" y="22420"/>
                  </a:lnTo>
                  <a:lnTo>
                    <a:pt x="11584" y="22562"/>
                  </a:lnTo>
                  <a:lnTo>
                    <a:pt x="11019" y="22723"/>
                  </a:lnTo>
                  <a:lnTo>
                    <a:pt x="10454" y="22905"/>
                  </a:lnTo>
                  <a:lnTo>
                    <a:pt x="9909" y="23107"/>
                  </a:lnTo>
                  <a:lnTo>
                    <a:pt x="9404" y="23329"/>
                  </a:lnTo>
                  <a:lnTo>
                    <a:pt x="8900" y="23571"/>
                  </a:lnTo>
                  <a:lnTo>
                    <a:pt x="8416" y="23833"/>
                  </a:lnTo>
                  <a:lnTo>
                    <a:pt x="7972" y="24116"/>
                  </a:lnTo>
                  <a:lnTo>
                    <a:pt x="7528" y="24418"/>
                  </a:lnTo>
                  <a:lnTo>
                    <a:pt x="7084" y="24782"/>
                  </a:lnTo>
                  <a:lnTo>
                    <a:pt x="6660" y="25145"/>
                  </a:lnTo>
                  <a:lnTo>
                    <a:pt x="6236" y="25528"/>
                  </a:lnTo>
                  <a:lnTo>
                    <a:pt x="5832" y="25932"/>
                  </a:lnTo>
                  <a:lnTo>
                    <a:pt x="5449" y="26356"/>
                  </a:lnTo>
                  <a:lnTo>
                    <a:pt x="5066" y="26759"/>
                  </a:lnTo>
                  <a:lnTo>
                    <a:pt x="4319" y="27607"/>
                  </a:lnTo>
                  <a:lnTo>
                    <a:pt x="4117" y="27869"/>
                  </a:lnTo>
                  <a:lnTo>
                    <a:pt x="3996" y="27990"/>
                  </a:lnTo>
                  <a:lnTo>
                    <a:pt x="3895" y="28091"/>
                  </a:lnTo>
                  <a:lnTo>
                    <a:pt x="3774" y="28172"/>
                  </a:lnTo>
                  <a:lnTo>
                    <a:pt x="3653" y="28212"/>
                  </a:lnTo>
                  <a:lnTo>
                    <a:pt x="3552" y="28232"/>
                  </a:lnTo>
                  <a:lnTo>
                    <a:pt x="3451" y="28212"/>
                  </a:lnTo>
                  <a:lnTo>
                    <a:pt x="3350" y="28192"/>
                  </a:lnTo>
                  <a:lnTo>
                    <a:pt x="3270" y="28131"/>
                  </a:lnTo>
                  <a:lnTo>
                    <a:pt x="3169" y="28031"/>
                  </a:lnTo>
                  <a:lnTo>
                    <a:pt x="3068" y="27909"/>
                  </a:lnTo>
                  <a:lnTo>
                    <a:pt x="3007" y="27768"/>
                  </a:lnTo>
                  <a:lnTo>
                    <a:pt x="2947" y="27627"/>
                  </a:lnTo>
                  <a:lnTo>
                    <a:pt x="2906" y="27465"/>
                  </a:lnTo>
                  <a:lnTo>
                    <a:pt x="2866" y="27284"/>
                  </a:lnTo>
                  <a:lnTo>
                    <a:pt x="2826" y="26961"/>
                  </a:lnTo>
                  <a:lnTo>
                    <a:pt x="2805" y="26013"/>
                  </a:lnTo>
                  <a:lnTo>
                    <a:pt x="2765" y="25044"/>
                  </a:lnTo>
                  <a:lnTo>
                    <a:pt x="2684" y="24095"/>
                  </a:lnTo>
                  <a:lnTo>
                    <a:pt x="2624" y="23147"/>
                  </a:lnTo>
                  <a:lnTo>
                    <a:pt x="2523" y="22178"/>
                  </a:lnTo>
                  <a:lnTo>
                    <a:pt x="2422" y="21230"/>
                  </a:lnTo>
                  <a:lnTo>
                    <a:pt x="2180" y="19333"/>
                  </a:lnTo>
                  <a:lnTo>
                    <a:pt x="1918" y="17436"/>
                  </a:lnTo>
                  <a:lnTo>
                    <a:pt x="1615" y="15539"/>
                  </a:lnTo>
                  <a:lnTo>
                    <a:pt x="989" y="11806"/>
                  </a:lnTo>
                  <a:lnTo>
                    <a:pt x="747" y="10494"/>
                  </a:lnTo>
                  <a:lnTo>
                    <a:pt x="505" y="8940"/>
                  </a:lnTo>
                  <a:lnTo>
                    <a:pt x="384" y="8173"/>
                  </a:lnTo>
                  <a:lnTo>
                    <a:pt x="283" y="7447"/>
                  </a:lnTo>
                  <a:lnTo>
                    <a:pt x="202" y="6700"/>
                  </a:lnTo>
                  <a:lnTo>
                    <a:pt x="142" y="5974"/>
                  </a:lnTo>
                  <a:lnTo>
                    <a:pt x="101" y="5247"/>
                  </a:lnTo>
                  <a:lnTo>
                    <a:pt x="81" y="4501"/>
                  </a:lnTo>
                  <a:lnTo>
                    <a:pt x="101" y="3693"/>
                  </a:lnTo>
                  <a:lnTo>
                    <a:pt x="142" y="2926"/>
                  </a:lnTo>
                  <a:lnTo>
                    <a:pt x="243" y="2180"/>
                  </a:lnTo>
                  <a:lnTo>
                    <a:pt x="364" y="1474"/>
                  </a:lnTo>
                  <a:lnTo>
                    <a:pt x="444" y="1110"/>
                  </a:lnTo>
                  <a:lnTo>
                    <a:pt x="545" y="828"/>
                  </a:lnTo>
                  <a:lnTo>
                    <a:pt x="606" y="707"/>
                  </a:lnTo>
                  <a:lnTo>
                    <a:pt x="666" y="626"/>
                  </a:lnTo>
                  <a:lnTo>
                    <a:pt x="747" y="545"/>
                  </a:lnTo>
                  <a:lnTo>
                    <a:pt x="828" y="465"/>
                  </a:lnTo>
                  <a:lnTo>
                    <a:pt x="909" y="404"/>
                  </a:lnTo>
                  <a:lnTo>
                    <a:pt x="1009" y="364"/>
                  </a:lnTo>
                  <a:lnTo>
                    <a:pt x="1252" y="303"/>
                  </a:lnTo>
                  <a:lnTo>
                    <a:pt x="1574" y="243"/>
                  </a:lnTo>
                  <a:lnTo>
                    <a:pt x="1958" y="202"/>
                  </a:lnTo>
                  <a:lnTo>
                    <a:pt x="3310" y="81"/>
                  </a:lnTo>
                  <a:lnTo>
                    <a:pt x="33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7"/>
            <p:cNvSpPr/>
            <p:nvPr/>
          </p:nvSpPr>
          <p:spPr>
            <a:xfrm flipH="1">
              <a:off x="-3298053" y="-5040745"/>
              <a:ext cx="1571672" cy="1149682"/>
            </a:xfrm>
            <a:custGeom>
              <a:rect b="b" l="l" r="r" t="t"/>
              <a:pathLst>
                <a:path extrusionOk="0" h="20564" w="28112">
                  <a:moveTo>
                    <a:pt x="7083" y="81"/>
                  </a:moveTo>
                  <a:lnTo>
                    <a:pt x="8436" y="142"/>
                  </a:lnTo>
                  <a:lnTo>
                    <a:pt x="9767" y="202"/>
                  </a:lnTo>
                  <a:lnTo>
                    <a:pt x="12956" y="384"/>
                  </a:lnTo>
                  <a:lnTo>
                    <a:pt x="14550" y="485"/>
                  </a:lnTo>
                  <a:lnTo>
                    <a:pt x="16165" y="586"/>
                  </a:lnTo>
                  <a:lnTo>
                    <a:pt x="17779" y="727"/>
                  </a:lnTo>
                  <a:lnTo>
                    <a:pt x="19393" y="868"/>
                  </a:lnTo>
                  <a:lnTo>
                    <a:pt x="21008" y="1030"/>
                  </a:lnTo>
                  <a:lnTo>
                    <a:pt x="22602" y="1211"/>
                  </a:lnTo>
                  <a:lnTo>
                    <a:pt x="23248" y="1312"/>
                  </a:lnTo>
                  <a:lnTo>
                    <a:pt x="23873" y="1433"/>
                  </a:lnTo>
                  <a:lnTo>
                    <a:pt x="24499" y="1574"/>
                  </a:lnTo>
                  <a:lnTo>
                    <a:pt x="24781" y="1675"/>
                  </a:lnTo>
                  <a:lnTo>
                    <a:pt x="25084" y="1776"/>
                  </a:lnTo>
                  <a:lnTo>
                    <a:pt x="25346" y="1877"/>
                  </a:lnTo>
                  <a:lnTo>
                    <a:pt x="25629" y="2018"/>
                  </a:lnTo>
                  <a:lnTo>
                    <a:pt x="25871" y="2160"/>
                  </a:lnTo>
                  <a:lnTo>
                    <a:pt x="26113" y="2301"/>
                  </a:lnTo>
                  <a:lnTo>
                    <a:pt x="26355" y="2483"/>
                  </a:lnTo>
                  <a:lnTo>
                    <a:pt x="26557" y="2684"/>
                  </a:lnTo>
                  <a:lnTo>
                    <a:pt x="26759" y="2886"/>
                  </a:lnTo>
                  <a:lnTo>
                    <a:pt x="26941" y="3128"/>
                  </a:lnTo>
                  <a:lnTo>
                    <a:pt x="27082" y="3370"/>
                  </a:lnTo>
                  <a:lnTo>
                    <a:pt x="27203" y="3613"/>
                  </a:lnTo>
                  <a:lnTo>
                    <a:pt x="27304" y="3855"/>
                  </a:lnTo>
                  <a:lnTo>
                    <a:pt x="27405" y="4137"/>
                  </a:lnTo>
                  <a:lnTo>
                    <a:pt x="27486" y="4400"/>
                  </a:lnTo>
                  <a:lnTo>
                    <a:pt x="27546" y="4662"/>
                  </a:lnTo>
                  <a:lnTo>
                    <a:pt x="27667" y="5207"/>
                  </a:lnTo>
                  <a:lnTo>
                    <a:pt x="27748" y="5772"/>
                  </a:lnTo>
                  <a:lnTo>
                    <a:pt x="27829" y="6337"/>
                  </a:lnTo>
                  <a:lnTo>
                    <a:pt x="27909" y="6922"/>
                  </a:lnTo>
                  <a:lnTo>
                    <a:pt x="27950" y="7487"/>
                  </a:lnTo>
                  <a:lnTo>
                    <a:pt x="27990" y="8072"/>
                  </a:lnTo>
                  <a:lnTo>
                    <a:pt x="28030" y="8678"/>
                  </a:lnTo>
                  <a:lnTo>
                    <a:pt x="28030" y="9283"/>
                  </a:lnTo>
                  <a:lnTo>
                    <a:pt x="28030" y="9889"/>
                  </a:lnTo>
                  <a:lnTo>
                    <a:pt x="28010" y="10494"/>
                  </a:lnTo>
                  <a:lnTo>
                    <a:pt x="27990" y="11120"/>
                  </a:lnTo>
                  <a:lnTo>
                    <a:pt x="27950" y="11765"/>
                  </a:lnTo>
                  <a:lnTo>
                    <a:pt x="27889" y="12411"/>
                  </a:lnTo>
                  <a:lnTo>
                    <a:pt x="27829" y="13057"/>
                  </a:lnTo>
                  <a:lnTo>
                    <a:pt x="27748" y="13723"/>
                  </a:lnTo>
                  <a:lnTo>
                    <a:pt x="27526" y="15075"/>
                  </a:lnTo>
                  <a:lnTo>
                    <a:pt x="27405" y="15700"/>
                  </a:lnTo>
                  <a:lnTo>
                    <a:pt x="27344" y="16003"/>
                  </a:lnTo>
                  <a:lnTo>
                    <a:pt x="27264" y="16306"/>
                  </a:lnTo>
                  <a:lnTo>
                    <a:pt x="27142" y="16609"/>
                  </a:lnTo>
                  <a:lnTo>
                    <a:pt x="27021" y="16891"/>
                  </a:lnTo>
                  <a:lnTo>
                    <a:pt x="26880" y="17174"/>
                  </a:lnTo>
                  <a:lnTo>
                    <a:pt x="26698" y="17436"/>
                  </a:lnTo>
                  <a:lnTo>
                    <a:pt x="26577" y="17597"/>
                  </a:lnTo>
                  <a:lnTo>
                    <a:pt x="26436" y="17739"/>
                  </a:lnTo>
                  <a:lnTo>
                    <a:pt x="26275" y="17900"/>
                  </a:lnTo>
                  <a:lnTo>
                    <a:pt x="26113" y="18021"/>
                  </a:lnTo>
                  <a:lnTo>
                    <a:pt x="25932" y="18162"/>
                  </a:lnTo>
                  <a:lnTo>
                    <a:pt x="25750" y="18284"/>
                  </a:lnTo>
                  <a:lnTo>
                    <a:pt x="25548" y="18384"/>
                  </a:lnTo>
                  <a:lnTo>
                    <a:pt x="25326" y="18485"/>
                  </a:lnTo>
                  <a:lnTo>
                    <a:pt x="25104" y="18586"/>
                  </a:lnTo>
                  <a:lnTo>
                    <a:pt x="24862" y="18667"/>
                  </a:lnTo>
                  <a:lnTo>
                    <a:pt x="24337" y="18828"/>
                  </a:lnTo>
                  <a:lnTo>
                    <a:pt x="23772" y="18949"/>
                  </a:lnTo>
                  <a:lnTo>
                    <a:pt x="23147" y="19030"/>
                  </a:lnTo>
                  <a:lnTo>
                    <a:pt x="22299" y="19091"/>
                  </a:lnTo>
                  <a:lnTo>
                    <a:pt x="21452" y="19111"/>
                  </a:lnTo>
                  <a:lnTo>
                    <a:pt x="20604" y="19091"/>
                  </a:lnTo>
                  <a:lnTo>
                    <a:pt x="19757" y="19050"/>
                  </a:lnTo>
                  <a:lnTo>
                    <a:pt x="18909" y="18990"/>
                  </a:lnTo>
                  <a:lnTo>
                    <a:pt x="18061" y="18909"/>
                  </a:lnTo>
                  <a:lnTo>
                    <a:pt x="16386" y="18727"/>
                  </a:lnTo>
                  <a:lnTo>
                    <a:pt x="15277" y="18606"/>
                  </a:lnTo>
                  <a:lnTo>
                    <a:pt x="14187" y="18485"/>
                  </a:lnTo>
                  <a:lnTo>
                    <a:pt x="13077" y="18405"/>
                  </a:lnTo>
                  <a:lnTo>
                    <a:pt x="11987" y="18344"/>
                  </a:lnTo>
                  <a:lnTo>
                    <a:pt x="10877" y="18344"/>
                  </a:lnTo>
                  <a:lnTo>
                    <a:pt x="10332" y="18384"/>
                  </a:lnTo>
                  <a:lnTo>
                    <a:pt x="9788" y="18425"/>
                  </a:lnTo>
                  <a:lnTo>
                    <a:pt x="9243" y="18485"/>
                  </a:lnTo>
                  <a:lnTo>
                    <a:pt x="8698" y="18566"/>
                  </a:lnTo>
                  <a:lnTo>
                    <a:pt x="8153" y="18667"/>
                  </a:lnTo>
                  <a:lnTo>
                    <a:pt x="7608" y="18808"/>
                  </a:lnTo>
                  <a:lnTo>
                    <a:pt x="7184" y="18929"/>
                  </a:lnTo>
                  <a:lnTo>
                    <a:pt x="6761" y="19071"/>
                  </a:lnTo>
                  <a:lnTo>
                    <a:pt x="5933" y="19373"/>
                  </a:lnTo>
                  <a:lnTo>
                    <a:pt x="5126" y="19716"/>
                  </a:lnTo>
                  <a:lnTo>
                    <a:pt x="4319" y="20059"/>
                  </a:lnTo>
                  <a:lnTo>
                    <a:pt x="4117" y="20140"/>
                  </a:lnTo>
                  <a:lnTo>
                    <a:pt x="3693" y="20322"/>
                  </a:lnTo>
                  <a:lnTo>
                    <a:pt x="3491" y="20382"/>
                  </a:lnTo>
                  <a:lnTo>
                    <a:pt x="3269" y="20443"/>
                  </a:lnTo>
                  <a:lnTo>
                    <a:pt x="3068" y="20463"/>
                  </a:lnTo>
                  <a:lnTo>
                    <a:pt x="2866" y="20483"/>
                  </a:lnTo>
                  <a:lnTo>
                    <a:pt x="2664" y="20443"/>
                  </a:lnTo>
                  <a:lnTo>
                    <a:pt x="2462" y="20382"/>
                  </a:lnTo>
                  <a:lnTo>
                    <a:pt x="2301" y="20302"/>
                  </a:lnTo>
                  <a:lnTo>
                    <a:pt x="2139" y="20180"/>
                  </a:lnTo>
                  <a:lnTo>
                    <a:pt x="2018" y="20059"/>
                  </a:lnTo>
                  <a:lnTo>
                    <a:pt x="1917" y="19898"/>
                  </a:lnTo>
                  <a:lnTo>
                    <a:pt x="1817" y="19737"/>
                  </a:lnTo>
                  <a:lnTo>
                    <a:pt x="1756" y="19575"/>
                  </a:lnTo>
                  <a:lnTo>
                    <a:pt x="1695" y="19414"/>
                  </a:lnTo>
                  <a:lnTo>
                    <a:pt x="1655" y="19252"/>
                  </a:lnTo>
                  <a:lnTo>
                    <a:pt x="1635" y="18909"/>
                  </a:lnTo>
                  <a:lnTo>
                    <a:pt x="1635" y="18586"/>
                  </a:lnTo>
                  <a:lnTo>
                    <a:pt x="1655" y="18243"/>
                  </a:lnTo>
                  <a:lnTo>
                    <a:pt x="1695" y="17920"/>
                  </a:lnTo>
                  <a:lnTo>
                    <a:pt x="1716" y="17759"/>
                  </a:lnTo>
                  <a:lnTo>
                    <a:pt x="1796" y="16851"/>
                  </a:lnTo>
                  <a:lnTo>
                    <a:pt x="1857" y="15922"/>
                  </a:lnTo>
                  <a:lnTo>
                    <a:pt x="1857" y="15014"/>
                  </a:lnTo>
                  <a:lnTo>
                    <a:pt x="1817" y="14106"/>
                  </a:lnTo>
                  <a:lnTo>
                    <a:pt x="1736" y="13198"/>
                  </a:lnTo>
                  <a:lnTo>
                    <a:pt x="1615" y="12290"/>
                  </a:lnTo>
                  <a:lnTo>
                    <a:pt x="1453" y="11382"/>
                  </a:lnTo>
                  <a:lnTo>
                    <a:pt x="1251" y="10474"/>
                  </a:lnTo>
                  <a:lnTo>
                    <a:pt x="1050" y="9747"/>
                  </a:lnTo>
                  <a:lnTo>
                    <a:pt x="848" y="9021"/>
                  </a:lnTo>
                  <a:lnTo>
                    <a:pt x="626" y="8234"/>
                  </a:lnTo>
                  <a:lnTo>
                    <a:pt x="424" y="7447"/>
                  </a:lnTo>
                  <a:lnTo>
                    <a:pt x="323" y="7043"/>
                  </a:lnTo>
                  <a:lnTo>
                    <a:pt x="242" y="6640"/>
                  </a:lnTo>
                  <a:lnTo>
                    <a:pt x="182" y="6236"/>
                  </a:lnTo>
                  <a:lnTo>
                    <a:pt x="121" y="5812"/>
                  </a:lnTo>
                  <a:lnTo>
                    <a:pt x="101" y="5510"/>
                  </a:lnTo>
                  <a:lnTo>
                    <a:pt x="81" y="5227"/>
                  </a:lnTo>
                  <a:lnTo>
                    <a:pt x="81" y="4924"/>
                  </a:lnTo>
                  <a:lnTo>
                    <a:pt x="101" y="4642"/>
                  </a:lnTo>
                  <a:lnTo>
                    <a:pt x="121" y="4339"/>
                  </a:lnTo>
                  <a:lnTo>
                    <a:pt x="162" y="4077"/>
                  </a:lnTo>
                  <a:lnTo>
                    <a:pt x="222" y="3794"/>
                  </a:lnTo>
                  <a:lnTo>
                    <a:pt x="283" y="3532"/>
                  </a:lnTo>
                  <a:lnTo>
                    <a:pt x="343" y="3270"/>
                  </a:lnTo>
                  <a:lnTo>
                    <a:pt x="444" y="3027"/>
                  </a:lnTo>
                  <a:lnTo>
                    <a:pt x="545" y="2765"/>
                  </a:lnTo>
                  <a:lnTo>
                    <a:pt x="646" y="2543"/>
                  </a:lnTo>
                  <a:lnTo>
                    <a:pt x="767" y="2301"/>
                  </a:lnTo>
                  <a:lnTo>
                    <a:pt x="908" y="2099"/>
                  </a:lnTo>
                  <a:lnTo>
                    <a:pt x="1050" y="1877"/>
                  </a:lnTo>
                  <a:lnTo>
                    <a:pt x="1211" y="1675"/>
                  </a:lnTo>
                  <a:lnTo>
                    <a:pt x="1494" y="1352"/>
                  </a:lnTo>
                  <a:lnTo>
                    <a:pt x="1837" y="1070"/>
                  </a:lnTo>
                  <a:lnTo>
                    <a:pt x="2200" y="828"/>
                  </a:lnTo>
                  <a:lnTo>
                    <a:pt x="2583" y="606"/>
                  </a:lnTo>
                  <a:lnTo>
                    <a:pt x="2987" y="444"/>
                  </a:lnTo>
                  <a:lnTo>
                    <a:pt x="3431" y="303"/>
                  </a:lnTo>
                  <a:lnTo>
                    <a:pt x="3895" y="202"/>
                  </a:lnTo>
                  <a:lnTo>
                    <a:pt x="4379" y="142"/>
                  </a:lnTo>
                  <a:lnTo>
                    <a:pt x="5045" y="101"/>
                  </a:lnTo>
                  <a:lnTo>
                    <a:pt x="5731" y="81"/>
                  </a:lnTo>
                  <a:close/>
                  <a:moveTo>
                    <a:pt x="5731" y="0"/>
                  </a:moveTo>
                  <a:lnTo>
                    <a:pt x="5045" y="21"/>
                  </a:lnTo>
                  <a:lnTo>
                    <a:pt x="4359" y="61"/>
                  </a:lnTo>
                  <a:lnTo>
                    <a:pt x="3875" y="121"/>
                  </a:lnTo>
                  <a:lnTo>
                    <a:pt x="3411" y="222"/>
                  </a:lnTo>
                  <a:lnTo>
                    <a:pt x="2967" y="364"/>
                  </a:lnTo>
                  <a:lnTo>
                    <a:pt x="2543" y="545"/>
                  </a:lnTo>
                  <a:lnTo>
                    <a:pt x="2139" y="767"/>
                  </a:lnTo>
                  <a:lnTo>
                    <a:pt x="1776" y="1009"/>
                  </a:lnTo>
                  <a:lnTo>
                    <a:pt x="1453" y="1312"/>
                  </a:lnTo>
                  <a:lnTo>
                    <a:pt x="1151" y="1635"/>
                  </a:lnTo>
                  <a:lnTo>
                    <a:pt x="989" y="1837"/>
                  </a:lnTo>
                  <a:lnTo>
                    <a:pt x="828" y="2039"/>
                  </a:lnTo>
                  <a:lnTo>
                    <a:pt x="707" y="2261"/>
                  </a:lnTo>
                  <a:lnTo>
                    <a:pt x="565" y="2503"/>
                  </a:lnTo>
                  <a:lnTo>
                    <a:pt x="464" y="2745"/>
                  </a:lnTo>
                  <a:lnTo>
                    <a:pt x="364" y="2987"/>
                  </a:lnTo>
                  <a:lnTo>
                    <a:pt x="283" y="3249"/>
                  </a:lnTo>
                  <a:lnTo>
                    <a:pt x="202" y="3512"/>
                  </a:lnTo>
                  <a:lnTo>
                    <a:pt x="142" y="3774"/>
                  </a:lnTo>
                  <a:lnTo>
                    <a:pt x="81" y="4057"/>
                  </a:lnTo>
                  <a:lnTo>
                    <a:pt x="41" y="4339"/>
                  </a:lnTo>
                  <a:lnTo>
                    <a:pt x="20" y="4622"/>
                  </a:lnTo>
                  <a:lnTo>
                    <a:pt x="0" y="4924"/>
                  </a:lnTo>
                  <a:lnTo>
                    <a:pt x="0" y="5227"/>
                  </a:lnTo>
                  <a:lnTo>
                    <a:pt x="20" y="5530"/>
                  </a:lnTo>
                  <a:lnTo>
                    <a:pt x="41" y="5832"/>
                  </a:lnTo>
                  <a:lnTo>
                    <a:pt x="101" y="6236"/>
                  </a:lnTo>
                  <a:lnTo>
                    <a:pt x="162" y="6660"/>
                  </a:lnTo>
                  <a:lnTo>
                    <a:pt x="242" y="7063"/>
                  </a:lnTo>
                  <a:lnTo>
                    <a:pt x="343" y="7467"/>
                  </a:lnTo>
                  <a:lnTo>
                    <a:pt x="545" y="8254"/>
                  </a:lnTo>
                  <a:lnTo>
                    <a:pt x="767" y="9041"/>
                  </a:lnTo>
                  <a:lnTo>
                    <a:pt x="969" y="9768"/>
                  </a:lnTo>
                  <a:lnTo>
                    <a:pt x="1171" y="10494"/>
                  </a:lnTo>
                  <a:lnTo>
                    <a:pt x="1373" y="11402"/>
                  </a:lnTo>
                  <a:lnTo>
                    <a:pt x="1534" y="12290"/>
                  </a:lnTo>
                  <a:lnTo>
                    <a:pt x="1655" y="13198"/>
                  </a:lnTo>
                  <a:lnTo>
                    <a:pt x="1736" y="14106"/>
                  </a:lnTo>
                  <a:lnTo>
                    <a:pt x="1776" y="15014"/>
                  </a:lnTo>
                  <a:lnTo>
                    <a:pt x="1776" y="15922"/>
                  </a:lnTo>
                  <a:lnTo>
                    <a:pt x="1716" y="16851"/>
                  </a:lnTo>
                  <a:lnTo>
                    <a:pt x="1635" y="17759"/>
                  </a:lnTo>
                  <a:lnTo>
                    <a:pt x="1615" y="17900"/>
                  </a:lnTo>
                  <a:lnTo>
                    <a:pt x="1574" y="18243"/>
                  </a:lnTo>
                  <a:lnTo>
                    <a:pt x="1554" y="18586"/>
                  </a:lnTo>
                  <a:lnTo>
                    <a:pt x="1554" y="18929"/>
                  </a:lnTo>
                  <a:lnTo>
                    <a:pt x="1595" y="19252"/>
                  </a:lnTo>
                  <a:lnTo>
                    <a:pt x="1615" y="19434"/>
                  </a:lnTo>
                  <a:lnTo>
                    <a:pt x="1675" y="19595"/>
                  </a:lnTo>
                  <a:lnTo>
                    <a:pt x="1756" y="19777"/>
                  </a:lnTo>
                  <a:lnTo>
                    <a:pt x="1837" y="19938"/>
                  </a:lnTo>
                  <a:lnTo>
                    <a:pt x="1958" y="20100"/>
                  </a:lnTo>
                  <a:lnTo>
                    <a:pt x="2099" y="20241"/>
                  </a:lnTo>
                  <a:lnTo>
                    <a:pt x="2260" y="20362"/>
                  </a:lnTo>
                  <a:lnTo>
                    <a:pt x="2422" y="20463"/>
                  </a:lnTo>
                  <a:lnTo>
                    <a:pt x="2563" y="20503"/>
                  </a:lnTo>
                  <a:lnTo>
                    <a:pt x="2684" y="20544"/>
                  </a:lnTo>
                  <a:lnTo>
                    <a:pt x="2926" y="20564"/>
                  </a:lnTo>
                  <a:lnTo>
                    <a:pt x="3088" y="20544"/>
                  </a:lnTo>
                  <a:lnTo>
                    <a:pt x="3229" y="20524"/>
                  </a:lnTo>
                  <a:lnTo>
                    <a:pt x="3532" y="20463"/>
                  </a:lnTo>
                  <a:lnTo>
                    <a:pt x="3855" y="20342"/>
                  </a:lnTo>
                  <a:lnTo>
                    <a:pt x="4157" y="20221"/>
                  </a:lnTo>
                  <a:lnTo>
                    <a:pt x="4339" y="20140"/>
                  </a:lnTo>
                  <a:lnTo>
                    <a:pt x="5146" y="19777"/>
                  </a:lnTo>
                  <a:lnTo>
                    <a:pt x="5974" y="19454"/>
                  </a:lnTo>
                  <a:lnTo>
                    <a:pt x="6801" y="19131"/>
                  </a:lnTo>
                  <a:lnTo>
                    <a:pt x="7205" y="19010"/>
                  </a:lnTo>
                  <a:lnTo>
                    <a:pt x="7628" y="18889"/>
                  </a:lnTo>
                  <a:lnTo>
                    <a:pt x="8173" y="18748"/>
                  </a:lnTo>
                  <a:lnTo>
                    <a:pt x="8718" y="18647"/>
                  </a:lnTo>
                  <a:lnTo>
                    <a:pt x="9243" y="18566"/>
                  </a:lnTo>
                  <a:lnTo>
                    <a:pt x="9788" y="18506"/>
                  </a:lnTo>
                  <a:lnTo>
                    <a:pt x="10332" y="18465"/>
                  </a:lnTo>
                  <a:lnTo>
                    <a:pt x="10877" y="18425"/>
                  </a:lnTo>
                  <a:lnTo>
                    <a:pt x="11987" y="18425"/>
                  </a:lnTo>
                  <a:lnTo>
                    <a:pt x="13077" y="18485"/>
                  </a:lnTo>
                  <a:lnTo>
                    <a:pt x="14187" y="18566"/>
                  </a:lnTo>
                  <a:lnTo>
                    <a:pt x="15277" y="18687"/>
                  </a:lnTo>
                  <a:lnTo>
                    <a:pt x="16366" y="18808"/>
                  </a:lnTo>
                  <a:lnTo>
                    <a:pt x="18061" y="18990"/>
                  </a:lnTo>
                  <a:lnTo>
                    <a:pt x="18909" y="19071"/>
                  </a:lnTo>
                  <a:lnTo>
                    <a:pt x="19757" y="19131"/>
                  </a:lnTo>
                  <a:lnTo>
                    <a:pt x="20604" y="19171"/>
                  </a:lnTo>
                  <a:lnTo>
                    <a:pt x="21472" y="19192"/>
                  </a:lnTo>
                  <a:lnTo>
                    <a:pt x="22319" y="19171"/>
                  </a:lnTo>
                  <a:lnTo>
                    <a:pt x="23167" y="19111"/>
                  </a:lnTo>
                  <a:lnTo>
                    <a:pt x="23793" y="19010"/>
                  </a:lnTo>
                  <a:lnTo>
                    <a:pt x="24358" y="18909"/>
                  </a:lnTo>
                  <a:lnTo>
                    <a:pt x="24902" y="18748"/>
                  </a:lnTo>
                  <a:lnTo>
                    <a:pt x="25145" y="18667"/>
                  </a:lnTo>
                  <a:lnTo>
                    <a:pt x="25367" y="18566"/>
                  </a:lnTo>
                  <a:lnTo>
                    <a:pt x="25589" y="18465"/>
                  </a:lnTo>
                  <a:lnTo>
                    <a:pt x="25790" y="18344"/>
                  </a:lnTo>
                  <a:lnTo>
                    <a:pt x="25992" y="18223"/>
                  </a:lnTo>
                  <a:lnTo>
                    <a:pt x="26174" y="18082"/>
                  </a:lnTo>
                  <a:lnTo>
                    <a:pt x="26335" y="17961"/>
                  </a:lnTo>
                  <a:lnTo>
                    <a:pt x="26497" y="17799"/>
                  </a:lnTo>
                  <a:lnTo>
                    <a:pt x="26638" y="17638"/>
                  </a:lnTo>
                  <a:lnTo>
                    <a:pt x="26779" y="17476"/>
                  </a:lnTo>
                  <a:lnTo>
                    <a:pt x="26941" y="17214"/>
                  </a:lnTo>
                  <a:lnTo>
                    <a:pt x="27102" y="16931"/>
                  </a:lnTo>
                  <a:lnTo>
                    <a:pt x="27223" y="16629"/>
                  </a:lnTo>
                  <a:lnTo>
                    <a:pt x="27324" y="16326"/>
                  </a:lnTo>
                  <a:lnTo>
                    <a:pt x="27425" y="16023"/>
                  </a:lnTo>
                  <a:lnTo>
                    <a:pt x="27486" y="15721"/>
                  </a:lnTo>
                  <a:lnTo>
                    <a:pt x="27607" y="15095"/>
                  </a:lnTo>
                  <a:lnTo>
                    <a:pt x="27728" y="14409"/>
                  </a:lnTo>
                  <a:lnTo>
                    <a:pt x="27829" y="13723"/>
                  </a:lnTo>
                  <a:lnTo>
                    <a:pt x="27909" y="13057"/>
                  </a:lnTo>
                  <a:lnTo>
                    <a:pt x="27970" y="12411"/>
                  </a:lnTo>
                  <a:lnTo>
                    <a:pt x="28030" y="11765"/>
                  </a:lnTo>
                  <a:lnTo>
                    <a:pt x="28071" y="11140"/>
                  </a:lnTo>
                  <a:lnTo>
                    <a:pt x="28091" y="10494"/>
                  </a:lnTo>
                  <a:lnTo>
                    <a:pt x="28111" y="9889"/>
                  </a:lnTo>
                  <a:lnTo>
                    <a:pt x="28111" y="9263"/>
                  </a:lnTo>
                  <a:lnTo>
                    <a:pt x="28111" y="8678"/>
                  </a:lnTo>
                  <a:lnTo>
                    <a:pt x="28071" y="8072"/>
                  </a:lnTo>
                  <a:lnTo>
                    <a:pt x="28030" y="7487"/>
                  </a:lnTo>
                  <a:lnTo>
                    <a:pt x="27990" y="6902"/>
                  </a:lnTo>
                  <a:lnTo>
                    <a:pt x="27909" y="6337"/>
                  </a:lnTo>
                  <a:lnTo>
                    <a:pt x="27829" y="5752"/>
                  </a:lnTo>
                  <a:lnTo>
                    <a:pt x="27748" y="5207"/>
                  </a:lnTo>
                  <a:lnTo>
                    <a:pt x="27627" y="4642"/>
                  </a:lnTo>
                  <a:lnTo>
                    <a:pt x="27566" y="4379"/>
                  </a:lnTo>
                  <a:lnTo>
                    <a:pt x="27486" y="4097"/>
                  </a:lnTo>
                  <a:lnTo>
                    <a:pt x="27385" y="3835"/>
                  </a:lnTo>
                  <a:lnTo>
                    <a:pt x="27284" y="3572"/>
                  </a:lnTo>
                  <a:lnTo>
                    <a:pt x="27142" y="3330"/>
                  </a:lnTo>
                  <a:lnTo>
                    <a:pt x="27001" y="3088"/>
                  </a:lnTo>
                  <a:lnTo>
                    <a:pt x="26820" y="2846"/>
                  </a:lnTo>
                  <a:lnTo>
                    <a:pt x="26618" y="2624"/>
                  </a:lnTo>
                  <a:lnTo>
                    <a:pt x="26396" y="2422"/>
                  </a:lnTo>
                  <a:lnTo>
                    <a:pt x="26174" y="2240"/>
                  </a:lnTo>
                  <a:lnTo>
                    <a:pt x="25932" y="2079"/>
                  </a:lnTo>
                  <a:lnTo>
                    <a:pt x="25669" y="1938"/>
                  </a:lnTo>
                  <a:lnTo>
                    <a:pt x="25407" y="1817"/>
                  </a:lnTo>
                  <a:lnTo>
                    <a:pt x="25124" y="1696"/>
                  </a:lnTo>
                  <a:lnTo>
                    <a:pt x="24822" y="1595"/>
                  </a:lnTo>
                  <a:lnTo>
                    <a:pt x="24519" y="1494"/>
                  </a:lnTo>
                  <a:lnTo>
                    <a:pt x="23914" y="1352"/>
                  </a:lnTo>
                  <a:lnTo>
                    <a:pt x="23268" y="1231"/>
                  </a:lnTo>
                  <a:lnTo>
                    <a:pt x="22622" y="1130"/>
                  </a:lnTo>
                  <a:lnTo>
                    <a:pt x="21008" y="949"/>
                  </a:lnTo>
                  <a:lnTo>
                    <a:pt x="19413" y="787"/>
                  </a:lnTo>
                  <a:lnTo>
                    <a:pt x="17799" y="646"/>
                  </a:lnTo>
                  <a:lnTo>
                    <a:pt x="16185" y="505"/>
                  </a:lnTo>
                  <a:lnTo>
                    <a:pt x="14570" y="404"/>
                  </a:lnTo>
                  <a:lnTo>
                    <a:pt x="12956" y="303"/>
                  </a:lnTo>
                  <a:lnTo>
                    <a:pt x="9767" y="121"/>
                  </a:lnTo>
                  <a:lnTo>
                    <a:pt x="8436" y="61"/>
                  </a:lnTo>
                  <a:lnTo>
                    <a:pt x="70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7"/>
            <p:cNvSpPr/>
            <p:nvPr/>
          </p:nvSpPr>
          <p:spPr>
            <a:xfrm flipH="1">
              <a:off x="-3275464" y="-5033980"/>
              <a:ext cx="1393383" cy="700689"/>
            </a:xfrm>
            <a:custGeom>
              <a:rect b="b" l="l" r="r" t="t"/>
              <a:pathLst>
                <a:path extrusionOk="0" h="12533" w="24923">
                  <a:moveTo>
                    <a:pt x="9525" y="0"/>
                  </a:moveTo>
                  <a:lnTo>
                    <a:pt x="8536" y="21"/>
                  </a:lnTo>
                  <a:lnTo>
                    <a:pt x="7547" y="41"/>
                  </a:lnTo>
                  <a:lnTo>
                    <a:pt x="6579" y="61"/>
                  </a:lnTo>
                  <a:lnTo>
                    <a:pt x="5630" y="122"/>
                  </a:lnTo>
                  <a:lnTo>
                    <a:pt x="4682" y="182"/>
                  </a:lnTo>
                  <a:lnTo>
                    <a:pt x="3754" y="263"/>
                  </a:lnTo>
                  <a:lnTo>
                    <a:pt x="3269" y="303"/>
                  </a:lnTo>
                  <a:lnTo>
                    <a:pt x="2785" y="384"/>
                  </a:lnTo>
                  <a:lnTo>
                    <a:pt x="2301" y="485"/>
                  </a:lnTo>
                  <a:lnTo>
                    <a:pt x="2079" y="545"/>
                  </a:lnTo>
                  <a:lnTo>
                    <a:pt x="1857" y="626"/>
                  </a:lnTo>
                  <a:lnTo>
                    <a:pt x="1635" y="727"/>
                  </a:lnTo>
                  <a:lnTo>
                    <a:pt x="1433" y="828"/>
                  </a:lnTo>
                  <a:lnTo>
                    <a:pt x="1231" y="949"/>
                  </a:lnTo>
                  <a:lnTo>
                    <a:pt x="1029" y="1090"/>
                  </a:lnTo>
                  <a:lnTo>
                    <a:pt x="868" y="1252"/>
                  </a:lnTo>
                  <a:lnTo>
                    <a:pt x="686" y="1413"/>
                  </a:lnTo>
                  <a:lnTo>
                    <a:pt x="545" y="1615"/>
                  </a:lnTo>
                  <a:lnTo>
                    <a:pt x="404" y="1817"/>
                  </a:lnTo>
                  <a:lnTo>
                    <a:pt x="283" y="2059"/>
                  </a:lnTo>
                  <a:lnTo>
                    <a:pt x="182" y="2301"/>
                  </a:lnTo>
                  <a:lnTo>
                    <a:pt x="81" y="2543"/>
                  </a:lnTo>
                  <a:lnTo>
                    <a:pt x="0" y="2805"/>
                  </a:lnTo>
                  <a:lnTo>
                    <a:pt x="61" y="2826"/>
                  </a:lnTo>
                  <a:lnTo>
                    <a:pt x="162" y="2584"/>
                  </a:lnTo>
                  <a:lnTo>
                    <a:pt x="242" y="2321"/>
                  </a:lnTo>
                  <a:lnTo>
                    <a:pt x="363" y="2079"/>
                  </a:lnTo>
                  <a:lnTo>
                    <a:pt x="484" y="1857"/>
                  </a:lnTo>
                  <a:lnTo>
                    <a:pt x="606" y="1655"/>
                  </a:lnTo>
                  <a:lnTo>
                    <a:pt x="767" y="1474"/>
                  </a:lnTo>
                  <a:lnTo>
                    <a:pt x="908" y="1292"/>
                  </a:lnTo>
                  <a:lnTo>
                    <a:pt x="1090" y="1151"/>
                  </a:lnTo>
                  <a:lnTo>
                    <a:pt x="1271" y="1009"/>
                  </a:lnTo>
                  <a:lnTo>
                    <a:pt x="1473" y="909"/>
                  </a:lnTo>
                  <a:lnTo>
                    <a:pt x="1675" y="787"/>
                  </a:lnTo>
                  <a:lnTo>
                    <a:pt x="1897" y="707"/>
                  </a:lnTo>
                  <a:lnTo>
                    <a:pt x="2119" y="626"/>
                  </a:lnTo>
                  <a:lnTo>
                    <a:pt x="2341" y="566"/>
                  </a:lnTo>
                  <a:lnTo>
                    <a:pt x="2805" y="465"/>
                  </a:lnTo>
                  <a:lnTo>
                    <a:pt x="3269" y="384"/>
                  </a:lnTo>
                  <a:lnTo>
                    <a:pt x="3754" y="344"/>
                  </a:lnTo>
                  <a:lnTo>
                    <a:pt x="4682" y="263"/>
                  </a:lnTo>
                  <a:lnTo>
                    <a:pt x="5630" y="202"/>
                  </a:lnTo>
                  <a:lnTo>
                    <a:pt x="6579" y="142"/>
                  </a:lnTo>
                  <a:lnTo>
                    <a:pt x="7547" y="122"/>
                  </a:lnTo>
                  <a:lnTo>
                    <a:pt x="8536" y="101"/>
                  </a:lnTo>
                  <a:lnTo>
                    <a:pt x="9525" y="81"/>
                  </a:lnTo>
                  <a:lnTo>
                    <a:pt x="10514" y="81"/>
                  </a:lnTo>
                  <a:lnTo>
                    <a:pt x="11523" y="101"/>
                  </a:lnTo>
                  <a:lnTo>
                    <a:pt x="12552" y="142"/>
                  </a:lnTo>
                  <a:lnTo>
                    <a:pt x="13601" y="182"/>
                  </a:lnTo>
                  <a:lnTo>
                    <a:pt x="14651" y="243"/>
                  </a:lnTo>
                  <a:lnTo>
                    <a:pt x="15720" y="323"/>
                  </a:lnTo>
                  <a:lnTo>
                    <a:pt x="17900" y="505"/>
                  </a:lnTo>
                  <a:lnTo>
                    <a:pt x="20140" y="727"/>
                  </a:lnTo>
                  <a:lnTo>
                    <a:pt x="20927" y="848"/>
                  </a:lnTo>
                  <a:lnTo>
                    <a:pt x="21330" y="909"/>
                  </a:lnTo>
                  <a:lnTo>
                    <a:pt x="21694" y="989"/>
                  </a:lnTo>
                  <a:lnTo>
                    <a:pt x="22057" y="1110"/>
                  </a:lnTo>
                  <a:lnTo>
                    <a:pt x="22400" y="1231"/>
                  </a:lnTo>
                  <a:lnTo>
                    <a:pt x="22723" y="1413"/>
                  </a:lnTo>
                  <a:lnTo>
                    <a:pt x="23046" y="1615"/>
                  </a:lnTo>
                  <a:lnTo>
                    <a:pt x="23248" y="1796"/>
                  </a:lnTo>
                  <a:lnTo>
                    <a:pt x="23449" y="1978"/>
                  </a:lnTo>
                  <a:lnTo>
                    <a:pt x="23631" y="2200"/>
                  </a:lnTo>
                  <a:lnTo>
                    <a:pt x="23792" y="2422"/>
                  </a:lnTo>
                  <a:lnTo>
                    <a:pt x="23954" y="2664"/>
                  </a:lnTo>
                  <a:lnTo>
                    <a:pt x="24075" y="2906"/>
                  </a:lnTo>
                  <a:lnTo>
                    <a:pt x="24196" y="3149"/>
                  </a:lnTo>
                  <a:lnTo>
                    <a:pt x="24297" y="3411"/>
                  </a:lnTo>
                  <a:lnTo>
                    <a:pt x="24378" y="3673"/>
                  </a:lnTo>
                  <a:lnTo>
                    <a:pt x="24458" y="3915"/>
                  </a:lnTo>
                  <a:lnTo>
                    <a:pt x="24579" y="4440"/>
                  </a:lnTo>
                  <a:lnTo>
                    <a:pt x="24660" y="4945"/>
                  </a:lnTo>
                  <a:lnTo>
                    <a:pt x="24721" y="5409"/>
                  </a:lnTo>
                  <a:lnTo>
                    <a:pt x="24781" y="6095"/>
                  </a:lnTo>
                  <a:lnTo>
                    <a:pt x="24822" y="6781"/>
                  </a:lnTo>
                  <a:lnTo>
                    <a:pt x="24842" y="7487"/>
                  </a:lnTo>
                  <a:lnTo>
                    <a:pt x="24822" y="8173"/>
                  </a:lnTo>
                  <a:lnTo>
                    <a:pt x="24801" y="8860"/>
                  </a:lnTo>
                  <a:lnTo>
                    <a:pt x="24741" y="9566"/>
                  </a:lnTo>
                  <a:lnTo>
                    <a:pt x="24660" y="10252"/>
                  </a:lnTo>
                  <a:lnTo>
                    <a:pt x="24559" y="10938"/>
                  </a:lnTo>
                  <a:lnTo>
                    <a:pt x="24479" y="11362"/>
                  </a:lnTo>
                  <a:lnTo>
                    <a:pt x="24398" y="11765"/>
                  </a:lnTo>
                  <a:lnTo>
                    <a:pt x="24297" y="12149"/>
                  </a:lnTo>
                  <a:lnTo>
                    <a:pt x="24196" y="12512"/>
                  </a:lnTo>
                  <a:lnTo>
                    <a:pt x="24257" y="12532"/>
                  </a:lnTo>
                  <a:lnTo>
                    <a:pt x="24378" y="12169"/>
                  </a:lnTo>
                  <a:lnTo>
                    <a:pt x="24479" y="11765"/>
                  </a:lnTo>
                  <a:lnTo>
                    <a:pt x="24559" y="11362"/>
                  </a:lnTo>
                  <a:lnTo>
                    <a:pt x="24640" y="10938"/>
                  </a:lnTo>
                  <a:lnTo>
                    <a:pt x="24741" y="10252"/>
                  </a:lnTo>
                  <a:lnTo>
                    <a:pt x="24822" y="9566"/>
                  </a:lnTo>
                  <a:lnTo>
                    <a:pt x="24882" y="8880"/>
                  </a:lnTo>
                  <a:lnTo>
                    <a:pt x="24902" y="8173"/>
                  </a:lnTo>
                  <a:lnTo>
                    <a:pt x="24922" y="7487"/>
                  </a:lnTo>
                  <a:lnTo>
                    <a:pt x="24902" y="6781"/>
                  </a:lnTo>
                  <a:lnTo>
                    <a:pt x="24862" y="6095"/>
                  </a:lnTo>
                  <a:lnTo>
                    <a:pt x="24801" y="5409"/>
                  </a:lnTo>
                  <a:lnTo>
                    <a:pt x="24741" y="4924"/>
                  </a:lnTo>
                  <a:lnTo>
                    <a:pt x="24660" y="4420"/>
                  </a:lnTo>
                  <a:lnTo>
                    <a:pt x="24539" y="3895"/>
                  </a:lnTo>
                  <a:lnTo>
                    <a:pt x="24458" y="3633"/>
                  </a:lnTo>
                  <a:lnTo>
                    <a:pt x="24357" y="3371"/>
                  </a:lnTo>
                  <a:lnTo>
                    <a:pt x="24257" y="3108"/>
                  </a:lnTo>
                  <a:lnTo>
                    <a:pt x="24156" y="2866"/>
                  </a:lnTo>
                  <a:lnTo>
                    <a:pt x="24014" y="2604"/>
                  </a:lnTo>
                  <a:lnTo>
                    <a:pt x="23873" y="2362"/>
                  </a:lnTo>
                  <a:lnTo>
                    <a:pt x="23692" y="2140"/>
                  </a:lnTo>
                  <a:lnTo>
                    <a:pt x="23510" y="1918"/>
                  </a:lnTo>
                  <a:lnTo>
                    <a:pt x="23308" y="1736"/>
                  </a:lnTo>
                  <a:lnTo>
                    <a:pt x="23086" y="1534"/>
                  </a:lnTo>
                  <a:lnTo>
                    <a:pt x="22763" y="1332"/>
                  </a:lnTo>
                  <a:lnTo>
                    <a:pt x="22440" y="1171"/>
                  </a:lnTo>
                  <a:lnTo>
                    <a:pt x="22077" y="1030"/>
                  </a:lnTo>
                  <a:lnTo>
                    <a:pt x="21714" y="929"/>
                  </a:lnTo>
                  <a:lnTo>
                    <a:pt x="21351" y="828"/>
                  </a:lnTo>
                  <a:lnTo>
                    <a:pt x="20947" y="767"/>
                  </a:lnTo>
                  <a:lnTo>
                    <a:pt x="20160" y="646"/>
                  </a:lnTo>
                  <a:lnTo>
                    <a:pt x="17900" y="424"/>
                  </a:lnTo>
                  <a:lnTo>
                    <a:pt x="15720" y="243"/>
                  </a:lnTo>
                  <a:lnTo>
                    <a:pt x="14651" y="162"/>
                  </a:lnTo>
                  <a:lnTo>
                    <a:pt x="13601" y="101"/>
                  </a:lnTo>
                  <a:lnTo>
                    <a:pt x="12552" y="61"/>
                  </a:lnTo>
                  <a:lnTo>
                    <a:pt x="11543" y="21"/>
                  </a:lnTo>
                  <a:lnTo>
                    <a:pt x="1051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7"/>
            <p:cNvSpPr/>
            <p:nvPr/>
          </p:nvSpPr>
          <p:spPr>
            <a:xfrm flipH="1">
              <a:off x="-3238229" y="-4877163"/>
              <a:ext cx="1371970" cy="810100"/>
            </a:xfrm>
            <a:custGeom>
              <a:rect b="b" l="l" r="r" t="t"/>
              <a:pathLst>
                <a:path extrusionOk="0" h="14490" w="24540">
                  <a:moveTo>
                    <a:pt x="283" y="0"/>
                  </a:moveTo>
                  <a:lnTo>
                    <a:pt x="182" y="364"/>
                  </a:lnTo>
                  <a:lnTo>
                    <a:pt x="102" y="747"/>
                  </a:lnTo>
                  <a:lnTo>
                    <a:pt x="41" y="1131"/>
                  </a:lnTo>
                  <a:lnTo>
                    <a:pt x="21" y="1534"/>
                  </a:lnTo>
                  <a:lnTo>
                    <a:pt x="1" y="1938"/>
                  </a:lnTo>
                  <a:lnTo>
                    <a:pt x="21" y="2341"/>
                  </a:lnTo>
                  <a:lnTo>
                    <a:pt x="61" y="2765"/>
                  </a:lnTo>
                  <a:lnTo>
                    <a:pt x="122" y="3189"/>
                  </a:lnTo>
                  <a:lnTo>
                    <a:pt x="223" y="3633"/>
                  </a:lnTo>
                  <a:lnTo>
                    <a:pt x="324" y="4097"/>
                  </a:lnTo>
                  <a:lnTo>
                    <a:pt x="566" y="4985"/>
                  </a:lnTo>
                  <a:lnTo>
                    <a:pt x="848" y="6055"/>
                  </a:lnTo>
                  <a:lnTo>
                    <a:pt x="969" y="6599"/>
                  </a:lnTo>
                  <a:lnTo>
                    <a:pt x="1050" y="7144"/>
                  </a:lnTo>
                  <a:lnTo>
                    <a:pt x="1111" y="7649"/>
                  </a:lnTo>
                  <a:lnTo>
                    <a:pt x="1151" y="8173"/>
                  </a:lnTo>
                  <a:lnTo>
                    <a:pt x="1151" y="8718"/>
                  </a:lnTo>
                  <a:lnTo>
                    <a:pt x="1151" y="9243"/>
                  </a:lnTo>
                  <a:lnTo>
                    <a:pt x="1131" y="9768"/>
                  </a:lnTo>
                  <a:lnTo>
                    <a:pt x="1090" y="10292"/>
                  </a:lnTo>
                  <a:lnTo>
                    <a:pt x="989" y="11342"/>
                  </a:lnTo>
                  <a:lnTo>
                    <a:pt x="929" y="12088"/>
                  </a:lnTo>
                  <a:lnTo>
                    <a:pt x="868" y="12855"/>
                  </a:lnTo>
                  <a:lnTo>
                    <a:pt x="848" y="13218"/>
                  </a:lnTo>
                  <a:lnTo>
                    <a:pt x="868" y="13400"/>
                  </a:lnTo>
                  <a:lnTo>
                    <a:pt x="889" y="13582"/>
                  </a:lnTo>
                  <a:lnTo>
                    <a:pt x="929" y="13743"/>
                  </a:lnTo>
                  <a:lnTo>
                    <a:pt x="989" y="13905"/>
                  </a:lnTo>
                  <a:lnTo>
                    <a:pt x="1070" y="14046"/>
                  </a:lnTo>
                  <a:lnTo>
                    <a:pt x="1171" y="14187"/>
                  </a:lnTo>
                  <a:lnTo>
                    <a:pt x="1252" y="14268"/>
                  </a:lnTo>
                  <a:lnTo>
                    <a:pt x="1353" y="14328"/>
                  </a:lnTo>
                  <a:lnTo>
                    <a:pt x="1433" y="14369"/>
                  </a:lnTo>
                  <a:lnTo>
                    <a:pt x="1534" y="14409"/>
                  </a:lnTo>
                  <a:lnTo>
                    <a:pt x="1756" y="14470"/>
                  </a:lnTo>
                  <a:lnTo>
                    <a:pt x="1958" y="14490"/>
                  </a:lnTo>
                  <a:lnTo>
                    <a:pt x="2180" y="14470"/>
                  </a:lnTo>
                  <a:lnTo>
                    <a:pt x="2402" y="14429"/>
                  </a:lnTo>
                  <a:lnTo>
                    <a:pt x="2644" y="14349"/>
                  </a:lnTo>
                  <a:lnTo>
                    <a:pt x="2886" y="14227"/>
                  </a:lnTo>
                  <a:lnTo>
                    <a:pt x="3330" y="13965"/>
                  </a:lnTo>
                  <a:lnTo>
                    <a:pt x="3532" y="13844"/>
                  </a:lnTo>
                  <a:lnTo>
                    <a:pt x="3895" y="13642"/>
                  </a:lnTo>
                  <a:lnTo>
                    <a:pt x="4259" y="13461"/>
                  </a:lnTo>
                  <a:lnTo>
                    <a:pt x="4642" y="13299"/>
                  </a:lnTo>
                  <a:lnTo>
                    <a:pt x="5046" y="13138"/>
                  </a:lnTo>
                  <a:lnTo>
                    <a:pt x="5449" y="12996"/>
                  </a:lnTo>
                  <a:lnTo>
                    <a:pt x="5873" y="12875"/>
                  </a:lnTo>
                  <a:lnTo>
                    <a:pt x="6317" y="12754"/>
                  </a:lnTo>
                  <a:lnTo>
                    <a:pt x="6761" y="12653"/>
                  </a:lnTo>
                  <a:lnTo>
                    <a:pt x="7225" y="12573"/>
                  </a:lnTo>
                  <a:lnTo>
                    <a:pt x="7689" y="12512"/>
                  </a:lnTo>
                  <a:lnTo>
                    <a:pt x="8174" y="12472"/>
                  </a:lnTo>
                  <a:lnTo>
                    <a:pt x="8678" y="12431"/>
                  </a:lnTo>
                  <a:lnTo>
                    <a:pt x="9183" y="12411"/>
                  </a:lnTo>
                  <a:lnTo>
                    <a:pt x="10232" y="12411"/>
                  </a:lnTo>
                  <a:lnTo>
                    <a:pt x="10777" y="12431"/>
                  </a:lnTo>
                  <a:lnTo>
                    <a:pt x="11887" y="12532"/>
                  </a:lnTo>
                  <a:lnTo>
                    <a:pt x="12976" y="12653"/>
                  </a:lnTo>
                  <a:lnTo>
                    <a:pt x="14066" y="12815"/>
                  </a:lnTo>
                  <a:lnTo>
                    <a:pt x="15156" y="12976"/>
                  </a:lnTo>
                  <a:lnTo>
                    <a:pt x="16690" y="13198"/>
                  </a:lnTo>
                  <a:lnTo>
                    <a:pt x="17477" y="13299"/>
                  </a:lnTo>
                  <a:lnTo>
                    <a:pt x="18243" y="13400"/>
                  </a:lnTo>
                  <a:lnTo>
                    <a:pt x="18768" y="13440"/>
                  </a:lnTo>
                  <a:lnTo>
                    <a:pt x="19273" y="13481"/>
                  </a:lnTo>
                  <a:lnTo>
                    <a:pt x="19797" y="13481"/>
                  </a:lnTo>
                  <a:lnTo>
                    <a:pt x="20302" y="13461"/>
                  </a:lnTo>
                  <a:lnTo>
                    <a:pt x="20806" y="13400"/>
                  </a:lnTo>
                  <a:lnTo>
                    <a:pt x="21048" y="13360"/>
                  </a:lnTo>
                  <a:lnTo>
                    <a:pt x="21291" y="13299"/>
                  </a:lnTo>
                  <a:lnTo>
                    <a:pt x="21533" y="13218"/>
                  </a:lnTo>
                  <a:lnTo>
                    <a:pt x="21775" y="13138"/>
                  </a:lnTo>
                  <a:lnTo>
                    <a:pt x="21997" y="13037"/>
                  </a:lnTo>
                  <a:lnTo>
                    <a:pt x="22219" y="12936"/>
                  </a:lnTo>
                  <a:lnTo>
                    <a:pt x="22421" y="12815"/>
                  </a:lnTo>
                  <a:lnTo>
                    <a:pt x="22602" y="12694"/>
                  </a:lnTo>
                  <a:lnTo>
                    <a:pt x="22784" y="12553"/>
                  </a:lnTo>
                  <a:lnTo>
                    <a:pt x="22966" y="12411"/>
                  </a:lnTo>
                  <a:lnTo>
                    <a:pt x="23127" y="12250"/>
                  </a:lnTo>
                  <a:lnTo>
                    <a:pt x="23288" y="12068"/>
                  </a:lnTo>
                  <a:lnTo>
                    <a:pt x="23450" y="11887"/>
                  </a:lnTo>
                  <a:lnTo>
                    <a:pt x="23591" y="11685"/>
                  </a:lnTo>
                  <a:lnTo>
                    <a:pt x="23874" y="11261"/>
                  </a:lnTo>
                  <a:lnTo>
                    <a:pt x="24116" y="10797"/>
                  </a:lnTo>
                  <a:lnTo>
                    <a:pt x="24358" y="10292"/>
                  </a:lnTo>
                  <a:lnTo>
                    <a:pt x="24540" y="9727"/>
                  </a:lnTo>
                  <a:lnTo>
                    <a:pt x="24479" y="9707"/>
                  </a:lnTo>
                  <a:lnTo>
                    <a:pt x="24277" y="10252"/>
                  </a:lnTo>
                  <a:lnTo>
                    <a:pt x="24055" y="10756"/>
                  </a:lnTo>
                  <a:lnTo>
                    <a:pt x="23813" y="11221"/>
                  </a:lnTo>
                  <a:lnTo>
                    <a:pt x="23531" y="11644"/>
                  </a:lnTo>
                  <a:lnTo>
                    <a:pt x="23228" y="12008"/>
                  </a:lnTo>
                  <a:lnTo>
                    <a:pt x="23066" y="12189"/>
                  </a:lnTo>
                  <a:lnTo>
                    <a:pt x="22905" y="12351"/>
                  </a:lnTo>
                  <a:lnTo>
                    <a:pt x="22744" y="12492"/>
                  </a:lnTo>
                  <a:lnTo>
                    <a:pt x="22562" y="12613"/>
                  </a:lnTo>
                  <a:lnTo>
                    <a:pt x="22380" y="12754"/>
                  </a:lnTo>
                  <a:lnTo>
                    <a:pt x="22178" y="12855"/>
                  </a:lnTo>
                  <a:lnTo>
                    <a:pt x="21957" y="12976"/>
                  </a:lnTo>
                  <a:lnTo>
                    <a:pt x="21735" y="13077"/>
                  </a:lnTo>
                  <a:lnTo>
                    <a:pt x="21492" y="13158"/>
                  </a:lnTo>
                  <a:lnTo>
                    <a:pt x="21270" y="13218"/>
                  </a:lnTo>
                  <a:lnTo>
                    <a:pt x="21028" y="13279"/>
                  </a:lnTo>
                  <a:lnTo>
                    <a:pt x="20786" y="13319"/>
                  </a:lnTo>
                  <a:lnTo>
                    <a:pt x="20282" y="13380"/>
                  </a:lnTo>
                  <a:lnTo>
                    <a:pt x="19777" y="13400"/>
                  </a:lnTo>
                  <a:lnTo>
                    <a:pt x="19273" y="13400"/>
                  </a:lnTo>
                  <a:lnTo>
                    <a:pt x="18768" y="13360"/>
                  </a:lnTo>
                  <a:lnTo>
                    <a:pt x="18264" y="13319"/>
                  </a:lnTo>
                  <a:lnTo>
                    <a:pt x="17477" y="13218"/>
                  </a:lnTo>
                  <a:lnTo>
                    <a:pt x="16710" y="13118"/>
                  </a:lnTo>
                  <a:lnTo>
                    <a:pt x="15156" y="12896"/>
                  </a:lnTo>
                  <a:lnTo>
                    <a:pt x="14086" y="12734"/>
                  </a:lnTo>
                  <a:lnTo>
                    <a:pt x="12997" y="12573"/>
                  </a:lnTo>
                  <a:lnTo>
                    <a:pt x="11887" y="12452"/>
                  </a:lnTo>
                  <a:lnTo>
                    <a:pt x="10797" y="12351"/>
                  </a:lnTo>
                  <a:lnTo>
                    <a:pt x="10252" y="12331"/>
                  </a:lnTo>
                  <a:lnTo>
                    <a:pt x="9183" y="12331"/>
                  </a:lnTo>
                  <a:lnTo>
                    <a:pt x="8658" y="12351"/>
                  </a:lnTo>
                  <a:lnTo>
                    <a:pt x="8174" y="12391"/>
                  </a:lnTo>
                  <a:lnTo>
                    <a:pt x="7669" y="12431"/>
                  </a:lnTo>
                  <a:lnTo>
                    <a:pt x="7205" y="12492"/>
                  </a:lnTo>
                  <a:lnTo>
                    <a:pt x="6741" y="12573"/>
                  </a:lnTo>
                  <a:lnTo>
                    <a:pt x="6277" y="12674"/>
                  </a:lnTo>
                  <a:lnTo>
                    <a:pt x="5853" y="12795"/>
                  </a:lnTo>
                  <a:lnTo>
                    <a:pt x="5429" y="12916"/>
                  </a:lnTo>
                  <a:lnTo>
                    <a:pt x="5005" y="13057"/>
                  </a:lnTo>
                  <a:lnTo>
                    <a:pt x="4602" y="13218"/>
                  </a:lnTo>
                  <a:lnTo>
                    <a:pt x="4218" y="13380"/>
                  </a:lnTo>
                  <a:lnTo>
                    <a:pt x="3855" y="13582"/>
                  </a:lnTo>
                  <a:lnTo>
                    <a:pt x="3492" y="13783"/>
                  </a:lnTo>
                  <a:lnTo>
                    <a:pt x="3290" y="13905"/>
                  </a:lnTo>
                  <a:lnTo>
                    <a:pt x="2846" y="14147"/>
                  </a:lnTo>
                  <a:lnTo>
                    <a:pt x="2624" y="14268"/>
                  </a:lnTo>
                  <a:lnTo>
                    <a:pt x="2382" y="14349"/>
                  </a:lnTo>
                  <a:lnTo>
                    <a:pt x="2241" y="14389"/>
                  </a:lnTo>
                  <a:lnTo>
                    <a:pt x="2079" y="14409"/>
                  </a:lnTo>
                  <a:lnTo>
                    <a:pt x="1938" y="14409"/>
                  </a:lnTo>
                  <a:lnTo>
                    <a:pt x="1776" y="14389"/>
                  </a:lnTo>
                  <a:lnTo>
                    <a:pt x="1635" y="14369"/>
                  </a:lnTo>
                  <a:lnTo>
                    <a:pt x="1494" y="14308"/>
                  </a:lnTo>
                  <a:lnTo>
                    <a:pt x="1353" y="14227"/>
                  </a:lnTo>
                  <a:lnTo>
                    <a:pt x="1232" y="14127"/>
                  </a:lnTo>
                  <a:lnTo>
                    <a:pt x="1131" y="14005"/>
                  </a:lnTo>
                  <a:lnTo>
                    <a:pt x="1050" y="13864"/>
                  </a:lnTo>
                  <a:lnTo>
                    <a:pt x="1010" y="13723"/>
                  </a:lnTo>
                  <a:lnTo>
                    <a:pt x="969" y="13562"/>
                  </a:lnTo>
                  <a:lnTo>
                    <a:pt x="949" y="13380"/>
                  </a:lnTo>
                  <a:lnTo>
                    <a:pt x="929" y="13218"/>
                  </a:lnTo>
                  <a:lnTo>
                    <a:pt x="949" y="12855"/>
                  </a:lnTo>
                  <a:lnTo>
                    <a:pt x="1010" y="12109"/>
                  </a:lnTo>
                  <a:lnTo>
                    <a:pt x="1070" y="11342"/>
                  </a:lnTo>
                  <a:lnTo>
                    <a:pt x="1171" y="10292"/>
                  </a:lnTo>
                  <a:lnTo>
                    <a:pt x="1211" y="9768"/>
                  </a:lnTo>
                  <a:lnTo>
                    <a:pt x="1232" y="9243"/>
                  </a:lnTo>
                  <a:lnTo>
                    <a:pt x="1232" y="8698"/>
                  </a:lnTo>
                  <a:lnTo>
                    <a:pt x="1232" y="8173"/>
                  </a:lnTo>
                  <a:lnTo>
                    <a:pt x="1191" y="7649"/>
                  </a:lnTo>
                  <a:lnTo>
                    <a:pt x="1131" y="7124"/>
                  </a:lnTo>
                  <a:lnTo>
                    <a:pt x="1050" y="6579"/>
                  </a:lnTo>
                  <a:lnTo>
                    <a:pt x="929" y="6034"/>
                  </a:lnTo>
                  <a:lnTo>
                    <a:pt x="646" y="4965"/>
                  </a:lnTo>
                  <a:lnTo>
                    <a:pt x="404" y="4077"/>
                  </a:lnTo>
                  <a:lnTo>
                    <a:pt x="303" y="3633"/>
                  </a:lnTo>
                  <a:lnTo>
                    <a:pt x="202" y="3169"/>
                  </a:lnTo>
                  <a:lnTo>
                    <a:pt x="142" y="2765"/>
                  </a:lnTo>
                  <a:lnTo>
                    <a:pt x="102" y="2341"/>
                  </a:lnTo>
                  <a:lnTo>
                    <a:pt x="81" y="1938"/>
                  </a:lnTo>
                  <a:lnTo>
                    <a:pt x="102" y="1534"/>
                  </a:lnTo>
                  <a:lnTo>
                    <a:pt x="122" y="1151"/>
                  </a:lnTo>
                  <a:lnTo>
                    <a:pt x="182" y="767"/>
                  </a:lnTo>
                  <a:lnTo>
                    <a:pt x="243" y="384"/>
                  </a:lnTo>
                  <a:lnTo>
                    <a:pt x="344" y="21"/>
                  </a:lnTo>
                  <a:lnTo>
                    <a:pt x="2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7"/>
            <p:cNvSpPr/>
            <p:nvPr/>
          </p:nvSpPr>
          <p:spPr>
            <a:xfrm flipH="1">
              <a:off x="-3249516" y="-5106211"/>
              <a:ext cx="1060565" cy="526984"/>
            </a:xfrm>
            <a:custGeom>
              <a:rect b="b" l="l" r="r" t="t"/>
              <a:pathLst>
                <a:path extrusionOk="0" h="9426" w="18970">
                  <a:moveTo>
                    <a:pt x="7103" y="1"/>
                  </a:moveTo>
                  <a:lnTo>
                    <a:pt x="5812" y="41"/>
                  </a:lnTo>
                  <a:lnTo>
                    <a:pt x="4480" y="142"/>
                  </a:lnTo>
                  <a:lnTo>
                    <a:pt x="3976" y="183"/>
                  </a:lnTo>
                  <a:lnTo>
                    <a:pt x="3552" y="223"/>
                  </a:lnTo>
                  <a:lnTo>
                    <a:pt x="3168" y="263"/>
                  </a:lnTo>
                  <a:lnTo>
                    <a:pt x="2805" y="324"/>
                  </a:lnTo>
                  <a:lnTo>
                    <a:pt x="2462" y="425"/>
                  </a:lnTo>
                  <a:lnTo>
                    <a:pt x="2301" y="505"/>
                  </a:lnTo>
                  <a:lnTo>
                    <a:pt x="2139" y="586"/>
                  </a:lnTo>
                  <a:lnTo>
                    <a:pt x="1958" y="667"/>
                  </a:lnTo>
                  <a:lnTo>
                    <a:pt x="1796" y="788"/>
                  </a:lnTo>
                  <a:lnTo>
                    <a:pt x="1635" y="909"/>
                  </a:lnTo>
                  <a:lnTo>
                    <a:pt x="1453" y="1070"/>
                  </a:lnTo>
                  <a:lnTo>
                    <a:pt x="1090" y="1434"/>
                  </a:lnTo>
                  <a:lnTo>
                    <a:pt x="827" y="1736"/>
                  </a:lnTo>
                  <a:lnTo>
                    <a:pt x="585" y="2059"/>
                  </a:lnTo>
                  <a:lnTo>
                    <a:pt x="404" y="2362"/>
                  </a:lnTo>
                  <a:lnTo>
                    <a:pt x="242" y="2665"/>
                  </a:lnTo>
                  <a:lnTo>
                    <a:pt x="121" y="2988"/>
                  </a:lnTo>
                  <a:lnTo>
                    <a:pt x="40" y="3290"/>
                  </a:lnTo>
                  <a:lnTo>
                    <a:pt x="0" y="3593"/>
                  </a:lnTo>
                  <a:lnTo>
                    <a:pt x="0" y="3896"/>
                  </a:lnTo>
                  <a:lnTo>
                    <a:pt x="81" y="3896"/>
                  </a:lnTo>
                  <a:lnTo>
                    <a:pt x="81" y="3593"/>
                  </a:lnTo>
                  <a:lnTo>
                    <a:pt x="121" y="3290"/>
                  </a:lnTo>
                  <a:lnTo>
                    <a:pt x="202" y="3008"/>
                  </a:lnTo>
                  <a:lnTo>
                    <a:pt x="323" y="2705"/>
                  </a:lnTo>
                  <a:lnTo>
                    <a:pt x="464" y="2402"/>
                  </a:lnTo>
                  <a:lnTo>
                    <a:pt x="666" y="2100"/>
                  </a:lnTo>
                  <a:lnTo>
                    <a:pt x="888" y="1797"/>
                  </a:lnTo>
                  <a:lnTo>
                    <a:pt x="1150" y="1474"/>
                  </a:lnTo>
                  <a:lnTo>
                    <a:pt x="1514" y="1131"/>
                  </a:lnTo>
                  <a:lnTo>
                    <a:pt x="1675" y="970"/>
                  </a:lnTo>
                  <a:lnTo>
                    <a:pt x="1837" y="848"/>
                  </a:lnTo>
                  <a:lnTo>
                    <a:pt x="2018" y="748"/>
                  </a:lnTo>
                  <a:lnTo>
                    <a:pt x="2180" y="647"/>
                  </a:lnTo>
                  <a:lnTo>
                    <a:pt x="2341" y="566"/>
                  </a:lnTo>
                  <a:lnTo>
                    <a:pt x="2502" y="505"/>
                  </a:lnTo>
                  <a:lnTo>
                    <a:pt x="2825" y="405"/>
                  </a:lnTo>
                  <a:lnTo>
                    <a:pt x="3189" y="344"/>
                  </a:lnTo>
                  <a:lnTo>
                    <a:pt x="3572" y="304"/>
                  </a:lnTo>
                  <a:lnTo>
                    <a:pt x="3996" y="263"/>
                  </a:lnTo>
                  <a:lnTo>
                    <a:pt x="4500" y="223"/>
                  </a:lnTo>
                  <a:lnTo>
                    <a:pt x="5812" y="122"/>
                  </a:lnTo>
                  <a:lnTo>
                    <a:pt x="7103" y="82"/>
                  </a:lnTo>
                  <a:lnTo>
                    <a:pt x="8355" y="82"/>
                  </a:lnTo>
                  <a:lnTo>
                    <a:pt x="9586" y="102"/>
                  </a:lnTo>
                  <a:lnTo>
                    <a:pt x="10574" y="162"/>
                  </a:lnTo>
                  <a:lnTo>
                    <a:pt x="11099" y="223"/>
                  </a:lnTo>
                  <a:lnTo>
                    <a:pt x="11664" y="283"/>
                  </a:lnTo>
                  <a:lnTo>
                    <a:pt x="12209" y="384"/>
                  </a:lnTo>
                  <a:lnTo>
                    <a:pt x="12794" y="505"/>
                  </a:lnTo>
                  <a:lnTo>
                    <a:pt x="13359" y="647"/>
                  </a:lnTo>
                  <a:lnTo>
                    <a:pt x="13945" y="828"/>
                  </a:lnTo>
                  <a:lnTo>
                    <a:pt x="14348" y="990"/>
                  </a:lnTo>
                  <a:lnTo>
                    <a:pt x="14812" y="1171"/>
                  </a:lnTo>
                  <a:lnTo>
                    <a:pt x="15276" y="1414"/>
                  </a:lnTo>
                  <a:lnTo>
                    <a:pt x="15741" y="1696"/>
                  </a:lnTo>
                  <a:lnTo>
                    <a:pt x="16205" y="2019"/>
                  </a:lnTo>
                  <a:lnTo>
                    <a:pt x="16447" y="2201"/>
                  </a:lnTo>
                  <a:lnTo>
                    <a:pt x="16669" y="2382"/>
                  </a:lnTo>
                  <a:lnTo>
                    <a:pt x="16891" y="2604"/>
                  </a:lnTo>
                  <a:lnTo>
                    <a:pt x="17113" y="2826"/>
                  </a:lnTo>
                  <a:lnTo>
                    <a:pt x="17315" y="3068"/>
                  </a:lnTo>
                  <a:lnTo>
                    <a:pt x="17516" y="3310"/>
                  </a:lnTo>
                  <a:lnTo>
                    <a:pt x="17698" y="3593"/>
                  </a:lnTo>
                  <a:lnTo>
                    <a:pt x="17880" y="3876"/>
                  </a:lnTo>
                  <a:lnTo>
                    <a:pt x="18041" y="4178"/>
                  </a:lnTo>
                  <a:lnTo>
                    <a:pt x="18182" y="4501"/>
                  </a:lnTo>
                  <a:lnTo>
                    <a:pt x="18324" y="4824"/>
                  </a:lnTo>
                  <a:lnTo>
                    <a:pt x="18445" y="5187"/>
                  </a:lnTo>
                  <a:lnTo>
                    <a:pt x="18546" y="5530"/>
                  </a:lnTo>
                  <a:lnTo>
                    <a:pt x="18646" y="5914"/>
                  </a:lnTo>
                  <a:lnTo>
                    <a:pt x="18727" y="6297"/>
                  </a:lnTo>
                  <a:lnTo>
                    <a:pt x="18788" y="6701"/>
                  </a:lnTo>
                  <a:lnTo>
                    <a:pt x="18828" y="7125"/>
                  </a:lnTo>
                  <a:lnTo>
                    <a:pt x="18868" y="7548"/>
                  </a:lnTo>
                  <a:lnTo>
                    <a:pt x="18889" y="7992"/>
                  </a:lnTo>
                  <a:lnTo>
                    <a:pt x="18889" y="8456"/>
                  </a:lnTo>
                  <a:lnTo>
                    <a:pt x="18889" y="8941"/>
                  </a:lnTo>
                  <a:lnTo>
                    <a:pt x="18868" y="9425"/>
                  </a:lnTo>
                  <a:lnTo>
                    <a:pt x="18949" y="9425"/>
                  </a:lnTo>
                  <a:lnTo>
                    <a:pt x="18969" y="8941"/>
                  </a:lnTo>
                  <a:lnTo>
                    <a:pt x="18969" y="8456"/>
                  </a:lnTo>
                  <a:lnTo>
                    <a:pt x="18969" y="7992"/>
                  </a:lnTo>
                  <a:lnTo>
                    <a:pt x="18949" y="7528"/>
                  </a:lnTo>
                  <a:lnTo>
                    <a:pt x="18909" y="7104"/>
                  </a:lnTo>
                  <a:lnTo>
                    <a:pt x="18868" y="6681"/>
                  </a:lnTo>
                  <a:lnTo>
                    <a:pt x="18788" y="6277"/>
                  </a:lnTo>
                  <a:lnTo>
                    <a:pt x="18727" y="5894"/>
                  </a:lnTo>
                  <a:lnTo>
                    <a:pt x="18626" y="5510"/>
                  </a:lnTo>
                  <a:lnTo>
                    <a:pt x="18525" y="5147"/>
                  </a:lnTo>
                  <a:lnTo>
                    <a:pt x="18404" y="4804"/>
                  </a:lnTo>
                  <a:lnTo>
                    <a:pt x="18263" y="4461"/>
                  </a:lnTo>
                  <a:lnTo>
                    <a:pt x="18102" y="4138"/>
                  </a:lnTo>
                  <a:lnTo>
                    <a:pt x="17940" y="3835"/>
                  </a:lnTo>
                  <a:lnTo>
                    <a:pt x="17759" y="3553"/>
                  </a:lnTo>
                  <a:lnTo>
                    <a:pt x="17577" y="3270"/>
                  </a:lnTo>
                  <a:lnTo>
                    <a:pt x="17375" y="3008"/>
                  </a:lnTo>
                  <a:lnTo>
                    <a:pt x="17173" y="2766"/>
                  </a:lnTo>
                  <a:lnTo>
                    <a:pt x="16951" y="2544"/>
                  </a:lnTo>
                  <a:lnTo>
                    <a:pt x="16729" y="2322"/>
                  </a:lnTo>
                  <a:lnTo>
                    <a:pt x="16507" y="2140"/>
                  </a:lnTo>
                  <a:lnTo>
                    <a:pt x="16265" y="1958"/>
                  </a:lnTo>
                  <a:lnTo>
                    <a:pt x="15781" y="1615"/>
                  </a:lnTo>
                  <a:lnTo>
                    <a:pt x="15317" y="1333"/>
                  </a:lnTo>
                  <a:lnTo>
                    <a:pt x="14832" y="1111"/>
                  </a:lnTo>
                  <a:lnTo>
                    <a:pt x="14388" y="909"/>
                  </a:lnTo>
                  <a:lnTo>
                    <a:pt x="13965" y="748"/>
                  </a:lnTo>
                  <a:lnTo>
                    <a:pt x="13400" y="566"/>
                  </a:lnTo>
                  <a:lnTo>
                    <a:pt x="12814" y="425"/>
                  </a:lnTo>
                  <a:lnTo>
                    <a:pt x="12229" y="304"/>
                  </a:lnTo>
                  <a:lnTo>
                    <a:pt x="11664" y="223"/>
                  </a:lnTo>
                  <a:lnTo>
                    <a:pt x="11119" y="142"/>
                  </a:lnTo>
                  <a:lnTo>
                    <a:pt x="10574" y="82"/>
                  </a:lnTo>
                  <a:lnTo>
                    <a:pt x="9586" y="21"/>
                  </a:lnTo>
                  <a:lnTo>
                    <a:pt x="83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7"/>
            <p:cNvSpPr/>
            <p:nvPr/>
          </p:nvSpPr>
          <p:spPr>
            <a:xfrm flipH="1">
              <a:off x="-3364577" y="-5090390"/>
              <a:ext cx="1339208" cy="816864"/>
            </a:xfrm>
            <a:custGeom>
              <a:rect b="b" l="l" r="r" t="t"/>
              <a:pathLst>
                <a:path extrusionOk="0" h="14611" w="23954">
                  <a:moveTo>
                    <a:pt x="8637" y="0"/>
                  </a:moveTo>
                  <a:lnTo>
                    <a:pt x="7870" y="41"/>
                  </a:lnTo>
                  <a:lnTo>
                    <a:pt x="7083" y="81"/>
                  </a:lnTo>
                  <a:lnTo>
                    <a:pt x="6296" y="162"/>
                  </a:lnTo>
                  <a:lnTo>
                    <a:pt x="5509" y="243"/>
                  </a:lnTo>
                  <a:lnTo>
                    <a:pt x="5065" y="303"/>
                  </a:lnTo>
                  <a:lnTo>
                    <a:pt x="4601" y="384"/>
                  </a:lnTo>
                  <a:lnTo>
                    <a:pt x="4097" y="485"/>
                  </a:lnTo>
                  <a:lnTo>
                    <a:pt x="3592" y="626"/>
                  </a:lnTo>
                  <a:lnTo>
                    <a:pt x="3067" y="787"/>
                  </a:lnTo>
                  <a:lnTo>
                    <a:pt x="2563" y="1009"/>
                  </a:lnTo>
                  <a:lnTo>
                    <a:pt x="2321" y="1131"/>
                  </a:lnTo>
                  <a:lnTo>
                    <a:pt x="2079" y="1252"/>
                  </a:lnTo>
                  <a:lnTo>
                    <a:pt x="1836" y="1393"/>
                  </a:lnTo>
                  <a:lnTo>
                    <a:pt x="1614" y="1554"/>
                  </a:lnTo>
                  <a:lnTo>
                    <a:pt x="1392" y="1716"/>
                  </a:lnTo>
                  <a:lnTo>
                    <a:pt x="1191" y="1897"/>
                  </a:lnTo>
                  <a:lnTo>
                    <a:pt x="1009" y="2079"/>
                  </a:lnTo>
                  <a:lnTo>
                    <a:pt x="827" y="2261"/>
                  </a:lnTo>
                  <a:lnTo>
                    <a:pt x="686" y="2462"/>
                  </a:lnTo>
                  <a:lnTo>
                    <a:pt x="545" y="2664"/>
                  </a:lnTo>
                  <a:lnTo>
                    <a:pt x="404" y="2866"/>
                  </a:lnTo>
                  <a:lnTo>
                    <a:pt x="303" y="3088"/>
                  </a:lnTo>
                  <a:lnTo>
                    <a:pt x="222" y="3330"/>
                  </a:lnTo>
                  <a:lnTo>
                    <a:pt x="141" y="3552"/>
                  </a:lnTo>
                  <a:lnTo>
                    <a:pt x="81" y="3814"/>
                  </a:lnTo>
                  <a:lnTo>
                    <a:pt x="40" y="4057"/>
                  </a:lnTo>
                  <a:lnTo>
                    <a:pt x="0" y="4319"/>
                  </a:lnTo>
                  <a:lnTo>
                    <a:pt x="0" y="4581"/>
                  </a:lnTo>
                  <a:lnTo>
                    <a:pt x="0" y="4864"/>
                  </a:lnTo>
                  <a:lnTo>
                    <a:pt x="20" y="5146"/>
                  </a:lnTo>
                  <a:lnTo>
                    <a:pt x="81" y="5611"/>
                  </a:lnTo>
                  <a:lnTo>
                    <a:pt x="182" y="6095"/>
                  </a:lnTo>
                  <a:lnTo>
                    <a:pt x="303" y="6559"/>
                  </a:lnTo>
                  <a:lnTo>
                    <a:pt x="424" y="7023"/>
                  </a:lnTo>
                  <a:lnTo>
                    <a:pt x="565" y="7588"/>
                  </a:lnTo>
                  <a:lnTo>
                    <a:pt x="706" y="8173"/>
                  </a:lnTo>
                  <a:lnTo>
                    <a:pt x="767" y="8537"/>
                  </a:lnTo>
                  <a:lnTo>
                    <a:pt x="827" y="8920"/>
                  </a:lnTo>
                  <a:lnTo>
                    <a:pt x="868" y="9324"/>
                  </a:lnTo>
                  <a:lnTo>
                    <a:pt x="888" y="9707"/>
                  </a:lnTo>
                  <a:lnTo>
                    <a:pt x="908" y="10090"/>
                  </a:lnTo>
                  <a:lnTo>
                    <a:pt x="888" y="10474"/>
                  </a:lnTo>
                  <a:lnTo>
                    <a:pt x="868" y="10857"/>
                  </a:lnTo>
                  <a:lnTo>
                    <a:pt x="827" y="11241"/>
                  </a:lnTo>
                  <a:lnTo>
                    <a:pt x="807" y="11483"/>
                  </a:lnTo>
                  <a:lnTo>
                    <a:pt x="767" y="11765"/>
                  </a:lnTo>
                  <a:lnTo>
                    <a:pt x="747" y="12068"/>
                  </a:lnTo>
                  <a:lnTo>
                    <a:pt x="747" y="12351"/>
                  </a:lnTo>
                  <a:lnTo>
                    <a:pt x="767" y="12653"/>
                  </a:lnTo>
                  <a:lnTo>
                    <a:pt x="807" y="12815"/>
                  </a:lnTo>
                  <a:lnTo>
                    <a:pt x="848" y="12976"/>
                  </a:lnTo>
                  <a:lnTo>
                    <a:pt x="928" y="13138"/>
                  </a:lnTo>
                  <a:lnTo>
                    <a:pt x="1029" y="13299"/>
                  </a:lnTo>
                  <a:lnTo>
                    <a:pt x="1130" y="13440"/>
                  </a:lnTo>
                  <a:lnTo>
                    <a:pt x="1271" y="13561"/>
                  </a:lnTo>
                  <a:lnTo>
                    <a:pt x="1433" y="13662"/>
                  </a:lnTo>
                  <a:lnTo>
                    <a:pt x="1614" y="13723"/>
                  </a:lnTo>
                  <a:lnTo>
                    <a:pt x="1715" y="13763"/>
                  </a:lnTo>
                  <a:lnTo>
                    <a:pt x="2058" y="13763"/>
                  </a:lnTo>
                  <a:lnTo>
                    <a:pt x="2280" y="13723"/>
                  </a:lnTo>
                  <a:lnTo>
                    <a:pt x="2502" y="13683"/>
                  </a:lnTo>
                  <a:lnTo>
                    <a:pt x="3794" y="13420"/>
                  </a:lnTo>
                  <a:lnTo>
                    <a:pt x="4419" y="13299"/>
                  </a:lnTo>
                  <a:lnTo>
                    <a:pt x="5065" y="13198"/>
                  </a:lnTo>
                  <a:lnTo>
                    <a:pt x="5691" y="13118"/>
                  </a:lnTo>
                  <a:lnTo>
                    <a:pt x="6337" y="13057"/>
                  </a:lnTo>
                  <a:lnTo>
                    <a:pt x="6962" y="13037"/>
                  </a:lnTo>
                  <a:lnTo>
                    <a:pt x="7588" y="13037"/>
                  </a:lnTo>
                  <a:lnTo>
                    <a:pt x="8133" y="13077"/>
                  </a:lnTo>
                  <a:lnTo>
                    <a:pt x="8657" y="13138"/>
                  </a:lnTo>
                  <a:lnTo>
                    <a:pt x="9202" y="13218"/>
                  </a:lnTo>
                  <a:lnTo>
                    <a:pt x="9747" y="13319"/>
                  </a:lnTo>
                  <a:lnTo>
                    <a:pt x="10796" y="13561"/>
                  </a:lnTo>
                  <a:lnTo>
                    <a:pt x="11846" y="13824"/>
                  </a:lnTo>
                  <a:lnTo>
                    <a:pt x="13218" y="14167"/>
                  </a:lnTo>
                  <a:lnTo>
                    <a:pt x="13924" y="14328"/>
                  </a:lnTo>
                  <a:lnTo>
                    <a:pt x="14610" y="14449"/>
                  </a:lnTo>
                  <a:lnTo>
                    <a:pt x="15095" y="14530"/>
                  </a:lnTo>
                  <a:lnTo>
                    <a:pt x="15559" y="14570"/>
                  </a:lnTo>
                  <a:lnTo>
                    <a:pt x="16023" y="14611"/>
                  </a:lnTo>
                  <a:lnTo>
                    <a:pt x="16871" y="14611"/>
                  </a:lnTo>
                  <a:lnTo>
                    <a:pt x="17274" y="14570"/>
                  </a:lnTo>
                  <a:lnTo>
                    <a:pt x="17658" y="14530"/>
                  </a:lnTo>
                  <a:lnTo>
                    <a:pt x="18021" y="14449"/>
                  </a:lnTo>
                  <a:lnTo>
                    <a:pt x="18485" y="14328"/>
                  </a:lnTo>
                  <a:lnTo>
                    <a:pt x="18909" y="14187"/>
                  </a:lnTo>
                  <a:lnTo>
                    <a:pt x="19312" y="14005"/>
                  </a:lnTo>
                  <a:lnTo>
                    <a:pt x="19676" y="13783"/>
                  </a:lnTo>
                  <a:lnTo>
                    <a:pt x="20039" y="13541"/>
                  </a:lnTo>
                  <a:lnTo>
                    <a:pt x="20341" y="13279"/>
                  </a:lnTo>
                  <a:lnTo>
                    <a:pt x="20644" y="12976"/>
                  </a:lnTo>
                  <a:lnTo>
                    <a:pt x="20886" y="12674"/>
                  </a:lnTo>
                  <a:lnTo>
                    <a:pt x="21028" y="12472"/>
                  </a:lnTo>
                  <a:lnTo>
                    <a:pt x="21149" y="12270"/>
                  </a:lnTo>
                  <a:lnTo>
                    <a:pt x="21250" y="12048"/>
                  </a:lnTo>
                  <a:lnTo>
                    <a:pt x="21350" y="11846"/>
                  </a:lnTo>
                  <a:lnTo>
                    <a:pt x="21512" y="11402"/>
                  </a:lnTo>
                  <a:lnTo>
                    <a:pt x="21633" y="10958"/>
                  </a:lnTo>
                  <a:lnTo>
                    <a:pt x="21734" y="10494"/>
                  </a:lnTo>
                  <a:lnTo>
                    <a:pt x="21794" y="10030"/>
                  </a:lnTo>
                  <a:lnTo>
                    <a:pt x="21835" y="9586"/>
                  </a:lnTo>
                  <a:lnTo>
                    <a:pt x="21875" y="9142"/>
                  </a:lnTo>
                  <a:lnTo>
                    <a:pt x="21794" y="9142"/>
                  </a:lnTo>
                  <a:lnTo>
                    <a:pt x="21754" y="9586"/>
                  </a:lnTo>
                  <a:lnTo>
                    <a:pt x="21714" y="10030"/>
                  </a:lnTo>
                  <a:lnTo>
                    <a:pt x="21653" y="10474"/>
                  </a:lnTo>
                  <a:lnTo>
                    <a:pt x="21552" y="10918"/>
                  </a:lnTo>
                  <a:lnTo>
                    <a:pt x="21431" y="11362"/>
                  </a:lnTo>
                  <a:lnTo>
                    <a:pt x="21270" y="11806"/>
                  </a:lnTo>
                  <a:lnTo>
                    <a:pt x="21189" y="12008"/>
                  </a:lnTo>
                  <a:lnTo>
                    <a:pt x="21068" y="12230"/>
                  </a:lnTo>
                  <a:lnTo>
                    <a:pt x="20947" y="12431"/>
                  </a:lnTo>
                  <a:lnTo>
                    <a:pt x="20826" y="12613"/>
                  </a:lnTo>
                  <a:lnTo>
                    <a:pt x="20584" y="12936"/>
                  </a:lnTo>
                  <a:lnTo>
                    <a:pt x="20301" y="13218"/>
                  </a:lnTo>
                  <a:lnTo>
                    <a:pt x="19978" y="13481"/>
                  </a:lnTo>
                  <a:lnTo>
                    <a:pt x="19635" y="13723"/>
                  </a:lnTo>
                  <a:lnTo>
                    <a:pt x="19272" y="13925"/>
                  </a:lnTo>
                  <a:lnTo>
                    <a:pt x="18868" y="14106"/>
                  </a:lnTo>
                  <a:lnTo>
                    <a:pt x="18445" y="14248"/>
                  </a:lnTo>
                  <a:lnTo>
                    <a:pt x="18001" y="14369"/>
                  </a:lnTo>
                  <a:lnTo>
                    <a:pt x="17637" y="14449"/>
                  </a:lnTo>
                  <a:lnTo>
                    <a:pt x="17254" y="14490"/>
                  </a:lnTo>
                  <a:lnTo>
                    <a:pt x="16871" y="14530"/>
                  </a:lnTo>
                  <a:lnTo>
                    <a:pt x="16023" y="14530"/>
                  </a:lnTo>
                  <a:lnTo>
                    <a:pt x="15579" y="14490"/>
                  </a:lnTo>
                  <a:lnTo>
                    <a:pt x="15115" y="14449"/>
                  </a:lnTo>
                  <a:lnTo>
                    <a:pt x="14631" y="14369"/>
                  </a:lnTo>
                  <a:lnTo>
                    <a:pt x="13924" y="14248"/>
                  </a:lnTo>
                  <a:lnTo>
                    <a:pt x="13238" y="14086"/>
                  </a:lnTo>
                  <a:lnTo>
                    <a:pt x="11866" y="13743"/>
                  </a:lnTo>
                  <a:lnTo>
                    <a:pt x="10817" y="13481"/>
                  </a:lnTo>
                  <a:lnTo>
                    <a:pt x="9747" y="13239"/>
                  </a:lnTo>
                  <a:lnTo>
                    <a:pt x="9222" y="13138"/>
                  </a:lnTo>
                  <a:lnTo>
                    <a:pt x="8677" y="13057"/>
                  </a:lnTo>
                  <a:lnTo>
                    <a:pt x="8133" y="12996"/>
                  </a:lnTo>
                  <a:lnTo>
                    <a:pt x="7588" y="12956"/>
                  </a:lnTo>
                  <a:lnTo>
                    <a:pt x="6962" y="12956"/>
                  </a:lnTo>
                  <a:lnTo>
                    <a:pt x="6316" y="12976"/>
                  </a:lnTo>
                  <a:lnTo>
                    <a:pt x="5691" y="13037"/>
                  </a:lnTo>
                  <a:lnTo>
                    <a:pt x="5065" y="13118"/>
                  </a:lnTo>
                  <a:lnTo>
                    <a:pt x="4419" y="13218"/>
                  </a:lnTo>
                  <a:lnTo>
                    <a:pt x="3774" y="13339"/>
                  </a:lnTo>
                  <a:lnTo>
                    <a:pt x="2482" y="13602"/>
                  </a:lnTo>
                  <a:lnTo>
                    <a:pt x="2280" y="13642"/>
                  </a:lnTo>
                  <a:lnTo>
                    <a:pt x="2058" y="13683"/>
                  </a:lnTo>
                  <a:lnTo>
                    <a:pt x="1735" y="13683"/>
                  </a:lnTo>
                  <a:lnTo>
                    <a:pt x="1635" y="13662"/>
                  </a:lnTo>
                  <a:lnTo>
                    <a:pt x="1453" y="13582"/>
                  </a:lnTo>
                  <a:lnTo>
                    <a:pt x="1312" y="13501"/>
                  </a:lnTo>
                  <a:lnTo>
                    <a:pt x="1191" y="13380"/>
                  </a:lnTo>
                  <a:lnTo>
                    <a:pt x="1090" y="13239"/>
                  </a:lnTo>
                  <a:lnTo>
                    <a:pt x="989" y="13097"/>
                  </a:lnTo>
                  <a:lnTo>
                    <a:pt x="928" y="12936"/>
                  </a:lnTo>
                  <a:lnTo>
                    <a:pt x="888" y="12795"/>
                  </a:lnTo>
                  <a:lnTo>
                    <a:pt x="848" y="12633"/>
                  </a:lnTo>
                  <a:lnTo>
                    <a:pt x="827" y="12351"/>
                  </a:lnTo>
                  <a:lnTo>
                    <a:pt x="827" y="12068"/>
                  </a:lnTo>
                  <a:lnTo>
                    <a:pt x="848" y="11765"/>
                  </a:lnTo>
                  <a:lnTo>
                    <a:pt x="888" y="11483"/>
                  </a:lnTo>
                  <a:lnTo>
                    <a:pt x="908" y="11261"/>
                  </a:lnTo>
                  <a:lnTo>
                    <a:pt x="948" y="10857"/>
                  </a:lnTo>
                  <a:lnTo>
                    <a:pt x="969" y="10474"/>
                  </a:lnTo>
                  <a:lnTo>
                    <a:pt x="989" y="10090"/>
                  </a:lnTo>
                  <a:lnTo>
                    <a:pt x="969" y="9707"/>
                  </a:lnTo>
                  <a:lnTo>
                    <a:pt x="948" y="9303"/>
                  </a:lnTo>
                  <a:lnTo>
                    <a:pt x="908" y="8920"/>
                  </a:lnTo>
                  <a:lnTo>
                    <a:pt x="848" y="8537"/>
                  </a:lnTo>
                  <a:lnTo>
                    <a:pt x="787" y="8153"/>
                  </a:lnTo>
                  <a:lnTo>
                    <a:pt x="646" y="7568"/>
                  </a:lnTo>
                  <a:lnTo>
                    <a:pt x="505" y="7003"/>
                  </a:lnTo>
                  <a:lnTo>
                    <a:pt x="383" y="6539"/>
                  </a:lnTo>
                  <a:lnTo>
                    <a:pt x="262" y="6075"/>
                  </a:lnTo>
                  <a:lnTo>
                    <a:pt x="161" y="5611"/>
                  </a:lnTo>
                  <a:lnTo>
                    <a:pt x="101" y="5126"/>
                  </a:lnTo>
                  <a:lnTo>
                    <a:pt x="81" y="4844"/>
                  </a:lnTo>
                  <a:lnTo>
                    <a:pt x="81" y="4581"/>
                  </a:lnTo>
                  <a:lnTo>
                    <a:pt x="81" y="4319"/>
                  </a:lnTo>
                  <a:lnTo>
                    <a:pt x="121" y="4077"/>
                  </a:lnTo>
                  <a:lnTo>
                    <a:pt x="161" y="3835"/>
                  </a:lnTo>
                  <a:lnTo>
                    <a:pt x="222" y="3593"/>
                  </a:lnTo>
                  <a:lnTo>
                    <a:pt x="283" y="3350"/>
                  </a:lnTo>
                  <a:lnTo>
                    <a:pt x="383" y="3128"/>
                  </a:lnTo>
                  <a:lnTo>
                    <a:pt x="484" y="2906"/>
                  </a:lnTo>
                  <a:lnTo>
                    <a:pt x="605" y="2705"/>
                  </a:lnTo>
                  <a:lnTo>
                    <a:pt x="747" y="2503"/>
                  </a:lnTo>
                  <a:lnTo>
                    <a:pt x="888" y="2301"/>
                  </a:lnTo>
                  <a:lnTo>
                    <a:pt x="1070" y="2119"/>
                  </a:lnTo>
                  <a:lnTo>
                    <a:pt x="1251" y="1938"/>
                  </a:lnTo>
                  <a:lnTo>
                    <a:pt x="1453" y="1776"/>
                  </a:lnTo>
                  <a:lnTo>
                    <a:pt x="1655" y="1615"/>
                  </a:lnTo>
                  <a:lnTo>
                    <a:pt x="1897" y="1453"/>
                  </a:lnTo>
                  <a:lnTo>
                    <a:pt x="2119" y="1332"/>
                  </a:lnTo>
                  <a:lnTo>
                    <a:pt x="2361" y="1191"/>
                  </a:lnTo>
                  <a:lnTo>
                    <a:pt x="2603" y="1070"/>
                  </a:lnTo>
                  <a:lnTo>
                    <a:pt x="3108" y="868"/>
                  </a:lnTo>
                  <a:lnTo>
                    <a:pt x="3612" y="707"/>
                  </a:lnTo>
                  <a:lnTo>
                    <a:pt x="4117" y="565"/>
                  </a:lnTo>
                  <a:lnTo>
                    <a:pt x="4621" y="465"/>
                  </a:lnTo>
                  <a:lnTo>
                    <a:pt x="5085" y="384"/>
                  </a:lnTo>
                  <a:lnTo>
                    <a:pt x="5529" y="323"/>
                  </a:lnTo>
                  <a:lnTo>
                    <a:pt x="6316" y="243"/>
                  </a:lnTo>
                  <a:lnTo>
                    <a:pt x="7083" y="162"/>
                  </a:lnTo>
                  <a:lnTo>
                    <a:pt x="7870" y="122"/>
                  </a:lnTo>
                  <a:lnTo>
                    <a:pt x="8637" y="81"/>
                  </a:lnTo>
                  <a:lnTo>
                    <a:pt x="10171" y="81"/>
                  </a:lnTo>
                  <a:lnTo>
                    <a:pt x="10938" y="101"/>
                  </a:lnTo>
                  <a:lnTo>
                    <a:pt x="11704" y="142"/>
                  </a:lnTo>
                  <a:lnTo>
                    <a:pt x="12451" y="202"/>
                  </a:lnTo>
                  <a:lnTo>
                    <a:pt x="13218" y="283"/>
                  </a:lnTo>
                  <a:lnTo>
                    <a:pt x="13965" y="364"/>
                  </a:lnTo>
                  <a:lnTo>
                    <a:pt x="14711" y="485"/>
                  </a:lnTo>
                  <a:lnTo>
                    <a:pt x="15458" y="606"/>
                  </a:lnTo>
                  <a:lnTo>
                    <a:pt x="16225" y="767"/>
                  </a:lnTo>
                  <a:lnTo>
                    <a:pt x="16971" y="929"/>
                  </a:lnTo>
                  <a:lnTo>
                    <a:pt x="17718" y="1110"/>
                  </a:lnTo>
                  <a:lnTo>
                    <a:pt x="18445" y="1312"/>
                  </a:lnTo>
                  <a:lnTo>
                    <a:pt x="19191" y="1554"/>
                  </a:lnTo>
                  <a:lnTo>
                    <a:pt x="19554" y="1675"/>
                  </a:lnTo>
                  <a:lnTo>
                    <a:pt x="19938" y="1817"/>
                  </a:lnTo>
                  <a:lnTo>
                    <a:pt x="20301" y="1978"/>
                  </a:lnTo>
                  <a:lnTo>
                    <a:pt x="20644" y="2140"/>
                  </a:lnTo>
                  <a:lnTo>
                    <a:pt x="20987" y="2321"/>
                  </a:lnTo>
                  <a:lnTo>
                    <a:pt x="21330" y="2523"/>
                  </a:lnTo>
                  <a:lnTo>
                    <a:pt x="21653" y="2745"/>
                  </a:lnTo>
                  <a:lnTo>
                    <a:pt x="21956" y="2967"/>
                  </a:lnTo>
                  <a:lnTo>
                    <a:pt x="22259" y="3229"/>
                  </a:lnTo>
                  <a:lnTo>
                    <a:pt x="22541" y="3492"/>
                  </a:lnTo>
                  <a:lnTo>
                    <a:pt x="22783" y="3794"/>
                  </a:lnTo>
                  <a:lnTo>
                    <a:pt x="23025" y="4097"/>
                  </a:lnTo>
                  <a:lnTo>
                    <a:pt x="23207" y="4380"/>
                  </a:lnTo>
                  <a:lnTo>
                    <a:pt x="23368" y="4682"/>
                  </a:lnTo>
                  <a:lnTo>
                    <a:pt x="23510" y="4965"/>
                  </a:lnTo>
                  <a:lnTo>
                    <a:pt x="23611" y="5288"/>
                  </a:lnTo>
                  <a:lnTo>
                    <a:pt x="23712" y="5611"/>
                  </a:lnTo>
                  <a:lnTo>
                    <a:pt x="23792" y="5933"/>
                  </a:lnTo>
                  <a:lnTo>
                    <a:pt x="23833" y="6256"/>
                  </a:lnTo>
                  <a:lnTo>
                    <a:pt x="23873" y="6579"/>
                  </a:lnTo>
                  <a:lnTo>
                    <a:pt x="23873" y="6922"/>
                  </a:lnTo>
                  <a:lnTo>
                    <a:pt x="23873" y="7245"/>
                  </a:lnTo>
                  <a:lnTo>
                    <a:pt x="23833" y="7588"/>
                  </a:lnTo>
                  <a:lnTo>
                    <a:pt x="23772" y="7911"/>
                  </a:lnTo>
                  <a:lnTo>
                    <a:pt x="23712" y="8234"/>
                  </a:lnTo>
                  <a:lnTo>
                    <a:pt x="23611" y="8537"/>
                  </a:lnTo>
                  <a:lnTo>
                    <a:pt x="23490" y="8860"/>
                  </a:lnTo>
                  <a:lnTo>
                    <a:pt x="23328" y="9162"/>
                  </a:lnTo>
                  <a:lnTo>
                    <a:pt x="23409" y="9182"/>
                  </a:lnTo>
                  <a:lnTo>
                    <a:pt x="23550" y="8880"/>
                  </a:lnTo>
                  <a:lnTo>
                    <a:pt x="23671" y="8577"/>
                  </a:lnTo>
                  <a:lnTo>
                    <a:pt x="23772" y="8254"/>
                  </a:lnTo>
                  <a:lnTo>
                    <a:pt x="23853" y="7931"/>
                  </a:lnTo>
                  <a:lnTo>
                    <a:pt x="23913" y="7588"/>
                  </a:lnTo>
                  <a:lnTo>
                    <a:pt x="23954" y="7265"/>
                  </a:lnTo>
                  <a:lnTo>
                    <a:pt x="23954" y="6922"/>
                  </a:lnTo>
                  <a:lnTo>
                    <a:pt x="23954" y="6579"/>
                  </a:lnTo>
                  <a:lnTo>
                    <a:pt x="23913" y="6236"/>
                  </a:lnTo>
                  <a:lnTo>
                    <a:pt x="23873" y="5913"/>
                  </a:lnTo>
                  <a:lnTo>
                    <a:pt x="23792" y="5590"/>
                  </a:lnTo>
                  <a:lnTo>
                    <a:pt x="23691" y="5267"/>
                  </a:lnTo>
                  <a:lnTo>
                    <a:pt x="23570" y="4945"/>
                  </a:lnTo>
                  <a:lnTo>
                    <a:pt x="23429" y="4642"/>
                  </a:lnTo>
                  <a:lnTo>
                    <a:pt x="23268" y="4339"/>
                  </a:lnTo>
                  <a:lnTo>
                    <a:pt x="23086" y="4057"/>
                  </a:lnTo>
                  <a:lnTo>
                    <a:pt x="22844" y="3734"/>
                  </a:lnTo>
                  <a:lnTo>
                    <a:pt x="22602" y="3451"/>
                  </a:lnTo>
                  <a:lnTo>
                    <a:pt x="22319" y="3169"/>
                  </a:lnTo>
                  <a:lnTo>
                    <a:pt x="22016" y="2906"/>
                  </a:lnTo>
                  <a:lnTo>
                    <a:pt x="21694" y="2684"/>
                  </a:lnTo>
                  <a:lnTo>
                    <a:pt x="21371" y="2462"/>
                  </a:lnTo>
                  <a:lnTo>
                    <a:pt x="21048" y="2261"/>
                  </a:lnTo>
                  <a:lnTo>
                    <a:pt x="20685" y="2079"/>
                  </a:lnTo>
                  <a:lnTo>
                    <a:pt x="20341" y="1897"/>
                  </a:lnTo>
                  <a:lnTo>
                    <a:pt x="19978" y="1756"/>
                  </a:lnTo>
                  <a:lnTo>
                    <a:pt x="19595" y="1595"/>
                  </a:lnTo>
                  <a:lnTo>
                    <a:pt x="19232" y="1474"/>
                  </a:lnTo>
                  <a:lnTo>
                    <a:pt x="18465" y="1231"/>
                  </a:lnTo>
                  <a:lnTo>
                    <a:pt x="17738" y="1030"/>
                  </a:lnTo>
                  <a:lnTo>
                    <a:pt x="16971" y="848"/>
                  </a:lnTo>
                  <a:lnTo>
                    <a:pt x="16225" y="687"/>
                  </a:lnTo>
                  <a:lnTo>
                    <a:pt x="15478" y="545"/>
                  </a:lnTo>
                  <a:lnTo>
                    <a:pt x="14731" y="404"/>
                  </a:lnTo>
                  <a:lnTo>
                    <a:pt x="13985" y="283"/>
                  </a:lnTo>
                  <a:lnTo>
                    <a:pt x="13218" y="202"/>
                  </a:lnTo>
                  <a:lnTo>
                    <a:pt x="12471" y="122"/>
                  </a:lnTo>
                  <a:lnTo>
                    <a:pt x="11704" y="61"/>
                  </a:lnTo>
                  <a:lnTo>
                    <a:pt x="10938" y="21"/>
                  </a:lnTo>
                  <a:lnTo>
                    <a:pt x="1019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7"/>
            <p:cNvSpPr/>
            <p:nvPr/>
          </p:nvSpPr>
          <p:spPr>
            <a:xfrm flipH="1">
              <a:off x="-3334104" y="-4888456"/>
              <a:ext cx="1145153" cy="459224"/>
            </a:xfrm>
            <a:custGeom>
              <a:rect b="b" l="l" r="r" t="t"/>
              <a:pathLst>
                <a:path extrusionOk="0" h="8214" w="20483">
                  <a:moveTo>
                    <a:pt x="0" y="1"/>
                  </a:moveTo>
                  <a:lnTo>
                    <a:pt x="20" y="182"/>
                  </a:lnTo>
                  <a:lnTo>
                    <a:pt x="40" y="384"/>
                  </a:lnTo>
                  <a:lnTo>
                    <a:pt x="141" y="768"/>
                  </a:lnTo>
                  <a:lnTo>
                    <a:pt x="283" y="1131"/>
                  </a:lnTo>
                  <a:lnTo>
                    <a:pt x="424" y="1494"/>
                  </a:lnTo>
                  <a:lnTo>
                    <a:pt x="585" y="1877"/>
                  </a:lnTo>
                  <a:lnTo>
                    <a:pt x="727" y="2261"/>
                  </a:lnTo>
                  <a:lnTo>
                    <a:pt x="787" y="2463"/>
                  </a:lnTo>
                  <a:lnTo>
                    <a:pt x="827" y="2664"/>
                  </a:lnTo>
                  <a:lnTo>
                    <a:pt x="848" y="2886"/>
                  </a:lnTo>
                  <a:lnTo>
                    <a:pt x="868" y="3088"/>
                  </a:lnTo>
                  <a:lnTo>
                    <a:pt x="848" y="3330"/>
                  </a:lnTo>
                  <a:lnTo>
                    <a:pt x="807" y="3573"/>
                  </a:lnTo>
                  <a:lnTo>
                    <a:pt x="686" y="4057"/>
                  </a:lnTo>
                  <a:lnTo>
                    <a:pt x="585" y="4460"/>
                  </a:lnTo>
                  <a:lnTo>
                    <a:pt x="545" y="4662"/>
                  </a:lnTo>
                  <a:lnTo>
                    <a:pt x="525" y="4864"/>
                  </a:lnTo>
                  <a:lnTo>
                    <a:pt x="525" y="5066"/>
                  </a:lnTo>
                  <a:lnTo>
                    <a:pt x="525" y="5248"/>
                  </a:lnTo>
                  <a:lnTo>
                    <a:pt x="565" y="5449"/>
                  </a:lnTo>
                  <a:lnTo>
                    <a:pt x="646" y="5631"/>
                  </a:lnTo>
                  <a:lnTo>
                    <a:pt x="706" y="5752"/>
                  </a:lnTo>
                  <a:lnTo>
                    <a:pt x="767" y="5873"/>
                  </a:lnTo>
                  <a:lnTo>
                    <a:pt x="848" y="5974"/>
                  </a:lnTo>
                  <a:lnTo>
                    <a:pt x="949" y="6075"/>
                  </a:lnTo>
                  <a:lnTo>
                    <a:pt x="1049" y="6156"/>
                  </a:lnTo>
                  <a:lnTo>
                    <a:pt x="1171" y="6236"/>
                  </a:lnTo>
                  <a:lnTo>
                    <a:pt x="1453" y="6378"/>
                  </a:lnTo>
                  <a:lnTo>
                    <a:pt x="1756" y="6478"/>
                  </a:lnTo>
                  <a:lnTo>
                    <a:pt x="2139" y="6559"/>
                  </a:lnTo>
                  <a:lnTo>
                    <a:pt x="2543" y="6600"/>
                  </a:lnTo>
                  <a:lnTo>
                    <a:pt x="3007" y="6620"/>
                  </a:lnTo>
                  <a:lnTo>
                    <a:pt x="4682" y="6600"/>
                  </a:lnTo>
                  <a:lnTo>
                    <a:pt x="7426" y="6600"/>
                  </a:lnTo>
                  <a:lnTo>
                    <a:pt x="8334" y="6640"/>
                  </a:lnTo>
                  <a:lnTo>
                    <a:pt x="9243" y="6721"/>
                  </a:lnTo>
                  <a:lnTo>
                    <a:pt x="10151" y="6822"/>
                  </a:lnTo>
                  <a:lnTo>
                    <a:pt x="10595" y="6902"/>
                  </a:lnTo>
                  <a:lnTo>
                    <a:pt x="11059" y="6983"/>
                  </a:lnTo>
                  <a:lnTo>
                    <a:pt x="11503" y="7084"/>
                  </a:lnTo>
                  <a:lnTo>
                    <a:pt x="11927" y="7205"/>
                  </a:lnTo>
                  <a:lnTo>
                    <a:pt x="12512" y="7387"/>
                  </a:lnTo>
                  <a:lnTo>
                    <a:pt x="13077" y="7568"/>
                  </a:lnTo>
                  <a:lnTo>
                    <a:pt x="13803" y="7790"/>
                  </a:lnTo>
                  <a:lnTo>
                    <a:pt x="14167" y="7911"/>
                  </a:lnTo>
                  <a:lnTo>
                    <a:pt x="14550" y="8012"/>
                  </a:lnTo>
                  <a:lnTo>
                    <a:pt x="14913" y="8093"/>
                  </a:lnTo>
                  <a:lnTo>
                    <a:pt x="15297" y="8153"/>
                  </a:lnTo>
                  <a:lnTo>
                    <a:pt x="15680" y="8194"/>
                  </a:lnTo>
                  <a:lnTo>
                    <a:pt x="16063" y="8214"/>
                  </a:lnTo>
                  <a:lnTo>
                    <a:pt x="16427" y="8214"/>
                  </a:lnTo>
                  <a:lnTo>
                    <a:pt x="16770" y="8174"/>
                  </a:lnTo>
                  <a:lnTo>
                    <a:pt x="17093" y="8113"/>
                  </a:lnTo>
                  <a:lnTo>
                    <a:pt x="17415" y="8032"/>
                  </a:lnTo>
                  <a:lnTo>
                    <a:pt x="17738" y="7931"/>
                  </a:lnTo>
                  <a:lnTo>
                    <a:pt x="18061" y="7810"/>
                  </a:lnTo>
                  <a:lnTo>
                    <a:pt x="18364" y="7649"/>
                  </a:lnTo>
                  <a:lnTo>
                    <a:pt x="18646" y="7488"/>
                  </a:lnTo>
                  <a:lnTo>
                    <a:pt x="18929" y="7306"/>
                  </a:lnTo>
                  <a:lnTo>
                    <a:pt x="19191" y="7104"/>
                  </a:lnTo>
                  <a:lnTo>
                    <a:pt x="19454" y="6902"/>
                  </a:lnTo>
                  <a:lnTo>
                    <a:pt x="19696" y="6660"/>
                  </a:lnTo>
                  <a:lnTo>
                    <a:pt x="19918" y="6418"/>
                  </a:lnTo>
                  <a:lnTo>
                    <a:pt x="20120" y="6156"/>
                  </a:lnTo>
                  <a:lnTo>
                    <a:pt x="20321" y="5873"/>
                  </a:lnTo>
                  <a:lnTo>
                    <a:pt x="20483" y="5570"/>
                  </a:lnTo>
                  <a:lnTo>
                    <a:pt x="20402" y="5550"/>
                  </a:lnTo>
                  <a:lnTo>
                    <a:pt x="20241" y="5833"/>
                  </a:lnTo>
                  <a:lnTo>
                    <a:pt x="20059" y="6095"/>
                  </a:lnTo>
                  <a:lnTo>
                    <a:pt x="19857" y="6357"/>
                  </a:lnTo>
                  <a:lnTo>
                    <a:pt x="19635" y="6600"/>
                  </a:lnTo>
                  <a:lnTo>
                    <a:pt x="19393" y="6842"/>
                  </a:lnTo>
                  <a:lnTo>
                    <a:pt x="19151" y="7044"/>
                  </a:lnTo>
                  <a:lnTo>
                    <a:pt x="18889" y="7245"/>
                  </a:lnTo>
                  <a:lnTo>
                    <a:pt x="18606" y="7427"/>
                  </a:lnTo>
                  <a:lnTo>
                    <a:pt x="18324" y="7588"/>
                  </a:lnTo>
                  <a:lnTo>
                    <a:pt x="18021" y="7730"/>
                  </a:lnTo>
                  <a:lnTo>
                    <a:pt x="17718" y="7851"/>
                  </a:lnTo>
                  <a:lnTo>
                    <a:pt x="17395" y="7952"/>
                  </a:lnTo>
                  <a:lnTo>
                    <a:pt x="17072" y="8032"/>
                  </a:lnTo>
                  <a:lnTo>
                    <a:pt x="16750" y="8093"/>
                  </a:lnTo>
                  <a:lnTo>
                    <a:pt x="16427" y="8133"/>
                  </a:lnTo>
                  <a:lnTo>
                    <a:pt x="16063" y="8133"/>
                  </a:lnTo>
                  <a:lnTo>
                    <a:pt x="15680" y="8113"/>
                  </a:lnTo>
                  <a:lnTo>
                    <a:pt x="15317" y="8073"/>
                  </a:lnTo>
                  <a:lnTo>
                    <a:pt x="14933" y="8012"/>
                  </a:lnTo>
                  <a:lnTo>
                    <a:pt x="14550" y="7931"/>
                  </a:lnTo>
                  <a:lnTo>
                    <a:pt x="14187" y="7831"/>
                  </a:lnTo>
                  <a:lnTo>
                    <a:pt x="13823" y="7730"/>
                  </a:lnTo>
                  <a:lnTo>
                    <a:pt x="13097" y="7488"/>
                  </a:lnTo>
                  <a:lnTo>
                    <a:pt x="12532" y="7306"/>
                  </a:lnTo>
                  <a:lnTo>
                    <a:pt x="11947" y="7124"/>
                  </a:lnTo>
                  <a:lnTo>
                    <a:pt x="11523" y="7003"/>
                  </a:lnTo>
                  <a:lnTo>
                    <a:pt x="11059" y="6902"/>
                  </a:lnTo>
                  <a:lnTo>
                    <a:pt x="10615" y="6822"/>
                  </a:lnTo>
                  <a:lnTo>
                    <a:pt x="10171" y="6741"/>
                  </a:lnTo>
                  <a:lnTo>
                    <a:pt x="9263" y="6640"/>
                  </a:lnTo>
                  <a:lnTo>
                    <a:pt x="8355" y="6559"/>
                  </a:lnTo>
                  <a:lnTo>
                    <a:pt x="7426" y="6519"/>
                  </a:lnTo>
                  <a:lnTo>
                    <a:pt x="4682" y="6519"/>
                  </a:lnTo>
                  <a:lnTo>
                    <a:pt x="3007" y="6539"/>
                  </a:lnTo>
                  <a:lnTo>
                    <a:pt x="2563" y="6519"/>
                  </a:lnTo>
                  <a:lnTo>
                    <a:pt x="2159" y="6478"/>
                  </a:lnTo>
                  <a:lnTo>
                    <a:pt x="1796" y="6398"/>
                  </a:lnTo>
                  <a:lnTo>
                    <a:pt x="1493" y="6297"/>
                  </a:lnTo>
                  <a:lnTo>
                    <a:pt x="1231" y="6176"/>
                  </a:lnTo>
                  <a:lnTo>
                    <a:pt x="1110" y="6095"/>
                  </a:lnTo>
                  <a:lnTo>
                    <a:pt x="1009" y="6014"/>
                  </a:lnTo>
                  <a:lnTo>
                    <a:pt x="928" y="5913"/>
                  </a:lnTo>
                  <a:lnTo>
                    <a:pt x="848" y="5833"/>
                  </a:lnTo>
                  <a:lnTo>
                    <a:pt x="767" y="5712"/>
                  </a:lnTo>
                  <a:lnTo>
                    <a:pt x="706" y="5611"/>
                  </a:lnTo>
                  <a:lnTo>
                    <a:pt x="646" y="5429"/>
                  </a:lnTo>
                  <a:lnTo>
                    <a:pt x="606" y="5248"/>
                  </a:lnTo>
                  <a:lnTo>
                    <a:pt x="606" y="5046"/>
                  </a:lnTo>
                  <a:lnTo>
                    <a:pt x="606" y="4864"/>
                  </a:lnTo>
                  <a:lnTo>
                    <a:pt x="626" y="4662"/>
                  </a:lnTo>
                  <a:lnTo>
                    <a:pt x="666" y="4481"/>
                  </a:lnTo>
                  <a:lnTo>
                    <a:pt x="767" y="4077"/>
                  </a:lnTo>
                  <a:lnTo>
                    <a:pt x="888" y="3593"/>
                  </a:lnTo>
                  <a:lnTo>
                    <a:pt x="928" y="3330"/>
                  </a:lnTo>
                  <a:lnTo>
                    <a:pt x="949" y="3088"/>
                  </a:lnTo>
                  <a:lnTo>
                    <a:pt x="928" y="2866"/>
                  </a:lnTo>
                  <a:lnTo>
                    <a:pt x="908" y="2664"/>
                  </a:lnTo>
                  <a:lnTo>
                    <a:pt x="868" y="2463"/>
                  </a:lnTo>
                  <a:lnTo>
                    <a:pt x="807" y="2261"/>
                  </a:lnTo>
                  <a:lnTo>
                    <a:pt x="666" y="1857"/>
                  </a:lnTo>
                  <a:lnTo>
                    <a:pt x="505" y="1454"/>
                  </a:lnTo>
                  <a:lnTo>
                    <a:pt x="363" y="1090"/>
                  </a:lnTo>
                  <a:lnTo>
                    <a:pt x="222" y="727"/>
                  </a:lnTo>
                  <a:lnTo>
                    <a:pt x="121" y="364"/>
                  </a:lnTo>
                  <a:lnTo>
                    <a:pt x="101" y="182"/>
                  </a:lnTo>
                  <a:lnTo>
                    <a:pt x="8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7"/>
            <p:cNvSpPr/>
            <p:nvPr/>
          </p:nvSpPr>
          <p:spPr>
            <a:xfrm flipH="1">
              <a:off x="-3310451" y="-5112976"/>
              <a:ext cx="886861" cy="530339"/>
            </a:xfrm>
            <a:custGeom>
              <a:rect b="b" l="l" r="r" t="t"/>
              <a:pathLst>
                <a:path extrusionOk="0" h="9486" w="15863">
                  <a:moveTo>
                    <a:pt x="4117" y="82"/>
                  </a:moveTo>
                  <a:lnTo>
                    <a:pt x="4581" y="122"/>
                  </a:lnTo>
                  <a:lnTo>
                    <a:pt x="5025" y="162"/>
                  </a:lnTo>
                  <a:lnTo>
                    <a:pt x="5429" y="223"/>
                  </a:lnTo>
                  <a:lnTo>
                    <a:pt x="6176" y="344"/>
                  </a:lnTo>
                  <a:lnTo>
                    <a:pt x="6741" y="465"/>
                  </a:lnTo>
                  <a:lnTo>
                    <a:pt x="7427" y="626"/>
                  </a:lnTo>
                  <a:lnTo>
                    <a:pt x="8113" y="788"/>
                  </a:lnTo>
                  <a:lnTo>
                    <a:pt x="8799" y="990"/>
                  </a:lnTo>
                  <a:lnTo>
                    <a:pt x="9485" y="1171"/>
                  </a:lnTo>
                  <a:lnTo>
                    <a:pt x="10171" y="1393"/>
                  </a:lnTo>
                  <a:lnTo>
                    <a:pt x="10837" y="1615"/>
                  </a:lnTo>
                  <a:lnTo>
                    <a:pt x="11503" y="1857"/>
                  </a:lnTo>
                  <a:lnTo>
                    <a:pt x="12169" y="2100"/>
                  </a:lnTo>
                  <a:lnTo>
                    <a:pt x="12815" y="2382"/>
                  </a:lnTo>
                  <a:lnTo>
                    <a:pt x="13158" y="2523"/>
                  </a:lnTo>
                  <a:lnTo>
                    <a:pt x="13481" y="2705"/>
                  </a:lnTo>
                  <a:lnTo>
                    <a:pt x="13824" y="2887"/>
                  </a:lnTo>
                  <a:lnTo>
                    <a:pt x="14127" y="3109"/>
                  </a:lnTo>
                  <a:lnTo>
                    <a:pt x="14429" y="3331"/>
                  </a:lnTo>
                  <a:lnTo>
                    <a:pt x="14712" y="3593"/>
                  </a:lnTo>
                  <a:lnTo>
                    <a:pt x="14954" y="3875"/>
                  </a:lnTo>
                  <a:lnTo>
                    <a:pt x="15176" y="4158"/>
                  </a:lnTo>
                  <a:lnTo>
                    <a:pt x="15358" y="4481"/>
                  </a:lnTo>
                  <a:lnTo>
                    <a:pt x="15519" y="4804"/>
                  </a:lnTo>
                  <a:lnTo>
                    <a:pt x="15620" y="5127"/>
                  </a:lnTo>
                  <a:lnTo>
                    <a:pt x="15721" y="5490"/>
                  </a:lnTo>
                  <a:lnTo>
                    <a:pt x="15761" y="5833"/>
                  </a:lnTo>
                  <a:lnTo>
                    <a:pt x="15781" y="6176"/>
                  </a:lnTo>
                  <a:lnTo>
                    <a:pt x="15741" y="6539"/>
                  </a:lnTo>
                  <a:lnTo>
                    <a:pt x="15680" y="6902"/>
                  </a:lnTo>
                  <a:lnTo>
                    <a:pt x="15580" y="7246"/>
                  </a:lnTo>
                  <a:lnTo>
                    <a:pt x="15438" y="7589"/>
                  </a:lnTo>
                  <a:lnTo>
                    <a:pt x="15257" y="7891"/>
                  </a:lnTo>
                  <a:lnTo>
                    <a:pt x="15055" y="8174"/>
                  </a:lnTo>
                  <a:lnTo>
                    <a:pt x="14813" y="8436"/>
                  </a:lnTo>
                  <a:lnTo>
                    <a:pt x="14550" y="8678"/>
                  </a:lnTo>
                  <a:lnTo>
                    <a:pt x="14389" y="8799"/>
                  </a:lnTo>
                  <a:lnTo>
                    <a:pt x="14207" y="8900"/>
                  </a:lnTo>
                  <a:lnTo>
                    <a:pt x="14026" y="8981"/>
                  </a:lnTo>
                  <a:lnTo>
                    <a:pt x="13844" y="9082"/>
                  </a:lnTo>
                  <a:lnTo>
                    <a:pt x="13481" y="9203"/>
                  </a:lnTo>
                  <a:lnTo>
                    <a:pt x="13097" y="9304"/>
                  </a:lnTo>
                  <a:lnTo>
                    <a:pt x="12734" y="9364"/>
                  </a:lnTo>
                  <a:lnTo>
                    <a:pt x="12371" y="9385"/>
                  </a:lnTo>
                  <a:lnTo>
                    <a:pt x="12028" y="9405"/>
                  </a:lnTo>
                  <a:lnTo>
                    <a:pt x="11725" y="9385"/>
                  </a:lnTo>
                  <a:lnTo>
                    <a:pt x="11362" y="9364"/>
                  </a:lnTo>
                  <a:lnTo>
                    <a:pt x="10999" y="9324"/>
                  </a:lnTo>
                  <a:lnTo>
                    <a:pt x="10615" y="9264"/>
                  </a:lnTo>
                  <a:lnTo>
                    <a:pt x="10272" y="9183"/>
                  </a:lnTo>
                  <a:lnTo>
                    <a:pt x="9546" y="9021"/>
                  </a:lnTo>
                  <a:lnTo>
                    <a:pt x="8839" y="8840"/>
                  </a:lnTo>
                  <a:lnTo>
                    <a:pt x="7810" y="8577"/>
                  </a:lnTo>
                  <a:lnTo>
                    <a:pt x="7306" y="8476"/>
                  </a:lnTo>
                  <a:lnTo>
                    <a:pt x="6781" y="8376"/>
                  </a:lnTo>
                  <a:lnTo>
                    <a:pt x="6055" y="8295"/>
                  </a:lnTo>
                  <a:lnTo>
                    <a:pt x="5328" y="8234"/>
                  </a:lnTo>
                  <a:lnTo>
                    <a:pt x="4622" y="8214"/>
                  </a:lnTo>
                  <a:lnTo>
                    <a:pt x="3895" y="8214"/>
                  </a:lnTo>
                  <a:lnTo>
                    <a:pt x="2866" y="8194"/>
                  </a:lnTo>
                  <a:lnTo>
                    <a:pt x="2341" y="8174"/>
                  </a:lnTo>
                  <a:lnTo>
                    <a:pt x="1837" y="8133"/>
                  </a:lnTo>
                  <a:lnTo>
                    <a:pt x="1393" y="8073"/>
                  </a:lnTo>
                  <a:lnTo>
                    <a:pt x="1171" y="8033"/>
                  </a:lnTo>
                  <a:lnTo>
                    <a:pt x="969" y="7972"/>
                  </a:lnTo>
                  <a:lnTo>
                    <a:pt x="767" y="7871"/>
                  </a:lnTo>
                  <a:lnTo>
                    <a:pt x="586" y="7770"/>
                  </a:lnTo>
                  <a:lnTo>
                    <a:pt x="404" y="7629"/>
                  </a:lnTo>
                  <a:lnTo>
                    <a:pt x="283" y="7467"/>
                  </a:lnTo>
                  <a:lnTo>
                    <a:pt x="223" y="7367"/>
                  </a:lnTo>
                  <a:lnTo>
                    <a:pt x="162" y="7246"/>
                  </a:lnTo>
                  <a:lnTo>
                    <a:pt x="101" y="7024"/>
                  </a:lnTo>
                  <a:lnTo>
                    <a:pt x="81" y="6802"/>
                  </a:lnTo>
                  <a:lnTo>
                    <a:pt x="101" y="6580"/>
                  </a:lnTo>
                  <a:lnTo>
                    <a:pt x="142" y="6337"/>
                  </a:lnTo>
                  <a:lnTo>
                    <a:pt x="182" y="6095"/>
                  </a:lnTo>
                  <a:lnTo>
                    <a:pt x="323" y="5611"/>
                  </a:lnTo>
                  <a:lnTo>
                    <a:pt x="445" y="5248"/>
                  </a:lnTo>
                  <a:lnTo>
                    <a:pt x="525" y="4905"/>
                  </a:lnTo>
                  <a:lnTo>
                    <a:pt x="545" y="4723"/>
                  </a:lnTo>
                  <a:lnTo>
                    <a:pt x="566" y="4562"/>
                  </a:lnTo>
                  <a:lnTo>
                    <a:pt x="586" y="4380"/>
                  </a:lnTo>
                  <a:lnTo>
                    <a:pt x="566" y="4218"/>
                  </a:lnTo>
                  <a:lnTo>
                    <a:pt x="485" y="3795"/>
                  </a:lnTo>
                  <a:lnTo>
                    <a:pt x="384" y="3391"/>
                  </a:lnTo>
                  <a:lnTo>
                    <a:pt x="263" y="2887"/>
                  </a:lnTo>
                  <a:lnTo>
                    <a:pt x="223" y="2644"/>
                  </a:lnTo>
                  <a:lnTo>
                    <a:pt x="182" y="2382"/>
                  </a:lnTo>
                  <a:lnTo>
                    <a:pt x="202" y="2140"/>
                  </a:lnTo>
                  <a:lnTo>
                    <a:pt x="243" y="1898"/>
                  </a:lnTo>
                  <a:lnTo>
                    <a:pt x="323" y="1656"/>
                  </a:lnTo>
                  <a:lnTo>
                    <a:pt x="445" y="1393"/>
                  </a:lnTo>
                  <a:lnTo>
                    <a:pt x="566" y="1212"/>
                  </a:lnTo>
                  <a:lnTo>
                    <a:pt x="707" y="1050"/>
                  </a:lnTo>
                  <a:lnTo>
                    <a:pt x="868" y="889"/>
                  </a:lnTo>
                  <a:lnTo>
                    <a:pt x="1030" y="748"/>
                  </a:lnTo>
                  <a:lnTo>
                    <a:pt x="1211" y="626"/>
                  </a:lnTo>
                  <a:lnTo>
                    <a:pt x="1393" y="526"/>
                  </a:lnTo>
                  <a:lnTo>
                    <a:pt x="1595" y="425"/>
                  </a:lnTo>
                  <a:lnTo>
                    <a:pt x="1797" y="344"/>
                  </a:lnTo>
                  <a:lnTo>
                    <a:pt x="2019" y="283"/>
                  </a:lnTo>
                  <a:lnTo>
                    <a:pt x="2241" y="223"/>
                  </a:lnTo>
                  <a:lnTo>
                    <a:pt x="2705" y="142"/>
                  </a:lnTo>
                  <a:lnTo>
                    <a:pt x="3189" y="82"/>
                  </a:lnTo>
                  <a:close/>
                  <a:moveTo>
                    <a:pt x="3552" y="1"/>
                  </a:moveTo>
                  <a:lnTo>
                    <a:pt x="3088" y="21"/>
                  </a:lnTo>
                  <a:lnTo>
                    <a:pt x="2604" y="61"/>
                  </a:lnTo>
                  <a:lnTo>
                    <a:pt x="2160" y="162"/>
                  </a:lnTo>
                  <a:lnTo>
                    <a:pt x="1938" y="223"/>
                  </a:lnTo>
                  <a:lnTo>
                    <a:pt x="1716" y="283"/>
                  </a:lnTo>
                  <a:lnTo>
                    <a:pt x="1514" y="384"/>
                  </a:lnTo>
                  <a:lnTo>
                    <a:pt x="1312" y="465"/>
                  </a:lnTo>
                  <a:lnTo>
                    <a:pt x="1131" y="586"/>
                  </a:lnTo>
                  <a:lnTo>
                    <a:pt x="949" y="707"/>
                  </a:lnTo>
                  <a:lnTo>
                    <a:pt x="788" y="848"/>
                  </a:lnTo>
                  <a:lnTo>
                    <a:pt x="646" y="990"/>
                  </a:lnTo>
                  <a:lnTo>
                    <a:pt x="505" y="1171"/>
                  </a:lnTo>
                  <a:lnTo>
                    <a:pt x="384" y="1353"/>
                  </a:lnTo>
                  <a:lnTo>
                    <a:pt x="243" y="1615"/>
                  </a:lnTo>
                  <a:lnTo>
                    <a:pt x="162" y="1878"/>
                  </a:lnTo>
                  <a:lnTo>
                    <a:pt x="122" y="2140"/>
                  </a:lnTo>
                  <a:lnTo>
                    <a:pt x="101" y="2382"/>
                  </a:lnTo>
                  <a:lnTo>
                    <a:pt x="142" y="2644"/>
                  </a:lnTo>
                  <a:lnTo>
                    <a:pt x="182" y="2887"/>
                  </a:lnTo>
                  <a:lnTo>
                    <a:pt x="303" y="3411"/>
                  </a:lnTo>
                  <a:lnTo>
                    <a:pt x="404" y="3815"/>
                  </a:lnTo>
                  <a:lnTo>
                    <a:pt x="485" y="4218"/>
                  </a:lnTo>
                  <a:lnTo>
                    <a:pt x="505" y="4380"/>
                  </a:lnTo>
                  <a:lnTo>
                    <a:pt x="485" y="4541"/>
                  </a:lnTo>
                  <a:lnTo>
                    <a:pt x="445" y="4884"/>
                  </a:lnTo>
                  <a:lnTo>
                    <a:pt x="364" y="5227"/>
                  </a:lnTo>
                  <a:lnTo>
                    <a:pt x="263" y="5591"/>
                  </a:lnTo>
                  <a:lnTo>
                    <a:pt x="101" y="6075"/>
                  </a:lnTo>
                  <a:lnTo>
                    <a:pt x="61" y="6337"/>
                  </a:lnTo>
                  <a:lnTo>
                    <a:pt x="21" y="6580"/>
                  </a:lnTo>
                  <a:lnTo>
                    <a:pt x="1" y="6822"/>
                  </a:lnTo>
                  <a:lnTo>
                    <a:pt x="41" y="7064"/>
                  </a:lnTo>
                  <a:lnTo>
                    <a:pt x="101" y="7286"/>
                  </a:lnTo>
                  <a:lnTo>
                    <a:pt x="142" y="7387"/>
                  </a:lnTo>
                  <a:lnTo>
                    <a:pt x="202" y="7508"/>
                  </a:lnTo>
                  <a:lnTo>
                    <a:pt x="344" y="7689"/>
                  </a:lnTo>
                  <a:lnTo>
                    <a:pt x="525" y="7831"/>
                  </a:lnTo>
                  <a:lnTo>
                    <a:pt x="727" y="7952"/>
                  </a:lnTo>
                  <a:lnTo>
                    <a:pt x="929" y="8033"/>
                  </a:lnTo>
                  <a:lnTo>
                    <a:pt x="1151" y="8113"/>
                  </a:lnTo>
                  <a:lnTo>
                    <a:pt x="1373" y="8154"/>
                  </a:lnTo>
                  <a:lnTo>
                    <a:pt x="1817" y="8214"/>
                  </a:lnTo>
                  <a:lnTo>
                    <a:pt x="2341" y="8255"/>
                  </a:lnTo>
                  <a:lnTo>
                    <a:pt x="2866" y="8275"/>
                  </a:lnTo>
                  <a:lnTo>
                    <a:pt x="3895" y="8295"/>
                  </a:lnTo>
                  <a:lnTo>
                    <a:pt x="4602" y="8295"/>
                  </a:lnTo>
                  <a:lnTo>
                    <a:pt x="5328" y="8315"/>
                  </a:lnTo>
                  <a:lnTo>
                    <a:pt x="6055" y="8376"/>
                  </a:lnTo>
                  <a:lnTo>
                    <a:pt x="6761" y="8456"/>
                  </a:lnTo>
                  <a:lnTo>
                    <a:pt x="7286" y="8557"/>
                  </a:lnTo>
                  <a:lnTo>
                    <a:pt x="7790" y="8658"/>
                  </a:lnTo>
                  <a:lnTo>
                    <a:pt x="8819" y="8920"/>
                  </a:lnTo>
                  <a:lnTo>
                    <a:pt x="9526" y="9102"/>
                  </a:lnTo>
                  <a:lnTo>
                    <a:pt x="10252" y="9264"/>
                  </a:lnTo>
                  <a:lnTo>
                    <a:pt x="10615" y="9344"/>
                  </a:lnTo>
                  <a:lnTo>
                    <a:pt x="10979" y="9385"/>
                  </a:lnTo>
                  <a:lnTo>
                    <a:pt x="11342" y="9445"/>
                  </a:lnTo>
                  <a:lnTo>
                    <a:pt x="11725" y="9465"/>
                  </a:lnTo>
                  <a:lnTo>
                    <a:pt x="12048" y="9485"/>
                  </a:lnTo>
                  <a:lnTo>
                    <a:pt x="12351" y="9465"/>
                  </a:lnTo>
                  <a:lnTo>
                    <a:pt x="12674" y="9445"/>
                  </a:lnTo>
                  <a:lnTo>
                    <a:pt x="12997" y="9405"/>
                  </a:lnTo>
                  <a:lnTo>
                    <a:pt x="13319" y="9324"/>
                  </a:lnTo>
                  <a:lnTo>
                    <a:pt x="13662" y="9223"/>
                  </a:lnTo>
                  <a:lnTo>
                    <a:pt x="13985" y="9102"/>
                  </a:lnTo>
                  <a:lnTo>
                    <a:pt x="14288" y="8941"/>
                  </a:lnTo>
                  <a:lnTo>
                    <a:pt x="14591" y="8739"/>
                  </a:lnTo>
                  <a:lnTo>
                    <a:pt x="14873" y="8497"/>
                  </a:lnTo>
                  <a:lnTo>
                    <a:pt x="15115" y="8234"/>
                  </a:lnTo>
                  <a:lnTo>
                    <a:pt x="15337" y="7932"/>
                  </a:lnTo>
                  <a:lnTo>
                    <a:pt x="15499" y="7609"/>
                  </a:lnTo>
                  <a:lnTo>
                    <a:pt x="15660" y="7286"/>
                  </a:lnTo>
                  <a:lnTo>
                    <a:pt x="15761" y="6923"/>
                  </a:lnTo>
                  <a:lnTo>
                    <a:pt x="15822" y="6559"/>
                  </a:lnTo>
                  <a:lnTo>
                    <a:pt x="15862" y="6176"/>
                  </a:lnTo>
                  <a:lnTo>
                    <a:pt x="15842" y="5833"/>
                  </a:lnTo>
                  <a:lnTo>
                    <a:pt x="15802" y="5470"/>
                  </a:lnTo>
                  <a:lnTo>
                    <a:pt x="15701" y="5106"/>
                  </a:lnTo>
                  <a:lnTo>
                    <a:pt x="15580" y="4763"/>
                  </a:lnTo>
                  <a:lnTo>
                    <a:pt x="15418" y="4440"/>
                  </a:lnTo>
                  <a:lnTo>
                    <a:pt x="15236" y="4118"/>
                  </a:lnTo>
                  <a:lnTo>
                    <a:pt x="15015" y="3815"/>
                  </a:lnTo>
                  <a:lnTo>
                    <a:pt x="14772" y="3532"/>
                  </a:lnTo>
                  <a:lnTo>
                    <a:pt x="14490" y="3270"/>
                  </a:lnTo>
                  <a:lnTo>
                    <a:pt x="14187" y="3028"/>
                  </a:lnTo>
                  <a:lnTo>
                    <a:pt x="13864" y="2826"/>
                  </a:lnTo>
                  <a:lnTo>
                    <a:pt x="13541" y="2624"/>
                  </a:lnTo>
                  <a:lnTo>
                    <a:pt x="13198" y="2463"/>
                  </a:lnTo>
                  <a:lnTo>
                    <a:pt x="12855" y="2301"/>
                  </a:lnTo>
                  <a:lnTo>
                    <a:pt x="12189" y="2039"/>
                  </a:lnTo>
                  <a:lnTo>
                    <a:pt x="11523" y="1777"/>
                  </a:lnTo>
                  <a:lnTo>
                    <a:pt x="10857" y="1535"/>
                  </a:lnTo>
                  <a:lnTo>
                    <a:pt x="10191" y="1313"/>
                  </a:lnTo>
                  <a:lnTo>
                    <a:pt x="9505" y="1111"/>
                  </a:lnTo>
                  <a:lnTo>
                    <a:pt x="8819" y="909"/>
                  </a:lnTo>
                  <a:lnTo>
                    <a:pt x="8133" y="707"/>
                  </a:lnTo>
                  <a:lnTo>
                    <a:pt x="7447" y="546"/>
                  </a:lnTo>
                  <a:lnTo>
                    <a:pt x="6761" y="384"/>
                  </a:lnTo>
                  <a:lnTo>
                    <a:pt x="6176" y="263"/>
                  </a:lnTo>
                  <a:lnTo>
                    <a:pt x="5389" y="142"/>
                  </a:lnTo>
                  <a:lnTo>
                    <a:pt x="4965" y="82"/>
                  </a:lnTo>
                  <a:lnTo>
                    <a:pt x="4501" y="21"/>
                  </a:lnTo>
                  <a:lnTo>
                    <a:pt x="403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7"/>
            <p:cNvSpPr/>
            <p:nvPr/>
          </p:nvSpPr>
          <p:spPr>
            <a:xfrm flipH="1">
              <a:off x="-3290097" y="-5084743"/>
              <a:ext cx="669045" cy="364461"/>
            </a:xfrm>
            <a:custGeom>
              <a:rect b="b" l="l" r="r" t="t"/>
              <a:pathLst>
                <a:path extrusionOk="0" h="6519" w="11967">
                  <a:moveTo>
                    <a:pt x="6216" y="81"/>
                  </a:moveTo>
                  <a:lnTo>
                    <a:pt x="6720" y="121"/>
                  </a:lnTo>
                  <a:lnTo>
                    <a:pt x="7204" y="202"/>
                  </a:lnTo>
                  <a:lnTo>
                    <a:pt x="7709" y="283"/>
                  </a:lnTo>
                  <a:lnTo>
                    <a:pt x="8173" y="404"/>
                  </a:lnTo>
                  <a:lnTo>
                    <a:pt x="8657" y="565"/>
                  </a:lnTo>
                  <a:lnTo>
                    <a:pt x="9121" y="727"/>
                  </a:lnTo>
                  <a:lnTo>
                    <a:pt x="9565" y="929"/>
                  </a:lnTo>
                  <a:lnTo>
                    <a:pt x="9868" y="1090"/>
                  </a:lnTo>
                  <a:lnTo>
                    <a:pt x="10171" y="1272"/>
                  </a:lnTo>
                  <a:lnTo>
                    <a:pt x="10433" y="1433"/>
                  </a:lnTo>
                  <a:lnTo>
                    <a:pt x="10675" y="1615"/>
                  </a:lnTo>
                  <a:lnTo>
                    <a:pt x="10897" y="1796"/>
                  </a:lnTo>
                  <a:lnTo>
                    <a:pt x="11099" y="1998"/>
                  </a:lnTo>
                  <a:lnTo>
                    <a:pt x="11261" y="2200"/>
                  </a:lnTo>
                  <a:lnTo>
                    <a:pt x="11422" y="2402"/>
                  </a:lnTo>
                  <a:lnTo>
                    <a:pt x="11583" y="2684"/>
                  </a:lnTo>
                  <a:lnTo>
                    <a:pt x="11725" y="2967"/>
                  </a:lnTo>
                  <a:lnTo>
                    <a:pt x="11805" y="3270"/>
                  </a:lnTo>
                  <a:lnTo>
                    <a:pt x="11866" y="3552"/>
                  </a:lnTo>
                  <a:lnTo>
                    <a:pt x="11886" y="3855"/>
                  </a:lnTo>
                  <a:lnTo>
                    <a:pt x="11866" y="4137"/>
                  </a:lnTo>
                  <a:lnTo>
                    <a:pt x="11805" y="4420"/>
                  </a:lnTo>
                  <a:lnTo>
                    <a:pt x="11725" y="4662"/>
                  </a:lnTo>
                  <a:lnTo>
                    <a:pt x="11644" y="4823"/>
                  </a:lnTo>
                  <a:lnTo>
                    <a:pt x="11543" y="4965"/>
                  </a:lnTo>
                  <a:lnTo>
                    <a:pt x="11442" y="5106"/>
                  </a:lnTo>
                  <a:lnTo>
                    <a:pt x="11321" y="5247"/>
                  </a:lnTo>
                  <a:lnTo>
                    <a:pt x="11180" y="5388"/>
                  </a:lnTo>
                  <a:lnTo>
                    <a:pt x="11039" y="5510"/>
                  </a:lnTo>
                  <a:lnTo>
                    <a:pt x="10877" y="5631"/>
                  </a:lnTo>
                  <a:lnTo>
                    <a:pt x="10695" y="5752"/>
                  </a:lnTo>
                  <a:lnTo>
                    <a:pt x="10494" y="5853"/>
                  </a:lnTo>
                  <a:lnTo>
                    <a:pt x="10292" y="5953"/>
                  </a:lnTo>
                  <a:lnTo>
                    <a:pt x="10070" y="6054"/>
                  </a:lnTo>
                  <a:lnTo>
                    <a:pt x="9848" y="6135"/>
                  </a:lnTo>
                  <a:lnTo>
                    <a:pt x="9606" y="6216"/>
                  </a:lnTo>
                  <a:lnTo>
                    <a:pt x="9364" y="6276"/>
                  </a:lnTo>
                  <a:lnTo>
                    <a:pt x="8859" y="6377"/>
                  </a:lnTo>
                  <a:lnTo>
                    <a:pt x="8314" y="6438"/>
                  </a:lnTo>
                  <a:lnTo>
                    <a:pt x="7729" y="6438"/>
                  </a:lnTo>
                  <a:lnTo>
                    <a:pt x="7103" y="6418"/>
                  </a:lnTo>
                  <a:lnTo>
                    <a:pt x="6438" y="6357"/>
                  </a:lnTo>
                  <a:lnTo>
                    <a:pt x="5731" y="6256"/>
                  </a:lnTo>
                  <a:lnTo>
                    <a:pt x="5025" y="6115"/>
                  </a:lnTo>
                  <a:lnTo>
                    <a:pt x="4339" y="5953"/>
                  </a:lnTo>
                  <a:lnTo>
                    <a:pt x="3653" y="5772"/>
                  </a:lnTo>
                  <a:lnTo>
                    <a:pt x="2987" y="5550"/>
                  </a:lnTo>
                  <a:lnTo>
                    <a:pt x="2321" y="5308"/>
                  </a:lnTo>
                  <a:lnTo>
                    <a:pt x="1655" y="5025"/>
                  </a:lnTo>
                  <a:lnTo>
                    <a:pt x="1009" y="4722"/>
                  </a:lnTo>
                  <a:lnTo>
                    <a:pt x="787" y="4581"/>
                  </a:lnTo>
                  <a:lnTo>
                    <a:pt x="585" y="4460"/>
                  </a:lnTo>
                  <a:lnTo>
                    <a:pt x="424" y="4299"/>
                  </a:lnTo>
                  <a:lnTo>
                    <a:pt x="283" y="4137"/>
                  </a:lnTo>
                  <a:lnTo>
                    <a:pt x="182" y="3956"/>
                  </a:lnTo>
                  <a:lnTo>
                    <a:pt x="121" y="3754"/>
                  </a:lnTo>
                  <a:lnTo>
                    <a:pt x="81" y="3552"/>
                  </a:lnTo>
                  <a:lnTo>
                    <a:pt x="81" y="3350"/>
                  </a:lnTo>
                  <a:lnTo>
                    <a:pt x="101" y="3148"/>
                  </a:lnTo>
                  <a:lnTo>
                    <a:pt x="141" y="2947"/>
                  </a:lnTo>
                  <a:lnTo>
                    <a:pt x="222" y="2745"/>
                  </a:lnTo>
                  <a:lnTo>
                    <a:pt x="303" y="2543"/>
                  </a:lnTo>
                  <a:lnTo>
                    <a:pt x="424" y="2341"/>
                  </a:lnTo>
                  <a:lnTo>
                    <a:pt x="545" y="2139"/>
                  </a:lnTo>
                  <a:lnTo>
                    <a:pt x="686" y="1958"/>
                  </a:lnTo>
                  <a:lnTo>
                    <a:pt x="827" y="1776"/>
                  </a:lnTo>
                  <a:lnTo>
                    <a:pt x="989" y="1595"/>
                  </a:lnTo>
                  <a:lnTo>
                    <a:pt x="1171" y="1433"/>
                  </a:lnTo>
                  <a:lnTo>
                    <a:pt x="1352" y="1272"/>
                  </a:lnTo>
                  <a:lnTo>
                    <a:pt x="1534" y="1130"/>
                  </a:lnTo>
                  <a:lnTo>
                    <a:pt x="1715" y="1009"/>
                  </a:lnTo>
                  <a:lnTo>
                    <a:pt x="1917" y="888"/>
                  </a:lnTo>
                  <a:lnTo>
                    <a:pt x="2099" y="787"/>
                  </a:lnTo>
                  <a:lnTo>
                    <a:pt x="2301" y="707"/>
                  </a:lnTo>
                  <a:lnTo>
                    <a:pt x="2724" y="565"/>
                  </a:lnTo>
                  <a:lnTo>
                    <a:pt x="3148" y="424"/>
                  </a:lnTo>
                  <a:lnTo>
                    <a:pt x="3572" y="323"/>
                  </a:lnTo>
                  <a:lnTo>
                    <a:pt x="3996" y="222"/>
                  </a:lnTo>
                  <a:lnTo>
                    <a:pt x="4419" y="162"/>
                  </a:lnTo>
                  <a:lnTo>
                    <a:pt x="4863" y="121"/>
                  </a:lnTo>
                  <a:lnTo>
                    <a:pt x="5287" y="81"/>
                  </a:lnTo>
                  <a:close/>
                  <a:moveTo>
                    <a:pt x="5550" y="0"/>
                  </a:moveTo>
                  <a:lnTo>
                    <a:pt x="5085" y="21"/>
                  </a:lnTo>
                  <a:lnTo>
                    <a:pt x="4601" y="61"/>
                  </a:lnTo>
                  <a:lnTo>
                    <a:pt x="4137" y="121"/>
                  </a:lnTo>
                  <a:lnTo>
                    <a:pt x="3653" y="222"/>
                  </a:lnTo>
                  <a:lnTo>
                    <a:pt x="3189" y="323"/>
                  </a:lnTo>
                  <a:lnTo>
                    <a:pt x="2724" y="464"/>
                  </a:lnTo>
                  <a:lnTo>
                    <a:pt x="2260" y="626"/>
                  </a:lnTo>
                  <a:lnTo>
                    <a:pt x="2079" y="707"/>
                  </a:lnTo>
                  <a:lnTo>
                    <a:pt x="1877" y="808"/>
                  </a:lnTo>
                  <a:lnTo>
                    <a:pt x="1675" y="929"/>
                  </a:lnTo>
                  <a:lnTo>
                    <a:pt x="1493" y="1070"/>
                  </a:lnTo>
                  <a:lnTo>
                    <a:pt x="1292" y="1211"/>
                  </a:lnTo>
                  <a:lnTo>
                    <a:pt x="1110" y="1373"/>
                  </a:lnTo>
                  <a:lnTo>
                    <a:pt x="928" y="1554"/>
                  </a:lnTo>
                  <a:lnTo>
                    <a:pt x="767" y="1716"/>
                  </a:lnTo>
                  <a:lnTo>
                    <a:pt x="605" y="1917"/>
                  </a:lnTo>
                  <a:lnTo>
                    <a:pt x="464" y="2119"/>
                  </a:lnTo>
                  <a:lnTo>
                    <a:pt x="343" y="2301"/>
                  </a:lnTo>
                  <a:lnTo>
                    <a:pt x="242" y="2523"/>
                  </a:lnTo>
                  <a:lnTo>
                    <a:pt x="141" y="2725"/>
                  </a:lnTo>
                  <a:lnTo>
                    <a:pt x="81" y="2926"/>
                  </a:lnTo>
                  <a:lnTo>
                    <a:pt x="20" y="3128"/>
                  </a:lnTo>
                  <a:lnTo>
                    <a:pt x="0" y="3330"/>
                  </a:lnTo>
                  <a:lnTo>
                    <a:pt x="0" y="3572"/>
                  </a:lnTo>
                  <a:lnTo>
                    <a:pt x="40" y="3774"/>
                  </a:lnTo>
                  <a:lnTo>
                    <a:pt x="121" y="3976"/>
                  </a:lnTo>
                  <a:lnTo>
                    <a:pt x="222" y="4178"/>
                  </a:lnTo>
                  <a:lnTo>
                    <a:pt x="363" y="4339"/>
                  </a:lnTo>
                  <a:lnTo>
                    <a:pt x="525" y="4501"/>
                  </a:lnTo>
                  <a:lnTo>
                    <a:pt x="747" y="4662"/>
                  </a:lnTo>
                  <a:lnTo>
                    <a:pt x="969" y="4783"/>
                  </a:lnTo>
                  <a:lnTo>
                    <a:pt x="1614" y="5106"/>
                  </a:lnTo>
                  <a:lnTo>
                    <a:pt x="2280" y="5368"/>
                  </a:lnTo>
                  <a:lnTo>
                    <a:pt x="2946" y="5631"/>
                  </a:lnTo>
                  <a:lnTo>
                    <a:pt x="3632" y="5853"/>
                  </a:lnTo>
                  <a:lnTo>
                    <a:pt x="4319" y="6034"/>
                  </a:lnTo>
                  <a:lnTo>
                    <a:pt x="5025" y="6196"/>
                  </a:lnTo>
                  <a:lnTo>
                    <a:pt x="5731" y="6337"/>
                  </a:lnTo>
                  <a:lnTo>
                    <a:pt x="6438" y="6438"/>
                  </a:lnTo>
                  <a:lnTo>
                    <a:pt x="7144" y="6498"/>
                  </a:lnTo>
                  <a:lnTo>
                    <a:pt x="7790" y="6519"/>
                  </a:lnTo>
                  <a:lnTo>
                    <a:pt x="8234" y="6519"/>
                  </a:lnTo>
                  <a:lnTo>
                    <a:pt x="8637" y="6478"/>
                  </a:lnTo>
                  <a:lnTo>
                    <a:pt x="9041" y="6418"/>
                  </a:lnTo>
                  <a:lnTo>
                    <a:pt x="9424" y="6357"/>
                  </a:lnTo>
                  <a:lnTo>
                    <a:pt x="9767" y="6256"/>
                  </a:lnTo>
                  <a:lnTo>
                    <a:pt x="10110" y="6135"/>
                  </a:lnTo>
                  <a:lnTo>
                    <a:pt x="10433" y="5974"/>
                  </a:lnTo>
                  <a:lnTo>
                    <a:pt x="10736" y="5812"/>
                  </a:lnTo>
                  <a:lnTo>
                    <a:pt x="10917" y="5691"/>
                  </a:lnTo>
                  <a:lnTo>
                    <a:pt x="11079" y="5570"/>
                  </a:lnTo>
                  <a:lnTo>
                    <a:pt x="11240" y="5429"/>
                  </a:lnTo>
                  <a:lnTo>
                    <a:pt x="11382" y="5308"/>
                  </a:lnTo>
                  <a:lnTo>
                    <a:pt x="11503" y="5166"/>
                  </a:lnTo>
                  <a:lnTo>
                    <a:pt x="11604" y="5005"/>
                  </a:lnTo>
                  <a:lnTo>
                    <a:pt x="11704" y="4864"/>
                  </a:lnTo>
                  <a:lnTo>
                    <a:pt x="11785" y="4702"/>
                  </a:lnTo>
                  <a:lnTo>
                    <a:pt x="11886" y="4440"/>
                  </a:lnTo>
                  <a:lnTo>
                    <a:pt x="11947" y="4137"/>
                  </a:lnTo>
                  <a:lnTo>
                    <a:pt x="11967" y="3855"/>
                  </a:lnTo>
                  <a:lnTo>
                    <a:pt x="11947" y="3552"/>
                  </a:lnTo>
                  <a:lnTo>
                    <a:pt x="11886" y="3249"/>
                  </a:lnTo>
                  <a:lnTo>
                    <a:pt x="11805" y="2947"/>
                  </a:lnTo>
                  <a:lnTo>
                    <a:pt x="11664" y="2644"/>
                  </a:lnTo>
                  <a:lnTo>
                    <a:pt x="11483" y="2361"/>
                  </a:lnTo>
                  <a:lnTo>
                    <a:pt x="11341" y="2160"/>
                  </a:lnTo>
                  <a:lnTo>
                    <a:pt x="11160" y="1938"/>
                  </a:lnTo>
                  <a:lnTo>
                    <a:pt x="10958" y="1736"/>
                  </a:lnTo>
                  <a:lnTo>
                    <a:pt x="10716" y="1554"/>
                  </a:lnTo>
                  <a:lnTo>
                    <a:pt x="10474" y="1373"/>
                  </a:lnTo>
                  <a:lnTo>
                    <a:pt x="10211" y="1191"/>
                  </a:lnTo>
                  <a:lnTo>
                    <a:pt x="9908" y="1030"/>
                  </a:lnTo>
                  <a:lnTo>
                    <a:pt x="9606" y="868"/>
                  </a:lnTo>
                  <a:lnTo>
                    <a:pt x="9182" y="666"/>
                  </a:lnTo>
                  <a:lnTo>
                    <a:pt x="8758" y="505"/>
                  </a:lnTo>
                  <a:lnTo>
                    <a:pt x="8314" y="364"/>
                  </a:lnTo>
                  <a:lnTo>
                    <a:pt x="7870" y="243"/>
                  </a:lnTo>
                  <a:lnTo>
                    <a:pt x="7406" y="142"/>
                  </a:lnTo>
                  <a:lnTo>
                    <a:pt x="6942" y="81"/>
                  </a:lnTo>
                  <a:lnTo>
                    <a:pt x="6478" y="21"/>
                  </a:lnTo>
                  <a:lnTo>
                    <a:pt x="601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7"/>
            <p:cNvSpPr/>
            <p:nvPr/>
          </p:nvSpPr>
          <p:spPr>
            <a:xfrm flipH="1">
              <a:off x="-246264" y="-1063843"/>
              <a:ext cx="235874" cy="188464"/>
            </a:xfrm>
            <a:custGeom>
              <a:rect b="b" l="l" r="r" t="t"/>
              <a:pathLst>
                <a:path extrusionOk="0" h="3371" w="4219">
                  <a:moveTo>
                    <a:pt x="3875" y="81"/>
                  </a:moveTo>
                  <a:lnTo>
                    <a:pt x="3976" y="101"/>
                  </a:lnTo>
                  <a:lnTo>
                    <a:pt x="4057" y="182"/>
                  </a:lnTo>
                  <a:lnTo>
                    <a:pt x="4097" y="263"/>
                  </a:lnTo>
                  <a:lnTo>
                    <a:pt x="4137" y="363"/>
                  </a:lnTo>
                  <a:lnTo>
                    <a:pt x="4137" y="464"/>
                  </a:lnTo>
                  <a:lnTo>
                    <a:pt x="4137" y="585"/>
                  </a:lnTo>
                  <a:lnTo>
                    <a:pt x="4077" y="807"/>
                  </a:lnTo>
                  <a:lnTo>
                    <a:pt x="3936" y="1130"/>
                  </a:lnTo>
                  <a:lnTo>
                    <a:pt x="3794" y="1433"/>
                  </a:lnTo>
                  <a:lnTo>
                    <a:pt x="3613" y="1715"/>
                  </a:lnTo>
                  <a:lnTo>
                    <a:pt x="3411" y="1998"/>
                  </a:lnTo>
                  <a:lnTo>
                    <a:pt x="3189" y="2240"/>
                  </a:lnTo>
                  <a:lnTo>
                    <a:pt x="2947" y="2482"/>
                  </a:lnTo>
                  <a:lnTo>
                    <a:pt x="2684" y="2684"/>
                  </a:lnTo>
                  <a:lnTo>
                    <a:pt x="2422" y="2866"/>
                  </a:lnTo>
                  <a:lnTo>
                    <a:pt x="2180" y="2967"/>
                  </a:lnTo>
                  <a:lnTo>
                    <a:pt x="1897" y="3088"/>
                  </a:lnTo>
                  <a:lnTo>
                    <a:pt x="1575" y="3189"/>
                  </a:lnTo>
                  <a:lnTo>
                    <a:pt x="1252" y="3249"/>
                  </a:lnTo>
                  <a:lnTo>
                    <a:pt x="929" y="3290"/>
                  </a:lnTo>
                  <a:lnTo>
                    <a:pt x="626" y="3290"/>
                  </a:lnTo>
                  <a:lnTo>
                    <a:pt x="505" y="3269"/>
                  </a:lnTo>
                  <a:lnTo>
                    <a:pt x="384" y="3249"/>
                  </a:lnTo>
                  <a:lnTo>
                    <a:pt x="283" y="3209"/>
                  </a:lnTo>
                  <a:lnTo>
                    <a:pt x="202" y="3148"/>
                  </a:lnTo>
                  <a:lnTo>
                    <a:pt x="142" y="3088"/>
                  </a:lnTo>
                  <a:lnTo>
                    <a:pt x="122" y="3007"/>
                  </a:lnTo>
                  <a:lnTo>
                    <a:pt x="101" y="2926"/>
                  </a:lnTo>
                  <a:lnTo>
                    <a:pt x="81" y="2846"/>
                  </a:lnTo>
                  <a:lnTo>
                    <a:pt x="101" y="2745"/>
                  </a:lnTo>
                  <a:lnTo>
                    <a:pt x="122" y="2624"/>
                  </a:lnTo>
                  <a:lnTo>
                    <a:pt x="222" y="2381"/>
                  </a:lnTo>
                  <a:lnTo>
                    <a:pt x="344" y="2159"/>
                  </a:lnTo>
                  <a:lnTo>
                    <a:pt x="485" y="1958"/>
                  </a:lnTo>
                  <a:lnTo>
                    <a:pt x="666" y="1756"/>
                  </a:lnTo>
                  <a:lnTo>
                    <a:pt x="848" y="1574"/>
                  </a:lnTo>
                  <a:lnTo>
                    <a:pt x="1070" y="1393"/>
                  </a:lnTo>
                  <a:lnTo>
                    <a:pt x="1292" y="1231"/>
                  </a:lnTo>
                  <a:lnTo>
                    <a:pt x="1534" y="1070"/>
                  </a:lnTo>
                  <a:lnTo>
                    <a:pt x="1776" y="928"/>
                  </a:lnTo>
                  <a:lnTo>
                    <a:pt x="2261" y="666"/>
                  </a:lnTo>
                  <a:lnTo>
                    <a:pt x="2765" y="444"/>
                  </a:lnTo>
                  <a:lnTo>
                    <a:pt x="3229" y="263"/>
                  </a:lnTo>
                  <a:lnTo>
                    <a:pt x="3653" y="101"/>
                  </a:lnTo>
                  <a:lnTo>
                    <a:pt x="3774" y="81"/>
                  </a:lnTo>
                  <a:close/>
                  <a:moveTo>
                    <a:pt x="3754" y="0"/>
                  </a:moveTo>
                  <a:lnTo>
                    <a:pt x="3633" y="41"/>
                  </a:lnTo>
                  <a:lnTo>
                    <a:pt x="3209" y="182"/>
                  </a:lnTo>
                  <a:lnTo>
                    <a:pt x="2725" y="363"/>
                  </a:lnTo>
                  <a:lnTo>
                    <a:pt x="2220" y="606"/>
                  </a:lnTo>
                  <a:lnTo>
                    <a:pt x="1716" y="868"/>
                  </a:lnTo>
                  <a:lnTo>
                    <a:pt x="1474" y="1009"/>
                  </a:lnTo>
                  <a:lnTo>
                    <a:pt x="1231" y="1171"/>
                  </a:lnTo>
                  <a:lnTo>
                    <a:pt x="1009" y="1352"/>
                  </a:lnTo>
                  <a:lnTo>
                    <a:pt x="787" y="1514"/>
                  </a:lnTo>
                  <a:lnTo>
                    <a:pt x="606" y="1715"/>
                  </a:lnTo>
                  <a:lnTo>
                    <a:pt x="424" y="1917"/>
                  </a:lnTo>
                  <a:lnTo>
                    <a:pt x="283" y="2119"/>
                  </a:lnTo>
                  <a:lnTo>
                    <a:pt x="142" y="2341"/>
                  </a:lnTo>
                  <a:lnTo>
                    <a:pt x="81" y="2482"/>
                  </a:lnTo>
                  <a:lnTo>
                    <a:pt x="41" y="2624"/>
                  </a:lnTo>
                  <a:lnTo>
                    <a:pt x="21" y="2745"/>
                  </a:lnTo>
                  <a:lnTo>
                    <a:pt x="0" y="2866"/>
                  </a:lnTo>
                  <a:lnTo>
                    <a:pt x="21" y="2967"/>
                  </a:lnTo>
                  <a:lnTo>
                    <a:pt x="41" y="3047"/>
                  </a:lnTo>
                  <a:lnTo>
                    <a:pt x="81" y="3128"/>
                  </a:lnTo>
                  <a:lnTo>
                    <a:pt x="142" y="3209"/>
                  </a:lnTo>
                  <a:lnTo>
                    <a:pt x="263" y="3290"/>
                  </a:lnTo>
                  <a:lnTo>
                    <a:pt x="404" y="3330"/>
                  </a:lnTo>
                  <a:lnTo>
                    <a:pt x="586" y="3370"/>
                  </a:lnTo>
                  <a:lnTo>
                    <a:pt x="989" y="3370"/>
                  </a:lnTo>
                  <a:lnTo>
                    <a:pt x="1211" y="3350"/>
                  </a:lnTo>
                  <a:lnTo>
                    <a:pt x="1453" y="3290"/>
                  </a:lnTo>
                  <a:lnTo>
                    <a:pt x="1675" y="3229"/>
                  </a:lnTo>
                  <a:lnTo>
                    <a:pt x="2119" y="3088"/>
                  </a:lnTo>
                  <a:lnTo>
                    <a:pt x="2301" y="3007"/>
                  </a:lnTo>
                  <a:lnTo>
                    <a:pt x="2462" y="2926"/>
                  </a:lnTo>
                  <a:lnTo>
                    <a:pt x="2745" y="2745"/>
                  </a:lnTo>
                  <a:lnTo>
                    <a:pt x="3007" y="2543"/>
                  </a:lnTo>
                  <a:lnTo>
                    <a:pt x="3249" y="2301"/>
                  </a:lnTo>
                  <a:lnTo>
                    <a:pt x="3471" y="2038"/>
                  </a:lnTo>
                  <a:lnTo>
                    <a:pt x="3673" y="1776"/>
                  </a:lnTo>
                  <a:lnTo>
                    <a:pt x="3855" y="1473"/>
                  </a:lnTo>
                  <a:lnTo>
                    <a:pt x="4016" y="1150"/>
                  </a:lnTo>
                  <a:lnTo>
                    <a:pt x="4137" y="828"/>
                  </a:lnTo>
                  <a:lnTo>
                    <a:pt x="4218" y="585"/>
                  </a:lnTo>
                  <a:lnTo>
                    <a:pt x="4218" y="464"/>
                  </a:lnTo>
                  <a:lnTo>
                    <a:pt x="4218" y="343"/>
                  </a:lnTo>
                  <a:lnTo>
                    <a:pt x="4178" y="222"/>
                  </a:lnTo>
                  <a:lnTo>
                    <a:pt x="4097" y="121"/>
                  </a:lnTo>
                  <a:lnTo>
                    <a:pt x="3996" y="41"/>
                  </a:lnTo>
                  <a:lnTo>
                    <a:pt x="39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7"/>
            <p:cNvSpPr/>
            <p:nvPr/>
          </p:nvSpPr>
          <p:spPr>
            <a:xfrm flipH="1">
              <a:off x="-486582" y="-3332637"/>
              <a:ext cx="1826666" cy="1093271"/>
            </a:xfrm>
            <a:custGeom>
              <a:rect b="b" l="l" r="r" t="t"/>
              <a:pathLst>
                <a:path extrusionOk="0" h="19555" w="32673">
                  <a:moveTo>
                    <a:pt x="4340" y="81"/>
                  </a:moveTo>
                  <a:lnTo>
                    <a:pt x="4622" y="101"/>
                  </a:lnTo>
                  <a:lnTo>
                    <a:pt x="4885" y="121"/>
                  </a:lnTo>
                  <a:lnTo>
                    <a:pt x="5167" y="161"/>
                  </a:lnTo>
                  <a:lnTo>
                    <a:pt x="5450" y="222"/>
                  </a:lnTo>
                  <a:lnTo>
                    <a:pt x="5712" y="283"/>
                  </a:lnTo>
                  <a:lnTo>
                    <a:pt x="6216" y="444"/>
                  </a:lnTo>
                  <a:lnTo>
                    <a:pt x="6640" y="626"/>
                  </a:lnTo>
                  <a:lnTo>
                    <a:pt x="7003" y="787"/>
                  </a:lnTo>
                  <a:lnTo>
                    <a:pt x="7266" y="928"/>
                  </a:lnTo>
                  <a:lnTo>
                    <a:pt x="7629" y="1130"/>
                  </a:lnTo>
                  <a:lnTo>
                    <a:pt x="7972" y="1352"/>
                  </a:lnTo>
                  <a:lnTo>
                    <a:pt x="8315" y="1594"/>
                  </a:lnTo>
                  <a:lnTo>
                    <a:pt x="8658" y="1836"/>
                  </a:lnTo>
                  <a:lnTo>
                    <a:pt x="9324" y="2341"/>
                  </a:lnTo>
                  <a:lnTo>
                    <a:pt x="9950" y="2866"/>
                  </a:lnTo>
                  <a:lnTo>
                    <a:pt x="10918" y="3632"/>
                  </a:lnTo>
                  <a:lnTo>
                    <a:pt x="11746" y="4258"/>
                  </a:lnTo>
                  <a:lnTo>
                    <a:pt x="12613" y="4843"/>
                  </a:lnTo>
                  <a:lnTo>
                    <a:pt x="13481" y="5388"/>
                  </a:lnTo>
                  <a:lnTo>
                    <a:pt x="14369" y="5913"/>
                  </a:lnTo>
                  <a:lnTo>
                    <a:pt x="15297" y="6397"/>
                  </a:lnTo>
                  <a:lnTo>
                    <a:pt x="16226" y="6861"/>
                  </a:lnTo>
                  <a:lnTo>
                    <a:pt x="17174" y="7285"/>
                  </a:lnTo>
                  <a:lnTo>
                    <a:pt x="18143" y="7709"/>
                  </a:lnTo>
                  <a:lnTo>
                    <a:pt x="19132" y="8092"/>
                  </a:lnTo>
                  <a:lnTo>
                    <a:pt x="20120" y="8476"/>
                  </a:lnTo>
                  <a:lnTo>
                    <a:pt x="21129" y="8839"/>
                  </a:lnTo>
                  <a:lnTo>
                    <a:pt x="22138" y="9182"/>
                  </a:lnTo>
                  <a:lnTo>
                    <a:pt x="23168" y="9505"/>
                  </a:lnTo>
                  <a:lnTo>
                    <a:pt x="24217" y="9848"/>
                  </a:lnTo>
                  <a:lnTo>
                    <a:pt x="26316" y="10473"/>
                  </a:lnTo>
                  <a:lnTo>
                    <a:pt x="26376" y="10494"/>
                  </a:lnTo>
                  <a:lnTo>
                    <a:pt x="27627" y="10877"/>
                  </a:lnTo>
                  <a:lnTo>
                    <a:pt x="28253" y="11079"/>
                  </a:lnTo>
                  <a:lnTo>
                    <a:pt x="28879" y="11301"/>
                  </a:lnTo>
                  <a:lnTo>
                    <a:pt x="29484" y="11523"/>
                  </a:lnTo>
                  <a:lnTo>
                    <a:pt x="30089" y="11805"/>
                  </a:lnTo>
                  <a:lnTo>
                    <a:pt x="30675" y="12088"/>
                  </a:lnTo>
                  <a:lnTo>
                    <a:pt x="31240" y="12411"/>
                  </a:lnTo>
                  <a:lnTo>
                    <a:pt x="31583" y="12633"/>
                  </a:lnTo>
                  <a:lnTo>
                    <a:pt x="31744" y="12754"/>
                  </a:lnTo>
                  <a:lnTo>
                    <a:pt x="31906" y="12895"/>
                  </a:lnTo>
                  <a:lnTo>
                    <a:pt x="32067" y="13036"/>
                  </a:lnTo>
                  <a:lnTo>
                    <a:pt x="32208" y="13198"/>
                  </a:lnTo>
                  <a:lnTo>
                    <a:pt x="32329" y="13379"/>
                  </a:lnTo>
                  <a:lnTo>
                    <a:pt x="32450" y="13581"/>
                  </a:lnTo>
                  <a:lnTo>
                    <a:pt x="32511" y="13763"/>
                  </a:lnTo>
                  <a:lnTo>
                    <a:pt x="32572" y="13965"/>
                  </a:lnTo>
                  <a:lnTo>
                    <a:pt x="32592" y="14166"/>
                  </a:lnTo>
                  <a:lnTo>
                    <a:pt x="32592" y="14368"/>
                  </a:lnTo>
                  <a:lnTo>
                    <a:pt x="32551" y="14570"/>
                  </a:lnTo>
                  <a:lnTo>
                    <a:pt x="32471" y="14772"/>
                  </a:lnTo>
                  <a:lnTo>
                    <a:pt x="32370" y="14953"/>
                  </a:lnTo>
                  <a:lnTo>
                    <a:pt x="32289" y="15034"/>
                  </a:lnTo>
                  <a:lnTo>
                    <a:pt x="32208" y="15095"/>
                  </a:lnTo>
                  <a:lnTo>
                    <a:pt x="32067" y="15196"/>
                  </a:lnTo>
                  <a:lnTo>
                    <a:pt x="31926" y="15256"/>
                  </a:lnTo>
                  <a:lnTo>
                    <a:pt x="31764" y="15317"/>
                  </a:lnTo>
                  <a:lnTo>
                    <a:pt x="31603" y="15337"/>
                  </a:lnTo>
                  <a:lnTo>
                    <a:pt x="31421" y="15357"/>
                  </a:lnTo>
                  <a:lnTo>
                    <a:pt x="31240" y="15377"/>
                  </a:lnTo>
                  <a:lnTo>
                    <a:pt x="30876" y="15357"/>
                  </a:lnTo>
                  <a:lnTo>
                    <a:pt x="29625" y="15276"/>
                  </a:lnTo>
                  <a:lnTo>
                    <a:pt x="28354" y="15196"/>
                  </a:lnTo>
                  <a:lnTo>
                    <a:pt x="25872" y="14974"/>
                  </a:lnTo>
                  <a:lnTo>
                    <a:pt x="24116" y="14832"/>
                  </a:lnTo>
                  <a:lnTo>
                    <a:pt x="22360" y="14691"/>
                  </a:lnTo>
                  <a:lnTo>
                    <a:pt x="20585" y="14590"/>
                  </a:lnTo>
                  <a:lnTo>
                    <a:pt x="19697" y="14550"/>
                  </a:lnTo>
                  <a:lnTo>
                    <a:pt x="18809" y="14530"/>
                  </a:lnTo>
                  <a:lnTo>
                    <a:pt x="17073" y="14530"/>
                  </a:lnTo>
                  <a:lnTo>
                    <a:pt x="16226" y="14570"/>
                  </a:lnTo>
                  <a:lnTo>
                    <a:pt x="15398" y="14631"/>
                  </a:lnTo>
                  <a:lnTo>
                    <a:pt x="14591" y="14691"/>
                  </a:lnTo>
                  <a:lnTo>
                    <a:pt x="13824" y="14792"/>
                  </a:lnTo>
                  <a:lnTo>
                    <a:pt x="13057" y="14893"/>
                  </a:lnTo>
                  <a:lnTo>
                    <a:pt x="12311" y="15034"/>
                  </a:lnTo>
                  <a:lnTo>
                    <a:pt x="11584" y="15175"/>
                  </a:lnTo>
                  <a:lnTo>
                    <a:pt x="10878" y="15337"/>
                  </a:lnTo>
                  <a:lnTo>
                    <a:pt x="10192" y="15539"/>
                  </a:lnTo>
                  <a:lnTo>
                    <a:pt x="9526" y="15740"/>
                  </a:lnTo>
                  <a:lnTo>
                    <a:pt x="8880" y="15962"/>
                  </a:lnTo>
                  <a:lnTo>
                    <a:pt x="8255" y="16205"/>
                  </a:lnTo>
                  <a:lnTo>
                    <a:pt x="7629" y="16487"/>
                  </a:lnTo>
                  <a:lnTo>
                    <a:pt x="7024" y="16770"/>
                  </a:lnTo>
                  <a:lnTo>
                    <a:pt x="6539" y="17012"/>
                  </a:lnTo>
                  <a:lnTo>
                    <a:pt x="6055" y="17294"/>
                  </a:lnTo>
                  <a:lnTo>
                    <a:pt x="5086" y="17839"/>
                  </a:lnTo>
                  <a:lnTo>
                    <a:pt x="4441" y="18202"/>
                  </a:lnTo>
                  <a:lnTo>
                    <a:pt x="3775" y="18586"/>
                  </a:lnTo>
                  <a:lnTo>
                    <a:pt x="3089" y="18929"/>
                  </a:lnTo>
                  <a:lnTo>
                    <a:pt x="2382" y="19252"/>
                  </a:lnTo>
                  <a:lnTo>
                    <a:pt x="2160" y="19353"/>
                  </a:lnTo>
                  <a:lnTo>
                    <a:pt x="1918" y="19413"/>
                  </a:lnTo>
                  <a:lnTo>
                    <a:pt x="1676" y="19454"/>
                  </a:lnTo>
                  <a:lnTo>
                    <a:pt x="1434" y="19454"/>
                  </a:lnTo>
                  <a:lnTo>
                    <a:pt x="1333" y="19413"/>
                  </a:lnTo>
                  <a:lnTo>
                    <a:pt x="1212" y="19373"/>
                  </a:lnTo>
                  <a:lnTo>
                    <a:pt x="1030" y="19272"/>
                  </a:lnTo>
                  <a:lnTo>
                    <a:pt x="869" y="19111"/>
                  </a:lnTo>
                  <a:lnTo>
                    <a:pt x="748" y="18949"/>
                  </a:lnTo>
                  <a:lnTo>
                    <a:pt x="627" y="18788"/>
                  </a:lnTo>
                  <a:lnTo>
                    <a:pt x="546" y="18606"/>
                  </a:lnTo>
                  <a:lnTo>
                    <a:pt x="425" y="18324"/>
                  </a:lnTo>
                  <a:lnTo>
                    <a:pt x="324" y="18001"/>
                  </a:lnTo>
                  <a:lnTo>
                    <a:pt x="263" y="17678"/>
                  </a:lnTo>
                  <a:lnTo>
                    <a:pt x="203" y="17335"/>
                  </a:lnTo>
                  <a:lnTo>
                    <a:pt x="162" y="16992"/>
                  </a:lnTo>
                  <a:lnTo>
                    <a:pt x="122" y="16326"/>
                  </a:lnTo>
                  <a:lnTo>
                    <a:pt x="102" y="15660"/>
                  </a:lnTo>
                  <a:lnTo>
                    <a:pt x="102" y="14368"/>
                  </a:lnTo>
                  <a:lnTo>
                    <a:pt x="82" y="13137"/>
                  </a:lnTo>
                  <a:lnTo>
                    <a:pt x="102" y="11947"/>
                  </a:lnTo>
                  <a:lnTo>
                    <a:pt x="122" y="10756"/>
                  </a:lnTo>
                  <a:lnTo>
                    <a:pt x="203" y="9485"/>
                  </a:lnTo>
                  <a:lnTo>
                    <a:pt x="324" y="8274"/>
                  </a:lnTo>
                  <a:lnTo>
                    <a:pt x="405" y="7689"/>
                  </a:lnTo>
                  <a:lnTo>
                    <a:pt x="485" y="7124"/>
                  </a:lnTo>
                  <a:lnTo>
                    <a:pt x="586" y="6579"/>
                  </a:lnTo>
                  <a:lnTo>
                    <a:pt x="687" y="6054"/>
                  </a:lnTo>
                  <a:lnTo>
                    <a:pt x="808" y="5529"/>
                  </a:lnTo>
                  <a:lnTo>
                    <a:pt x="929" y="5025"/>
                  </a:lnTo>
                  <a:lnTo>
                    <a:pt x="1071" y="4541"/>
                  </a:lnTo>
                  <a:lnTo>
                    <a:pt x="1232" y="4056"/>
                  </a:lnTo>
                  <a:lnTo>
                    <a:pt x="1393" y="3592"/>
                  </a:lnTo>
                  <a:lnTo>
                    <a:pt x="1555" y="3128"/>
                  </a:lnTo>
                  <a:lnTo>
                    <a:pt x="1736" y="2684"/>
                  </a:lnTo>
                  <a:lnTo>
                    <a:pt x="1938" y="2260"/>
                  </a:lnTo>
                  <a:lnTo>
                    <a:pt x="2039" y="2038"/>
                  </a:lnTo>
                  <a:lnTo>
                    <a:pt x="2301" y="1493"/>
                  </a:lnTo>
                  <a:lnTo>
                    <a:pt x="2463" y="1231"/>
                  </a:lnTo>
                  <a:lnTo>
                    <a:pt x="2624" y="969"/>
                  </a:lnTo>
                  <a:lnTo>
                    <a:pt x="2806" y="727"/>
                  </a:lnTo>
                  <a:lnTo>
                    <a:pt x="3008" y="525"/>
                  </a:lnTo>
                  <a:lnTo>
                    <a:pt x="3129" y="444"/>
                  </a:lnTo>
                  <a:lnTo>
                    <a:pt x="3250" y="363"/>
                  </a:lnTo>
                  <a:lnTo>
                    <a:pt x="3391" y="283"/>
                  </a:lnTo>
                  <a:lnTo>
                    <a:pt x="3532" y="222"/>
                  </a:lnTo>
                  <a:lnTo>
                    <a:pt x="3795" y="161"/>
                  </a:lnTo>
                  <a:lnTo>
                    <a:pt x="4057" y="101"/>
                  </a:lnTo>
                  <a:lnTo>
                    <a:pt x="4340" y="81"/>
                  </a:lnTo>
                  <a:close/>
                  <a:moveTo>
                    <a:pt x="4360" y="0"/>
                  </a:moveTo>
                  <a:lnTo>
                    <a:pt x="3997" y="40"/>
                  </a:lnTo>
                  <a:lnTo>
                    <a:pt x="3714" y="81"/>
                  </a:lnTo>
                  <a:lnTo>
                    <a:pt x="3492" y="161"/>
                  </a:lnTo>
                  <a:lnTo>
                    <a:pt x="3351" y="222"/>
                  </a:lnTo>
                  <a:lnTo>
                    <a:pt x="3210" y="283"/>
                  </a:lnTo>
                  <a:lnTo>
                    <a:pt x="3089" y="363"/>
                  </a:lnTo>
                  <a:lnTo>
                    <a:pt x="2967" y="464"/>
                  </a:lnTo>
                  <a:lnTo>
                    <a:pt x="2745" y="666"/>
                  </a:lnTo>
                  <a:lnTo>
                    <a:pt x="2564" y="908"/>
                  </a:lnTo>
                  <a:lnTo>
                    <a:pt x="2382" y="1170"/>
                  </a:lnTo>
                  <a:lnTo>
                    <a:pt x="2241" y="1453"/>
                  </a:lnTo>
                  <a:lnTo>
                    <a:pt x="1958" y="2018"/>
                  </a:lnTo>
                  <a:lnTo>
                    <a:pt x="1878" y="2220"/>
                  </a:lnTo>
                  <a:lnTo>
                    <a:pt x="1676" y="2664"/>
                  </a:lnTo>
                  <a:lnTo>
                    <a:pt x="1494" y="3108"/>
                  </a:lnTo>
                  <a:lnTo>
                    <a:pt x="1313" y="3552"/>
                  </a:lnTo>
                  <a:lnTo>
                    <a:pt x="1151" y="4036"/>
                  </a:lnTo>
                  <a:lnTo>
                    <a:pt x="990" y="4500"/>
                  </a:lnTo>
                  <a:lnTo>
                    <a:pt x="849" y="5005"/>
                  </a:lnTo>
                  <a:lnTo>
                    <a:pt x="727" y="5509"/>
                  </a:lnTo>
                  <a:lnTo>
                    <a:pt x="606" y="6034"/>
                  </a:lnTo>
                  <a:lnTo>
                    <a:pt x="505" y="6559"/>
                  </a:lnTo>
                  <a:lnTo>
                    <a:pt x="405" y="7103"/>
                  </a:lnTo>
                  <a:lnTo>
                    <a:pt x="324" y="7668"/>
                  </a:lnTo>
                  <a:lnTo>
                    <a:pt x="243" y="8254"/>
                  </a:lnTo>
                  <a:lnTo>
                    <a:pt x="122" y="9464"/>
                  </a:lnTo>
                  <a:lnTo>
                    <a:pt x="41" y="10756"/>
                  </a:lnTo>
                  <a:lnTo>
                    <a:pt x="21" y="11947"/>
                  </a:lnTo>
                  <a:lnTo>
                    <a:pt x="1" y="13137"/>
                  </a:lnTo>
                  <a:lnTo>
                    <a:pt x="21" y="14368"/>
                  </a:lnTo>
                  <a:lnTo>
                    <a:pt x="21" y="15660"/>
                  </a:lnTo>
                  <a:lnTo>
                    <a:pt x="41" y="16326"/>
                  </a:lnTo>
                  <a:lnTo>
                    <a:pt x="82" y="17012"/>
                  </a:lnTo>
                  <a:lnTo>
                    <a:pt x="122" y="17355"/>
                  </a:lnTo>
                  <a:lnTo>
                    <a:pt x="183" y="17678"/>
                  </a:lnTo>
                  <a:lnTo>
                    <a:pt x="263" y="18021"/>
                  </a:lnTo>
                  <a:lnTo>
                    <a:pt x="344" y="18344"/>
                  </a:lnTo>
                  <a:lnTo>
                    <a:pt x="405" y="18505"/>
                  </a:lnTo>
                  <a:lnTo>
                    <a:pt x="485" y="18687"/>
                  </a:lnTo>
                  <a:lnTo>
                    <a:pt x="586" y="18868"/>
                  </a:lnTo>
                  <a:lnTo>
                    <a:pt x="707" y="19030"/>
                  </a:lnTo>
                  <a:lnTo>
                    <a:pt x="849" y="19211"/>
                  </a:lnTo>
                  <a:lnTo>
                    <a:pt x="1010" y="19353"/>
                  </a:lnTo>
                  <a:lnTo>
                    <a:pt x="1192" y="19454"/>
                  </a:lnTo>
                  <a:lnTo>
                    <a:pt x="1313" y="19494"/>
                  </a:lnTo>
                  <a:lnTo>
                    <a:pt x="1414" y="19534"/>
                  </a:lnTo>
                  <a:lnTo>
                    <a:pt x="1615" y="19555"/>
                  </a:lnTo>
                  <a:lnTo>
                    <a:pt x="1817" y="19534"/>
                  </a:lnTo>
                  <a:lnTo>
                    <a:pt x="2039" y="19474"/>
                  </a:lnTo>
                  <a:lnTo>
                    <a:pt x="2241" y="19413"/>
                  </a:lnTo>
                  <a:lnTo>
                    <a:pt x="2423" y="19333"/>
                  </a:lnTo>
                  <a:lnTo>
                    <a:pt x="3129" y="19010"/>
                  </a:lnTo>
                  <a:lnTo>
                    <a:pt x="3795" y="18646"/>
                  </a:lnTo>
                  <a:lnTo>
                    <a:pt x="4481" y="18283"/>
                  </a:lnTo>
                  <a:lnTo>
                    <a:pt x="5127" y="17900"/>
                  </a:lnTo>
                  <a:lnTo>
                    <a:pt x="6095" y="17355"/>
                  </a:lnTo>
                  <a:lnTo>
                    <a:pt x="6580" y="17093"/>
                  </a:lnTo>
                  <a:lnTo>
                    <a:pt x="7064" y="16830"/>
                  </a:lnTo>
                  <a:lnTo>
                    <a:pt x="7669" y="16548"/>
                  </a:lnTo>
                  <a:lnTo>
                    <a:pt x="8275" y="16285"/>
                  </a:lnTo>
                  <a:lnTo>
                    <a:pt x="8900" y="16043"/>
                  </a:lnTo>
                  <a:lnTo>
                    <a:pt x="9566" y="15821"/>
                  </a:lnTo>
                  <a:lnTo>
                    <a:pt x="10232" y="15619"/>
                  </a:lnTo>
                  <a:lnTo>
                    <a:pt x="10898" y="15418"/>
                  </a:lnTo>
                  <a:lnTo>
                    <a:pt x="11604" y="15256"/>
                  </a:lnTo>
                  <a:lnTo>
                    <a:pt x="12331" y="15115"/>
                  </a:lnTo>
                  <a:lnTo>
                    <a:pt x="13078" y="14974"/>
                  </a:lnTo>
                  <a:lnTo>
                    <a:pt x="13824" y="14873"/>
                  </a:lnTo>
                  <a:lnTo>
                    <a:pt x="14611" y="14772"/>
                  </a:lnTo>
                  <a:lnTo>
                    <a:pt x="15419" y="14711"/>
                  </a:lnTo>
                  <a:lnTo>
                    <a:pt x="16226" y="14651"/>
                  </a:lnTo>
                  <a:lnTo>
                    <a:pt x="17073" y="14610"/>
                  </a:lnTo>
                  <a:lnTo>
                    <a:pt x="18809" y="14610"/>
                  </a:lnTo>
                  <a:lnTo>
                    <a:pt x="19697" y="14631"/>
                  </a:lnTo>
                  <a:lnTo>
                    <a:pt x="20585" y="14671"/>
                  </a:lnTo>
                  <a:lnTo>
                    <a:pt x="22360" y="14772"/>
                  </a:lnTo>
                  <a:lnTo>
                    <a:pt x="24116" y="14913"/>
                  </a:lnTo>
                  <a:lnTo>
                    <a:pt x="25852" y="15054"/>
                  </a:lnTo>
                  <a:lnTo>
                    <a:pt x="28354" y="15276"/>
                  </a:lnTo>
                  <a:lnTo>
                    <a:pt x="29605" y="15357"/>
                  </a:lnTo>
                  <a:lnTo>
                    <a:pt x="30876" y="15438"/>
                  </a:lnTo>
                  <a:lnTo>
                    <a:pt x="31240" y="15458"/>
                  </a:lnTo>
                  <a:lnTo>
                    <a:pt x="31441" y="15438"/>
                  </a:lnTo>
                  <a:lnTo>
                    <a:pt x="31623" y="15418"/>
                  </a:lnTo>
                  <a:lnTo>
                    <a:pt x="31785" y="15397"/>
                  </a:lnTo>
                  <a:lnTo>
                    <a:pt x="31966" y="15337"/>
                  </a:lnTo>
                  <a:lnTo>
                    <a:pt x="32128" y="15256"/>
                  </a:lnTo>
                  <a:lnTo>
                    <a:pt x="32269" y="15155"/>
                  </a:lnTo>
                  <a:lnTo>
                    <a:pt x="32350" y="15075"/>
                  </a:lnTo>
                  <a:lnTo>
                    <a:pt x="32430" y="14994"/>
                  </a:lnTo>
                  <a:lnTo>
                    <a:pt x="32551" y="14812"/>
                  </a:lnTo>
                  <a:lnTo>
                    <a:pt x="32612" y="14610"/>
                  </a:lnTo>
                  <a:lnTo>
                    <a:pt x="32672" y="14388"/>
                  </a:lnTo>
                  <a:lnTo>
                    <a:pt x="32672" y="14166"/>
                  </a:lnTo>
                  <a:lnTo>
                    <a:pt x="32652" y="13944"/>
                  </a:lnTo>
                  <a:lnTo>
                    <a:pt x="32592" y="13743"/>
                  </a:lnTo>
                  <a:lnTo>
                    <a:pt x="32511" y="13541"/>
                  </a:lnTo>
                  <a:lnTo>
                    <a:pt x="32410" y="13339"/>
                  </a:lnTo>
                  <a:lnTo>
                    <a:pt x="32269" y="13157"/>
                  </a:lnTo>
                  <a:lnTo>
                    <a:pt x="32128" y="12996"/>
                  </a:lnTo>
                  <a:lnTo>
                    <a:pt x="31966" y="12835"/>
                  </a:lnTo>
                  <a:lnTo>
                    <a:pt x="31805" y="12693"/>
                  </a:lnTo>
                  <a:lnTo>
                    <a:pt x="31623" y="12572"/>
                  </a:lnTo>
                  <a:lnTo>
                    <a:pt x="31280" y="12350"/>
                  </a:lnTo>
                  <a:lnTo>
                    <a:pt x="30715" y="12027"/>
                  </a:lnTo>
                  <a:lnTo>
                    <a:pt x="30130" y="11725"/>
                  </a:lnTo>
                  <a:lnTo>
                    <a:pt x="29524" y="11462"/>
                  </a:lnTo>
                  <a:lnTo>
                    <a:pt x="28919" y="11220"/>
                  </a:lnTo>
                  <a:lnTo>
                    <a:pt x="28293" y="10998"/>
                  </a:lnTo>
                  <a:lnTo>
                    <a:pt x="27648" y="10796"/>
                  </a:lnTo>
                  <a:lnTo>
                    <a:pt x="26396" y="10413"/>
                  </a:lnTo>
                  <a:lnTo>
                    <a:pt x="26336" y="10393"/>
                  </a:lnTo>
                  <a:lnTo>
                    <a:pt x="24237" y="9767"/>
                  </a:lnTo>
                  <a:lnTo>
                    <a:pt x="23208" y="9444"/>
                  </a:lnTo>
                  <a:lnTo>
                    <a:pt x="22179" y="9101"/>
                  </a:lnTo>
                  <a:lnTo>
                    <a:pt x="21170" y="8758"/>
                  </a:lnTo>
                  <a:lnTo>
                    <a:pt x="20161" y="8395"/>
                  </a:lnTo>
                  <a:lnTo>
                    <a:pt x="19152" y="8032"/>
                  </a:lnTo>
                  <a:lnTo>
                    <a:pt x="18183" y="7628"/>
                  </a:lnTo>
                  <a:lnTo>
                    <a:pt x="17215" y="7224"/>
                  </a:lnTo>
                  <a:lnTo>
                    <a:pt x="16266" y="6781"/>
                  </a:lnTo>
                  <a:lnTo>
                    <a:pt x="15338" y="6316"/>
                  </a:lnTo>
                  <a:lnTo>
                    <a:pt x="14410" y="5832"/>
                  </a:lnTo>
                  <a:lnTo>
                    <a:pt x="13522" y="5328"/>
                  </a:lnTo>
                  <a:lnTo>
                    <a:pt x="12654" y="4783"/>
                  </a:lnTo>
                  <a:lnTo>
                    <a:pt x="11806" y="4197"/>
                  </a:lnTo>
                  <a:lnTo>
                    <a:pt x="10979" y="3572"/>
                  </a:lnTo>
                  <a:lnTo>
                    <a:pt x="10010" y="2805"/>
                  </a:lnTo>
                  <a:lnTo>
                    <a:pt x="9365" y="2280"/>
                  </a:lnTo>
                  <a:lnTo>
                    <a:pt x="8699" y="1776"/>
                  </a:lnTo>
                  <a:lnTo>
                    <a:pt x="8356" y="1514"/>
                  </a:lnTo>
                  <a:lnTo>
                    <a:pt x="8012" y="1292"/>
                  </a:lnTo>
                  <a:lnTo>
                    <a:pt x="7669" y="1070"/>
                  </a:lnTo>
                  <a:lnTo>
                    <a:pt x="7306" y="848"/>
                  </a:lnTo>
                  <a:lnTo>
                    <a:pt x="6923" y="666"/>
                  </a:lnTo>
                  <a:lnTo>
                    <a:pt x="6559" y="505"/>
                  </a:lnTo>
                  <a:lnTo>
                    <a:pt x="6216" y="363"/>
                  </a:lnTo>
                  <a:lnTo>
                    <a:pt x="5894" y="242"/>
                  </a:lnTo>
                  <a:lnTo>
                    <a:pt x="5591" y="161"/>
                  </a:lnTo>
                  <a:lnTo>
                    <a:pt x="5308" y="101"/>
                  </a:lnTo>
                  <a:lnTo>
                    <a:pt x="5046" y="61"/>
                  </a:lnTo>
                  <a:lnTo>
                    <a:pt x="4804" y="20"/>
                  </a:lnTo>
                  <a:lnTo>
                    <a:pt x="45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7"/>
            <p:cNvSpPr/>
            <p:nvPr/>
          </p:nvSpPr>
          <p:spPr>
            <a:xfrm flipH="1">
              <a:off x="396816" y="-3077703"/>
              <a:ext cx="794334" cy="541632"/>
            </a:xfrm>
            <a:custGeom>
              <a:rect b="b" l="l" r="r" t="t"/>
              <a:pathLst>
                <a:path extrusionOk="0" h="9688" w="14208">
                  <a:moveTo>
                    <a:pt x="2765" y="81"/>
                  </a:moveTo>
                  <a:lnTo>
                    <a:pt x="2967" y="142"/>
                  </a:lnTo>
                  <a:lnTo>
                    <a:pt x="3189" y="223"/>
                  </a:lnTo>
                  <a:lnTo>
                    <a:pt x="3431" y="324"/>
                  </a:lnTo>
                  <a:lnTo>
                    <a:pt x="3694" y="465"/>
                  </a:lnTo>
                  <a:lnTo>
                    <a:pt x="3956" y="626"/>
                  </a:lnTo>
                  <a:lnTo>
                    <a:pt x="4218" y="828"/>
                  </a:lnTo>
                  <a:lnTo>
                    <a:pt x="4501" y="1070"/>
                  </a:lnTo>
                  <a:lnTo>
                    <a:pt x="5005" y="1474"/>
                  </a:lnTo>
                  <a:lnTo>
                    <a:pt x="5510" y="1837"/>
                  </a:lnTo>
                  <a:lnTo>
                    <a:pt x="6055" y="2200"/>
                  </a:lnTo>
                  <a:lnTo>
                    <a:pt x="6600" y="2523"/>
                  </a:lnTo>
                  <a:lnTo>
                    <a:pt x="7165" y="2826"/>
                  </a:lnTo>
                  <a:lnTo>
                    <a:pt x="7750" y="3088"/>
                  </a:lnTo>
                  <a:lnTo>
                    <a:pt x="8335" y="3330"/>
                  </a:lnTo>
                  <a:lnTo>
                    <a:pt x="8940" y="3532"/>
                  </a:lnTo>
                  <a:lnTo>
                    <a:pt x="9566" y="3714"/>
                  </a:lnTo>
                  <a:lnTo>
                    <a:pt x="10171" y="3895"/>
                  </a:lnTo>
                  <a:lnTo>
                    <a:pt x="11140" y="4158"/>
                  </a:lnTo>
                  <a:lnTo>
                    <a:pt x="11624" y="4319"/>
                  </a:lnTo>
                  <a:lnTo>
                    <a:pt x="12089" y="4481"/>
                  </a:lnTo>
                  <a:lnTo>
                    <a:pt x="12533" y="4683"/>
                  </a:lnTo>
                  <a:lnTo>
                    <a:pt x="12956" y="4904"/>
                  </a:lnTo>
                  <a:lnTo>
                    <a:pt x="13178" y="5046"/>
                  </a:lnTo>
                  <a:lnTo>
                    <a:pt x="13380" y="5167"/>
                  </a:lnTo>
                  <a:lnTo>
                    <a:pt x="13562" y="5328"/>
                  </a:lnTo>
                  <a:lnTo>
                    <a:pt x="13764" y="5490"/>
                  </a:lnTo>
                  <a:lnTo>
                    <a:pt x="13945" y="5671"/>
                  </a:lnTo>
                  <a:lnTo>
                    <a:pt x="14066" y="5853"/>
                  </a:lnTo>
                  <a:lnTo>
                    <a:pt x="14086" y="5934"/>
                  </a:lnTo>
                  <a:lnTo>
                    <a:pt x="14127" y="6014"/>
                  </a:lnTo>
                  <a:lnTo>
                    <a:pt x="14127" y="6095"/>
                  </a:lnTo>
                  <a:lnTo>
                    <a:pt x="14127" y="6176"/>
                  </a:lnTo>
                  <a:lnTo>
                    <a:pt x="14086" y="6317"/>
                  </a:lnTo>
                  <a:lnTo>
                    <a:pt x="14006" y="6458"/>
                  </a:lnTo>
                  <a:lnTo>
                    <a:pt x="13864" y="6579"/>
                  </a:lnTo>
                  <a:lnTo>
                    <a:pt x="13683" y="6721"/>
                  </a:lnTo>
                  <a:lnTo>
                    <a:pt x="13461" y="6842"/>
                  </a:lnTo>
                  <a:lnTo>
                    <a:pt x="13239" y="6963"/>
                  </a:lnTo>
                  <a:lnTo>
                    <a:pt x="12997" y="7064"/>
                  </a:lnTo>
                  <a:lnTo>
                    <a:pt x="12755" y="7165"/>
                  </a:lnTo>
                  <a:lnTo>
                    <a:pt x="12512" y="7225"/>
                  </a:lnTo>
                  <a:lnTo>
                    <a:pt x="12270" y="7286"/>
                  </a:lnTo>
                  <a:lnTo>
                    <a:pt x="11766" y="7387"/>
                  </a:lnTo>
                  <a:lnTo>
                    <a:pt x="11261" y="7447"/>
                  </a:lnTo>
                  <a:lnTo>
                    <a:pt x="10716" y="7467"/>
                  </a:lnTo>
                  <a:lnTo>
                    <a:pt x="9647" y="7488"/>
                  </a:lnTo>
                  <a:lnTo>
                    <a:pt x="8940" y="7508"/>
                  </a:lnTo>
                  <a:lnTo>
                    <a:pt x="8234" y="7528"/>
                  </a:lnTo>
                  <a:lnTo>
                    <a:pt x="7891" y="7548"/>
                  </a:lnTo>
                  <a:lnTo>
                    <a:pt x="7548" y="7588"/>
                  </a:lnTo>
                  <a:lnTo>
                    <a:pt x="7205" y="7649"/>
                  </a:lnTo>
                  <a:lnTo>
                    <a:pt x="6862" y="7710"/>
                  </a:lnTo>
                  <a:lnTo>
                    <a:pt x="6559" y="7790"/>
                  </a:lnTo>
                  <a:lnTo>
                    <a:pt x="6236" y="7891"/>
                  </a:lnTo>
                  <a:lnTo>
                    <a:pt x="5651" y="8113"/>
                  </a:lnTo>
                  <a:lnTo>
                    <a:pt x="5066" y="8375"/>
                  </a:lnTo>
                  <a:lnTo>
                    <a:pt x="4501" y="8658"/>
                  </a:lnTo>
                  <a:lnTo>
                    <a:pt x="3653" y="9041"/>
                  </a:lnTo>
                  <a:lnTo>
                    <a:pt x="3209" y="9223"/>
                  </a:lnTo>
                  <a:lnTo>
                    <a:pt x="2786" y="9384"/>
                  </a:lnTo>
                  <a:lnTo>
                    <a:pt x="2483" y="9485"/>
                  </a:lnTo>
                  <a:lnTo>
                    <a:pt x="2221" y="9546"/>
                  </a:lnTo>
                  <a:lnTo>
                    <a:pt x="1978" y="9586"/>
                  </a:lnTo>
                  <a:lnTo>
                    <a:pt x="1756" y="9606"/>
                  </a:lnTo>
                  <a:lnTo>
                    <a:pt x="1555" y="9606"/>
                  </a:lnTo>
                  <a:lnTo>
                    <a:pt x="1373" y="9586"/>
                  </a:lnTo>
                  <a:lnTo>
                    <a:pt x="1212" y="9566"/>
                  </a:lnTo>
                  <a:lnTo>
                    <a:pt x="1070" y="9526"/>
                  </a:lnTo>
                  <a:lnTo>
                    <a:pt x="929" y="9465"/>
                  </a:lnTo>
                  <a:lnTo>
                    <a:pt x="808" y="9405"/>
                  </a:lnTo>
                  <a:lnTo>
                    <a:pt x="626" y="9284"/>
                  </a:lnTo>
                  <a:lnTo>
                    <a:pt x="485" y="9162"/>
                  </a:lnTo>
                  <a:lnTo>
                    <a:pt x="404" y="9082"/>
                  </a:lnTo>
                  <a:lnTo>
                    <a:pt x="303" y="8920"/>
                  </a:lnTo>
                  <a:lnTo>
                    <a:pt x="243" y="8759"/>
                  </a:lnTo>
                  <a:lnTo>
                    <a:pt x="182" y="8597"/>
                  </a:lnTo>
                  <a:lnTo>
                    <a:pt x="142" y="8436"/>
                  </a:lnTo>
                  <a:lnTo>
                    <a:pt x="102" y="8073"/>
                  </a:lnTo>
                  <a:lnTo>
                    <a:pt x="81" y="7730"/>
                  </a:lnTo>
                  <a:lnTo>
                    <a:pt x="102" y="6983"/>
                  </a:lnTo>
                  <a:lnTo>
                    <a:pt x="142" y="6236"/>
                  </a:lnTo>
                  <a:lnTo>
                    <a:pt x="243" y="5470"/>
                  </a:lnTo>
                  <a:lnTo>
                    <a:pt x="364" y="4703"/>
                  </a:lnTo>
                  <a:lnTo>
                    <a:pt x="525" y="3895"/>
                  </a:lnTo>
                  <a:lnTo>
                    <a:pt x="727" y="3068"/>
                  </a:lnTo>
                  <a:lnTo>
                    <a:pt x="990" y="2200"/>
                  </a:lnTo>
                  <a:lnTo>
                    <a:pt x="1272" y="1292"/>
                  </a:lnTo>
                  <a:lnTo>
                    <a:pt x="1373" y="1050"/>
                  </a:lnTo>
                  <a:lnTo>
                    <a:pt x="1454" y="848"/>
                  </a:lnTo>
                  <a:lnTo>
                    <a:pt x="1575" y="667"/>
                  </a:lnTo>
                  <a:lnTo>
                    <a:pt x="1696" y="505"/>
                  </a:lnTo>
                  <a:lnTo>
                    <a:pt x="1817" y="364"/>
                  </a:lnTo>
                  <a:lnTo>
                    <a:pt x="1958" y="263"/>
                  </a:lnTo>
                  <a:lnTo>
                    <a:pt x="2099" y="162"/>
                  </a:lnTo>
                  <a:lnTo>
                    <a:pt x="2261" y="122"/>
                  </a:lnTo>
                  <a:lnTo>
                    <a:pt x="2402" y="81"/>
                  </a:lnTo>
                  <a:close/>
                  <a:moveTo>
                    <a:pt x="2463" y="1"/>
                  </a:moveTo>
                  <a:lnTo>
                    <a:pt x="2241" y="41"/>
                  </a:lnTo>
                  <a:lnTo>
                    <a:pt x="2079" y="102"/>
                  </a:lnTo>
                  <a:lnTo>
                    <a:pt x="1918" y="182"/>
                  </a:lnTo>
                  <a:lnTo>
                    <a:pt x="1777" y="303"/>
                  </a:lnTo>
                  <a:lnTo>
                    <a:pt x="1635" y="445"/>
                  </a:lnTo>
                  <a:lnTo>
                    <a:pt x="1514" y="606"/>
                  </a:lnTo>
                  <a:lnTo>
                    <a:pt x="1393" y="808"/>
                  </a:lnTo>
                  <a:lnTo>
                    <a:pt x="1292" y="1030"/>
                  </a:lnTo>
                  <a:lnTo>
                    <a:pt x="1191" y="1272"/>
                  </a:lnTo>
                  <a:lnTo>
                    <a:pt x="909" y="2180"/>
                  </a:lnTo>
                  <a:lnTo>
                    <a:pt x="646" y="3048"/>
                  </a:lnTo>
                  <a:lnTo>
                    <a:pt x="445" y="3875"/>
                  </a:lnTo>
                  <a:lnTo>
                    <a:pt x="283" y="4683"/>
                  </a:lnTo>
                  <a:lnTo>
                    <a:pt x="162" y="5470"/>
                  </a:lnTo>
                  <a:lnTo>
                    <a:pt x="61" y="6236"/>
                  </a:lnTo>
                  <a:lnTo>
                    <a:pt x="21" y="6983"/>
                  </a:lnTo>
                  <a:lnTo>
                    <a:pt x="1" y="7730"/>
                  </a:lnTo>
                  <a:lnTo>
                    <a:pt x="21" y="8093"/>
                  </a:lnTo>
                  <a:lnTo>
                    <a:pt x="41" y="8275"/>
                  </a:lnTo>
                  <a:lnTo>
                    <a:pt x="61" y="8456"/>
                  </a:lnTo>
                  <a:lnTo>
                    <a:pt x="102" y="8638"/>
                  </a:lnTo>
                  <a:lnTo>
                    <a:pt x="162" y="8799"/>
                  </a:lnTo>
                  <a:lnTo>
                    <a:pt x="243" y="8961"/>
                  </a:lnTo>
                  <a:lnTo>
                    <a:pt x="344" y="9122"/>
                  </a:lnTo>
                  <a:lnTo>
                    <a:pt x="465" y="9263"/>
                  </a:lnTo>
                  <a:lnTo>
                    <a:pt x="606" y="9384"/>
                  </a:lnTo>
                  <a:lnTo>
                    <a:pt x="768" y="9485"/>
                  </a:lnTo>
                  <a:lnTo>
                    <a:pt x="929" y="9566"/>
                  </a:lnTo>
                  <a:lnTo>
                    <a:pt x="1111" y="9627"/>
                  </a:lnTo>
                  <a:lnTo>
                    <a:pt x="1272" y="9647"/>
                  </a:lnTo>
                  <a:lnTo>
                    <a:pt x="1454" y="9667"/>
                  </a:lnTo>
                  <a:lnTo>
                    <a:pt x="1635" y="9687"/>
                  </a:lnTo>
                  <a:lnTo>
                    <a:pt x="1999" y="9667"/>
                  </a:lnTo>
                  <a:lnTo>
                    <a:pt x="2321" y="9606"/>
                  </a:lnTo>
                  <a:lnTo>
                    <a:pt x="2604" y="9526"/>
                  </a:lnTo>
                  <a:lnTo>
                    <a:pt x="2806" y="9465"/>
                  </a:lnTo>
                  <a:lnTo>
                    <a:pt x="3250" y="9304"/>
                  </a:lnTo>
                  <a:lnTo>
                    <a:pt x="3673" y="9122"/>
                  </a:lnTo>
                  <a:lnTo>
                    <a:pt x="4521" y="8719"/>
                  </a:lnTo>
                  <a:lnTo>
                    <a:pt x="5106" y="8456"/>
                  </a:lnTo>
                  <a:lnTo>
                    <a:pt x="5671" y="8194"/>
                  </a:lnTo>
                  <a:lnTo>
                    <a:pt x="6277" y="7972"/>
                  </a:lnTo>
                  <a:lnTo>
                    <a:pt x="6579" y="7871"/>
                  </a:lnTo>
                  <a:lnTo>
                    <a:pt x="6882" y="7790"/>
                  </a:lnTo>
                  <a:lnTo>
                    <a:pt x="7205" y="7730"/>
                  </a:lnTo>
                  <a:lnTo>
                    <a:pt x="7548" y="7669"/>
                  </a:lnTo>
                  <a:lnTo>
                    <a:pt x="7891" y="7629"/>
                  </a:lnTo>
                  <a:lnTo>
                    <a:pt x="8254" y="7609"/>
                  </a:lnTo>
                  <a:lnTo>
                    <a:pt x="8940" y="7588"/>
                  </a:lnTo>
                  <a:lnTo>
                    <a:pt x="9647" y="7568"/>
                  </a:lnTo>
                  <a:lnTo>
                    <a:pt x="10716" y="7548"/>
                  </a:lnTo>
                  <a:lnTo>
                    <a:pt x="11241" y="7528"/>
                  </a:lnTo>
                  <a:lnTo>
                    <a:pt x="11766" y="7467"/>
                  </a:lnTo>
                  <a:lnTo>
                    <a:pt x="12290" y="7366"/>
                  </a:lnTo>
                  <a:lnTo>
                    <a:pt x="12533" y="7306"/>
                  </a:lnTo>
                  <a:lnTo>
                    <a:pt x="12775" y="7225"/>
                  </a:lnTo>
                  <a:lnTo>
                    <a:pt x="13037" y="7144"/>
                  </a:lnTo>
                  <a:lnTo>
                    <a:pt x="13259" y="7044"/>
                  </a:lnTo>
                  <a:lnTo>
                    <a:pt x="13501" y="6922"/>
                  </a:lnTo>
                  <a:lnTo>
                    <a:pt x="13723" y="6781"/>
                  </a:lnTo>
                  <a:lnTo>
                    <a:pt x="13885" y="6680"/>
                  </a:lnTo>
                  <a:lnTo>
                    <a:pt x="14026" y="6559"/>
                  </a:lnTo>
                  <a:lnTo>
                    <a:pt x="14086" y="6479"/>
                  </a:lnTo>
                  <a:lnTo>
                    <a:pt x="14147" y="6398"/>
                  </a:lnTo>
                  <a:lnTo>
                    <a:pt x="14187" y="6297"/>
                  </a:lnTo>
                  <a:lnTo>
                    <a:pt x="14207" y="6196"/>
                  </a:lnTo>
                  <a:lnTo>
                    <a:pt x="14207" y="6095"/>
                  </a:lnTo>
                  <a:lnTo>
                    <a:pt x="14207" y="6014"/>
                  </a:lnTo>
                  <a:lnTo>
                    <a:pt x="14167" y="5913"/>
                  </a:lnTo>
                  <a:lnTo>
                    <a:pt x="14127" y="5813"/>
                  </a:lnTo>
                  <a:lnTo>
                    <a:pt x="14086" y="5712"/>
                  </a:lnTo>
                  <a:lnTo>
                    <a:pt x="14006" y="5631"/>
                  </a:lnTo>
                  <a:lnTo>
                    <a:pt x="13804" y="5429"/>
                  </a:lnTo>
                  <a:lnTo>
                    <a:pt x="13622" y="5268"/>
                  </a:lnTo>
                  <a:lnTo>
                    <a:pt x="13420" y="5106"/>
                  </a:lnTo>
                  <a:lnTo>
                    <a:pt x="13219" y="4965"/>
                  </a:lnTo>
                  <a:lnTo>
                    <a:pt x="13017" y="4844"/>
                  </a:lnTo>
                  <a:lnTo>
                    <a:pt x="12573" y="4602"/>
                  </a:lnTo>
                  <a:lnTo>
                    <a:pt x="12109" y="4420"/>
                  </a:lnTo>
                  <a:lnTo>
                    <a:pt x="11645" y="4239"/>
                  </a:lnTo>
                  <a:lnTo>
                    <a:pt x="11160" y="4077"/>
                  </a:lnTo>
                  <a:lnTo>
                    <a:pt x="10192" y="3815"/>
                  </a:lnTo>
                  <a:lnTo>
                    <a:pt x="9586" y="3653"/>
                  </a:lnTo>
                  <a:lnTo>
                    <a:pt x="8961" y="3452"/>
                  </a:lnTo>
                  <a:lnTo>
                    <a:pt x="8375" y="3250"/>
                  </a:lnTo>
                  <a:lnTo>
                    <a:pt x="7770" y="3008"/>
                  </a:lnTo>
                  <a:lnTo>
                    <a:pt x="7205" y="2745"/>
                  </a:lnTo>
                  <a:lnTo>
                    <a:pt x="6640" y="2443"/>
                  </a:lnTo>
                  <a:lnTo>
                    <a:pt x="6095" y="2120"/>
                  </a:lnTo>
                  <a:lnTo>
                    <a:pt x="5570" y="1777"/>
                  </a:lnTo>
                  <a:lnTo>
                    <a:pt x="5046" y="1413"/>
                  </a:lnTo>
                  <a:lnTo>
                    <a:pt x="4561" y="1010"/>
                  </a:lnTo>
                  <a:lnTo>
                    <a:pt x="4218" y="727"/>
                  </a:lnTo>
                  <a:lnTo>
                    <a:pt x="3875" y="485"/>
                  </a:lnTo>
                  <a:lnTo>
                    <a:pt x="3573" y="303"/>
                  </a:lnTo>
                  <a:lnTo>
                    <a:pt x="3270" y="162"/>
                  </a:lnTo>
                  <a:lnTo>
                    <a:pt x="2987" y="61"/>
                  </a:lnTo>
                  <a:lnTo>
                    <a:pt x="27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7"/>
            <p:cNvSpPr/>
            <p:nvPr/>
          </p:nvSpPr>
          <p:spPr>
            <a:xfrm flipH="1">
              <a:off x="2086879" y="-1327833"/>
              <a:ext cx="152348" cy="92527"/>
            </a:xfrm>
            <a:custGeom>
              <a:rect b="b" l="l" r="r" t="t"/>
              <a:pathLst>
                <a:path extrusionOk="0" h="1655" w="2725">
                  <a:moveTo>
                    <a:pt x="2099" y="81"/>
                  </a:moveTo>
                  <a:lnTo>
                    <a:pt x="2240" y="101"/>
                  </a:lnTo>
                  <a:lnTo>
                    <a:pt x="2382" y="121"/>
                  </a:lnTo>
                  <a:lnTo>
                    <a:pt x="2483" y="182"/>
                  </a:lnTo>
                  <a:lnTo>
                    <a:pt x="2563" y="262"/>
                  </a:lnTo>
                  <a:lnTo>
                    <a:pt x="2624" y="363"/>
                  </a:lnTo>
                  <a:lnTo>
                    <a:pt x="2644" y="424"/>
                  </a:lnTo>
                  <a:lnTo>
                    <a:pt x="2644" y="484"/>
                  </a:lnTo>
                  <a:lnTo>
                    <a:pt x="2644" y="565"/>
                  </a:lnTo>
                  <a:lnTo>
                    <a:pt x="2604" y="626"/>
                  </a:lnTo>
                  <a:lnTo>
                    <a:pt x="2503" y="767"/>
                  </a:lnTo>
                  <a:lnTo>
                    <a:pt x="2321" y="969"/>
                  </a:lnTo>
                  <a:lnTo>
                    <a:pt x="2099" y="1150"/>
                  </a:lnTo>
                  <a:lnTo>
                    <a:pt x="1857" y="1312"/>
                  </a:lnTo>
                  <a:lnTo>
                    <a:pt x="1595" y="1433"/>
                  </a:lnTo>
                  <a:lnTo>
                    <a:pt x="1332" y="1534"/>
                  </a:lnTo>
                  <a:lnTo>
                    <a:pt x="1191" y="1554"/>
                  </a:lnTo>
                  <a:lnTo>
                    <a:pt x="1050" y="1574"/>
                  </a:lnTo>
                  <a:lnTo>
                    <a:pt x="909" y="1574"/>
                  </a:lnTo>
                  <a:lnTo>
                    <a:pt x="767" y="1554"/>
                  </a:lnTo>
                  <a:lnTo>
                    <a:pt x="646" y="1514"/>
                  </a:lnTo>
                  <a:lnTo>
                    <a:pt x="505" y="1473"/>
                  </a:lnTo>
                  <a:lnTo>
                    <a:pt x="364" y="1392"/>
                  </a:lnTo>
                  <a:lnTo>
                    <a:pt x="263" y="1312"/>
                  </a:lnTo>
                  <a:lnTo>
                    <a:pt x="182" y="1231"/>
                  </a:lnTo>
                  <a:lnTo>
                    <a:pt x="122" y="1110"/>
                  </a:lnTo>
                  <a:lnTo>
                    <a:pt x="81" y="1009"/>
                  </a:lnTo>
                  <a:lnTo>
                    <a:pt x="101" y="868"/>
                  </a:lnTo>
                  <a:lnTo>
                    <a:pt x="142" y="747"/>
                  </a:lnTo>
                  <a:lnTo>
                    <a:pt x="222" y="646"/>
                  </a:lnTo>
                  <a:lnTo>
                    <a:pt x="364" y="505"/>
                  </a:lnTo>
                  <a:lnTo>
                    <a:pt x="566" y="404"/>
                  </a:lnTo>
                  <a:lnTo>
                    <a:pt x="787" y="303"/>
                  </a:lnTo>
                  <a:lnTo>
                    <a:pt x="1030" y="242"/>
                  </a:lnTo>
                  <a:lnTo>
                    <a:pt x="1252" y="182"/>
                  </a:lnTo>
                  <a:lnTo>
                    <a:pt x="1474" y="161"/>
                  </a:lnTo>
                  <a:lnTo>
                    <a:pt x="1655" y="121"/>
                  </a:lnTo>
                  <a:lnTo>
                    <a:pt x="1877" y="101"/>
                  </a:lnTo>
                  <a:lnTo>
                    <a:pt x="2099" y="81"/>
                  </a:lnTo>
                  <a:close/>
                  <a:moveTo>
                    <a:pt x="2018" y="0"/>
                  </a:moveTo>
                  <a:lnTo>
                    <a:pt x="1837" y="20"/>
                  </a:lnTo>
                  <a:lnTo>
                    <a:pt x="1635" y="40"/>
                  </a:lnTo>
                  <a:lnTo>
                    <a:pt x="1474" y="81"/>
                  </a:lnTo>
                  <a:lnTo>
                    <a:pt x="1231" y="101"/>
                  </a:lnTo>
                  <a:lnTo>
                    <a:pt x="989" y="161"/>
                  </a:lnTo>
                  <a:lnTo>
                    <a:pt x="767" y="222"/>
                  </a:lnTo>
                  <a:lnTo>
                    <a:pt x="525" y="323"/>
                  </a:lnTo>
                  <a:lnTo>
                    <a:pt x="323" y="444"/>
                  </a:lnTo>
                  <a:lnTo>
                    <a:pt x="162" y="585"/>
                  </a:lnTo>
                  <a:lnTo>
                    <a:pt x="61" y="727"/>
                  </a:lnTo>
                  <a:lnTo>
                    <a:pt x="21" y="868"/>
                  </a:lnTo>
                  <a:lnTo>
                    <a:pt x="0" y="1009"/>
                  </a:lnTo>
                  <a:lnTo>
                    <a:pt x="41" y="1150"/>
                  </a:lnTo>
                  <a:lnTo>
                    <a:pt x="101" y="1271"/>
                  </a:lnTo>
                  <a:lnTo>
                    <a:pt x="202" y="1372"/>
                  </a:lnTo>
                  <a:lnTo>
                    <a:pt x="323" y="1473"/>
                  </a:lnTo>
                  <a:lnTo>
                    <a:pt x="465" y="1554"/>
                  </a:lnTo>
                  <a:lnTo>
                    <a:pt x="606" y="1594"/>
                  </a:lnTo>
                  <a:lnTo>
                    <a:pt x="727" y="1635"/>
                  </a:lnTo>
                  <a:lnTo>
                    <a:pt x="868" y="1635"/>
                  </a:lnTo>
                  <a:lnTo>
                    <a:pt x="989" y="1655"/>
                  </a:lnTo>
                  <a:lnTo>
                    <a:pt x="1211" y="1635"/>
                  </a:lnTo>
                  <a:lnTo>
                    <a:pt x="1433" y="1574"/>
                  </a:lnTo>
                  <a:lnTo>
                    <a:pt x="1655" y="1514"/>
                  </a:lnTo>
                  <a:lnTo>
                    <a:pt x="1857" y="1392"/>
                  </a:lnTo>
                  <a:lnTo>
                    <a:pt x="2059" y="1271"/>
                  </a:lnTo>
                  <a:lnTo>
                    <a:pt x="2240" y="1130"/>
                  </a:lnTo>
                  <a:lnTo>
                    <a:pt x="2422" y="969"/>
                  </a:lnTo>
                  <a:lnTo>
                    <a:pt x="2563" y="807"/>
                  </a:lnTo>
                  <a:lnTo>
                    <a:pt x="2684" y="666"/>
                  </a:lnTo>
                  <a:lnTo>
                    <a:pt x="2705" y="585"/>
                  </a:lnTo>
                  <a:lnTo>
                    <a:pt x="2725" y="484"/>
                  </a:lnTo>
                  <a:lnTo>
                    <a:pt x="2725" y="424"/>
                  </a:lnTo>
                  <a:lnTo>
                    <a:pt x="2705" y="343"/>
                  </a:lnTo>
                  <a:lnTo>
                    <a:pt x="2684" y="283"/>
                  </a:lnTo>
                  <a:lnTo>
                    <a:pt x="2644" y="222"/>
                  </a:lnTo>
                  <a:lnTo>
                    <a:pt x="2523" y="121"/>
                  </a:lnTo>
                  <a:lnTo>
                    <a:pt x="2402" y="40"/>
                  </a:lnTo>
                  <a:lnTo>
                    <a:pt x="222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7"/>
            <p:cNvSpPr/>
            <p:nvPr/>
          </p:nvSpPr>
          <p:spPr>
            <a:xfrm flipH="1">
              <a:off x="-459496" y="-4947101"/>
              <a:ext cx="453633" cy="455870"/>
            </a:xfrm>
            <a:custGeom>
              <a:rect b="b" l="l" r="r" t="t"/>
              <a:pathLst>
                <a:path extrusionOk="0" h="8154" w="8114">
                  <a:moveTo>
                    <a:pt x="1010" y="81"/>
                  </a:moveTo>
                  <a:lnTo>
                    <a:pt x="1151" y="101"/>
                  </a:lnTo>
                  <a:lnTo>
                    <a:pt x="1413" y="162"/>
                  </a:lnTo>
                  <a:lnTo>
                    <a:pt x="1696" y="263"/>
                  </a:lnTo>
                  <a:lnTo>
                    <a:pt x="1938" y="384"/>
                  </a:lnTo>
                  <a:lnTo>
                    <a:pt x="2200" y="545"/>
                  </a:lnTo>
                  <a:lnTo>
                    <a:pt x="2422" y="707"/>
                  </a:lnTo>
                  <a:lnTo>
                    <a:pt x="2644" y="888"/>
                  </a:lnTo>
                  <a:lnTo>
                    <a:pt x="3108" y="1251"/>
                  </a:lnTo>
                  <a:lnTo>
                    <a:pt x="3552" y="1635"/>
                  </a:lnTo>
                  <a:lnTo>
                    <a:pt x="3976" y="2039"/>
                  </a:lnTo>
                  <a:lnTo>
                    <a:pt x="4400" y="2422"/>
                  </a:lnTo>
                  <a:lnTo>
                    <a:pt x="4783" y="2826"/>
                  </a:lnTo>
                  <a:lnTo>
                    <a:pt x="5167" y="3229"/>
                  </a:lnTo>
                  <a:lnTo>
                    <a:pt x="5530" y="3653"/>
                  </a:lnTo>
                  <a:lnTo>
                    <a:pt x="5873" y="4077"/>
                  </a:lnTo>
                  <a:lnTo>
                    <a:pt x="6196" y="4500"/>
                  </a:lnTo>
                  <a:lnTo>
                    <a:pt x="6499" y="4924"/>
                  </a:lnTo>
                  <a:lnTo>
                    <a:pt x="6781" y="5348"/>
                  </a:lnTo>
                  <a:lnTo>
                    <a:pt x="7064" y="5792"/>
                  </a:lnTo>
                  <a:lnTo>
                    <a:pt x="7306" y="6236"/>
                  </a:lnTo>
                  <a:lnTo>
                    <a:pt x="7548" y="6680"/>
                  </a:lnTo>
                  <a:lnTo>
                    <a:pt x="7770" y="7144"/>
                  </a:lnTo>
                  <a:lnTo>
                    <a:pt x="7972" y="7588"/>
                  </a:lnTo>
                  <a:lnTo>
                    <a:pt x="8012" y="7729"/>
                  </a:lnTo>
                  <a:lnTo>
                    <a:pt x="8032" y="7871"/>
                  </a:lnTo>
                  <a:lnTo>
                    <a:pt x="8032" y="7931"/>
                  </a:lnTo>
                  <a:lnTo>
                    <a:pt x="8012" y="7992"/>
                  </a:lnTo>
                  <a:lnTo>
                    <a:pt x="7972" y="8032"/>
                  </a:lnTo>
                  <a:lnTo>
                    <a:pt x="7932" y="8052"/>
                  </a:lnTo>
                  <a:lnTo>
                    <a:pt x="7851" y="8072"/>
                  </a:lnTo>
                  <a:lnTo>
                    <a:pt x="7790" y="8072"/>
                  </a:lnTo>
                  <a:lnTo>
                    <a:pt x="7649" y="8012"/>
                  </a:lnTo>
                  <a:lnTo>
                    <a:pt x="7346" y="7830"/>
                  </a:lnTo>
                  <a:lnTo>
                    <a:pt x="7084" y="7628"/>
                  </a:lnTo>
                  <a:lnTo>
                    <a:pt x="6822" y="7386"/>
                  </a:lnTo>
                  <a:lnTo>
                    <a:pt x="6559" y="7164"/>
                  </a:lnTo>
                  <a:lnTo>
                    <a:pt x="2523" y="3310"/>
                  </a:lnTo>
                  <a:lnTo>
                    <a:pt x="2180" y="3007"/>
                  </a:lnTo>
                  <a:lnTo>
                    <a:pt x="1514" y="2462"/>
                  </a:lnTo>
                  <a:lnTo>
                    <a:pt x="1151" y="2119"/>
                  </a:lnTo>
                  <a:lnTo>
                    <a:pt x="808" y="1776"/>
                  </a:lnTo>
                  <a:lnTo>
                    <a:pt x="485" y="1413"/>
                  </a:lnTo>
                  <a:lnTo>
                    <a:pt x="364" y="1251"/>
                  </a:lnTo>
                  <a:lnTo>
                    <a:pt x="243" y="1070"/>
                  </a:lnTo>
                  <a:lnTo>
                    <a:pt x="162" y="908"/>
                  </a:lnTo>
                  <a:lnTo>
                    <a:pt x="102" y="767"/>
                  </a:lnTo>
                  <a:lnTo>
                    <a:pt x="81" y="626"/>
                  </a:lnTo>
                  <a:lnTo>
                    <a:pt x="81" y="485"/>
                  </a:lnTo>
                  <a:lnTo>
                    <a:pt x="122" y="424"/>
                  </a:lnTo>
                  <a:lnTo>
                    <a:pt x="142" y="364"/>
                  </a:lnTo>
                  <a:lnTo>
                    <a:pt x="243" y="263"/>
                  </a:lnTo>
                  <a:lnTo>
                    <a:pt x="404" y="182"/>
                  </a:lnTo>
                  <a:lnTo>
                    <a:pt x="606" y="101"/>
                  </a:lnTo>
                  <a:lnTo>
                    <a:pt x="747" y="81"/>
                  </a:lnTo>
                  <a:close/>
                  <a:moveTo>
                    <a:pt x="727" y="0"/>
                  </a:moveTo>
                  <a:lnTo>
                    <a:pt x="586" y="41"/>
                  </a:lnTo>
                  <a:lnTo>
                    <a:pt x="364" y="101"/>
                  </a:lnTo>
                  <a:lnTo>
                    <a:pt x="203" y="202"/>
                  </a:lnTo>
                  <a:lnTo>
                    <a:pt x="122" y="263"/>
                  </a:lnTo>
                  <a:lnTo>
                    <a:pt x="81" y="323"/>
                  </a:lnTo>
                  <a:lnTo>
                    <a:pt x="41" y="384"/>
                  </a:lnTo>
                  <a:lnTo>
                    <a:pt x="21" y="464"/>
                  </a:lnTo>
                  <a:lnTo>
                    <a:pt x="1" y="606"/>
                  </a:lnTo>
                  <a:lnTo>
                    <a:pt x="21" y="767"/>
                  </a:lnTo>
                  <a:lnTo>
                    <a:pt x="81" y="908"/>
                  </a:lnTo>
                  <a:lnTo>
                    <a:pt x="162" y="1090"/>
                  </a:lnTo>
                  <a:lnTo>
                    <a:pt x="263" y="1251"/>
                  </a:lnTo>
                  <a:lnTo>
                    <a:pt x="404" y="1433"/>
                  </a:lnTo>
                  <a:lnTo>
                    <a:pt x="707" y="1796"/>
                  </a:lnTo>
                  <a:lnTo>
                    <a:pt x="1070" y="2139"/>
                  </a:lnTo>
                  <a:lnTo>
                    <a:pt x="1434" y="2482"/>
                  </a:lnTo>
                  <a:lnTo>
                    <a:pt x="2120" y="3088"/>
                  </a:lnTo>
                  <a:lnTo>
                    <a:pt x="2463" y="3370"/>
                  </a:lnTo>
                  <a:lnTo>
                    <a:pt x="6499" y="7225"/>
                  </a:lnTo>
                  <a:lnTo>
                    <a:pt x="6761" y="7467"/>
                  </a:lnTo>
                  <a:lnTo>
                    <a:pt x="7023" y="7689"/>
                  </a:lnTo>
                  <a:lnTo>
                    <a:pt x="7306" y="7911"/>
                  </a:lnTo>
                  <a:lnTo>
                    <a:pt x="7609" y="8093"/>
                  </a:lnTo>
                  <a:lnTo>
                    <a:pt x="7730" y="8133"/>
                  </a:lnTo>
                  <a:lnTo>
                    <a:pt x="7851" y="8153"/>
                  </a:lnTo>
                  <a:lnTo>
                    <a:pt x="7911" y="8153"/>
                  </a:lnTo>
                  <a:lnTo>
                    <a:pt x="7972" y="8133"/>
                  </a:lnTo>
                  <a:lnTo>
                    <a:pt x="8032" y="8093"/>
                  </a:lnTo>
                  <a:lnTo>
                    <a:pt x="8073" y="8032"/>
                  </a:lnTo>
                  <a:lnTo>
                    <a:pt x="8093" y="7971"/>
                  </a:lnTo>
                  <a:lnTo>
                    <a:pt x="8113" y="7891"/>
                  </a:lnTo>
                  <a:lnTo>
                    <a:pt x="8093" y="7729"/>
                  </a:lnTo>
                  <a:lnTo>
                    <a:pt x="8032" y="7568"/>
                  </a:lnTo>
                  <a:lnTo>
                    <a:pt x="7831" y="7104"/>
                  </a:lnTo>
                  <a:lnTo>
                    <a:pt x="7629" y="6640"/>
                  </a:lnTo>
                  <a:lnTo>
                    <a:pt x="7387" y="6196"/>
                  </a:lnTo>
                  <a:lnTo>
                    <a:pt x="7124" y="5752"/>
                  </a:lnTo>
                  <a:lnTo>
                    <a:pt x="6862" y="5308"/>
                  </a:lnTo>
                  <a:lnTo>
                    <a:pt x="6559" y="4884"/>
                  </a:lnTo>
                  <a:lnTo>
                    <a:pt x="6257" y="4440"/>
                  </a:lnTo>
                  <a:lnTo>
                    <a:pt x="5934" y="4016"/>
                  </a:lnTo>
                  <a:lnTo>
                    <a:pt x="5591" y="3592"/>
                  </a:lnTo>
                  <a:lnTo>
                    <a:pt x="5227" y="3189"/>
                  </a:lnTo>
                  <a:lnTo>
                    <a:pt x="4844" y="2785"/>
                  </a:lnTo>
                  <a:lnTo>
                    <a:pt x="4461" y="2382"/>
                  </a:lnTo>
                  <a:lnTo>
                    <a:pt x="4037" y="1978"/>
                  </a:lnTo>
                  <a:lnTo>
                    <a:pt x="3613" y="1574"/>
                  </a:lnTo>
                  <a:lnTo>
                    <a:pt x="3169" y="1191"/>
                  </a:lnTo>
                  <a:lnTo>
                    <a:pt x="2705" y="808"/>
                  </a:lnTo>
                  <a:lnTo>
                    <a:pt x="2463" y="646"/>
                  </a:lnTo>
                  <a:lnTo>
                    <a:pt x="2221" y="464"/>
                  </a:lnTo>
                  <a:lnTo>
                    <a:pt x="1978" y="323"/>
                  </a:lnTo>
                  <a:lnTo>
                    <a:pt x="1716" y="182"/>
                  </a:lnTo>
                  <a:lnTo>
                    <a:pt x="1434" y="81"/>
                  </a:lnTo>
                  <a:lnTo>
                    <a:pt x="1151" y="21"/>
                  </a:lnTo>
                  <a:lnTo>
                    <a:pt x="10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7"/>
            <p:cNvSpPr/>
            <p:nvPr/>
          </p:nvSpPr>
          <p:spPr>
            <a:xfrm flipH="1">
              <a:off x="2120703" y="-1885164"/>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7"/>
            <p:cNvSpPr/>
            <p:nvPr/>
          </p:nvSpPr>
          <p:spPr>
            <a:xfrm flipH="1">
              <a:off x="2118467" y="-1887456"/>
              <a:ext cx="104994" cy="104994"/>
            </a:xfrm>
            <a:custGeom>
              <a:rect b="b" l="l" r="r" t="t"/>
              <a:pathLst>
                <a:path extrusionOk="0" h="1878" w="1878">
                  <a:moveTo>
                    <a:pt x="949" y="81"/>
                  </a:moveTo>
                  <a:lnTo>
                    <a:pt x="1111" y="102"/>
                  </a:lnTo>
                  <a:lnTo>
                    <a:pt x="1272" y="142"/>
                  </a:lnTo>
                  <a:lnTo>
                    <a:pt x="1414" y="223"/>
                  </a:lnTo>
                  <a:lnTo>
                    <a:pt x="1555" y="324"/>
                  </a:lnTo>
                  <a:lnTo>
                    <a:pt x="1656" y="465"/>
                  </a:lnTo>
                  <a:lnTo>
                    <a:pt x="1736" y="606"/>
                  </a:lnTo>
                  <a:lnTo>
                    <a:pt x="1777" y="768"/>
                  </a:lnTo>
                  <a:lnTo>
                    <a:pt x="1797" y="949"/>
                  </a:lnTo>
                  <a:lnTo>
                    <a:pt x="1777" y="1111"/>
                  </a:lnTo>
                  <a:lnTo>
                    <a:pt x="1736" y="1272"/>
                  </a:lnTo>
                  <a:lnTo>
                    <a:pt x="1656" y="1413"/>
                  </a:lnTo>
                  <a:lnTo>
                    <a:pt x="1555" y="1555"/>
                  </a:lnTo>
                  <a:lnTo>
                    <a:pt x="1414" y="1655"/>
                  </a:lnTo>
                  <a:lnTo>
                    <a:pt x="1272" y="1736"/>
                  </a:lnTo>
                  <a:lnTo>
                    <a:pt x="1111" y="1777"/>
                  </a:lnTo>
                  <a:lnTo>
                    <a:pt x="949" y="1797"/>
                  </a:lnTo>
                  <a:lnTo>
                    <a:pt x="768" y="1777"/>
                  </a:lnTo>
                  <a:lnTo>
                    <a:pt x="606" y="1736"/>
                  </a:lnTo>
                  <a:lnTo>
                    <a:pt x="465" y="1655"/>
                  </a:lnTo>
                  <a:lnTo>
                    <a:pt x="344" y="1555"/>
                  </a:lnTo>
                  <a:lnTo>
                    <a:pt x="223" y="1413"/>
                  </a:lnTo>
                  <a:lnTo>
                    <a:pt x="142" y="1272"/>
                  </a:lnTo>
                  <a:lnTo>
                    <a:pt x="102" y="1111"/>
                  </a:lnTo>
                  <a:lnTo>
                    <a:pt x="82" y="949"/>
                  </a:lnTo>
                  <a:lnTo>
                    <a:pt x="102" y="768"/>
                  </a:lnTo>
                  <a:lnTo>
                    <a:pt x="142" y="606"/>
                  </a:lnTo>
                  <a:lnTo>
                    <a:pt x="223" y="465"/>
                  </a:lnTo>
                  <a:lnTo>
                    <a:pt x="344" y="324"/>
                  </a:lnTo>
                  <a:lnTo>
                    <a:pt x="465" y="223"/>
                  </a:lnTo>
                  <a:lnTo>
                    <a:pt x="606" y="142"/>
                  </a:lnTo>
                  <a:lnTo>
                    <a:pt x="768" y="102"/>
                  </a:lnTo>
                  <a:lnTo>
                    <a:pt x="949" y="81"/>
                  </a:lnTo>
                  <a:close/>
                  <a:moveTo>
                    <a:pt x="949" y="1"/>
                  </a:moveTo>
                  <a:lnTo>
                    <a:pt x="748" y="21"/>
                  </a:lnTo>
                  <a:lnTo>
                    <a:pt x="586" y="81"/>
                  </a:lnTo>
                  <a:lnTo>
                    <a:pt x="425" y="162"/>
                  </a:lnTo>
                  <a:lnTo>
                    <a:pt x="284" y="283"/>
                  </a:lnTo>
                  <a:lnTo>
                    <a:pt x="162" y="404"/>
                  </a:lnTo>
                  <a:lnTo>
                    <a:pt x="82" y="566"/>
                  </a:lnTo>
                  <a:lnTo>
                    <a:pt x="21" y="747"/>
                  </a:lnTo>
                  <a:lnTo>
                    <a:pt x="1" y="949"/>
                  </a:lnTo>
                  <a:lnTo>
                    <a:pt x="21" y="1131"/>
                  </a:lnTo>
                  <a:lnTo>
                    <a:pt x="82" y="1312"/>
                  </a:lnTo>
                  <a:lnTo>
                    <a:pt x="162" y="1474"/>
                  </a:lnTo>
                  <a:lnTo>
                    <a:pt x="284" y="1615"/>
                  </a:lnTo>
                  <a:lnTo>
                    <a:pt x="425" y="1716"/>
                  </a:lnTo>
                  <a:lnTo>
                    <a:pt x="586" y="1817"/>
                  </a:lnTo>
                  <a:lnTo>
                    <a:pt x="748" y="1857"/>
                  </a:lnTo>
                  <a:lnTo>
                    <a:pt x="949" y="1877"/>
                  </a:lnTo>
                  <a:lnTo>
                    <a:pt x="1131" y="1857"/>
                  </a:lnTo>
                  <a:lnTo>
                    <a:pt x="1313" y="1817"/>
                  </a:lnTo>
                  <a:lnTo>
                    <a:pt x="1474" y="1716"/>
                  </a:lnTo>
                  <a:lnTo>
                    <a:pt x="1615" y="1615"/>
                  </a:lnTo>
                  <a:lnTo>
                    <a:pt x="1716" y="1474"/>
                  </a:lnTo>
                  <a:lnTo>
                    <a:pt x="1817" y="1312"/>
                  </a:lnTo>
                  <a:lnTo>
                    <a:pt x="1858" y="1131"/>
                  </a:lnTo>
                  <a:lnTo>
                    <a:pt x="1878" y="949"/>
                  </a:lnTo>
                  <a:lnTo>
                    <a:pt x="1858" y="747"/>
                  </a:lnTo>
                  <a:lnTo>
                    <a:pt x="1817" y="566"/>
                  </a:lnTo>
                  <a:lnTo>
                    <a:pt x="1716" y="404"/>
                  </a:lnTo>
                  <a:lnTo>
                    <a:pt x="1615" y="283"/>
                  </a:lnTo>
                  <a:lnTo>
                    <a:pt x="1474" y="162"/>
                  </a:lnTo>
                  <a:lnTo>
                    <a:pt x="1313" y="81"/>
                  </a:lnTo>
                  <a:lnTo>
                    <a:pt x="1131"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7"/>
            <p:cNvSpPr/>
            <p:nvPr/>
          </p:nvSpPr>
          <p:spPr>
            <a:xfrm flipH="1">
              <a:off x="1892829" y="-3305578"/>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7"/>
            <p:cNvSpPr/>
            <p:nvPr/>
          </p:nvSpPr>
          <p:spPr>
            <a:xfrm flipH="1">
              <a:off x="1890536" y="-3307870"/>
              <a:ext cx="104994" cy="106112"/>
            </a:xfrm>
            <a:custGeom>
              <a:rect b="b" l="l" r="r" t="t"/>
              <a:pathLst>
                <a:path extrusionOk="0" h="1898" w="1878">
                  <a:moveTo>
                    <a:pt x="929" y="82"/>
                  </a:moveTo>
                  <a:lnTo>
                    <a:pt x="1110" y="102"/>
                  </a:lnTo>
                  <a:lnTo>
                    <a:pt x="1272" y="162"/>
                  </a:lnTo>
                  <a:lnTo>
                    <a:pt x="1413" y="243"/>
                  </a:lnTo>
                  <a:lnTo>
                    <a:pt x="1554" y="344"/>
                  </a:lnTo>
                  <a:lnTo>
                    <a:pt x="1655" y="465"/>
                  </a:lnTo>
                  <a:lnTo>
                    <a:pt x="1736" y="606"/>
                  </a:lnTo>
                  <a:lnTo>
                    <a:pt x="1776" y="768"/>
                  </a:lnTo>
                  <a:lnTo>
                    <a:pt x="1796" y="949"/>
                  </a:lnTo>
                  <a:lnTo>
                    <a:pt x="1776" y="1131"/>
                  </a:lnTo>
                  <a:lnTo>
                    <a:pt x="1736" y="1293"/>
                  </a:lnTo>
                  <a:lnTo>
                    <a:pt x="1655" y="1434"/>
                  </a:lnTo>
                  <a:lnTo>
                    <a:pt x="1554" y="1555"/>
                  </a:lnTo>
                  <a:lnTo>
                    <a:pt x="1413" y="1656"/>
                  </a:lnTo>
                  <a:lnTo>
                    <a:pt x="1272" y="1736"/>
                  </a:lnTo>
                  <a:lnTo>
                    <a:pt x="1110" y="1797"/>
                  </a:lnTo>
                  <a:lnTo>
                    <a:pt x="929" y="1817"/>
                  </a:lnTo>
                  <a:lnTo>
                    <a:pt x="767" y="1797"/>
                  </a:lnTo>
                  <a:lnTo>
                    <a:pt x="606" y="1736"/>
                  </a:lnTo>
                  <a:lnTo>
                    <a:pt x="465" y="1656"/>
                  </a:lnTo>
                  <a:lnTo>
                    <a:pt x="323" y="1555"/>
                  </a:lnTo>
                  <a:lnTo>
                    <a:pt x="222" y="1434"/>
                  </a:lnTo>
                  <a:lnTo>
                    <a:pt x="142" y="1293"/>
                  </a:lnTo>
                  <a:lnTo>
                    <a:pt x="101" y="1131"/>
                  </a:lnTo>
                  <a:lnTo>
                    <a:pt x="81" y="949"/>
                  </a:lnTo>
                  <a:lnTo>
                    <a:pt x="101" y="768"/>
                  </a:lnTo>
                  <a:lnTo>
                    <a:pt x="142" y="606"/>
                  </a:lnTo>
                  <a:lnTo>
                    <a:pt x="222" y="465"/>
                  </a:lnTo>
                  <a:lnTo>
                    <a:pt x="323" y="344"/>
                  </a:lnTo>
                  <a:lnTo>
                    <a:pt x="465" y="243"/>
                  </a:lnTo>
                  <a:lnTo>
                    <a:pt x="606" y="162"/>
                  </a:lnTo>
                  <a:lnTo>
                    <a:pt x="767" y="102"/>
                  </a:lnTo>
                  <a:lnTo>
                    <a:pt x="929" y="82"/>
                  </a:lnTo>
                  <a:close/>
                  <a:moveTo>
                    <a:pt x="929" y="1"/>
                  </a:moveTo>
                  <a:lnTo>
                    <a:pt x="747" y="21"/>
                  </a:lnTo>
                  <a:lnTo>
                    <a:pt x="565" y="82"/>
                  </a:lnTo>
                  <a:lnTo>
                    <a:pt x="404" y="162"/>
                  </a:lnTo>
                  <a:lnTo>
                    <a:pt x="263" y="284"/>
                  </a:lnTo>
                  <a:lnTo>
                    <a:pt x="162" y="425"/>
                  </a:lnTo>
                  <a:lnTo>
                    <a:pt x="61" y="586"/>
                  </a:lnTo>
                  <a:lnTo>
                    <a:pt x="21" y="768"/>
                  </a:lnTo>
                  <a:lnTo>
                    <a:pt x="0" y="949"/>
                  </a:lnTo>
                  <a:lnTo>
                    <a:pt x="21" y="1131"/>
                  </a:lnTo>
                  <a:lnTo>
                    <a:pt x="61" y="1313"/>
                  </a:lnTo>
                  <a:lnTo>
                    <a:pt x="162" y="1474"/>
                  </a:lnTo>
                  <a:lnTo>
                    <a:pt x="263" y="1615"/>
                  </a:lnTo>
                  <a:lnTo>
                    <a:pt x="404" y="1736"/>
                  </a:lnTo>
                  <a:lnTo>
                    <a:pt x="565" y="1817"/>
                  </a:lnTo>
                  <a:lnTo>
                    <a:pt x="747" y="1878"/>
                  </a:lnTo>
                  <a:lnTo>
                    <a:pt x="929" y="1898"/>
                  </a:lnTo>
                  <a:lnTo>
                    <a:pt x="1130" y="1878"/>
                  </a:lnTo>
                  <a:lnTo>
                    <a:pt x="1312" y="1817"/>
                  </a:lnTo>
                  <a:lnTo>
                    <a:pt x="1453" y="1736"/>
                  </a:lnTo>
                  <a:lnTo>
                    <a:pt x="1595" y="1615"/>
                  </a:lnTo>
                  <a:lnTo>
                    <a:pt x="1716" y="1474"/>
                  </a:lnTo>
                  <a:lnTo>
                    <a:pt x="1796" y="1313"/>
                  </a:lnTo>
                  <a:lnTo>
                    <a:pt x="1857" y="1131"/>
                  </a:lnTo>
                  <a:lnTo>
                    <a:pt x="1877" y="949"/>
                  </a:lnTo>
                  <a:lnTo>
                    <a:pt x="1857" y="768"/>
                  </a:lnTo>
                  <a:lnTo>
                    <a:pt x="1796" y="586"/>
                  </a:lnTo>
                  <a:lnTo>
                    <a:pt x="1716" y="425"/>
                  </a:lnTo>
                  <a:lnTo>
                    <a:pt x="1595" y="284"/>
                  </a:lnTo>
                  <a:lnTo>
                    <a:pt x="1453" y="162"/>
                  </a:lnTo>
                  <a:lnTo>
                    <a:pt x="1312" y="82"/>
                  </a:lnTo>
                  <a:lnTo>
                    <a:pt x="1130"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7"/>
            <p:cNvSpPr/>
            <p:nvPr/>
          </p:nvSpPr>
          <p:spPr>
            <a:xfrm flipH="1">
              <a:off x="511885" y="-3871966"/>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7"/>
            <p:cNvSpPr/>
            <p:nvPr/>
          </p:nvSpPr>
          <p:spPr>
            <a:xfrm flipH="1">
              <a:off x="509648" y="-3874202"/>
              <a:ext cx="104994" cy="106112"/>
            </a:xfrm>
            <a:custGeom>
              <a:rect b="b" l="l" r="r" t="t"/>
              <a:pathLst>
                <a:path extrusionOk="0" h="1898" w="1878">
                  <a:moveTo>
                    <a:pt x="949" y="81"/>
                  </a:moveTo>
                  <a:lnTo>
                    <a:pt x="1111" y="101"/>
                  </a:lnTo>
                  <a:lnTo>
                    <a:pt x="1272" y="162"/>
                  </a:lnTo>
                  <a:lnTo>
                    <a:pt x="1413" y="243"/>
                  </a:lnTo>
                  <a:lnTo>
                    <a:pt x="1555" y="344"/>
                  </a:lnTo>
                  <a:lnTo>
                    <a:pt x="1655" y="465"/>
                  </a:lnTo>
                  <a:lnTo>
                    <a:pt x="1736" y="606"/>
                  </a:lnTo>
                  <a:lnTo>
                    <a:pt x="1777" y="767"/>
                  </a:lnTo>
                  <a:lnTo>
                    <a:pt x="1797" y="949"/>
                  </a:lnTo>
                  <a:lnTo>
                    <a:pt x="1777" y="1110"/>
                  </a:lnTo>
                  <a:lnTo>
                    <a:pt x="1736" y="1272"/>
                  </a:lnTo>
                  <a:lnTo>
                    <a:pt x="1655" y="1433"/>
                  </a:lnTo>
                  <a:lnTo>
                    <a:pt x="1555" y="1554"/>
                  </a:lnTo>
                  <a:lnTo>
                    <a:pt x="1413" y="1655"/>
                  </a:lnTo>
                  <a:lnTo>
                    <a:pt x="1272" y="1736"/>
                  </a:lnTo>
                  <a:lnTo>
                    <a:pt x="1111" y="1797"/>
                  </a:lnTo>
                  <a:lnTo>
                    <a:pt x="949" y="1817"/>
                  </a:lnTo>
                  <a:lnTo>
                    <a:pt x="768" y="1797"/>
                  </a:lnTo>
                  <a:lnTo>
                    <a:pt x="606" y="1736"/>
                  </a:lnTo>
                  <a:lnTo>
                    <a:pt x="465" y="1655"/>
                  </a:lnTo>
                  <a:lnTo>
                    <a:pt x="324" y="1554"/>
                  </a:lnTo>
                  <a:lnTo>
                    <a:pt x="223" y="1433"/>
                  </a:lnTo>
                  <a:lnTo>
                    <a:pt x="142" y="1272"/>
                  </a:lnTo>
                  <a:lnTo>
                    <a:pt x="102" y="1110"/>
                  </a:lnTo>
                  <a:lnTo>
                    <a:pt x="81" y="949"/>
                  </a:lnTo>
                  <a:lnTo>
                    <a:pt x="102" y="767"/>
                  </a:lnTo>
                  <a:lnTo>
                    <a:pt x="142" y="606"/>
                  </a:lnTo>
                  <a:lnTo>
                    <a:pt x="223" y="465"/>
                  </a:lnTo>
                  <a:lnTo>
                    <a:pt x="324" y="344"/>
                  </a:lnTo>
                  <a:lnTo>
                    <a:pt x="465" y="243"/>
                  </a:lnTo>
                  <a:lnTo>
                    <a:pt x="606" y="162"/>
                  </a:lnTo>
                  <a:lnTo>
                    <a:pt x="768" y="101"/>
                  </a:lnTo>
                  <a:lnTo>
                    <a:pt x="949" y="81"/>
                  </a:lnTo>
                  <a:close/>
                  <a:moveTo>
                    <a:pt x="949" y="1"/>
                  </a:moveTo>
                  <a:lnTo>
                    <a:pt x="747" y="21"/>
                  </a:lnTo>
                  <a:lnTo>
                    <a:pt x="566" y="81"/>
                  </a:lnTo>
                  <a:lnTo>
                    <a:pt x="425" y="162"/>
                  </a:lnTo>
                  <a:lnTo>
                    <a:pt x="283" y="283"/>
                  </a:lnTo>
                  <a:lnTo>
                    <a:pt x="162" y="424"/>
                  </a:lnTo>
                  <a:lnTo>
                    <a:pt x="81" y="586"/>
                  </a:lnTo>
                  <a:lnTo>
                    <a:pt x="21" y="767"/>
                  </a:lnTo>
                  <a:lnTo>
                    <a:pt x="1" y="949"/>
                  </a:lnTo>
                  <a:lnTo>
                    <a:pt x="21" y="1131"/>
                  </a:lnTo>
                  <a:lnTo>
                    <a:pt x="81" y="1312"/>
                  </a:lnTo>
                  <a:lnTo>
                    <a:pt x="162" y="1474"/>
                  </a:lnTo>
                  <a:lnTo>
                    <a:pt x="283" y="1615"/>
                  </a:lnTo>
                  <a:lnTo>
                    <a:pt x="425" y="1736"/>
                  </a:lnTo>
                  <a:lnTo>
                    <a:pt x="566" y="1817"/>
                  </a:lnTo>
                  <a:lnTo>
                    <a:pt x="747" y="1877"/>
                  </a:lnTo>
                  <a:lnTo>
                    <a:pt x="949" y="1898"/>
                  </a:lnTo>
                  <a:lnTo>
                    <a:pt x="1131" y="1877"/>
                  </a:lnTo>
                  <a:lnTo>
                    <a:pt x="1312" y="1817"/>
                  </a:lnTo>
                  <a:lnTo>
                    <a:pt x="1474" y="1736"/>
                  </a:lnTo>
                  <a:lnTo>
                    <a:pt x="1615" y="1615"/>
                  </a:lnTo>
                  <a:lnTo>
                    <a:pt x="1716" y="1474"/>
                  </a:lnTo>
                  <a:lnTo>
                    <a:pt x="1817" y="1312"/>
                  </a:lnTo>
                  <a:lnTo>
                    <a:pt x="1857" y="1131"/>
                  </a:lnTo>
                  <a:lnTo>
                    <a:pt x="1877" y="949"/>
                  </a:lnTo>
                  <a:lnTo>
                    <a:pt x="1857" y="767"/>
                  </a:lnTo>
                  <a:lnTo>
                    <a:pt x="1817" y="586"/>
                  </a:lnTo>
                  <a:lnTo>
                    <a:pt x="1716" y="424"/>
                  </a:lnTo>
                  <a:lnTo>
                    <a:pt x="1615" y="283"/>
                  </a:lnTo>
                  <a:lnTo>
                    <a:pt x="1474" y="162"/>
                  </a:lnTo>
                  <a:lnTo>
                    <a:pt x="1312" y="81"/>
                  </a:lnTo>
                  <a:lnTo>
                    <a:pt x="1131"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7"/>
            <p:cNvSpPr/>
            <p:nvPr/>
          </p:nvSpPr>
          <p:spPr>
            <a:xfrm flipH="1">
              <a:off x="-1037114" y="-3361987"/>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7"/>
            <p:cNvSpPr/>
            <p:nvPr/>
          </p:nvSpPr>
          <p:spPr>
            <a:xfrm flipH="1">
              <a:off x="-1039350" y="-3364280"/>
              <a:ext cx="104994" cy="104994"/>
            </a:xfrm>
            <a:custGeom>
              <a:rect b="b" l="l" r="r" t="t"/>
              <a:pathLst>
                <a:path extrusionOk="0" h="1878" w="1878">
                  <a:moveTo>
                    <a:pt x="949" y="82"/>
                  </a:moveTo>
                  <a:lnTo>
                    <a:pt x="1111" y="102"/>
                  </a:lnTo>
                  <a:lnTo>
                    <a:pt x="1272" y="142"/>
                  </a:lnTo>
                  <a:lnTo>
                    <a:pt x="1434" y="223"/>
                  </a:lnTo>
                  <a:lnTo>
                    <a:pt x="1555" y="324"/>
                  </a:lnTo>
                  <a:lnTo>
                    <a:pt x="1656" y="465"/>
                  </a:lnTo>
                  <a:lnTo>
                    <a:pt x="1736" y="606"/>
                  </a:lnTo>
                  <a:lnTo>
                    <a:pt x="1797" y="768"/>
                  </a:lnTo>
                  <a:lnTo>
                    <a:pt x="1797" y="949"/>
                  </a:lnTo>
                  <a:lnTo>
                    <a:pt x="1797" y="1111"/>
                  </a:lnTo>
                  <a:lnTo>
                    <a:pt x="1736" y="1272"/>
                  </a:lnTo>
                  <a:lnTo>
                    <a:pt x="1656" y="1414"/>
                  </a:lnTo>
                  <a:lnTo>
                    <a:pt x="1555" y="1555"/>
                  </a:lnTo>
                  <a:lnTo>
                    <a:pt x="1434" y="1656"/>
                  </a:lnTo>
                  <a:lnTo>
                    <a:pt x="1272" y="1736"/>
                  </a:lnTo>
                  <a:lnTo>
                    <a:pt x="1111" y="1777"/>
                  </a:lnTo>
                  <a:lnTo>
                    <a:pt x="949" y="1797"/>
                  </a:lnTo>
                  <a:lnTo>
                    <a:pt x="768" y="1777"/>
                  </a:lnTo>
                  <a:lnTo>
                    <a:pt x="606" y="1736"/>
                  </a:lnTo>
                  <a:lnTo>
                    <a:pt x="465" y="1656"/>
                  </a:lnTo>
                  <a:lnTo>
                    <a:pt x="344" y="1555"/>
                  </a:lnTo>
                  <a:lnTo>
                    <a:pt x="223" y="1414"/>
                  </a:lnTo>
                  <a:lnTo>
                    <a:pt x="162" y="1272"/>
                  </a:lnTo>
                  <a:lnTo>
                    <a:pt x="102" y="1111"/>
                  </a:lnTo>
                  <a:lnTo>
                    <a:pt x="82" y="949"/>
                  </a:lnTo>
                  <a:lnTo>
                    <a:pt x="102" y="768"/>
                  </a:lnTo>
                  <a:lnTo>
                    <a:pt x="162" y="606"/>
                  </a:lnTo>
                  <a:lnTo>
                    <a:pt x="223" y="465"/>
                  </a:lnTo>
                  <a:lnTo>
                    <a:pt x="344" y="324"/>
                  </a:lnTo>
                  <a:lnTo>
                    <a:pt x="465" y="223"/>
                  </a:lnTo>
                  <a:lnTo>
                    <a:pt x="606" y="142"/>
                  </a:lnTo>
                  <a:lnTo>
                    <a:pt x="768" y="102"/>
                  </a:lnTo>
                  <a:lnTo>
                    <a:pt x="949" y="82"/>
                  </a:lnTo>
                  <a:close/>
                  <a:moveTo>
                    <a:pt x="949" y="1"/>
                  </a:moveTo>
                  <a:lnTo>
                    <a:pt x="748" y="21"/>
                  </a:lnTo>
                  <a:lnTo>
                    <a:pt x="586" y="82"/>
                  </a:lnTo>
                  <a:lnTo>
                    <a:pt x="425" y="162"/>
                  </a:lnTo>
                  <a:lnTo>
                    <a:pt x="283" y="284"/>
                  </a:lnTo>
                  <a:lnTo>
                    <a:pt x="162" y="405"/>
                  </a:lnTo>
                  <a:lnTo>
                    <a:pt x="82" y="566"/>
                  </a:lnTo>
                  <a:lnTo>
                    <a:pt x="21" y="748"/>
                  </a:lnTo>
                  <a:lnTo>
                    <a:pt x="1" y="949"/>
                  </a:lnTo>
                  <a:lnTo>
                    <a:pt x="21" y="1131"/>
                  </a:lnTo>
                  <a:lnTo>
                    <a:pt x="82" y="1313"/>
                  </a:lnTo>
                  <a:lnTo>
                    <a:pt x="162" y="1474"/>
                  </a:lnTo>
                  <a:lnTo>
                    <a:pt x="283" y="1595"/>
                  </a:lnTo>
                  <a:lnTo>
                    <a:pt x="425" y="1716"/>
                  </a:lnTo>
                  <a:lnTo>
                    <a:pt x="586" y="1817"/>
                  </a:lnTo>
                  <a:lnTo>
                    <a:pt x="748" y="1858"/>
                  </a:lnTo>
                  <a:lnTo>
                    <a:pt x="949" y="1878"/>
                  </a:lnTo>
                  <a:lnTo>
                    <a:pt x="1131" y="1858"/>
                  </a:lnTo>
                  <a:lnTo>
                    <a:pt x="1313" y="1817"/>
                  </a:lnTo>
                  <a:lnTo>
                    <a:pt x="1474" y="1716"/>
                  </a:lnTo>
                  <a:lnTo>
                    <a:pt x="1615" y="1595"/>
                  </a:lnTo>
                  <a:lnTo>
                    <a:pt x="1716" y="1474"/>
                  </a:lnTo>
                  <a:lnTo>
                    <a:pt x="1817" y="1313"/>
                  </a:lnTo>
                  <a:lnTo>
                    <a:pt x="1878" y="1131"/>
                  </a:lnTo>
                  <a:lnTo>
                    <a:pt x="1878" y="949"/>
                  </a:lnTo>
                  <a:lnTo>
                    <a:pt x="1878" y="748"/>
                  </a:lnTo>
                  <a:lnTo>
                    <a:pt x="1817" y="566"/>
                  </a:lnTo>
                  <a:lnTo>
                    <a:pt x="1716" y="405"/>
                  </a:lnTo>
                  <a:lnTo>
                    <a:pt x="1615" y="284"/>
                  </a:lnTo>
                  <a:lnTo>
                    <a:pt x="1474" y="162"/>
                  </a:lnTo>
                  <a:lnTo>
                    <a:pt x="1313" y="82"/>
                  </a:lnTo>
                  <a:lnTo>
                    <a:pt x="1131"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7"/>
            <p:cNvSpPr/>
            <p:nvPr/>
          </p:nvSpPr>
          <p:spPr>
            <a:xfrm flipH="1">
              <a:off x="1080509" y="-136624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7"/>
            <p:cNvSpPr/>
            <p:nvPr/>
          </p:nvSpPr>
          <p:spPr>
            <a:xfrm flipH="1">
              <a:off x="1078272" y="-1368477"/>
              <a:ext cx="104994" cy="104994"/>
            </a:xfrm>
            <a:custGeom>
              <a:rect b="b" l="l" r="r" t="t"/>
              <a:pathLst>
                <a:path extrusionOk="0" h="1878" w="1878">
                  <a:moveTo>
                    <a:pt x="929" y="81"/>
                  </a:moveTo>
                  <a:lnTo>
                    <a:pt x="1111" y="101"/>
                  </a:lnTo>
                  <a:lnTo>
                    <a:pt x="1272" y="142"/>
                  </a:lnTo>
                  <a:lnTo>
                    <a:pt x="1414" y="223"/>
                  </a:lnTo>
                  <a:lnTo>
                    <a:pt x="1535" y="344"/>
                  </a:lnTo>
                  <a:lnTo>
                    <a:pt x="1656" y="465"/>
                  </a:lnTo>
                  <a:lnTo>
                    <a:pt x="1736" y="606"/>
                  </a:lnTo>
                  <a:lnTo>
                    <a:pt x="1777" y="767"/>
                  </a:lnTo>
                  <a:lnTo>
                    <a:pt x="1797" y="949"/>
                  </a:lnTo>
                  <a:lnTo>
                    <a:pt x="1777" y="1110"/>
                  </a:lnTo>
                  <a:lnTo>
                    <a:pt x="1736" y="1272"/>
                  </a:lnTo>
                  <a:lnTo>
                    <a:pt x="1656" y="1433"/>
                  </a:lnTo>
                  <a:lnTo>
                    <a:pt x="1535" y="1554"/>
                  </a:lnTo>
                  <a:lnTo>
                    <a:pt x="1414" y="1655"/>
                  </a:lnTo>
                  <a:lnTo>
                    <a:pt x="1272" y="1736"/>
                  </a:lnTo>
                  <a:lnTo>
                    <a:pt x="1111" y="1797"/>
                  </a:lnTo>
                  <a:lnTo>
                    <a:pt x="768" y="1797"/>
                  </a:lnTo>
                  <a:lnTo>
                    <a:pt x="606" y="1736"/>
                  </a:lnTo>
                  <a:lnTo>
                    <a:pt x="445" y="1655"/>
                  </a:lnTo>
                  <a:lnTo>
                    <a:pt x="324" y="1554"/>
                  </a:lnTo>
                  <a:lnTo>
                    <a:pt x="223" y="1433"/>
                  </a:lnTo>
                  <a:lnTo>
                    <a:pt x="142" y="1272"/>
                  </a:lnTo>
                  <a:lnTo>
                    <a:pt x="82" y="1110"/>
                  </a:lnTo>
                  <a:lnTo>
                    <a:pt x="82" y="949"/>
                  </a:lnTo>
                  <a:lnTo>
                    <a:pt x="82" y="767"/>
                  </a:lnTo>
                  <a:lnTo>
                    <a:pt x="142" y="606"/>
                  </a:lnTo>
                  <a:lnTo>
                    <a:pt x="223" y="465"/>
                  </a:lnTo>
                  <a:lnTo>
                    <a:pt x="324" y="344"/>
                  </a:lnTo>
                  <a:lnTo>
                    <a:pt x="445" y="223"/>
                  </a:lnTo>
                  <a:lnTo>
                    <a:pt x="606" y="142"/>
                  </a:lnTo>
                  <a:lnTo>
                    <a:pt x="768" y="101"/>
                  </a:lnTo>
                  <a:lnTo>
                    <a:pt x="929" y="81"/>
                  </a:lnTo>
                  <a:close/>
                  <a:moveTo>
                    <a:pt x="929" y="1"/>
                  </a:moveTo>
                  <a:lnTo>
                    <a:pt x="748" y="21"/>
                  </a:lnTo>
                  <a:lnTo>
                    <a:pt x="566" y="81"/>
                  </a:lnTo>
                  <a:lnTo>
                    <a:pt x="405" y="162"/>
                  </a:lnTo>
                  <a:lnTo>
                    <a:pt x="263" y="283"/>
                  </a:lnTo>
                  <a:lnTo>
                    <a:pt x="162" y="424"/>
                  </a:lnTo>
                  <a:lnTo>
                    <a:pt x="62" y="586"/>
                  </a:lnTo>
                  <a:lnTo>
                    <a:pt x="21" y="747"/>
                  </a:lnTo>
                  <a:lnTo>
                    <a:pt x="1" y="949"/>
                  </a:lnTo>
                  <a:lnTo>
                    <a:pt x="21" y="1131"/>
                  </a:lnTo>
                  <a:lnTo>
                    <a:pt x="62" y="1312"/>
                  </a:lnTo>
                  <a:lnTo>
                    <a:pt x="162" y="1474"/>
                  </a:lnTo>
                  <a:lnTo>
                    <a:pt x="263" y="1615"/>
                  </a:lnTo>
                  <a:lnTo>
                    <a:pt x="405" y="1716"/>
                  </a:lnTo>
                  <a:lnTo>
                    <a:pt x="566" y="1817"/>
                  </a:lnTo>
                  <a:lnTo>
                    <a:pt x="748" y="1857"/>
                  </a:lnTo>
                  <a:lnTo>
                    <a:pt x="929" y="1877"/>
                  </a:lnTo>
                  <a:lnTo>
                    <a:pt x="1131" y="1857"/>
                  </a:lnTo>
                  <a:lnTo>
                    <a:pt x="1293" y="1817"/>
                  </a:lnTo>
                  <a:lnTo>
                    <a:pt x="1454" y="1716"/>
                  </a:lnTo>
                  <a:lnTo>
                    <a:pt x="1595" y="1615"/>
                  </a:lnTo>
                  <a:lnTo>
                    <a:pt x="1716" y="1474"/>
                  </a:lnTo>
                  <a:lnTo>
                    <a:pt x="1797" y="1312"/>
                  </a:lnTo>
                  <a:lnTo>
                    <a:pt x="1858" y="1131"/>
                  </a:lnTo>
                  <a:lnTo>
                    <a:pt x="1878" y="949"/>
                  </a:lnTo>
                  <a:lnTo>
                    <a:pt x="1858" y="747"/>
                  </a:lnTo>
                  <a:lnTo>
                    <a:pt x="1797" y="586"/>
                  </a:lnTo>
                  <a:lnTo>
                    <a:pt x="1716" y="424"/>
                  </a:lnTo>
                  <a:lnTo>
                    <a:pt x="1595" y="283"/>
                  </a:lnTo>
                  <a:lnTo>
                    <a:pt x="1454" y="162"/>
                  </a:lnTo>
                  <a:lnTo>
                    <a:pt x="1293" y="81"/>
                  </a:lnTo>
                  <a:lnTo>
                    <a:pt x="1131"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7"/>
            <p:cNvSpPr/>
            <p:nvPr/>
          </p:nvSpPr>
          <p:spPr>
            <a:xfrm flipH="1">
              <a:off x="-1522213" y="-1840048"/>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7"/>
            <p:cNvSpPr/>
            <p:nvPr/>
          </p:nvSpPr>
          <p:spPr>
            <a:xfrm flipH="1">
              <a:off x="-1524506" y="-1842340"/>
              <a:ext cx="104994" cy="104994"/>
            </a:xfrm>
            <a:custGeom>
              <a:rect b="b" l="l" r="r" t="t"/>
              <a:pathLst>
                <a:path extrusionOk="0" h="1878" w="1878">
                  <a:moveTo>
                    <a:pt x="949" y="82"/>
                  </a:moveTo>
                  <a:lnTo>
                    <a:pt x="1110" y="102"/>
                  </a:lnTo>
                  <a:lnTo>
                    <a:pt x="1272" y="142"/>
                  </a:lnTo>
                  <a:lnTo>
                    <a:pt x="1413" y="223"/>
                  </a:lnTo>
                  <a:lnTo>
                    <a:pt x="1554" y="324"/>
                  </a:lnTo>
                  <a:lnTo>
                    <a:pt x="1655" y="465"/>
                  </a:lnTo>
                  <a:lnTo>
                    <a:pt x="1736" y="606"/>
                  </a:lnTo>
                  <a:lnTo>
                    <a:pt x="1776" y="768"/>
                  </a:lnTo>
                  <a:lnTo>
                    <a:pt x="1796" y="949"/>
                  </a:lnTo>
                  <a:lnTo>
                    <a:pt x="1776" y="1111"/>
                  </a:lnTo>
                  <a:lnTo>
                    <a:pt x="1736" y="1272"/>
                  </a:lnTo>
                  <a:lnTo>
                    <a:pt x="1655" y="1414"/>
                  </a:lnTo>
                  <a:lnTo>
                    <a:pt x="1554" y="1555"/>
                  </a:lnTo>
                  <a:lnTo>
                    <a:pt x="1413" y="1656"/>
                  </a:lnTo>
                  <a:lnTo>
                    <a:pt x="1272" y="1736"/>
                  </a:lnTo>
                  <a:lnTo>
                    <a:pt x="1110" y="1777"/>
                  </a:lnTo>
                  <a:lnTo>
                    <a:pt x="949" y="1797"/>
                  </a:lnTo>
                  <a:lnTo>
                    <a:pt x="767" y="1777"/>
                  </a:lnTo>
                  <a:lnTo>
                    <a:pt x="606" y="1736"/>
                  </a:lnTo>
                  <a:lnTo>
                    <a:pt x="464" y="1656"/>
                  </a:lnTo>
                  <a:lnTo>
                    <a:pt x="323" y="1555"/>
                  </a:lnTo>
                  <a:lnTo>
                    <a:pt x="222" y="1414"/>
                  </a:lnTo>
                  <a:lnTo>
                    <a:pt x="142" y="1272"/>
                  </a:lnTo>
                  <a:lnTo>
                    <a:pt x="101" y="1111"/>
                  </a:lnTo>
                  <a:lnTo>
                    <a:pt x="81" y="949"/>
                  </a:lnTo>
                  <a:lnTo>
                    <a:pt x="101" y="768"/>
                  </a:lnTo>
                  <a:lnTo>
                    <a:pt x="142" y="606"/>
                  </a:lnTo>
                  <a:lnTo>
                    <a:pt x="222" y="465"/>
                  </a:lnTo>
                  <a:lnTo>
                    <a:pt x="323" y="324"/>
                  </a:lnTo>
                  <a:lnTo>
                    <a:pt x="464" y="223"/>
                  </a:lnTo>
                  <a:lnTo>
                    <a:pt x="606" y="142"/>
                  </a:lnTo>
                  <a:lnTo>
                    <a:pt x="767" y="102"/>
                  </a:lnTo>
                  <a:lnTo>
                    <a:pt x="949" y="82"/>
                  </a:lnTo>
                  <a:close/>
                  <a:moveTo>
                    <a:pt x="949" y="1"/>
                  </a:moveTo>
                  <a:lnTo>
                    <a:pt x="747" y="21"/>
                  </a:lnTo>
                  <a:lnTo>
                    <a:pt x="565" y="82"/>
                  </a:lnTo>
                  <a:lnTo>
                    <a:pt x="424" y="162"/>
                  </a:lnTo>
                  <a:lnTo>
                    <a:pt x="283" y="283"/>
                  </a:lnTo>
                  <a:lnTo>
                    <a:pt x="162" y="405"/>
                  </a:lnTo>
                  <a:lnTo>
                    <a:pt x="81" y="566"/>
                  </a:lnTo>
                  <a:lnTo>
                    <a:pt x="21" y="748"/>
                  </a:lnTo>
                  <a:lnTo>
                    <a:pt x="0" y="949"/>
                  </a:lnTo>
                  <a:lnTo>
                    <a:pt x="21" y="1131"/>
                  </a:lnTo>
                  <a:lnTo>
                    <a:pt x="81" y="1313"/>
                  </a:lnTo>
                  <a:lnTo>
                    <a:pt x="162" y="1474"/>
                  </a:lnTo>
                  <a:lnTo>
                    <a:pt x="283" y="1595"/>
                  </a:lnTo>
                  <a:lnTo>
                    <a:pt x="424" y="1716"/>
                  </a:lnTo>
                  <a:lnTo>
                    <a:pt x="565" y="1797"/>
                  </a:lnTo>
                  <a:lnTo>
                    <a:pt x="747" y="1857"/>
                  </a:lnTo>
                  <a:lnTo>
                    <a:pt x="949" y="1878"/>
                  </a:lnTo>
                  <a:lnTo>
                    <a:pt x="1130" y="1857"/>
                  </a:lnTo>
                  <a:lnTo>
                    <a:pt x="1312" y="1797"/>
                  </a:lnTo>
                  <a:lnTo>
                    <a:pt x="1473" y="1716"/>
                  </a:lnTo>
                  <a:lnTo>
                    <a:pt x="1615" y="1595"/>
                  </a:lnTo>
                  <a:lnTo>
                    <a:pt x="1716" y="1474"/>
                  </a:lnTo>
                  <a:lnTo>
                    <a:pt x="1817" y="1313"/>
                  </a:lnTo>
                  <a:lnTo>
                    <a:pt x="1857" y="1131"/>
                  </a:lnTo>
                  <a:lnTo>
                    <a:pt x="1877" y="949"/>
                  </a:lnTo>
                  <a:lnTo>
                    <a:pt x="1857" y="748"/>
                  </a:lnTo>
                  <a:lnTo>
                    <a:pt x="1817" y="566"/>
                  </a:lnTo>
                  <a:lnTo>
                    <a:pt x="1716" y="405"/>
                  </a:lnTo>
                  <a:lnTo>
                    <a:pt x="1615" y="283"/>
                  </a:lnTo>
                  <a:lnTo>
                    <a:pt x="1473" y="162"/>
                  </a:lnTo>
                  <a:lnTo>
                    <a:pt x="1312" y="82"/>
                  </a:lnTo>
                  <a:lnTo>
                    <a:pt x="1130"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7"/>
            <p:cNvSpPr/>
            <p:nvPr/>
          </p:nvSpPr>
          <p:spPr>
            <a:xfrm flipH="1">
              <a:off x="-3230321" y="-2914121"/>
              <a:ext cx="101584" cy="101640"/>
            </a:xfrm>
            <a:custGeom>
              <a:rect b="b" l="l" r="r" t="t"/>
              <a:pathLst>
                <a:path extrusionOk="0" h="1818" w="1817">
                  <a:moveTo>
                    <a:pt x="908" y="1"/>
                  </a:moveTo>
                  <a:lnTo>
                    <a:pt x="727" y="21"/>
                  </a:lnTo>
                  <a:lnTo>
                    <a:pt x="565" y="82"/>
                  </a:lnTo>
                  <a:lnTo>
                    <a:pt x="404" y="162"/>
                  </a:lnTo>
                  <a:lnTo>
                    <a:pt x="262" y="263"/>
                  </a:lnTo>
                  <a:lnTo>
                    <a:pt x="162" y="404"/>
                  </a:lnTo>
                  <a:lnTo>
                    <a:pt x="81" y="566"/>
                  </a:lnTo>
                  <a:lnTo>
                    <a:pt x="20" y="727"/>
                  </a:lnTo>
                  <a:lnTo>
                    <a:pt x="0" y="909"/>
                  </a:lnTo>
                  <a:lnTo>
                    <a:pt x="20" y="1091"/>
                  </a:lnTo>
                  <a:lnTo>
                    <a:pt x="81" y="1252"/>
                  </a:lnTo>
                  <a:lnTo>
                    <a:pt x="162" y="1413"/>
                  </a:lnTo>
                  <a:lnTo>
                    <a:pt x="262" y="1555"/>
                  </a:lnTo>
                  <a:lnTo>
                    <a:pt x="404" y="1656"/>
                  </a:lnTo>
                  <a:lnTo>
                    <a:pt x="565" y="1736"/>
                  </a:lnTo>
                  <a:lnTo>
                    <a:pt x="727" y="1797"/>
                  </a:lnTo>
                  <a:lnTo>
                    <a:pt x="908" y="1817"/>
                  </a:lnTo>
                  <a:lnTo>
                    <a:pt x="1090" y="1797"/>
                  </a:lnTo>
                  <a:lnTo>
                    <a:pt x="1251" y="1736"/>
                  </a:lnTo>
                  <a:lnTo>
                    <a:pt x="1413" y="1656"/>
                  </a:lnTo>
                  <a:lnTo>
                    <a:pt x="1534" y="1555"/>
                  </a:lnTo>
                  <a:lnTo>
                    <a:pt x="1655" y="1413"/>
                  </a:lnTo>
                  <a:lnTo>
                    <a:pt x="1736" y="1252"/>
                  </a:lnTo>
                  <a:lnTo>
                    <a:pt x="1796" y="1091"/>
                  </a:lnTo>
                  <a:lnTo>
                    <a:pt x="1816" y="909"/>
                  </a:lnTo>
                  <a:lnTo>
                    <a:pt x="1796" y="727"/>
                  </a:lnTo>
                  <a:lnTo>
                    <a:pt x="1736" y="566"/>
                  </a:lnTo>
                  <a:lnTo>
                    <a:pt x="1655" y="404"/>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7"/>
            <p:cNvSpPr/>
            <p:nvPr/>
          </p:nvSpPr>
          <p:spPr>
            <a:xfrm flipH="1">
              <a:off x="-3232558" y="-2916358"/>
              <a:ext cx="106112" cy="106112"/>
            </a:xfrm>
            <a:custGeom>
              <a:rect b="b" l="l" r="r" t="t"/>
              <a:pathLst>
                <a:path extrusionOk="0" h="1898" w="1898">
                  <a:moveTo>
                    <a:pt x="949" y="81"/>
                  </a:moveTo>
                  <a:lnTo>
                    <a:pt x="1131" y="101"/>
                  </a:lnTo>
                  <a:lnTo>
                    <a:pt x="1292" y="162"/>
                  </a:lnTo>
                  <a:lnTo>
                    <a:pt x="1434" y="243"/>
                  </a:lnTo>
                  <a:lnTo>
                    <a:pt x="1555" y="344"/>
                  </a:lnTo>
                  <a:lnTo>
                    <a:pt x="1655" y="465"/>
                  </a:lnTo>
                  <a:lnTo>
                    <a:pt x="1736" y="606"/>
                  </a:lnTo>
                  <a:lnTo>
                    <a:pt x="1797" y="767"/>
                  </a:lnTo>
                  <a:lnTo>
                    <a:pt x="1817" y="949"/>
                  </a:lnTo>
                  <a:lnTo>
                    <a:pt x="1797" y="1131"/>
                  </a:lnTo>
                  <a:lnTo>
                    <a:pt x="1736" y="1292"/>
                  </a:lnTo>
                  <a:lnTo>
                    <a:pt x="1655" y="1433"/>
                  </a:lnTo>
                  <a:lnTo>
                    <a:pt x="1555" y="1554"/>
                  </a:lnTo>
                  <a:lnTo>
                    <a:pt x="1434" y="1655"/>
                  </a:lnTo>
                  <a:lnTo>
                    <a:pt x="1292" y="1736"/>
                  </a:lnTo>
                  <a:lnTo>
                    <a:pt x="1131" y="1797"/>
                  </a:lnTo>
                  <a:lnTo>
                    <a:pt x="949" y="1817"/>
                  </a:lnTo>
                  <a:lnTo>
                    <a:pt x="768" y="1797"/>
                  </a:lnTo>
                  <a:lnTo>
                    <a:pt x="606" y="1736"/>
                  </a:lnTo>
                  <a:lnTo>
                    <a:pt x="465" y="1655"/>
                  </a:lnTo>
                  <a:lnTo>
                    <a:pt x="344" y="1554"/>
                  </a:lnTo>
                  <a:lnTo>
                    <a:pt x="243" y="1433"/>
                  </a:lnTo>
                  <a:lnTo>
                    <a:pt x="162" y="1292"/>
                  </a:lnTo>
                  <a:lnTo>
                    <a:pt x="102" y="1131"/>
                  </a:lnTo>
                  <a:lnTo>
                    <a:pt x="81" y="949"/>
                  </a:lnTo>
                  <a:lnTo>
                    <a:pt x="102" y="767"/>
                  </a:lnTo>
                  <a:lnTo>
                    <a:pt x="162" y="606"/>
                  </a:lnTo>
                  <a:lnTo>
                    <a:pt x="243" y="465"/>
                  </a:lnTo>
                  <a:lnTo>
                    <a:pt x="344" y="344"/>
                  </a:lnTo>
                  <a:lnTo>
                    <a:pt x="465" y="243"/>
                  </a:lnTo>
                  <a:lnTo>
                    <a:pt x="606" y="162"/>
                  </a:lnTo>
                  <a:lnTo>
                    <a:pt x="768" y="101"/>
                  </a:lnTo>
                  <a:lnTo>
                    <a:pt x="949" y="81"/>
                  </a:lnTo>
                  <a:close/>
                  <a:moveTo>
                    <a:pt x="949" y="0"/>
                  </a:moveTo>
                  <a:lnTo>
                    <a:pt x="768" y="21"/>
                  </a:lnTo>
                  <a:lnTo>
                    <a:pt x="586" y="81"/>
                  </a:lnTo>
                  <a:lnTo>
                    <a:pt x="425" y="162"/>
                  </a:lnTo>
                  <a:lnTo>
                    <a:pt x="283" y="283"/>
                  </a:lnTo>
                  <a:lnTo>
                    <a:pt x="162" y="424"/>
                  </a:lnTo>
                  <a:lnTo>
                    <a:pt x="81" y="586"/>
                  </a:lnTo>
                  <a:lnTo>
                    <a:pt x="21" y="767"/>
                  </a:lnTo>
                  <a:lnTo>
                    <a:pt x="1" y="949"/>
                  </a:lnTo>
                  <a:lnTo>
                    <a:pt x="21" y="1131"/>
                  </a:lnTo>
                  <a:lnTo>
                    <a:pt x="81" y="1312"/>
                  </a:lnTo>
                  <a:lnTo>
                    <a:pt x="162" y="1474"/>
                  </a:lnTo>
                  <a:lnTo>
                    <a:pt x="283" y="1615"/>
                  </a:lnTo>
                  <a:lnTo>
                    <a:pt x="425" y="1736"/>
                  </a:lnTo>
                  <a:lnTo>
                    <a:pt x="586" y="1817"/>
                  </a:lnTo>
                  <a:lnTo>
                    <a:pt x="768" y="1877"/>
                  </a:lnTo>
                  <a:lnTo>
                    <a:pt x="949" y="1897"/>
                  </a:lnTo>
                  <a:lnTo>
                    <a:pt x="1131" y="1877"/>
                  </a:lnTo>
                  <a:lnTo>
                    <a:pt x="1312" y="1817"/>
                  </a:lnTo>
                  <a:lnTo>
                    <a:pt x="1474" y="1736"/>
                  </a:lnTo>
                  <a:lnTo>
                    <a:pt x="1615" y="1615"/>
                  </a:lnTo>
                  <a:lnTo>
                    <a:pt x="1736" y="1474"/>
                  </a:lnTo>
                  <a:lnTo>
                    <a:pt x="1817" y="1312"/>
                  </a:lnTo>
                  <a:lnTo>
                    <a:pt x="1877" y="1131"/>
                  </a:lnTo>
                  <a:lnTo>
                    <a:pt x="1898" y="949"/>
                  </a:lnTo>
                  <a:lnTo>
                    <a:pt x="1877" y="767"/>
                  </a:lnTo>
                  <a:lnTo>
                    <a:pt x="1817" y="586"/>
                  </a:lnTo>
                  <a:lnTo>
                    <a:pt x="1736" y="424"/>
                  </a:lnTo>
                  <a:lnTo>
                    <a:pt x="1615" y="283"/>
                  </a:lnTo>
                  <a:lnTo>
                    <a:pt x="1474" y="162"/>
                  </a:lnTo>
                  <a:lnTo>
                    <a:pt x="1312" y="81"/>
                  </a:lnTo>
                  <a:lnTo>
                    <a:pt x="1131" y="21"/>
                  </a:lnTo>
                  <a:lnTo>
                    <a:pt x="9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7"/>
            <p:cNvSpPr/>
            <p:nvPr/>
          </p:nvSpPr>
          <p:spPr>
            <a:xfrm flipH="1">
              <a:off x="-1102524" y="-4869280"/>
              <a:ext cx="101584" cy="100466"/>
            </a:xfrm>
            <a:custGeom>
              <a:rect b="b" l="l" r="r" t="t"/>
              <a:pathLst>
                <a:path extrusionOk="0" h="1797" w="1817">
                  <a:moveTo>
                    <a:pt x="909" y="1"/>
                  </a:moveTo>
                  <a:lnTo>
                    <a:pt x="727" y="21"/>
                  </a:lnTo>
                  <a:lnTo>
                    <a:pt x="566" y="61"/>
                  </a:lnTo>
                  <a:lnTo>
                    <a:pt x="404" y="142"/>
                  </a:lnTo>
                  <a:lnTo>
                    <a:pt x="283" y="263"/>
                  </a:lnTo>
                  <a:lnTo>
                    <a:pt x="162" y="384"/>
                  </a:lnTo>
                  <a:lnTo>
                    <a:pt x="81" y="546"/>
                  </a:lnTo>
                  <a:lnTo>
                    <a:pt x="21" y="707"/>
                  </a:lnTo>
                  <a:lnTo>
                    <a:pt x="1" y="889"/>
                  </a:lnTo>
                  <a:lnTo>
                    <a:pt x="21" y="1070"/>
                  </a:lnTo>
                  <a:lnTo>
                    <a:pt x="81" y="1252"/>
                  </a:lnTo>
                  <a:lnTo>
                    <a:pt x="162" y="1393"/>
                  </a:lnTo>
                  <a:lnTo>
                    <a:pt x="283" y="1534"/>
                  </a:lnTo>
                  <a:lnTo>
                    <a:pt x="404" y="1635"/>
                  </a:lnTo>
                  <a:lnTo>
                    <a:pt x="566" y="1716"/>
                  </a:lnTo>
                  <a:lnTo>
                    <a:pt x="727" y="1777"/>
                  </a:lnTo>
                  <a:lnTo>
                    <a:pt x="909" y="1797"/>
                  </a:lnTo>
                  <a:lnTo>
                    <a:pt x="1090" y="1777"/>
                  </a:lnTo>
                  <a:lnTo>
                    <a:pt x="1272" y="1716"/>
                  </a:lnTo>
                  <a:lnTo>
                    <a:pt x="1413" y="1635"/>
                  </a:lnTo>
                  <a:lnTo>
                    <a:pt x="1554" y="1534"/>
                  </a:lnTo>
                  <a:lnTo>
                    <a:pt x="1655" y="1393"/>
                  </a:lnTo>
                  <a:lnTo>
                    <a:pt x="1736" y="1252"/>
                  </a:lnTo>
                  <a:lnTo>
                    <a:pt x="1797" y="1070"/>
                  </a:lnTo>
                  <a:lnTo>
                    <a:pt x="1817" y="889"/>
                  </a:lnTo>
                  <a:lnTo>
                    <a:pt x="1797" y="707"/>
                  </a:lnTo>
                  <a:lnTo>
                    <a:pt x="1736" y="546"/>
                  </a:lnTo>
                  <a:lnTo>
                    <a:pt x="1655" y="384"/>
                  </a:lnTo>
                  <a:lnTo>
                    <a:pt x="1554" y="263"/>
                  </a:lnTo>
                  <a:lnTo>
                    <a:pt x="1413" y="142"/>
                  </a:lnTo>
                  <a:lnTo>
                    <a:pt x="1272" y="61"/>
                  </a:lnTo>
                  <a:lnTo>
                    <a:pt x="1090" y="21"/>
                  </a:lnTo>
                  <a:lnTo>
                    <a:pt x="9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7"/>
            <p:cNvSpPr/>
            <p:nvPr/>
          </p:nvSpPr>
          <p:spPr>
            <a:xfrm flipH="1">
              <a:off x="-1104816" y="-4871516"/>
              <a:ext cx="106112" cy="104994"/>
            </a:xfrm>
            <a:custGeom>
              <a:rect b="b" l="l" r="r" t="t"/>
              <a:pathLst>
                <a:path extrusionOk="0" h="1878" w="1898">
                  <a:moveTo>
                    <a:pt x="949" y="81"/>
                  </a:moveTo>
                  <a:lnTo>
                    <a:pt x="1130" y="101"/>
                  </a:lnTo>
                  <a:lnTo>
                    <a:pt x="1292" y="142"/>
                  </a:lnTo>
                  <a:lnTo>
                    <a:pt x="1433" y="222"/>
                  </a:lnTo>
                  <a:lnTo>
                    <a:pt x="1554" y="323"/>
                  </a:lnTo>
                  <a:lnTo>
                    <a:pt x="1655" y="444"/>
                  </a:lnTo>
                  <a:lnTo>
                    <a:pt x="1736" y="606"/>
                  </a:lnTo>
                  <a:lnTo>
                    <a:pt x="1796" y="767"/>
                  </a:lnTo>
                  <a:lnTo>
                    <a:pt x="1816" y="929"/>
                  </a:lnTo>
                  <a:lnTo>
                    <a:pt x="1796" y="1110"/>
                  </a:lnTo>
                  <a:lnTo>
                    <a:pt x="1736" y="1272"/>
                  </a:lnTo>
                  <a:lnTo>
                    <a:pt x="1655" y="1413"/>
                  </a:lnTo>
                  <a:lnTo>
                    <a:pt x="1554" y="1534"/>
                  </a:lnTo>
                  <a:lnTo>
                    <a:pt x="1433" y="1655"/>
                  </a:lnTo>
                  <a:lnTo>
                    <a:pt x="1292" y="1736"/>
                  </a:lnTo>
                  <a:lnTo>
                    <a:pt x="1130" y="1776"/>
                  </a:lnTo>
                  <a:lnTo>
                    <a:pt x="949" y="1796"/>
                  </a:lnTo>
                  <a:lnTo>
                    <a:pt x="787" y="1776"/>
                  </a:lnTo>
                  <a:lnTo>
                    <a:pt x="626" y="1736"/>
                  </a:lnTo>
                  <a:lnTo>
                    <a:pt x="464" y="1655"/>
                  </a:lnTo>
                  <a:lnTo>
                    <a:pt x="343" y="1534"/>
                  </a:lnTo>
                  <a:lnTo>
                    <a:pt x="242" y="1413"/>
                  </a:lnTo>
                  <a:lnTo>
                    <a:pt x="162" y="1272"/>
                  </a:lnTo>
                  <a:lnTo>
                    <a:pt x="101" y="1110"/>
                  </a:lnTo>
                  <a:lnTo>
                    <a:pt x="81" y="929"/>
                  </a:lnTo>
                  <a:lnTo>
                    <a:pt x="101" y="767"/>
                  </a:lnTo>
                  <a:lnTo>
                    <a:pt x="162" y="606"/>
                  </a:lnTo>
                  <a:lnTo>
                    <a:pt x="242" y="444"/>
                  </a:lnTo>
                  <a:lnTo>
                    <a:pt x="343" y="323"/>
                  </a:lnTo>
                  <a:lnTo>
                    <a:pt x="464" y="222"/>
                  </a:lnTo>
                  <a:lnTo>
                    <a:pt x="626" y="142"/>
                  </a:lnTo>
                  <a:lnTo>
                    <a:pt x="787" y="101"/>
                  </a:lnTo>
                  <a:lnTo>
                    <a:pt x="949" y="81"/>
                  </a:lnTo>
                  <a:close/>
                  <a:moveTo>
                    <a:pt x="949" y="0"/>
                  </a:moveTo>
                  <a:lnTo>
                    <a:pt x="767" y="21"/>
                  </a:lnTo>
                  <a:lnTo>
                    <a:pt x="585" y="61"/>
                  </a:lnTo>
                  <a:lnTo>
                    <a:pt x="424" y="162"/>
                  </a:lnTo>
                  <a:lnTo>
                    <a:pt x="283" y="263"/>
                  </a:lnTo>
                  <a:lnTo>
                    <a:pt x="162" y="404"/>
                  </a:lnTo>
                  <a:lnTo>
                    <a:pt x="81" y="565"/>
                  </a:lnTo>
                  <a:lnTo>
                    <a:pt x="20" y="747"/>
                  </a:lnTo>
                  <a:lnTo>
                    <a:pt x="0" y="929"/>
                  </a:lnTo>
                  <a:lnTo>
                    <a:pt x="20" y="1130"/>
                  </a:lnTo>
                  <a:lnTo>
                    <a:pt x="81" y="1292"/>
                  </a:lnTo>
                  <a:lnTo>
                    <a:pt x="162" y="1453"/>
                  </a:lnTo>
                  <a:lnTo>
                    <a:pt x="283" y="1595"/>
                  </a:lnTo>
                  <a:lnTo>
                    <a:pt x="424" y="1716"/>
                  </a:lnTo>
                  <a:lnTo>
                    <a:pt x="585" y="1796"/>
                  </a:lnTo>
                  <a:lnTo>
                    <a:pt x="767" y="1857"/>
                  </a:lnTo>
                  <a:lnTo>
                    <a:pt x="949" y="1877"/>
                  </a:lnTo>
                  <a:lnTo>
                    <a:pt x="1150" y="1857"/>
                  </a:lnTo>
                  <a:lnTo>
                    <a:pt x="1312" y="1796"/>
                  </a:lnTo>
                  <a:lnTo>
                    <a:pt x="1473" y="1716"/>
                  </a:lnTo>
                  <a:lnTo>
                    <a:pt x="1615" y="1595"/>
                  </a:lnTo>
                  <a:lnTo>
                    <a:pt x="1736" y="1453"/>
                  </a:lnTo>
                  <a:lnTo>
                    <a:pt x="1816" y="1292"/>
                  </a:lnTo>
                  <a:lnTo>
                    <a:pt x="1877" y="1130"/>
                  </a:lnTo>
                  <a:lnTo>
                    <a:pt x="1897" y="929"/>
                  </a:lnTo>
                  <a:lnTo>
                    <a:pt x="1877" y="747"/>
                  </a:lnTo>
                  <a:lnTo>
                    <a:pt x="1816" y="565"/>
                  </a:lnTo>
                  <a:lnTo>
                    <a:pt x="1736" y="404"/>
                  </a:lnTo>
                  <a:lnTo>
                    <a:pt x="1615" y="263"/>
                  </a:lnTo>
                  <a:lnTo>
                    <a:pt x="1473" y="162"/>
                  </a:lnTo>
                  <a:lnTo>
                    <a:pt x="1312" y="61"/>
                  </a:lnTo>
                  <a:lnTo>
                    <a:pt x="1150" y="21"/>
                  </a:lnTo>
                  <a:lnTo>
                    <a:pt x="9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7"/>
            <p:cNvSpPr/>
            <p:nvPr/>
          </p:nvSpPr>
          <p:spPr>
            <a:xfrm flipH="1">
              <a:off x="915810" y="-2826125"/>
              <a:ext cx="4584" cy="51994"/>
            </a:xfrm>
            <a:custGeom>
              <a:rect b="b" l="l" r="r" t="t"/>
              <a:pathLst>
                <a:path extrusionOk="0" h="930" w="82">
                  <a:moveTo>
                    <a:pt x="1" y="1"/>
                  </a:moveTo>
                  <a:lnTo>
                    <a:pt x="1" y="929"/>
                  </a:lnTo>
                  <a:lnTo>
                    <a:pt x="82" y="929"/>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7"/>
            <p:cNvSpPr/>
            <p:nvPr/>
          </p:nvSpPr>
          <p:spPr>
            <a:xfrm flipH="1">
              <a:off x="892105" y="-2802420"/>
              <a:ext cx="51938" cy="4584"/>
            </a:xfrm>
            <a:custGeom>
              <a:rect b="b" l="l" r="r" t="t"/>
              <a:pathLst>
                <a:path extrusionOk="0" h="82" w="929">
                  <a:moveTo>
                    <a:pt x="0" y="1"/>
                  </a:moveTo>
                  <a:lnTo>
                    <a:pt x="0" y="81"/>
                  </a:lnTo>
                  <a:lnTo>
                    <a:pt x="928" y="81"/>
                  </a:lnTo>
                  <a:lnTo>
                    <a:pt x="92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7"/>
            <p:cNvSpPr/>
            <p:nvPr/>
          </p:nvSpPr>
          <p:spPr>
            <a:xfrm flipH="1">
              <a:off x="161018" y="-3857262"/>
              <a:ext cx="4584" cy="55348"/>
            </a:xfrm>
            <a:custGeom>
              <a:rect b="b" l="l" r="r" t="t"/>
              <a:pathLst>
                <a:path extrusionOk="0" h="990" w="82">
                  <a:moveTo>
                    <a:pt x="0" y="0"/>
                  </a:moveTo>
                  <a:lnTo>
                    <a:pt x="0"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7"/>
            <p:cNvSpPr/>
            <p:nvPr/>
          </p:nvSpPr>
          <p:spPr>
            <a:xfrm flipH="1">
              <a:off x="136195" y="-3832440"/>
              <a:ext cx="55348" cy="4529"/>
            </a:xfrm>
            <a:custGeom>
              <a:rect b="b" l="l" r="r" t="t"/>
              <a:pathLst>
                <a:path extrusionOk="0" h="81" w="990">
                  <a:moveTo>
                    <a:pt x="0" y="0"/>
                  </a:moveTo>
                  <a:lnTo>
                    <a:pt x="0" y="81"/>
                  </a:lnTo>
                  <a:lnTo>
                    <a:pt x="989" y="81"/>
                  </a:lnTo>
                  <a:lnTo>
                    <a:pt x="9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7"/>
            <p:cNvSpPr/>
            <p:nvPr/>
          </p:nvSpPr>
          <p:spPr>
            <a:xfrm flipH="1">
              <a:off x="-2522936" y="-2096155"/>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7"/>
            <p:cNvSpPr/>
            <p:nvPr/>
          </p:nvSpPr>
          <p:spPr>
            <a:xfrm flipH="1">
              <a:off x="-2548878" y="-2071332"/>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6" name="Google Shape;556;p7"/>
          <p:cNvGrpSpPr/>
          <p:nvPr/>
        </p:nvGrpSpPr>
        <p:grpSpPr>
          <a:xfrm>
            <a:off x="7135796" y="3599491"/>
            <a:ext cx="1209708" cy="1147945"/>
            <a:chOff x="5235125" y="2636100"/>
            <a:chExt cx="796175" cy="755525"/>
          </a:xfrm>
        </p:grpSpPr>
        <p:sp>
          <p:nvSpPr>
            <p:cNvPr id="557" name="Google Shape;557;p7"/>
            <p:cNvSpPr/>
            <p:nvPr/>
          </p:nvSpPr>
          <p:spPr>
            <a:xfrm>
              <a:off x="5779275" y="2943825"/>
              <a:ext cx="35175" cy="33150"/>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7"/>
            <p:cNvSpPr/>
            <p:nvPr/>
          </p:nvSpPr>
          <p:spPr>
            <a:xfrm>
              <a:off x="5885700" y="3044725"/>
              <a:ext cx="37175" cy="3467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7"/>
            <p:cNvSpPr/>
            <p:nvPr/>
          </p:nvSpPr>
          <p:spPr>
            <a:xfrm>
              <a:off x="5562925" y="2636100"/>
              <a:ext cx="35675" cy="33175"/>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7"/>
            <p:cNvSpPr/>
            <p:nvPr/>
          </p:nvSpPr>
          <p:spPr>
            <a:xfrm>
              <a:off x="5672850" y="2636100"/>
              <a:ext cx="33175" cy="32175"/>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7"/>
            <p:cNvSpPr/>
            <p:nvPr/>
          </p:nvSpPr>
          <p:spPr>
            <a:xfrm>
              <a:off x="5886700" y="3351450"/>
              <a:ext cx="37675" cy="36675"/>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7"/>
            <p:cNvSpPr/>
            <p:nvPr/>
          </p:nvSpPr>
          <p:spPr>
            <a:xfrm>
              <a:off x="5563925" y="2738525"/>
              <a:ext cx="35675" cy="34150"/>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7"/>
            <p:cNvSpPr/>
            <p:nvPr/>
          </p:nvSpPr>
          <p:spPr>
            <a:xfrm>
              <a:off x="5671350" y="2738025"/>
              <a:ext cx="35675" cy="35650"/>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7"/>
            <p:cNvSpPr/>
            <p:nvPr/>
          </p:nvSpPr>
          <p:spPr>
            <a:xfrm>
              <a:off x="5780775" y="2738525"/>
              <a:ext cx="33675" cy="31150"/>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7"/>
            <p:cNvSpPr/>
            <p:nvPr/>
          </p:nvSpPr>
          <p:spPr>
            <a:xfrm>
              <a:off x="5777775" y="3352450"/>
              <a:ext cx="38175" cy="34150"/>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7"/>
            <p:cNvSpPr/>
            <p:nvPr/>
          </p:nvSpPr>
          <p:spPr>
            <a:xfrm>
              <a:off x="5669350" y="3350450"/>
              <a:ext cx="40175" cy="39175"/>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7"/>
            <p:cNvSpPr/>
            <p:nvPr/>
          </p:nvSpPr>
          <p:spPr>
            <a:xfrm>
              <a:off x="5562425" y="3350950"/>
              <a:ext cx="41700" cy="38175"/>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7"/>
            <p:cNvSpPr/>
            <p:nvPr/>
          </p:nvSpPr>
          <p:spPr>
            <a:xfrm>
              <a:off x="5455500" y="3351450"/>
              <a:ext cx="41700" cy="38175"/>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7"/>
            <p:cNvSpPr/>
            <p:nvPr/>
          </p:nvSpPr>
          <p:spPr>
            <a:xfrm>
              <a:off x="5887700" y="3250550"/>
              <a:ext cx="36675" cy="34150"/>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7"/>
            <p:cNvSpPr/>
            <p:nvPr/>
          </p:nvSpPr>
          <p:spPr>
            <a:xfrm>
              <a:off x="5558900" y="2837900"/>
              <a:ext cx="42200" cy="36675"/>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7"/>
            <p:cNvSpPr/>
            <p:nvPr/>
          </p:nvSpPr>
          <p:spPr>
            <a:xfrm>
              <a:off x="5672350" y="2840925"/>
              <a:ext cx="35175" cy="33150"/>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7"/>
            <p:cNvSpPr/>
            <p:nvPr/>
          </p:nvSpPr>
          <p:spPr>
            <a:xfrm>
              <a:off x="5780775" y="2841425"/>
              <a:ext cx="33675" cy="31650"/>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7"/>
            <p:cNvSpPr/>
            <p:nvPr/>
          </p:nvSpPr>
          <p:spPr>
            <a:xfrm>
              <a:off x="5779275" y="3246525"/>
              <a:ext cx="36175" cy="39675"/>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7"/>
            <p:cNvSpPr/>
            <p:nvPr/>
          </p:nvSpPr>
          <p:spPr>
            <a:xfrm>
              <a:off x="5670350" y="3249550"/>
              <a:ext cx="37675" cy="37675"/>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7"/>
            <p:cNvSpPr/>
            <p:nvPr/>
          </p:nvSpPr>
          <p:spPr>
            <a:xfrm>
              <a:off x="5562425" y="3247025"/>
              <a:ext cx="37675" cy="38175"/>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7"/>
            <p:cNvSpPr/>
            <p:nvPr/>
          </p:nvSpPr>
          <p:spPr>
            <a:xfrm>
              <a:off x="5454500" y="3247025"/>
              <a:ext cx="43200" cy="4070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7"/>
            <p:cNvSpPr/>
            <p:nvPr/>
          </p:nvSpPr>
          <p:spPr>
            <a:xfrm>
              <a:off x="5887200" y="3147125"/>
              <a:ext cx="35675" cy="33675"/>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7"/>
            <p:cNvSpPr/>
            <p:nvPr/>
          </p:nvSpPr>
          <p:spPr>
            <a:xfrm>
              <a:off x="5560925" y="2942825"/>
              <a:ext cx="38175" cy="3517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7"/>
            <p:cNvSpPr/>
            <p:nvPr/>
          </p:nvSpPr>
          <p:spPr>
            <a:xfrm>
              <a:off x="5671850" y="2943325"/>
              <a:ext cx="35175" cy="33150"/>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7"/>
            <p:cNvSpPr/>
            <p:nvPr/>
          </p:nvSpPr>
          <p:spPr>
            <a:xfrm>
              <a:off x="5781300" y="2636625"/>
              <a:ext cx="33150" cy="30625"/>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7"/>
            <p:cNvSpPr/>
            <p:nvPr/>
          </p:nvSpPr>
          <p:spPr>
            <a:xfrm>
              <a:off x="5779275" y="3148150"/>
              <a:ext cx="35675" cy="33150"/>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7"/>
            <p:cNvSpPr/>
            <p:nvPr/>
          </p:nvSpPr>
          <p:spPr>
            <a:xfrm>
              <a:off x="5668850" y="3145125"/>
              <a:ext cx="46200" cy="38175"/>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7"/>
            <p:cNvSpPr/>
            <p:nvPr/>
          </p:nvSpPr>
          <p:spPr>
            <a:xfrm>
              <a:off x="5562425" y="3146625"/>
              <a:ext cx="38675" cy="36675"/>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7"/>
            <p:cNvSpPr/>
            <p:nvPr/>
          </p:nvSpPr>
          <p:spPr>
            <a:xfrm>
              <a:off x="5454000" y="3143625"/>
              <a:ext cx="38175" cy="42200"/>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7"/>
            <p:cNvSpPr/>
            <p:nvPr/>
          </p:nvSpPr>
          <p:spPr>
            <a:xfrm>
              <a:off x="5776775" y="3046225"/>
              <a:ext cx="37675" cy="3567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7"/>
            <p:cNvSpPr/>
            <p:nvPr/>
          </p:nvSpPr>
          <p:spPr>
            <a:xfrm>
              <a:off x="5562425" y="3045225"/>
              <a:ext cx="37675" cy="3517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7"/>
            <p:cNvSpPr/>
            <p:nvPr/>
          </p:nvSpPr>
          <p:spPr>
            <a:xfrm>
              <a:off x="5671850" y="3044225"/>
              <a:ext cx="38175" cy="36175"/>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7"/>
            <p:cNvSpPr/>
            <p:nvPr/>
          </p:nvSpPr>
          <p:spPr>
            <a:xfrm>
              <a:off x="5889225" y="2638125"/>
              <a:ext cx="32650" cy="29125"/>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7"/>
            <p:cNvSpPr/>
            <p:nvPr/>
          </p:nvSpPr>
          <p:spPr>
            <a:xfrm>
              <a:off x="5455000" y="3043225"/>
              <a:ext cx="39675" cy="36675"/>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7"/>
            <p:cNvSpPr/>
            <p:nvPr/>
          </p:nvSpPr>
          <p:spPr>
            <a:xfrm>
              <a:off x="5996150" y="3046725"/>
              <a:ext cx="34150" cy="31650"/>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7"/>
            <p:cNvSpPr/>
            <p:nvPr/>
          </p:nvSpPr>
          <p:spPr>
            <a:xfrm>
              <a:off x="5456500" y="2636625"/>
              <a:ext cx="35175" cy="35650"/>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7"/>
            <p:cNvSpPr/>
            <p:nvPr/>
          </p:nvSpPr>
          <p:spPr>
            <a:xfrm>
              <a:off x="5347075" y="3146125"/>
              <a:ext cx="40675" cy="37675"/>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7"/>
            <p:cNvSpPr/>
            <p:nvPr/>
          </p:nvSpPr>
          <p:spPr>
            <a:xfrm>
              <a:off x="5346575" y="3042225"/>
              <a:ext cx="40675" cy="38675"/>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7"/>
            <p:cNvSpPr/>
            <p:nvPr/>
          </p:nvSpPr>
          <p:spPr>
            <a:xfrm>
              <a:off x="5989100" y="3351950"/>
              <a:ext cx="41700" cy="36175"/>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7"/>
            <p:cNvSpPr/>
            <p:nvPr/>
          </p:nvSpPr>
          <p:spPr>
            <a:xfrm>
              <a:off x="5456500" y="2738525"/>
              <a:ext cx="34675" cy="32650"/>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7"/>
            <p:cNvSpPr/>
            <p:nvPr/>
          </p:nvSpPr>
          <p:spPr>
            <a:xfrm>
              <a:off x="5888200" y="2943825"/>
              <a:ext cx="34175" cy="31650"/>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7"/>
            <p:cNvSpPr/>
            <p:nvPr/>
          </p:nvSpPr>
          <p:spPr>
            <a:xfrm>
              <a:off x="5455500" y="2943325"/>
              <a:ext cx="36675" cy="3517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7"/>
            <p:cNvSpPr/>
            <p:nvPr/>
          </p:nvSpPr>
          <p:spPr>
            <a:xfrm>
              <a:off x="5995650" y="3148650"/>
              <a:ext cx="35150" cy="33650"/>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7"/>
            <p:cNvSpPr/>
            <p:nvPr/>
          </p:nvSpPr>
          <p:spPr>
            <a:xfrm>
              <a:off x="5888725" y="2740025"/>
              <a:ext cx="33650" cy="296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7"/>
            <p:cNvSpPr/>
            <p:nvPr/>
          </p:nvSpPr>
          <p:spPr>
            <a:xfrm>
              <a:off x="5347075" y="3249050"/>
              <a:ext cx="37675" cy="37650"/>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7"/>
            <p:cNvSpPr/>
            <p:nvPr/>
          </p:nvSpPr>
          <p:spPr>
            <a:xfrm>
              <a:off x="5347075" y="2942325"/>
              <a:ext cx="38675" cy="36175"/>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7"/>
            <p:cNvSpPr/>
            <p:nvPr/>
          </p:nvSpPr>
          <p:spPr>
            <a:xfrm>
              <a:off x="5346075" y="3350950"/>
              <a:ext cx="41675" cy="39675"/>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7"/>
            <p:cNvSpPr/>
            <p:nvPr/>
          </p:nvSpPr>
          <p:spPr>
            <a:xfrm>
              <a:off x="5235125" y="3348925"/>
              <a:ext cx="40700" cy="42700"/>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7"/>
            <p:cNvSpPr/>
            <p:nvPr/>
          </p:nvSpPr>
          <p:spPr>
            <a:xfrm>
              <a:off x="5888200" y="2842425"/>
              <a:ext cx="34175" cy="3065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7"/>
            <p:cNvSpPr/>
            <p:nvPr/>
          </p:nvSpPr>
          <p:spPr>
            <a:xfrm>
              <a:off x="5456000" y="2840425"/>
              <a:ext cx="35175" cy="36175"/>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7"/>
            <p:cNvSpPr/>
            <p:nvPr/>
          </p:nvSpPr>
          <p:spPr>
            <a:xfrm>
              <a:off x="5995125" y="3250550"/>
              <a:ext cx="36175" cy="33650"/>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7"/>
            <p:cNvSpPr/>
            <p:nvPr/>
          </p:nvSpPr>
          <p:spPr>
            <a:xfrm>
              <a:off x="5348075" y="2834900"/>
              <a:ext cx="37675" cy="39675"/>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7"/>
            <p:cNvSpPr/>
            <p:nvPr/>
          </p:nvSpPr>
          <p:spPr>
            <a:xfrm>
              <a:off x="5237650" y="2942825"/>
              <a:ext cx="38175" cy="33650"/>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7"/>
            <p:cNvSpPr/>
            <p:nvPr/>
          </p:nvSpPr>
          <p:spPr>
            <a:xfrm>
              <a:off x="5239150" y="2840925"/>
              <a:ext cx="36150" cy="33150"/>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7"/>
            <p:cNvSpPr/>
            <p:nvPr/>
          </p:nvSpPr>
          <p:spPr>
            <a:xfrm>
              <a:off x="5238650" y="3248525"/>
              <a:ext cx="37675" cy="37675"/>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7"/>
            <p:cNvSpPr/>
            <p:nvPr/>
          </p:nvSpPr>
          <p:spPr>
            <a:xfrm>
              <a:off x="5996150" y="2945325"/>
              <a:ext cx="34650" cy="29150"/>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7"/>
            <p:cNvSpPr/>
            <p:nvPr/>
          </p:nvSpPr>
          <p:spPr>
            <a:xfrm>
              <a:off x="5237650" y="3044725"/>
              <a:ext cx="38175" cy="3467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7"/>
            <p:cNvSpPr/>
            <p:nvPr/>
          </p:nvSpPr>
          <p:spPr>
            <a:xfrm>
              <a:off x="5347075" y="2739525"/>
              <a:ext cx="37175" cy="32150"/>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7"/>
            <p:cNvSpPr/>
            <p:nvPr/>
          </p:nvSpPr>
          <p:spPr>
            <a:xfrm>
              <a:off x="5238650" y="3147125"/>
              <a:ext cx="37675" cy="36175"/>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7"/>
            <p:cNvSpPr/>
            <p:nvPr/>
          </p:nvSpPr>
          <p:spPr>
            <a:xfrm>
              <a:off x="5345575" y="2637125"/>
              <a:ext cx="36650" cy="30625"/>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7"/>
            <p:cNvSpPr/>
            <p:nvPr/>
          </p:nvSpPr>
          <p:spPr>
            <a:xfrm>
              <a:off x="5995125" y="2843425"/>
              <a:ext cx="35675" cy="29150"/>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7"/>
            <p:cNvSpPr/>
            <p:nvPr/>
          </p:nvSpPr>
          <p:spPr>
            <a:xfrm>
              <a:off x="5996650" y="2741025"/>
              <a:ext cx="30125" cy="28125"/>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7"/>
            <p:cNvSpPr/>
            <p:nvPr/>
          </p:nvSpPr>
          <p:spPr>
            <a:xfrm>
              <a:off x="5240150" y="2738025"/>
              <a:ext cx="35150" cy="32650"/>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7"/>
            <p:cNvSpPr/>
            <p:nvPr/>
          </p:nvSpPr>
          <p:spPr>
            <a:xfrm>
              <a:off x="5240650" y="2636100"/>
              <a:ext cx="36175" cy="31650"/>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7"/>
            <p:cNvSpPr/>
            <p:nvPr/>
          </p:nvSpPr>
          <p:spPr>
            <a:xfrm>
              <a:off x="5997150" y="2638625"/>
              <a:ext cx="29125" cy="27125"/>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21" name="Shape 621"/>
        <p:cNvGrpSpPr/>
        <p:nvPr/>
      </p:nvGrpSpPr>
      <p:grpSpPr>
        <a:xfrm>
          <a:off x="0" y="0"/>
          <a:ext cx="0" cy="0"/>
          <a:chOff x="0" y="0"/>
          <a:chExt cx="0" cy="0"/>
        </a:xfrm>
      </p:grpSpPr>
      <p:sp>
        <p:nvSpPr>
          <p:cNvPr id="622" name="Google Shape;622;p8"/>
          <p:cNvSpPr txBox="1"/>
          <p:nvPr>
            <p:ph type="title"/>
          </p:nvPr>
        </p:nvSpPr>
        <p:spPr>
          <a:xfrm>
            <a:off x="1827300" y="1626600"/>
            <a:ext cx="5489400" cy="1890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75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623" name="Google Shape;623;p8"/>
          <p:cNvSpPr/>
          <p:nvPr/>
        </p:nvSpPr>
        <p:spPr>
          <a:xfrm flipH="1">
            <a:off x="-37500" y="3947100"/>
            <a:ext cx="9219000" cy="1196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8"/>
          <p:cNvSpPr/>
          <p:nvPr/>
        </p:nvSpPr>
        <p:spPr>
          <a:xfrm flipH="1">
            <a:off x="-37500" y="0"/>
            <a:ext cx="9219000" cy="1196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8"/>
          <p:cNvSpPr/>
          <p:nvPr/>
        </p:nvSpPr>
        <p:spPr>
          <a:xfrm>
            <a:off x="689070" y="3805180"/>
            <a:ext cx="939900" cy="939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8"/>
          <p:cNvSpPr/>
          <p:nvPr/>
        </p:nvSpPr>
        <p:spPr>
          <a:xfrm flipH="1">
            <a:off x="80418" y="3516899"/>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8"/>
          <p:cNvSpPr/>
          <p:nvPr/>
        </p:nvSpPr>
        <p:spPr>
          <a:xfrm flipH="1">
            <a:off x="282366" y="3573308"/>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8"/>
          <p:cNvSpPr/>
          <p:nvPr/>
        </p:nvSpPr>
        <p:spPr>
          <a:xfrm flipH="1">
            <a:off x="568954" y="3680481"/>
            <a:ext cx="1642730" cy="740159"/>
          </a:xfrm>
          <a:custGeom>
            <a:rect b="b" l="l" r="r" t="t"/>
            <a:pathLst>
              <a:path extrusionOk="0" h="13239" w="29383">
                <a:moveTo>
                  <a:pt x="28272" y="81"/>
                </a:moveTo>
                <a:lnTo>
                  <a:pt x="28474" y="102"/>
                </a:lnTo>
                <a:lnTo>
                  <a:pt x="28696" y="142"/>
                </a:lnTo>
                <a:lnTo>
                  <a:pt x="28898" y="202"/>
                </a:lnTo>
                <a:lnTo>
                  <a:pt x="29019" y="243"/>
                </a:lnTo>
                <a:lnTo>
                  <a:pt x="29140" y="303"/>
                </a:lnTo>
                <a:lnTo>
                  <a:pt x="29201" y="364"/>
                </a:lnTo>
                <a:lnTo>
                  <a:pt x="29261" y="404"/>
                </a:lnTo>
                <a:lnTo>
                  <a:pt x="29281" y="465"/>
                </a:lnTo>
                <a:lnTo>
                  <a:pt x="29302" y="545"/>
                </a:lnTo>
                <a:lnTo>
                  <a:pt x="29302" y="626"/>
                </a:lnTo>
                <a:lnTo>
                  <a:pt x="29281" y="707"/>
                </a:lnTo>
                <a:lnTo>
                  <a:pt x="29201" y="848"/>
                </a:lnTo>
                <a:lnTo>
                  <a:pt x="29059" y="1070"/>
                </a:lnTo>
                <a:lnTo>
                  <a:pt x="28918" y="1272"/>
                </a:lnTo>
                <a:lnTo>
                  <a:pt x="28595" y="1676"/>
                </a:lnTo>
                <a:lnTo>
                  <a:pt x="28232" y="2079"/>
                </a:lnTo>
                <a:lnTo>
                  <a:pt x="27889" y="2442"/>
                </a:lnTo>
                <a:lnTo>
                  <a:pt x="27566" y="2785"/>
                </a:lnTo>
                <a:lnTo>
                  <a:pt x="27263" y="3129"/>
                </a:lnTo>
                <a:lnTo>
                  <a:pt x="26961" y="3492"/>
                </a:lnTo>
                <a:lnTo>
                  <a:pt x="26698" y="3855"/>
                </a:lnTo>
                <a:lnTo>
                  <a:pt x="26476" y="4198"/>
                </a:lnTo>
                <a:lnTo>
                  <a:pt x="26295" y="4521"/>
                </a:lnTo>
                <a:lnTo>
                  <a:pt x="26133" y="4884"/>
                </a:lnTo>
                <a:lnTo>
                  <a:pt x="25972" y="5247"/>
                </a:lnTo>
                <a:lnTo>
                  <a:pt x="25689" y="5974"/>
                </a:lnTo>
                <a:lnTo>
                  <a:pt x="25447" y="6721"/>
                </a:lnTo>
                <a:lnTo>
                  <a:pt x="25124" y="7649"/>
                </a:lnTo>
                <a:lnTo>
                  <a:pt x="24943" y="8113"/>
                </a:lnTo>
                <a:lnTo>
                  <a:pt x="24741" y="8557"/>
                </a:lnTo>
                <a:lnTo>
                  <a:pt x="24539" y="8981"/>
                </a:lnTo>
                <a:lnTo>
                  <a:pt x="24297" y="9405"/>
                </a:lnTo>
                <a:lnTo>
                  <a:pt x="24014" y="9788"/>
                </a:lnTo>
                <a:lnTo>
                  <a:pt x="23853" y="9990"/>
                </a:lnTo>
                <a:lnTo>
                  <a:pt x="23692" y="10171"/>
                </a:lnTo>
                <a:lnTo>
                  <a:pt x="23409" y="10414"/>
                </a:lnTo>
                <a:lnTo>
                  <a:pt x="23106" y="10676"/>
                </a:lnTo>
                <a:lnTo>
                  <a:pt x="22784" y="10898"/>
                </a:lnTo>
                <a:lnTo>
                  <a:pt x="22420" y="11100"/>
                </a:lnTo>
                <a:lnTo>
                  <a:pt x="22017" y="11301"/>
                </a:lnTo>
                <a:lnTo>
                  <a:pt x="21593" y="11483"/>
                </a:lnTo>
                <a:lnTo>
                  <a:pt x="21129" y="11645"/>
                </a:lnTo>
                <a:lnTo>
                  <a:pt x="20644" y="11786"/>
                </a:lnTo>
                <a:lnTo>
                  <a:pt x="19958" y="11947"/>
                </a:lnTo>
                <a:lnTo>
                  <a:pt x="19272" y="12088"/>
                </a:lnTo>
                <a:lnTo>
                  <a:pt x="18566" y="12210"/>
                </a:lnTo>
                <a:lnTo>
                  <a:pt x="17880" y="12290"/>
                </a:lnTo>
                <a:lnTo>
                  <a:pt x="17173" y="12371"/>
                </a:lnTo>
                <a:lnTo>
                  <a:pt x="16467" y="12432"/>
                </a:lnTo>
                <a:lnTo>
                  <a:pt x="15075" y="12532"/>
                </a:lnTo>
                <a:lnTo>
                  <a:pt x="14106" y="12593"/>
                </a:lnTo>
                <a:lnTo>
                  <a:pt x="12774" y="12694"/>
                </a:lnTo>
                <a:lnTo>
                  <a:pt x="11442" y="12815"/>
                </a:lnTo>
                <a:lnTo>
                  <a:pt x="9142" y="12997"/>
                </a:lnTo>
                <a:lnTo>
                  <a:pt x="7971" y="13077"/>
                </a:lnTo>
                <a:lnTo>
                  <a:pt x="6801" y="13138"/>
                </a:lnTo>
                <a:lnTo>
                  <a:pt x="5630" y="13158"/>
                </a:lnTo>
                <a:lnTo>
                  <a:pt x="4480" y="13158"/>
                </a:lnTo>
                <a:lnTo>
                  <a:pt x="3895" y="13138"/>
                </a:lnTo>
                <a:lnTo>
                  <a:pt x="3310" y="13098"/>
                </a:lnTo>
                <a:lnTo>
                  <a:pt x="2725" y="13057"/>
                </a:lnTo>
                <a:lnTo>
                  <a:pt x="2139" y="12976"/>
                </a:lnTo>
                <a:lnTo>
                  <a:pt x="1857" y="12936"/>
                </a:lnTo>
                <a:lnTo>
                  <a:pt x="1554" y="12855"/>
                </a:lnTo>
                <a:lnTo>
                  <a:pt x="1251" y="12754"/>
                </a:lnTo>
                <a:lnTo>
                  <a:pt x="969" y="12613"/>
                </a:lnTo>
                <a:lnTo>
                  <a:pt x="707" y="12452"/>
                </a:lnTo>
                <a:lnTo>
                  <a:pt x="485" y="12270"/>
                </a:lnTo>
                <a:lnTo>
                  <a:pt x="384" y="12169"/>
                </a:lnTo>
                <a:lnTo>
                  <a:pt x="303" y="12048"/>
                </a:lnTo>
                <a:lnTo>
                  <a:pt x="222" y="11947"/>
                </a:lnTo>
                <a:lnTo>
                  <a:pt x="162" y="11826"/>
                </a:lnTo>
                <a:lnTo>
                  <a:pt x="121" y="11685"/>
                </a:lnTo>
                <a:lnTo>
                  <a:pt x="81" y="11544"/>
                </a:lnTo>
                <a:lnTo>
                  <a:pt x="81" y="11382"/>
                </a:lnTo>
                <a:lnTo>
                  <a:pt x="101" y="11241"/>
                </a:lnTo>
                <a:lnTo>
                  <a:pt x="142" y="11079"/>
                </a:lnTo>
                <a:lnTo>
                  <a:pt x="202" y="10938"/>
                </a:lnTo>
                <a:lnTo>
                  <a:pt x="283" y="10777"/>
                </a:lnTo>
                <a:lnTo>
                  <a:pt x="384" y="10615"/>
                </a:lnTo>
                <a:lnTo>
                  <a:pt x="646" y="10313"/>
                </a:lnTo>
                <a:lnTo>
                  <a:pt x="929" y="10010"/>
                </a:lnTo>
                <a:lnTo>
                  <a:pt x="1272" y="9727"/>
                </a:lnTo>
                <a:lnTo>
                  <a:pt x="1635" y="9465"/>
                </a:lnTo>
                <a:lnTo>
                  <a:pt x="2038" y="9203"/>
                </a:lnTo>
                <a:lnTo>
                  <a:pt x="2422" y="8940"/>
                </a:lnTo>
                <a:lnTo>
                  <a:pt x="3229" y="8476"/>
                </a:lnTo>
                <a:lnTo>
                  <a:pt x="4016" y="7992"/>
                </a:lnTo>
                <a:lnTo>
                  <a:pt x="5005" y="7407"/>
                </a:lnTo>
                <a:lnTo>
                  <a:pt x="6014" y="6821"/>
                </a:lnTo>
                <a:lnTo>
                  <a:pt x="7063" y="6277"/>
                </a:lnTo>
                <a:lnTo>
                  <a:pt x="8153" y="5732"/>
                </a:lnTo>
                <a:lnTo>
                  <a:pt x="9283" y="5207"/>
                </a:lnTo>
                <a:lnTo>
                  <a:pt x="10433" y="4682"/>
                </a:lnTo>
                <a:lnTo>
                  <a:pt x="11644" y="4198"/>
                </a:lnTo>
                <a:lnTo>
                  <a:pt x="12895" y="3714"/>
                </a:lnTo>
                <a:lnTo>
                  <a:pt x="14146" y="3250"/>
                </a:lnTo>
                <a:lnTo>
                  <a:pt x="15438" y="2826"/>
                </a:lnTo>
                <a:lnTo>
                  <a:pt x="16790" y="2382"/>
                </a:lnTo>
                <a:lnTo>
                  <a:pt x="18182" y="1958"/>
                </a:lnTo>
                <a:lnTo>
                  <a:pt x="19151" y="1676"/>
                </a:lnTo>
                <a:lnTo>
                  <a:pt x="20180" y="1393"/>
                </a:lnTo>
                <a:lnTo>
                  <a:pt x="21250" y="1111"/>
                </a:lnTo>
                <a:lnTo>
                  <a:pt x="22380" y="848"/>
                </a:lnTo>
                <a:lnTo>
                  <a:pt x="23550" y="606"/>
                </a:lnTo>
                <a:lnTo>
                  <a:pt x="24761" y="404"/>
                </a:lnTo>
                <a:lnTo>
                  <a:pt x="25972" y="223"/>
                </a:lnTo>
                <a:lnTo>
                  <a:pt x="26598" y="162"/>
                </a:lnTo>
                <a:lnTo>
                  <a:pt x="27223" y="102"/>
                </a:lnTo>
                <a:lnTo>
                  <a:pt x="27647" y="81"/>
                </a:lnTo>
                <a:close/>
                <a:moveTo>
                  <a:pt x="27647" y="1"/>
                </a:moveTo>
                <a:lnTo>
                  <a:pt x="27223" y="21"/>
                </a:lnTo>
                <a:lnTo>
                  <a:pt x="26598" y="81"/>
                </a:lnTo>
                <a:lnTo>
                  <a:pt x="25972" y="142"/>
                </a:lnTo>
                <a:lnTo>
                  <a:pt x="24741" y="324"/>
                </a:lnTo>
                <a:lnTo>
                  <a:pt x="23550" y="525"/>
                </a:lnTo>
                <a:lnTo>
                  <a:pt x="22360" y="767"/>
                </a:lnTo>
                <a:lnTo>
                  <a:pt x="21230" y="1030"/>
                </a:lnTo>
                <a:lnTo>
                  <a:pt x="20160" y="1312"/>
                </a:lnTo>
                <a:lnTo>
                  <a:pt x="19131" y="1595"/>
                </a:lnTo>
                <a:lnTo>
                  <a:pt x="18162" y="1877"/>
                </a:lnTo>
                <a:lnTo>
                  <a:pt x="16750" y="2301"/>
                </a:lnTo>
                <a:lnTo>
                  <a:pt x="15418" y="2745"/>
                </a:lnTo>
                <a:lnTo>
                  <a:pt x="14106" y="3189"/>
                </a:lnTo>
                <a:lnTo>
                  <a:pt x="12855" y="3633"/>
                </a:lnTo>
                <a:lnTo>
                  <a:pt x="11604" y="4117"/>
                </a:lnTo>
                <a:lnTo>
                  <a:pt x="10413" y="4622"/>
                </a:lnTo>
                <a:lnTo>
                  <a:pt x="9243" y="5126"/>
                </a:lnTo>
                <a:lnTo>
                  <a:pt x="8113" y="5651"/>
                </a:lnTo>
                <a:lnTo>
                  <a:pt x="7023" y="6196"/>
                </a:lnTo>
                <a:lnTo>
                  <a:pt x="5974" y="6761"/>
                </a:lnTo>
                <a:lnTo>
                  <a:pt x="4965" y="7326"/>
                </a:lnTo>
                <a:lnTo>
                  <a:pt x="3976" y="7931"/>
                </a:lnTo>
                <a:lnTo>
                  <a:pt x="3189" y="8396"/>
                </a:lnTo>
                <a:lnTo>
                  <a:pt x="2381" y="8880"/>
                </a:lnTo>
                <a:lnTo>
                  <a:pt x="1978" y="9142"/>
                </a:lnTo>
                <a:lnTo>
                  <a:pt x="1594" y="9405"/>
                </a:lnTo>
                <a:lnTo>
                  <a:pt x="1211" y="9667"/>
                </a:lnTo>
                <a:lnTo>
                  <a:pt x="888" y="9949"/>
                </a:lnTo>
                <a:lnTo>
                  <a:pt x="585" y="10252"/>
                </a:lnTo>
                <a:lnTo>
                  <a:pt x="444" y="10414"/>
                </a:lnTo>
                <a:lnTo>
                  <a:pt x="323" y="10575"/>
                </a:lnTo>
                <a:lnTo>
                  <a:pt x="202" y="10736"/>
                </a:lnTo>
                <a:lnTo>
                  <a:pt x="121" y="10898"/>
                </a:lnTo>
                <a:lnTo>
                  <a:pt x="61" y="11059"/>
                </a:lnTo>
                <a:lnTo>
                  <a:pt x="20" y="11241"/>
                </a:lnTo>
                <a:lnTo>
                  <a:pt x="0" y="11382"/>
                </a:lnTo>
                <a:lnTo>
                  <a:pt x="0" y="11544"/>
                </a:lnTo>
                <a:lnTo>
                  <a:pt x="41" y="11705"/>
                </a:lnTo>
                <a:lnTo>
                  <a:pt x="101" y="11867"/>
                </a:lnTo>
                <a:lnTo>
                  <a:pt x="202" y="12048"/>
                </a:lnTo>
                <a:lnTo>
                  <a:pt x="343" y="12230"/>
                </a:lnTo>
                <a:lnTo>
                  <a:pt x="545" y="12411"/>
                </a:lnTo>
                <a:lnTo>
                  <a:pt x="787" y="12593"/>
                </a:lnTo>
                <a:lnTo>
                  <a:pt x="1070" y="12754"/>
                </a:lnTo>
                <a:lnTo>
                  <a:pt x="1393" y="12896"/>
                </a:lnTo>
                <a:lnTo>
                  <a:pt x="1736" y="12997"/>
                </a:lnTo>
                <a:lnTo>
                  <a:pt x="2139" y="13057"/>
                </a:lnTo>
                <a:lnTo>
                  <a:pt x="2947" y="13158"/>
                </a:lnTo>
                <a:lnTo>
                  <a:pt x="3754" y="13198"/>
                </a:lnTo>
                <a:lnTo>
                  <a:pt x="4561" y="13239"/>
                </a:lnTo>
                <a:lnTo>
                  <a:pt x="6135" y="13239"/>
                </a:lnTo>
                <a:lnTo>
                  <a:pt x="6902" y="13219"/>
                </a:lnTo>
                <a:lnTo>
                  <a:pt x="8435" y="13138"/>
                </a:lnTo>
                <a:lnTo>
                  <a:pt x="9949" y="13017"/>
                </a:lnTo>
                <a:lnTo>
                  <a:pt x="11442" y="12896"/>
                </a:lnTo>
                <a:lnTo>
                  <a:pt x="12774" y="12775"/>
                </a:lnTo>
                <a:lnTo>
                  <a:pt x="14106" y="12674"/>
                </a:lnTo>
                <a:lnTo>
                  <a:pt x="15075" y="12613"/>
                </a:lnTo>
                <a:lnTo>
                  <a:pt x="16467" y="12512"/>
                </a:lnTo>
                <a:lnTo>
                  <a:pt x="17173" y="12452"/>
                </a:lnTo>
                <a:lnTo>
                  <a:pt x="17880" y="12371"/>
                </a:lnTo>
                <a:lnTo>
                  <a:pt x="18586" y="12290"/>
                </a:lnTo>
                <a:lnTo>
                  <a:pt x="19272" y="12169"/>
                </a:lnTo>
                <a:lnTo>
                  <a:pt x="19978" y="12028"/>
                </a:lnTo>
                <a:lnTo>
                  <a:pt x="20665" y="11867"/>
                </a:lnTo>
                <a:lnTo>
                  <a:pt x="21149" y="11705"/>
                </a:lnTo>
                <a:lnTo>
                  <a:pt x="21613" y="11544"/>
                </a:lnTo>
                <a:lnTo>
                  <a:pt x="22057" y="11362"/>
                </a:lnTo>
                <a:lnTo>
                  <a:pt x="22461" y="11180"/>
                </a:lnTo>
                <a:lnTo>
                  <a:pt x="22824" y="10958"/>
                </a:lnTo>
                <a:lnTo>
                  <a:pt x="23167" y="10736"/>
                </a:lnTo>
                <a:lnTo>
                  <a:pt x="23470" y="10474"/>
                </a:lnTo>
                <a:lnTo>
                  <a:pt x="23752" y="10212"/>
                </a:lnTo>
                <a:lnTo>
                  <a:pt x="23914" y="10030"/>
                </a:lnTo>
                <a:lnTo>
                  <a:pt x="24075" y="9849"/>
                </a:lnTo>
                <a:lnTo>
                  <a:pt x="24358" y="9445"/>
                </a:lnTo>
                <a:lnTo>
                  <a:pt x="24600" y="9021"/>
                </a:lnTo>
                <a:lnTo>
                  <a:pt x="24822" y="8597"/>
                </a:lnTo>
                <a:lnTo>
                  <a:pt x="25023" y="8133"/>
                </a:lnTo>
                <a:lnTo>
                  <a:pt x="25185" y="7669"/>
                </a:lnTo>
                <a:lnTo>
                  <a:pt x="25508" y="6741"/>
                </a:lnTo>
                <a:lnTo>
                  <a:pt x="25770" y="6014"/>
                </a:lnTo>
                <a:lnTo>
                  <a:pt x="26053" y="5268"/>
                </a:lnTo>
                <a:lnTo>
                  <a:pt x="26194" y="4925"/>
                </a:lnTo>
                <a:lnTo>
                  <a:pt x="26376" y="4561"/>
                </a:lnTo>
                <a:lnTo>
                  <a:pt x="26557" y="4238"/>
                </a:lnTo>
                <a:lnTo>
                  <a:pt x="26759" y="3895"/>
                </a:lnTo>
                <a:lnTo>
                  <a:pt x="27021" y="3532"/>
                </a:lnTo>
                <a:lnTo>
                  <a:pt x="27324" y="3169"/>
                </a:lnTo>
                <a:lnTo>
                  <a:pt x="27627" y="2826"/>
                </a:lnTo>
                <a:lnTo>
                  <a:pt x="27950" y="2503"/>
                </a:lnTo>
                <a:lnTo>
                  <a:pt x="28293" y="2120"/>
                </a:lnTo>
                <a:lnTo>
                  <a:pt x="28656" y="1736"/>
                </a:lnTo>
                <a:lnTo>
                  <a:pt x="28979" y="1333"/>
                </a:lnTo>
                <a:lnTo>
                  <a:pt x="29120" y="1111"/>
                </a:lnTo>
                <a:lnTo>
                  <a:pt x="29261" y="889"/>
                </a:lnTo>
                <a:lnTo>
                  <a:pt x="29362" y="727"/>
                </a:lnTo>
                <a:lnTo>
                  <a:pt x="29382" y="626"/>
                </a:lnTo>
                <a:lnTo>
                  <a:pt x="29382" y="545"/>
                </a:lnTo>
                <a:lnTo>
                  <a:pt x="29362" y="445"/>
                </a:lnTo>
                <a:lnTo>
                  <a:pt x="29322" y="364"/>
                </a:lnTo>
                <a:lnTo>
                  <a:pt x="29261" y="303"/>
                </a:lnTo>
                <a:lnTo>
                  <a:pt x="29201" y="243"/>
                </a:lnTo>
                <a:lnTo>
                  <a:pt x="29059" y="162"/>
                </a:lnTo>
                <a:lnTo>
                  <a:pt x="28918" y="122"/>
                </a:lnTo>
                <a:lnTo>
                  <a:pt x="28716" y="61"/>
                </a:lnTo>
                <a:lnTo>
                  <a:pt x="28494" y="21"/>
                </a:lnTo>
                <a:lnTo>
                  <a:pt x="282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8"/>
          <p:cNvSpPr/>
          <p:nvPr/>
        </p:nvSpPr>
        <p:spPr>
          <a:xfrm flipH="1">
            <a:off x="1140961" y="4091169"/>
            <a:ext cx="235874" cy="188464"/>
          </a:xfrm>
          <a:custGeom>
            <a:rect b="b" l="l" r="r" t="t"/>
            <a:pathLst>
              <a:path extrusionOk="0" h="3371" w="4219">
                <a:moveTo>
                  <a:pt x="3875" y="81"/>
                </a:moveTo>
                <a:lnTo>
                  <a:pt x="3976" y="101"/>
                </a:lnTo>
                <a:lnTo>
                  <a:pt x="4057" y="182"/>
                </a:lnTo>
                <a:lnTo>
                  <a:pt x="4097" y="263"/>
                </a:lnTo>
                <a:lnTo>
                  <a:pt x="4137" y="363"/>
                </a:lnTo>
                <a:lnTo>
                  <a:pt x="4137" y="464"/>
                </a:lnTo>
                <a:lnTo>
                  <a:pt x="4137" y="585"/>
                </a:lnTo>
                <a:lnTo>
                  <a:pt x="4077" y="807"/>
                </a:lnTo>
                <a:lnTo>
                  <a:pt x="3936" y="1130"/>
                </a:lnTo>
                <a:lnTo>
                  <a:pt x="3794" y="1433"/>
                </a:lnTo>
                <a:lnTo>
                  <a:pt x="3613" y="1715"/>
                </a:lnTo>
                <a:lnTo>
                  <a:pt x="3411" y="1998"/>
                </a:lnTo>
                <a:lnTo>
                  <a:pt x="3189" y="2240"/>
                </a:lnTo>
                <a:lnTo>
                  <a:pt x="2947" y="2482"/>
                </a:lnTo>
                <a:lnTo>
                  <a:pt x="2684" y="2684"/>
                </a:lnTo>
                <a:lnTo>
                  <a:pt x="2422" y="2866"/>
                </a:lnTo>
                <a:lnTo>
                  <a:pt x="2180" y="2967"/>
                </a:lnTo>
                <a:lnTo>
                  <a:pt x="1897" y="3088"/>
                </a:lnTo>
                <a:lnTo>
                  <a:pt x="1575" y="3189"/>
                </a:lnTo>
                <a:lnTo>
                  <a:pt x="1252" y="3249"/>
                </a:lnTo>
                <a:lnTo>
                  <a:pt x="929" y="3290"/>
                </a:lnTo>
                <a:lnTo>
                  <a:pt x="626" y="3290"/>
                </a:lnTo>
                <a:lnTo>
                  <a:pt x="505" y="3269"/>
                </a:lnTo>
                <a:lnTo>
                  <a:pt x="384" y="3249"/>
                </a:lnTo>
                <a:lnTo>
                  <a:pt x="283" y="3209"/>
                </a:lnTo>
                <a:lnTo>
                  <a:pt x="202" y="3148"/>
                </a:lnTo>
                <a:lnTo>
                  <a:pt x="142" y="3088"/>
                </a:lnTo>
                <a:lnTo>
                  <a:pt x="122" y="3007"/>
                </a:lnTo>
                <a:lnTo>
                  <a:pt x="101" y="2926"/>
                </a:lnTo>
                <a:lnTo>
                  <a:pt x="81" y="2846"/>
                </a:lnTo>
                <a:lnTo>
                  <a:pt x="101" y="2745"/>
                </a:lnTo>
                <a:lnTo>
                  <a:pt x="122" y="2624"/>
                </a:lnTo>
                <a:lnTo>
                  <a:pt x="222" y="2381"/>
                </a:lnTo>
                <a:lnTo>
                  <a:pt x="344" y="2159"/>
                </a:lnTo>
                <a:lnTo>
                  <a:pt x="485" y="1958"/>
                </a:lnTo>
                <a:lnTo>
                  <a:pt x="666" y="1756"/>
                </a:lnTo>
                <a:lnTo>
                  <a:pt x="848" y="1574"/>
                </a:lnTo>
                <a:lnTo>
                  <a:pt x="1070" y="1393"/>
                </a:lnTo>
                <a:lnTo>
                  <a:pt x="1292" y="1231"/>
                </a:lnTo>
                <a:lnTo>
                  <a:pt x="1534" y="1070"/>
                </a:lnTo>
                <a:lnTo>
                  <a:pt x="1776" y="928"/>
                </a:lnTo>
                <a:lnTo>
                  <a:pt x="2261" y="666"/>
                </a:lnTo>
                <a:lnTo>
                  <a:pt x="2765" y="444"/>
                </a:lnTo>
                <a:lnTo>
                  <a:pt x="3229" y="263"/>
                </a:lnTo>
                <a:lnTo>
                  <a:pt x="3653" y="101"/>
                </a:lnTo>
                <a:lnTo>
                  <a:pt x="3774" y="81"/>
                </a:lnTo>
                <a:close/>
                <a:moveTo>
                  <a:pt x="3754" y="0"/>
                </a:moveTo>
                <a:lnTo>
                  <a:pt x="3633" y="41"/>
                </a:lnTo>
                <a:lnTo>
                  <a:pt x="3209" y="182"/>
                </a:lnTo>
                <a:lnTo>
                  <a:pt x="2725" y="363"/>
                </a:lnTo>
                <a:lnTo>
                  <a:pt x="2220" y="606"/>
                </a:lnTo>
                <a:lnTo>
                  <a:pt x="1716" y="868"/>
                </a:lnTo>
                <a:lnTo>
                  <a:pt x="1474" y="1009"/>
                </a:lnTo>
                <a:lnTo>
                  <a:pt x="1231" y="1171"/>
                </a:lnTo>
                <a:lnTo>
                  <a:pt x="1009" y="1352"/>
                </a:lnTo>
                <a:lnTo>
                  <a:pt x="787" y="1514"/>
                </a:lnTo>
                <a:lnTo>
                  <a:pt x="606" y="1715"/>
                </a:lnTo>
                <a:lnTo>
                  <a:pt x="424" y="1917"/>
                </a:lnTo>
                <a:lnTo>
                  <a:pt x="283" y="2119"/>
                </a:lnTo>
                <a:lnTo>
                  <a:pt x="142" y="2341"/>
                </a:lnTo>
                <a:lnTo>
                  <a:pt x="81" y="2482"/>
                </a:lnTo>
                <a:lnTo>
                  <a:pt x="41" y="2624"/>
                </a:lnTo>
                <a:lnTo>
                  <a:pt x="21" y="2745"/>
                </a:lnTo>
                <a:lnTo>
                  <a:pt x="0" y="2866"/>
                </a:lnTo>
                <a:lnTo>
                  <a:pt x="21" y="2967"/>
                </a:lnTo>
                <a:lnTo>
                  <a:pt x="41" y="3047"/>
                </a:lnTo>
                <a:lnTo>
                  <a:pt x="81" y="3128"/>
                </a:lnTo>
                <a:lnTo>
                  <a:pt x="142" y="3209"/>
                </a:lnTo>
                <a:lnTo>
                  <a:pt x="263" y="3290"/>
                </a:lnTo>
                <a:lnTo>
                  <a:pt x="404" y="3330"/>
                </a:lnTo>
                <a:lnTo>
                  <a:pt x="586" y="3370"/>
                </a:lnTo>
                <a:lnTo>
                  <a:pt x="989" y="3370"/>
                </a:lnTo>
                <a:lnTo>
                  <a:pt x="1211" y="3350"/>
                </a:lnTo>
                <a:lnTo>
                  <a:pt x="1453" y="3290"/>
                </a:lnTo>
                <a:lnTo>
                  <a:pt x="1675" y="3229"/>
                </a:lnTo>
                <a:lnTo>
                  <a:pt x="2119" y="3088"/>
                </a:lnTo>
                <a:lnTo>
                  <a:pt x="2301" y="3007"/>
                </a:lnTo>
                <a:lnTo>
                  <a:pt x="2462" y="2926"/>
                </a:lnTo>
                <a:lnTo>
                  <a:pt x="2745" y="2745"/>
                </a:lnTo>
                <a:lnTo>
                  <a:pt x="3007" y="2543"/>
                </a:lnTo>
                <a:lnTo>
                  <a:pt x="3249" y="2301"/>
                </a:lnTo>
                <a:lnTo>
                  <a:pt x="3471" y="2038"/>
                </a:lnTo>
                <a:lnTo>
                  <a:pt x="3673" y="1776"/>
                </a:lnTo>
                <a:lnTo>
                  <a:pt x="3855" y="1473"/>
                </a:lnTo>
                <a:lnTo>
                  <a:pt x="4016" y="1150"/>
                </a:lnTo>
                <a:lnTo>
                  <a:pt x="4137" y="828"/>
                </a:lnTo>
                <a:lnTo>
                  <a:pt x="4218" y="585"/>
                </a:lnTo>
                <a:lnTo>
                  <a:pt x="4218" y="464"/>
                </a:lnTo>
                <a:lnTo>
                  <a:pt x="4218" y="343"/>
                </a:lnTo>
                <a:lnTo>
                  <a:pt x="4178" y="222"/>
                </a:lnTo>
                <a:lnTo>
                  <a:pt x="4097" y="121"/>
                </a:lnTo>
                <a:lnTo>
                  <a:pt x="3996" y="41"/>
                </a:lnTo>
                <a:lnTo>
                  <a:pt x="39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8"/>
          <p:cNvSpPr/>
          <p:nvPr/>
        </p:nvSpPr>
        <p:spPr>
          <a:xfrm>
            <a:off x="8495347" y="204440"/>
            <a:ext cx="429300" cy="42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8"/>
          <p:cNvSpPr/>
          <p:nvPr/>
        </p:nvSpPr>
        <p:spPr>
          <a:xfrm flipH="1">
            <a:off x="6624317" y="-129457"/>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8"/>
          <p:cNvSpPr/>
          <p:nvPr/>
        </p:nvSpPr>
        <p:spPr>
          <a:xfrm flipH="1">
            <a:off x="7823600" y="1072027"/>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8"/>
          <p:cNvSpPr/>
          <p:nvPr/>
        </p:nvSpPr>
        <p:spPr>
          <a:xfrm flipH="1">
            <a:off x="6751789" y="14949"/>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8"/>
          <p:cNvSpPr/>
          <p:nvPr/>
        </p:nvSpPr>
        <p:spPr>
          <a:xfrm flipH="1">
            <a:off x="7968010" y="1140848"/>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8"/>
          <p:cNvSpPr/>
          <p:nvPr/>
        </p:nvSpPr>
        <p:spPr>
          <a:xfrm flipH="1">
            <a:off x="6877024" y="75831"/>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8"/>
          <p:cNvSpPr/>
          <p:nvPr/>
        </p:nvSpPr>
        <p:spPr>
          <a:xfrm flipH="1">
            <a:off x="8112477" y="1250313"/>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8"/>
          <p:cNvSpPr/>
          <p:nvPr/>
        </p:nvSpPr>
        <p:spPr>
          <a:xfrm>
            <a:off x="414425" y="211116"/>
            <a:ext cx="597600" cy="597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8"/>
          <p:cNvSpPr/>
          <p:nvPr/>
        </p:nvSpPr>
        <p:spPr>
          <a:xfrm rot="5400000">
            <a:off x="414425" y="816218"/>
            <a:ext cx="597600" cy="5976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8"/>
          <p:cNvSpPr/>
          <p:nvPr/>
        </p:nvSpPr>
        <p:spPr>
          <a:xfrm flipH="1">
            <a:off x="8085888" y="4081828"/>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8"/>
          <p:cNvSpPr/>
          <p:nvPr/>
        </p:nvSpPr>
        <p:spPr>
          <a:xfrm>
            <a:off x="8019945" y="421546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1" name="Google Shape;641;p8"/>
          <p:cNvGrpSpPr/>
          <p:nvPr/>
        </p:nvGrpSpPr>
        <p:grpSpPr>
          <a:xfrm>
            <a:off x="3970979" y="4195255"/>
            <a:ext cx="1205112" cy="835252"/>
            <a:chOff x="3970979" y="4168866"/>
            <a:chExt cx="1205112" cy="835252"/>
          </a:xfrm>
        </p:grpSpPr>
        <p:sp>
          <p:nvSpPr>
            <p:cNvPr id="642" name="Google Shape;642;p8"/>
            <p:cNvSpPr/>
            <p:nvPr/>
          </p:nvSpPr>
          <p:spPr>
            <a:xfrm>
              <a:off x="4793924" y="463642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8"/>
            <p:cNvSpPr/>
            <p:nvPr/>
          </p:nvSpPr>
          <p:spPr>
            <a:xfrm>
              <a:off x="4955626" y="4789730"/>
              <a:ext cx="56484" cy="5268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8"/>
            <p:cNvSpPr/>
            <p:nvPr/>
          </p:nvSpPr>
          <p:spPr>
            <a:xfrm>
              <a:off x="4465201" y="416886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8"/>
            <p:cNvSpPr/>
            <p:nvPr/>
          </p:nvSpPr>
          <p:spPr>
            <a:xfrm>
              <a:off x="4632221" y="416886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8"/>
            <p:cNvSpPr/>
            <p:nvPr/>
          </p:nvSpPr>
          <p:spPr>
            <a:xfrm>
              <a:off x="4466721" y="432449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8"/>
            <p:cNvSpPr/>
            <p:nvPr/>
          </p:nvSpPr>
          <p:spPr>
            <a:xfrm>
              <a:off x="4629942" y="432373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8"/>
            <p:cNvSpPr/>
            <p:nvPr/>
          </p:nvSpPr>
          <p:spPr>
            <a:xfrm>
              <a:off x="4796203" y="432449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8"/>
            <p:cNvSpPr/>
            <p:nvPr/>
          </p:nvSpPr>
          <p:spPr>
            <a:xfrm>
              <a:off x="4459086" y="447548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8"/>
            <p:cNvSpPr/>
            <p:nvPr/>
          </p:nvSpPr>
          <p:spPr>
            <a:xfrm>
              <a:off x="4631462" y="448007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8"/>
            <p:cNvSpPr/>
            <p:nvPr/>
          </p:nvSpPr>
          <p:spPr>
            <a:xfrm>
              <a:off x="4796203" y="448083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8"/>
            <p:cNvSpPr/>
            <p:nvPr/>
          </p:nvSpPr>
          <p:spPr>
            <a:xfrm>
              <a:off x="4957905" y="4945317"/>
              <a:ext cx="54205" cy="51166"/>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8"/>
            <p:cNvSpPr/>
            <p:nvPr/>
          </p:nvSpPr>
          <p:spPr>
            <a:xfrm>
              <a:off x="4462163" y="463490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8"/>
            <p:cNvSpPr/>
            <p:nvPr/>
          </p:nvSpPr>
          <p:spPr>
            <a:xfrm>
              <a:off x="4630702" y="463566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8"/>
            <p:cNvSpPr/>
            <p:nvPr/>
          </p:nvSpPr>
          <p:spPr>
            <a:xfrm>
              <a:off x="4797000" y="416966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8"/>
            <p:cNvSpPr/>
            <p:nvPr/>
          </p:nvSpPr>
          <p:spPr>
            <a:xfrm>
              <a:off x="4793924" y="4946874"/>
              <a:ext cx="54205" cy="50368"/>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8"/>
            <p:cNvSpPr/>
            <p:nvPr/>
          </p:nvSpPr>
          <p:spPr>
            <a:xfrm>
              <a:off x="4626144" y="4942278"/>
              <a:ext cx="70196" cy="58003"/>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8"/>
            <p:cNvSpPr/>
            <p:nvPr/>
          </p:nvSpPr>
          <p:spPr>
            <a:xfrm>
              <a:off x="4464442" y="4944557"/>
              <a:ext cx="58763" cy="55724"/>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8"/>
            <p:cNvSpPr/>
            <p:nvPr/>
          </p:nvSpPr>
          <p:spPr>
            <a:xfrm>
              <a:off x="4299701" y="4939999"/>
              <a:ext cx="58003" cy="64119"/>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8"/>
            <p:cNvSpPr/>
            <p:nvPr/>
          </p:nvSpPr>
          <p:spPr>
            <a:xfrm>
              <a:off x="4790125" y="4792010"/>
              <a:ext cx="57243" cy="5420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8"/>
            <p:cNvSpPr/>
            <p:nvPr/>
          </p:nvSpPr>
          <p:spPr>
            <a:xfrm>
              <a:off x="4464442" y="4790490"/>
              <a:ext cx="57243" cy="5344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8"/>
            <p:cNvSpPr/>
            <p:nvPr/>
          </p:nvSpPr>
          <p:spPr>
            <a:xfrm>
              <a:off x="4630702" y="4788971"/>
              <a:ext cx="58003" cy="54964"/>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8"/>
            <p:cNvSpPr/>
            <p:nvPr/>
          </p:nvSpPr>
          <p:spPr>
            <a:xfrm>
              <a:off x="4960982" y="417194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8"/>
            <p:cNvSpPr/>
            <p:nvPr/>
          </p:nvSpPr>
          <p:spPr>
            <a:xfrm>
              <a:off x="4301220" y="4787451"/>
              <a:ext cx="60282" cy="55724"/>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8"/>
            <p:cNvSpPr/>
            <p:nvPr/>
          </p:nvSpPr>
          <p:spPr>
            <a:xfrm>
              <a:off x="5123443" y="4792769"/>
              <a:ext cx="51888" cy="48089"/>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8"/>
            <p:cNvSpPr/>
            <p:nvPr/>
          </p:nvSpPr>
          <p:spPr>
            <a:xfrm>
              <a:off x="4303499" y="416966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8"/>
            <p:cNvSpPr/>
            <p:nvPr/>
          </p:nvSpPr>
          <p:spPr>
            <a:xfrm>
              <a:off x="4137239" y="4943798"/>
              <a:ext cx="61802" cy="57243"/>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8"/>
            <p:cNvSpPr/>
            <p:nvPr/>
          </p:nvSpPr>
          <p:spPr>
            <a:xfrm>
              <a:off x="4136479" y="4785932"/>
              <a:ext cx="61802" cy="58763"/>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8"/>
            <p:cNvSpPr/>
            <p:nvPr/>
          </p:nvSpPr>
          <p:spPr>
            <a:xfrm>
              <a:off x="4303499" y="432449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8"/>
            <p:cNvSpPr/>
            <p:nvPr/>
          </p:nvSpPr>
          <p:spPr>
            <a:xfrm>
              <a:off x="4959424" y="463642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8"/>
            <p:cNvSpPr/>
            <p:nvPr/>
          </p:nvSpPr>
          <p:spPr>
            <a:xfrm>
              <a:off x="4301980" y="463566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8"/>
            <p:cNvSpPr/>
            <p:nvPr/>
          </p:nvSpPr>
          <p:spPr>
            <a:xfrm>
              <a:off x="5122684" y="4947634"/>
              <a:ext cx="53407" cy="51128"/>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8"/>
            <p:cNvSpPr/>
            <p:nvPr/>
          </p:nvSpPr>
          <p:spPr>
            <a:xfrm>
              <a:off x="4960222" y="432676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8"/>
            <p:cNvSpPr/>
            <p:nvPr/>
          </p:nvSpPr>
          <p:spPr>
            <a:xfrm>
              <a:off x="4137239" y="463414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8"/>
            <p:cNvSpPr/>
            <p:nvPr/>
          </p:nvSpPr>
          <p:spPr>
            <a:xfrm>
              <a:off x="4959424" y="448235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8"/>
            <p:cNvSpPr/>
            <p:nvPr/>
          </p:nvSpPr>
          <p:spPr>
            <a:xfrm>
              <a:off x="4302740" y="447931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8"/>
            <p:cNvSpPr/>
            <p:nvPr/>
          </p:nvSpPr>
          <p:spPr>
            <a:xfrm>
              <a:off x="4138758" y="447092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8"/>
            <p:cNvSpPr/>
            <p:nvPr/>
          </p:nvSpPr>
          <p:spPr>
            <a:xfrm>
              <a:off x="3970979" y="463490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8"/>
            <p:cNvSpPr/>
            <p:nvPr/>
          </p:nvSpPr>
          <p:spPr>
            <a:xfrm>
              <a:off x="3973258" y="448007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8"/>
            <p:cNvSpPr/>
            <p:nvPr/>
          </p:nvSpPr>
          <p:spPr>
            <a:xfrm>
              <a:off x="5123443" y="463870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8"/>
            <p:cNvSpPr/>
            <p:nvPr/>
          </p:nvSpPr>
          <p:spPr>
            <a:xfrm>
              <a:off x="3970979" y="4789730"/>
              <a:ext cx="58003" cy="5268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8"/>
            <p:cNvSpPr/>
            <p:nvPr/>
          </p:nvSpPr>
          <p:spPr>
            <a:xfrm>
              <a:off x="4137239" y="432601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8"/>
            <p:cNvSpPr/>
            <p:nvPr/>
          </p:nvSpPr>
          <p:spPr>
            <a:xfrm>
              <a:off x="3972498" y="4945317"/>
              <a:ext cx="57243" cy="54964"/>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8"/>
            <p:cNvSpPr/>
            <p:nvPr/>
          </p:nvSpPr>
          <p:spPr>
            <a:xfrm>
              <a:off x="4134960" y="417042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8"/>
            <p:cNvSpPr/>
            <p:nvPr/>
          </p:nvSpPr>
          <p:spPr>
            <a:xfrm>
              <a:off x="5121886" y="448387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8"/>
            <p:cNvSpPr/>
            <p:nvPr/>
          </p:nvSpPr>
          <p:spPr>
            <a:xfrm>
              <a:off x="5124203" y="432828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8"/>
            <p:cNvSpPr/>
            <p:nvPr/>
          </p:nvSpPr>
          <p:spPr>
            <a:xfrm>
              <a:off x="3974777" y="432373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8"/>
            <p:cNvSpPr/>
            <p:nvPr/>
          </p:nvSpPr>
          <p:spPr>
            <a:xfrm>
              <a:off x="3975537" y="416886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8"/>
            <p:cNvSpPr/>
            <p:nvPr/>
          </p:nvSpPr>
          <p:spPr>
            <a:xfrm>
              <a:off x="5124963" y="417270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0" name="Google Shape;690;p8"/>
          <p:cNvSpPr/>
          <p:nvPr/>
        </p:nvSpPr>
        <p:spPr>
          <a:xfrm flipH="1">
            <a:off x="8130627" y="1470868"/>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8"/>
          <p:cNvSpPr/>
          <p:nvPr/>
        </p:nvSpPr>
        <p:spPr>
          <a:xfrm flipH="1">
            <a:off x="7216227" y="576260"/>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8"/>
          <p:cNvSpPr/>
          <p:nvPr/>
        </p:nvSpPr>
        <p:spPr>
          <a:xfrm flipH="1">
            <a:off x="7978227" y="854670"/>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8"/>
          <p:cNvSpPr/>
          <p:nvPr/>
        </p:nvSpPr>
        <p:spPr>
          <a:xfrm flipH="1">
            <a:off x="1674905" y="115122"/>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8"/>
          <p:cNvSpPr/>
          <p:nvPr/>
        </p:nvSpPr>
        <p:spPr>
          <a:xfrm flipH="1">
            <a:off x="1776437" y="222295"/>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8"/>
          <p:cNvSpPr/>
          <p:nvPr/>
        </p:nvSpPr>
        <p:spPr>
          <a:xfrm flipH="1">
            <a:off x="1773752" y="691105"/>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8"/>
          <p:cNvSpPr/>
          <p:nvPr/>
        </p:nvSpPr>
        <p:spPr>
          <a:xfrm flipH="1">
            <a:off x="2058760" y="4153092"/>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8"/>
          <p:cNvSpPr/>
          <p:nvPr/>
        </p:nvSpPr>
        <p:spPr>
          <a:xfrm flipH="1">
            <a:off x="2058760" y="4964902"/>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98" name="Shape 698"/>
        <p:cNvGrpSpPr/>
        <p:nvPr/>
      </p:nvGrpSpPr>
      <p:grpSpPr>
        <a:xfrm>
          <a:off x="0" y="0"/>
          <a:ext cx="0" cy="0"/>
          <a:chOff x="0" y="0"/>
          <a:chExt cx="0" cy="0"/>
        </a:xfrm>
      </p:grpSpPr>
      <p:sp>
        <p:nvSpPr>
          <p:cNvPr id="699" name="Google Shape;699;p9"/>
          <p:cNvSpPr txBox="1"/>
          <p:nvPr>
            <p:ph type="title"/>
          </p:nvPr>
        </p:nvSpPr>
        <p:spPr>
          <a:xfrm>
            <a:off x="2148900" y="2510023"/>
            <a:ext cx="4846200" cy="411600"/>
          </a:xfrm>
          <a:prstGeom prst="rect">
            <a:avLst/>
          </a:prstGeom>
          <a:effectLst>
            <a:outerShdw rotWithShape="0" algn="bl" dir="5400000" dist="19050">
              <a:schemeClr val="lt1"/>
            </a:outerShdw>
          </a:effectLst>
        </p:spPr>
        <p:txBody>
          <a:bodyPr anchorCtr="0" anchor="ctr" bIns="91425" lIns="91425" spcFirstLastPara="1" rIns="91425" wrap="square" tIns="91425">
            <a:noAutofit/>
          </a:bodyPr>
          <a:lstStyle>
            <a:lvl1pPr lvl="0">
              <a:spcBef>
                <a:spcPts val="0"/>
              </a:spcBef>
              <a:spcAft>
                <a:spcPts val="0"/>
              </a:spcAft>
              <a:buSzPts val="4200"/>
              <a:buNone/>
              <a:defRPr sz="45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700" name="Google Shape;700;p9"/>
          <p:cNvSpPr txBox="1"/>
          <p:nvPr>
            <p:ph idx="1" type="subTitle"/>
          </p:nvPr>
        </p:nvSpPr>
        <p:spPr>
          <a:xfrm>
            <a:off x="2148900" y="3077090"/>
            <a:ext cx="4846200" cy="7314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21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701" name="Google Shape;701;p9"/>
          <p:cNvSpPr/>
          <p:nvPr/>
        </p:nvSpPr>
        <p:spPr>
          <a:xfrm flipH="1">
            <a:off x="8430775" y="0"/>
            <a:ext cx="7131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9"/>
          <p:cNvSpPr/>
          <p:nvPr/>
        </p:nvSpPr>
        <p:spPr>
          <a:xfrm flipH="1">
            <a:off x="125" y="0"/>
            <a:ext cx="7131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9"/>
          <p:cNvSpPr/>
          <p:nvPr/>
        </p:nvSpPr>
        <p:spPr>
          <a:xfrm>
            <a:off x="440572" y="562503"/>
            <a:ext cx="429300" cy="42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9"/>
          <p:cNvSpPr/>
          <p:nvPr/>
        </p:nvSpPr>
        <p:spPr>
          <a:xfrm flipH="1">
            <a:off x="-1430458" y="228606"/>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9"/>
          <p:cNvSpPr/>
          <p:nvPr/>
        </p:nvSpPr>
        <p:spPr>
          <a:xfrm flipH="1">
            <a:off x="-231175" y="1430090"/>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9"/>
          <p:cNvSpPr/>
          <p:nvPr/>
        </p:nvSpPr>
        <p:spPr>
          <a:xfrm flipH="1">
            <a:off x="-1302986" y="373012"/>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9"/>
          <p:cNvSpPr/>
          <p:nvPr/>
        </p:nvSpPr>
        <p:spPr>
          <a:xfrm flipH="1">
            <a:off x="-86765" y="1498911"/>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9"/>
          <p:cNvSpPr/>
          <p:nvPr/>
        </p:nvSpPr>
        <p:spPr>
          <a:xfrm flipH="1">
            <a:off x="-1177751" y="433894"/>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9"/>
          <p:cNvSpPr/>
          <p:nvPr/>
        </p:nvSpPr>
        <p:spPr>
          <a:xfrm flipH="1">
            <a:off x="57702" y="1608375"/>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9"/>
          <p:cNvSpPr/>
          <p:nvPr/>
        </p:nvSpPr>
        <p:spPr>
          <a:xfrm flipH="1">
            <a:off x="8481959" y="3053879"/>
            <a:ext cx="1596439" cy="1802961"/>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9"/>
          <p:cNvSpPr/>
          <p:nvPr/>
        </p:nvSpPr>
        <p:spPr>
          <a:xfrm flipH="1">
            <a:off x="8140105" y="4230597"/>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9"/>
          <p:cNvSpPr/>
          <p:nvPr/>
        </p:nvSpPr>
        <p:spPr>
          <a:xfrm flipH="1">
            <a:off x="8601547" y="3140758"/>
            <a:ext cx="1395619" cy="1650669"/>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9"/>
          <p:cNvSpPr/>
          <p:nvPr/>
        </p:nvSpPr>
        <p:spPr>
          <a:xfrm flipH="1">
            <a:off x="8241637" y="4337770"/>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9"/>
          <p:cNvSpPr/>
          <p:nvPr/>
        </p:nvSpPr>
        <p:spPr>
          <a:xfrm flipH="1">
            <a:off x="8701959" y="3252459"/>
            <a:ext cx="1193681" cy="142726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9"/>
          <p:cNvSpPr/>
          <p:nvPr/>
        </p:nvSpPr>
        <p:spPr>
          <a:xfrm flipH="1">
            <a:off x="8861019" y="3394629"/>
            <a:ext cx="901508" cy="110456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9"/>
          <p:cNvSpPr/>
          <p:nvPr/>
        </p:nvSpPr>
        <p:spPr>
          <a:xfrm flipH="1">
            <a:off x="8942266" y="3505156"/>
            <a:ext cx="130935" cy="39045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9"/>
          <p:cNvSpPr/>
          <p:nvPr/>
        </p:nvSpPr>
        <p:spPr>
          <a:xfrm flipH="1">
            <a:off x="9011089" y="3646208"/>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9"/>
          <p:cNvSpPr/>
          <p:nvPr/>
        </p:nvSpPr>
        <p:spPr>
          <a:xfrm flipH="1">
            <a:off x="8985147" y="3671030"/>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9"/>
          <p:cNvSpPr/>
          <p:nvPr/>
        </p:nvSpPr>
        <p:spPr>
          <a:xfrm>
            <a:off x="8489408" y="117791"/>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9"/>
          <p:cNvSpPr/>
          <p:nvPr/>
        </p:nvSpPr>
        <p:spPr>
          <a:xfrm rot="5400000">
            <a:off x="8489408" y="722893"/>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1" name="Google Shape;721;p9"/>
          <p:cNvGrpSpPr/>
          <p:nvPr/>
        </p:nvGrpSpPr>
        <p:grpSpPr>
          <a:xfrm>
            <a:off x="111415" y="4314125"/>
            <a:ext cx="754524" cy="750237"/>
            <a:chOff x="8523754" y="10"/>
            <a:chExt cx="516408" cy="513439"/>
          </a:xfrm>
        </p:grpSpPr>
        <p:sp>
          <p:nvSpPr>
            <p:cNvPr id="722" name="Google Shape;722;p9"/>
            <p:cNvSpPr/>
            <p:nvPr/>
          </p:nvSpPr>
          <p:spPr>
            <a:xfrm>
              <a:off x="8523754" y="255242"/>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9"/>
            <p:cNvSpPr/>
            <p:nvPr/>
          </p:nvSpPr>
          <p:spPr>
            <a:xfrm>
              <a:off x="8523754" y="10"/>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4" name="Google Shape;724;p9"/>
          <p:cNvGrpSpPr/>
          <p:nvPr/>
        </p:nvGrpSpPr>
        <p:grpSpPr>
          <a:xfrm>
            <a:off x="3960075" y="4692585"/>
            <a:ext cx="1202833" cy="365416"/>
            <a:chOff x="3973270" y="4603191"/>
            <a:chExt cx="1202833" cy="365416"/>
          </a:xfrm>
        </p:grpSpPr>
        <p:sp>
          <p:nvSpPr>
            <p:cNvPr id="725" name="Google Shape;725;p9"/>
            <p:cNvSpPr/>
            <p:nvPr/>
          </p:nvSpPr>
          <p:spPr>
            <a:xfrm>
              <a:off x="4465214" y="4603191"/>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9"/>
            <p:cNvSpPr/>
            <p:nvPr/>
          </p:nvSpPr>
          <p:spPr>
            <a:xfrm>
              <a:off x="4632234" y="4603191"/>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9"/>
            <p:cNvSpPr/>
            <p:nvPr/>
          </p:nvSpPr>
          <p:spPr>
            <a:xfrm>
              <a:off x="4466733" y="4758815"/>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9"/>
            <p:cNvSpPr/>
            <p:nvPr/>
          </p:nvSpPr>
          <p:spPr>
            <a:xfrm>
              <a:off x="4629955" y="4758055"/>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9"/>
            <p:cNvSpPr/>
            <p:nvPr/>
          </p:nvSpPr>
          <p:spPr>
            <a:xfrm>
              <a:off x="4796215" y="4758815"/>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9"/>
            <p:cNvSpPr/>
            <p:nvPr/>
          </p:nvSpPr>
          <p:spPr>
            <a:xfrm>
              <a:off x="4459098" y="4909806"/>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9"/>
            <p:cNvSpPr/>
            <p:nvPr/>
          </p:nvSpPr>
          <p:spPr>
            <a:xfrm>
              <a:off x="4631474" y="4914402"/>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9"/>
            <p:cNvSpPr/>
            <p:nvPr/>
          </p:nvSpPr>
          <p:spPr>
            <a:xfrm>
              <a:off x="4796215" y="4915161"/>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9"/>
            <p:cNvSpPr/>
            <p:nvPr/>
          </p:nvSpPr>
          <p:spPr>
            <a:xfrm>
              <a:off x="4797013" y="4603988"/>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9"/>
            <p:cNvSpPr/>
            <p:nvPr/>
          </p:nvSpPr>
          <p:spPr>
            <a:xfrm>
              <a:off x="4960994" y="4606267"/>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9"/>
            <p:cNvSpPr/>
            <p:nvPr/>
          </p:nvSpPr>
          <p:spPr>
            <a:xfrm>
              <a:off x="4303512" y="4603988"/>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9"/>
            <p:cNvSpPr/>
            <p:nvPr/>
          </p:nvSpPr>
          <p:spPr>
            <a:xfrm>
              <a:off x="4303512" y="4758815"/>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9"/>
            <p:cNvSpPr/>
            <p:nvPr/>
          </p:nvSpPr>
          <p:spPr>
            <a:xfrm>
              <a:off x="4960234" y="4761094"/>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9"/>
            <p:cNvSpPr/>
            <p:nvPr/>
          </p:nvSpPr>
          <p:spPr>
            <a:xfrm>
              <a:off x="4959437" y="4916681"/>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9"/>
            <p:cNvSpPr/>
            <p:nvPr/>
          </p:nvSpPr>
          <p:spPr>
            <a:xfrm>
              <a:off x="4302752" y="4913642"/>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9"/>
            <p:cNvSpPr/>
            <p:nvPr/>
          </p:nvSpPr>
          <p:spPr>
            <a:xfrm>
              <a:off x="4138771" y="4905247"/>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9"/>
            <p:cNvSpPr/>
            <p:nvPr/>
          </p:nvSpPr>
          <p:spPr>
            <a:xfrm>
              <a:off x="3973270" y="4914402"/>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9"/>
            <p:cNvSpPr/>
            <p:nvPr/>
          </p:nvSpPr>
          <p:spPr>
            <a:xfrm>
              <a:off x="4137251" y="4760335"/>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9"/>
            <p:cNvSpPr/>
            <p:nvPr/>
          </p:nvSpPr>
          <p:spPr>
            <a:xfrm>
              <a:off x="4134972" y="4604748"/>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9"/>
            <p:cNvSpPr/>
            <p:nvPr/>
          </p:nvSpPr>
          <p:spPr>
            <a:xfrm>
              <a:off x="5121899" y="4918200"/>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9"/>
            <p:cNvSpPr/>
            <p:nvPr/>
          </p:nvSpPr>
          <p:spPr>
            <a:xfrm>
              <a:off x="5124216" y="4762614"/>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9"/>
            <p:cNvSpPr/>
            <p:nvPr/>
          </p:nvSpPr>
          <p:spPr>
            <a:xfrm>
              <a:off x="3974790" y="4758055"/>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9"/>
            <p:cNvSpPr/>
            <p:nvPr/>
          </p:nvSpPr>
          <p:spPr>
            <a:xfrm>
              <a:off x="3975549" y="4603191"/>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9"/>
            <p:cNvSpPr/>
            <p:nvPr/>
          </p:nvSpPr>
          <p:spPr>
            <a:xfrm>
              <a:off x="5124975" y="4607027"/>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9" name="Google Shape;749;p9"/>
          <p:cNvSpPr/>
          <p:nvPr/>
        </p:nvSpPr>
        <p:spPr>
          <a:xfrm flipH="1">
            <a:off x="8638349" y="3086292"/>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9"/>
          <p:cNvSpPr/>
          <p:nvPr/>
        </p:nvSpPr>
        <p:spPr>
          <a:xfrm flipH="1">
            <a:off x="8790749" y="3619692"/>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9"/>
          <p:cNvSpPr/>
          <p:nvPr/>
        </p:nvSpPr>
        <p:spPr>
          <a:xfrm flipH="1">
            <a:off x="8638349" y="4507702"/>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9"/>
          <p:cNvSpPr/>
          <p:nvPr/>
        </p:nvSpPr>
        <p:spPr>
          <a:xfrm flipH="1">
            <a:off x="865949" y="1320497"/>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9"/>
          <p:cNvSpPr/>
          <p:nvPr/>
        </p:nvSpPr>
        <p:spPr>
          <a:xfrm flipH="1">
            <a:off x="256349" y="1257492"/>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54" name="Shape 754"/>
        <p:cNvGrpSpPr/>
        <p:nvPr/>
      </p:nvGrpSpPr>
      <p:grpSpPr>
        <a:xfrm>
          <a:off x="0" y="0"/>
          <a:ext cx="0" cy="0"/>
          <a:chOff x="0" y="0"/>
          <a:chExt cx="0" cy="0"/>
        </a:xfrm>
      </p:grpSpPr>
      <p:sp>
        <p:nvSpPr>
          <p:cNvPr id="755" name="Google Shape;755;p10"/>
          <p:cNvSpPr/>
          <p:nvPr/>
        </p:nvSpPr>
        <p:spPr>
          <a:xfrm>
            <a:off x="0" y="1450"/>
            <a:ext cx="4572000" cy="1935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10"/>
          <p:cNvSpPr/>
          <p:nvPr/>
        </p:nvSpPr>
        <p:spPr>
          <a:xfrm>
            <a:off x="8561250" y="1929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10"/>
          <p:cNvSpPr/>
          <p:nvPr/>
        </p:nvSpPr>
        <p:spPr>
          <a:xfrm>
            <a:off x="8561263" y="72464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8" name="Google Shape;758;p10"/>
          <p:cNvGrpSpPr/>
          <p:nvPr/>
        </p:nvGrpSpPr>
        <p:grpSpPr>
          <a:xfrm rot="-5400000">
            <a:off x="2692007" y="-1167429"/>
            <a:ext cx="1730784" cy="1441910"/>
            <a:chOff x="-979618" y="-5128741"/>
            <a:chExt cx="1730784" cy="1441910"/>
          </a:xfrm>
        </p:grpSpPr>
        <p:sp>
          <p:nvSpPr>
            <p:cNvPr id="759" name="Google Shape;759;p10"/>
            <p:cNvSpPr/>
            <p:nvPr/>
          </p:nvSpPr>
          <p:spPr>
            <a:xfrm flipH="1">
              <a:off x="-979618" y="-5128741"/>
              <a:ext cx="1730784" cy="1441910"/>
            </a:xfrm>
            <a:custGeom>
              <a:rect b="b" l="l" r="r" t="t"/>
              <a:pathLst>
                <a:path extrusionOk="0" h="25791" w="30958">
                  <a:moveTo>
                    <a:pt x="13179" y="81"/>
                  </a:moveTo>
                  <a:lnTo>
                    <a:pt x="14551" y="101"/>
                  </a:lnTo>
                  <a:lnTo>
                    <a:pt x="15257" y="121"/>
                  </a:lnTo>
                  <a:lnTo>
                    <a:pt x="15963" y="162"/>
                  </a:lnTo>
                  <a:lnTo>
                    <a:pt x="16690" y="242"/>
                  </a:lnTo>
                  <a:lnTo>
                    <a:pt x="17416" y="323"/>
                  </a:lnTo>
                  <a:lnTo>
                    <a:pt x="18143" y="444"/>
                  </a:lnTo>
                  <a:lnTo>
                    <a:pt x="18869" y="586"/>
                  </a:lnTo>
                  <a:lnTo>
                    <a:pt x="19576" y="767"/>
                  </a:lnTo>
                  <a:lnTo>
                    <a:pt x="20282" y="969"/>
                  </a:lnTo>
                  <a:lnTo>
                    <a:pt x="20988" y="1211"/>
                  </a:lnTo>
                  <a:lnTo>
                    <a:pt x="21654" y="1494"/>
                  </a:lnTo>
                  <a:lnTo>
                    <a:pt x="21997" y="1655"/>
                  </a:lnTo>
                  <a:lnTo>
                    <a:pt x="22320" y="1837"/>
                  </a:lnTo>
                  <a:lnTo>
                    <a:pt x="22643" y="2018"/>
                  </a:lnTo>
                  <a:lnTo>
                    <a:pt x="22946" y="2200"/>
                  </a:lnTo>
                  <a:lnTo>
                    <a:pt x="23269" y="2402"/>
                  </a:lnTo>
                  <a:lnTo>
                    <a:pt x="23551" y="2624"/>
                  </a:lnTo>
                  <a:lnTo>
                    <a:pt x="23854" y="2866"/>
                  </a:lnTo>
                  <a:lnTo>
                    <a:pt x="24136" y="3108"/>
                  </a:lnTo>
                  <a:lnTo>
                    <a:pt x="24540" y="3491"/>
                  </a:lnTo>
                  <a:lnTo>
                    <a:pt x="24923" y="3895"/>
                  </a:lnTo>
                  <a:lnTo>
                    <a:pt x="25287" y="4339"/>
                  </a:lnTo>
                  <a:lnTo>
                    <a:pt x="25670" y="4823"/>
                  </a:lnTo>
                  <a:lnTo>
                    <a:pt x="26013" y="5348"/>
                  </a:lnTo>
                  <a:lnTo>
                    <a:pt x="26356" y="5913"/>
                  </a:lnTo>
                  <a:lnTo>
                    <a:pt x="26719" y="6518"/>
                  </a:lnTo>
                  <a:lnTo>
                    <a:pt x="27042" y="7164"/>
                  </a:lnTo>
                  <a:lnTo>
                    <a:pt x="27345" y="7749"/>
                  </a:lnTo>
                  <a:lnTo>
                    <a:pt x="27607" y="8335"/>
                  </a:lnTo>
                  <a:lnTo>
                    <a:pt x="27870" y="8940"/>
                  </a:lnTo>
                  <a:lnTo>
                    <a:pt x="28112" y="9546"/>
                  </a:lnTo>
                  <a:lnTo>
                    <a:pt x="28556" y="10756"/>
                  </a:lnTo>
                  <a:lnTo>
                    <a:pt x="28959" y="11947"/>
                  </a:lnTo>
                  <a:lnTo>
                    <a:pt x="29343" y="13138"/>
                  </a:lnTo>
                  <a:lnTo>
                    <a:pt x="29666" y="14328"/>
                  </a:lnTo>
                  <a:lnTo>
                    <a:pt x="29948" y="15478"/>
                  </a:lnTo>
                  <a:lnTo>
                    <a:pt x="30231" y="16588"/>
                  </a:lnTo>
                  <a:lnTo>
                    <a:pt x="30453" y="17577"/>
                  </a:lnTo>
                  <a:lnTo>
                    <a:pt x="30654" y="18606"/>
                  </a:lnTo>
                  <a:lnTo>
                    <a:pt x="30735" y="19111"/>
                  </a:lnTo>
                  <a:lnTo>
                    <a:pt x="30816" y="19636"/>
                  </a:lnTo>
                  <a:lnTo>
                    <a:pt x="30856" y="20160"/>
                  </a:lnTo>
                  <a:lnTo>
                    <a:pt x="30876" y="20685"/>
                  </a:lnTo>
                  <a:lnTo>
                    <a:pt x="30876" y="21169"/>
                  </a:lnTo>
                  <a:lnTo>
                    <a:pt x="30856" y="21674"/>
                  </a:lnTo>
                  <a:lnTo>
                    <a:pt x="30796" y="22219"/>
                  </a:lnTo>
                  <a:lnTo>
                    <a:pt x="30695" y="22784"/>
                  </a:lnTo>
                  <a:lnTo>
                    <a:pt x="30614" y="23046"/>
                  </a:lnTo>
                  <a:lnTo>
                    <a:pt x="30533" y="23329"/>
                  </a:lnTo>
                  <a:lnTo>
                    <a:pt x="30412" y="23611"/>
                  </a:lnTo>
                  <a:lnTo>
                    <a:pt x="30311" y="23873"/>
                  </a:lnTo>
                  <a:lnTo>
                    <a:pt x="30170" y="24136"/>
                  </a:lnTo>
                  <a:lnTo>
                    <a:pt x="30009" y="24398"/>
                  </a:lnTo>
                  <a:lnTo>
                    <a:pt x="29847" y="24640"/>
                  </a:lnTo>
                  <a:lnTo>
                    <a:pt x="29645" y="24882"/>
                  </a:lnTo>
                  <a:lnTo>
                    <a:pt x="29383" y="25145"/>
                  </a:lnTo>
                  <a:lnTo>
                    <a:pt x="29242" y="25266"/>
                  </a:lnTo>
                  <a:lnTo>
                    <a:pt x="29101" y="25387"/>
                  </a:lnTo>
                  <a:lnTo>
                    <a:pt x="28939" y="25468"/>
                  </a:lnTo>
                  <a:lnTo>
                    <a:pt x="28798" y="25548"/>
                  </a:lnTo>
                  <a:lnTo>
                    <a:pt x="28657" y="25609"/>
                  </a:lnTo>
                  <a:lnTo>
                    <a:pt x="28515" y="25649"/>
                  </a:lnTo>
                  <a:lnTo>
                    <a:pt x="28334" y="25690"/>
                  </a:lnTo>
                  <a:lnTo>
                    <a:pt x="28152" y="25710"/>
                  </a:lnTo>
                  <a:lnTo>
                    <a:pt x="27991" y="25710"/>
                  </a:lnTo>
                  <a:lnTo>
                    <a:pt x="27809" y="25690"/>
                  </a:lnTo>
                  <a:lnTo>
                    <a:pt x="27648" y="25669"/>
                  </a:lnTo>
                  <a:lnTo>
                    <a:pt x="27466" y="25629"/>
                  </a:lnTo>
                  <a:lnTo>
                    <a:pt x="27143" y="25508"/>
                  </a:lnTo>
                  <a:lnTo>
                    <a:pt x="26800" y="25347"/>
                  </a:lnTo>
                  <a:lnTo>
                    <a:pt x="26477" y="25165"/>
                  </a:lnTo>
                  <a:lnTo>
                    <a:pt x="26154" y="24963"/>
                  </a:lnTo>
                  <a:lnTo>
                    <a:pt x="25852" y="24741"/>
                  </a:lnTo>
                  <a:lnTo>
                    <a:pt x="25145" y="24196"/>
                  </a:lnTo>
                  <a:lnTo>
                    <a:pt x="24419" y="23631"/>
                  </a:lnTo>
                  <a:lnTo>
                    <a:pt x="23692" y="23046"/>
                  </a:lnTo>
                  <a:lnTo>
                    <a:pt x="22946" y="22420"/>
                  </a:lnTo>
                  <a:lnTo>
                    <a:pt x="22199" y="21775"/>
                  </a:lnTo>
                  <a:lnTo>
                    <a:pt x="21412" y="21109"/>
                  </a:lnTo>
                  <a:lnTo>
                    <a:pt x="20625" y="20382"/>
                  </a:lnTo>
                  <a:lnTo>
                    <a:pt x="19798" y="19636"/>
                  </a:lnTo>
                  <a:lnTo>
                    <a:pt x="18506" y="18405"/>
                  </a:lnTo>
                  <a:lnTo>
                    <a:pt x="17215" y="17153"/>
                  </a:lnTo>
                  <a:lnTo>
                    <a:pt x="14692" y="14671"/>
                  </a:lnTo>
                  <a:lnTo>
                    <a:pt x="12270" y="12290"/>
                  </a:lnTo>
                  <a:lnTo>
                    <a:pt x="11039" y="11079"/>
                  </a:lnTo>
                  <a:lnTo>
                    <a:pt x="9808" y="9909"/>
                  </a:lnTo>
                  <a:lnTo>
                    <a:pt x="8376" y="8597"/>
                  </a:lnTo>
                  <a:lnTo>
                    <a:pt x="7024" y="7406"/>
                  </a:lnTo>
                  <a:lnTo>
                    <a:pt x="5732" y="6317"/>
                  </a:lnTo>
                  <a:lnTo>
                    <a:pt x="4461" y="5308"/>
                  </a:lnTo>
                  <a:lnTo>
                    <a:pt x="4118" y="5086"/>
                  </a:lnTo>
                  <a:lnTo>
                    <a:pt x="3593" y="4743"/>
                  </a:lnTo>
                  <a:lnTo>
                    <a:pt x="2523" y="4057"/>
                  </a:lnTo>
                  <a:lnTo>
                    <a:pt x="1958" y="3673"/>
                  </a:lnTo>
                  <a:lnTo>
                    <a:pt x="1414" y="3290"/>
                  </a:lnTo>
                  <a:lnTo>
                    <a:pt x="929" y="2886"/>
                  </a:lnTo>
                  <a:lnTo>
                    <a:pt x="707" y="2704"/>
                  </a:lnTo>
                  <a:lnTo>
                    <a:pt x="526" y="2503"/>
                  </a:lnTo>
                  <a:lnTo>
                    <a:pt x="364" y="2341"/>
                  </a:lnTo>
                  <a:lnTo>
                    <a:pt x="223" y="2160"/>
                  </a:lnTo>
                  <a:lnTo>
                    <a:pt x="142" y="1998"/>
                  </a:lnTo>
                  <a:lnTo>
                    <a:pt x="82" y="1857"/>
                  </a:lnTo>
                  <a:lnTo>
                    <a:pt x="82" y="1776"/>
                  </a:lnTo>
                  <a:lnTo>
                    <a:pt x="82" y="1716"/>
                  </a:lnTo>
                  <a:lnTo>
                    <a:pt x="102" y="1655"/>
                  </a:lnTo>
                  <a:lnTo>
                    <a:pt x="142" y="1595"/>
                  </a:lnTo>
                  <a:lnTo>
                    <a:pt x="243" y="1473"/>
                  </a:lnTo>
                  <a:lnTo>
                    <a:pt x="364" y="1373"/>
                  </a:lnTo>
                  <a:lnTo>
                    <a:pt x="485" y="1292"/>
                  </a:lnTo>
                  <a:lnTo>
                    <a:pt x="647" y="1231"/>
                  </a:lnTo>
                  <a:lnTo>
                    <a:pt x="788" y="1171"/>
                  </a:lnTo>
                  <a:lnTo>
                    <a:pt x="949" y="1130"/>
                  </a:lnTo>
                  <a:lnTo>
                    <a:pt x="1292" y="1070"/>
                  </a:lnTo>
                  <a:lnTo>
                    <a:pt x="2745" y="848"/>
                  </a:lnTo>
                  <a:lnTo>
                    <a:pt x="4219" y="646"/>
                  </a:lnTo>
                  <a:lnTo>
                    <a:pt x="5712" y="464"/>
                  </a:lnTo>
                  <a:lnTo>
                    <a:pt x="7185" y="323"/>
                  </a:lnTo>
                  <a:lnTo>
                    <a:pt x="8658" y="222"/>
                  </a:lnTo>
                  <a:lnTo>
                    <a:pt x="10152" y="142"/>
                  </a:lnTo>
                  <a:lnTo>
                    <a:pt x="11645" y="81"/>
                  </a:lnTo>
                  <a:close/>
                  <a:moveTo>
                    <a:pt x="11645" y="0"/>
                  </a:moveTo>
                  <a:lnTo>
                    <a:pt x="10152" y="61"/>
                  </a:lnTo>
                  <a:lnTo>
                    <a:pt x="8658" y="142"/>
                  </a:lnTo>
                  <a:lnTo>
                    <a:pt x="7185" y="242"/>
                  </a:lnTo>
                  <a:lnTo>
                    <a:pt x="5692" y="384"/>
                  </a:lnTo>
                  <a:lnTo>
                    <a:pt x="4219" y="565"/>
                  </a:lnTo>
                  <a:lnTo>
                    <a:pt x="2745" y="767"/>
                  </a:lnTo>
                  <a:lnTo>
                    <a:pt x="1272" y="989"/>
                  </a:lnTo>
                  <a:lnTo>
                    <a:pt x="929" y="1070"/>
                  </a:lnTo>
                  <a:lnTo>
                    <a:pt x="768" y="1110"/>
                  </a:lnTo>
                  <a:lnTo>
                    <a:pt x="606" y="1151"/>
                  </a:lnTo>
                  <a:lnTo>
                    <a:pt x="445" y="1231"/>
                  </a:lnTo>
                  <a:lnTo>
                    <a:pt x="304" y="1312"/>
                  </a:lnTo>
                  <a:lnTo>
                    <a:pt x="183" y="1413"/>
                  </a:lnTo>
                  <a:lnTo>
                    <a:pt x="82" y="1554"/>
                  </a:lnTo>
                  <a:lnTo>
                    <a:pt x="41" y="1615"/>
                  </a:lnTo>
                  <a:lnTo>
                    <a:pt x="1" y="1695"/>
                  </a:lnTo>
                  <a:lnTo>
                    <a:pt x="1" y="1776"/>
                  </a:lnTo>
                  <a:lnTo>
                    <a:pt x="1" y="1857"/>
                  </a:lnTo>
                  <a:lnTo>
                    <a:pt x="61" y="2018"/>
                  </a:lnTo>
                  <a:lnTo>
                    <a:pt x="142" y="2180"/>
                  </a:lnTo>
                  <a:lnTo>
                    <a:pt x="283" y="2361"/>
                  </a:lnTo>
                  <a:lnTo>
                    <a:pt x="445" y="2543"/>
                  </a:lnTo>
                  <a:lnTo>
                    <a:pt x="627" y="2725"/>
                  </a:lnTo>
                  <a:lnTo>
                    <a:pt x="849" y="2926"/>
                  </a:lnTo>
                  <a:lnTo>
                    <a:pt x="1333" y="3310"/>
                  </a:lnTo>
                  <a:lnTo>
                    <a:pt x="1878" y="3713"/>
                  </a:lnTo>
                  <a:lnTo>
                    <a:pt x="2443" y="4097"/>
                  </a:lnTo>
                  <a:lnTo>
                    <a:pt x="3532" y="4803"/>
                  </a:lnTo>
                  <a:lnTo>
                    <a:pt x="4077" y="5146"/>
                  </a:lnTo>
                  <a:lnTo>
                    <a:pt x="4420" y="5388"/>
                  </a:lnTo>
                  <a:lnTo>
                    <a:pt x="5672" y="6377"/>
                  </a:lnTo>
                  <a:lnTo>
                    <a:pt x="6963" y="7467"/>
                  </a:lnTo>
                  <a:lnTo>
                    <a:pt x="8315" y="8658"/>
                  </a:lnTo>
                  <a:lnTo>
                    <a:pt x="9748" y="9969"/>
                  </a:lnTo>
                  <a:lnTo>
                    <a:pt x="10999" y="11140"/>
                  </a:lnTo>
                  <a:lnTo>
                    <a:pt x="12230" y="12351"/>
                  </a:lnTo>
                  <a:lnTo>
                    <a:pt x="14631" y="14732"/>
                  </a:lnTo>
                  <a:lnTo>
                    <a:pt x="17154" y="17214"/>
                  </a:lnTo>
                  <a:lnTo>
                    <a:pt x="18445" y="18465"/>
                  </a:lnTo>
                  <a:lnTo>
                    <a:pt x="19737" y="19696"/>
                  </a:lnTo>
                  <a:lnTo>
                    <a:pt x="20564" y="20443"/>
                  </a:lnTo>
                  <a:lnTo>
                    <a:pt x="21372" y="21169"/>
                  </a:lnTo>
                  <a:lnTo>
                    <a:pt x="22138" y="21835"/>
                  </a:lnTo>
                  <a:lnTo>
                    <a:pt x="22885" y="22501"/>
                  </a:lnTo>
                  <a:lnTo>
                    <a:pt x="23632" y="23107"/>
                  </a:lnTo>
                  <a:lnTo>
                    <a:pt x="24358" y="23692"/>
                  </a:lnTo>
                  <a:lnTo>
                    <a:pt x="25085" y="24257"/>
                  </a:lnTo>
                  <a:lnTo>
                    <a:pt x="25811" y="24802"/>
                  </a:lnTo>
                  <a:lnTo>
                    <a:pt x="26336" y="25165"/>
                  </a:lnTo>
                  <a:lnTo>
                    <a:pt x="26598" y="25326"/>
                  </a:lnTo>
                  <a:lnTo>
                    <a:pt x="26881" y="25488"/>
                  </a:lnTo>
                  <a:lnTo>
                    <a:pt x="27183" y="25609"/>
                  </a:lnTo>
                  <a:lnTo>
                    <a:pt x="27466" y="25710"/>
                  </a:lnTo>
                  <a:lnTo>
                    <a:pt x="27769" y="25770"/>
                  </a:lnTo>
                  <a:lnTo>
                    <a:pt x="28051" y="25790"/>
                  </a:lnTo>
                  <a:lnTo>
                    <a:pt x="28293" y="25770"/>
                  </a:lnTo>
                  <a:lnTo>
                    <a:pt x="28536" y="25730"/>
                  </a:lnTo>
                  <a:lnTo>
                    <a:pt x="28677" y="25690"/>
                  </a:lnTo>
                  <a:lnTo>
                    <a:pt x="28838" y="25609"/>
                  </a:lnTo>
                  <a:lnTo>
                    <a:pt x="28979" y="25548"/>
                  </a:lnTo>
                  <a:lnTo>
                    <a:pt x="29141" y="25447"/>
                  </a:lnTo>
                  <a:lnTo>
                    <a:pt x="29282" y="25347"/>
                  </a:lnTo>
                  <a:lnTo>
                    <a:pt x="29423" y="25225"/>
                  </a:lnTo>
                  <a:lnTo>
                    <a:pt x="29706" y="24923"/>
                  </a:lnTo>
                  <a:lnTo>
                    <a:pt x="29908" y="24681"/>
                  </a:lnTo>
                  <a:lnTo>
                    <a:pt x="30089" y="24438"/>
                  </a:lnTo>
                  <a:lnTo>
                    <a:pt x="30231" y="24176"/>
                  </a:lnTo>
                  <a:lnTo>
                    <a:pt x="30372" y="23914"/>
                  </a:lnTo>
                  <a:lnTo>
                    <a:pt x="30493" y="23631"/>
                  </a:lnTo>
                  <a:lnTo>
                    <a:pt x="30594" y="23369"/>
                  </a:lnTo>
                  <a:lnTo>
                    <a:pt x="30695" y="23086"/>
                  </a:lnTo>
                  <a:lnTo>
                    <a:pt x="30755" y="22804"/>
                  </a:lnTo>
                  <a:lnTo>
                    <a:pt x="30816" y="22521"/>
                  </a:lnTo>
                  <a:lnTo>
                    <a:pt x="30876" y="22239"/>
                  </a:lnTo>
                  <a:lnTo>
                    <a:pt x="30937" y="21694"/>
                  </a:lnTo>
                  <a:lnTo>
                    <a:pt x="30957" y="21169"/>
                  </a:lnTo>
                  <a:lnTo>
                    <a:pt x="30957" y="20685"/>
                  </a:lnTo>
                  <a:lnTo>
                    <a:pt x="30937" y="20160"/>
                  </a:lnTo>
                  <a:lnTo>
                    <a:pt x="30897" y="19636"/>
                  </a:lnTo>
                  <a:lnTo>
                    <a:pt x="30816" y="19111"/>
                  </a:lnTo>
                  <a:lnTo>
                    <a:pt x="30735" y="18586"/>
                  </a:lnTo>
                  <a:lnTo>
                    <a:pt x="30533" y="17557"/>
                  </a:lnTo>
                  <a:lnTo>
                    <a:pt x="30311" y="16568"/>
                  </a:lnTo>
                  <a:lnTo>
                    <a:pt x="30029" y="15458"/>
                  </a:lnTo>
                  <a:lnTo>
                    <a:pt x="29746" y="14308"/>
                  </a:lnTo>
                  <a:lnTo>
                    <a:pt x="29403" y="13117"/>
                  </a:lnTo>
                  <a:lnTo>
                    <a:pt x="29040" y="11927"/>
                  </a:lnTo>
                  <a:lnTo>
                    <a:pt x="28636" y="10716"/>
                  </a:lnTo>
                  <a:lnTo>
                    <a:pt x="28192" y="9505"/>
                  </a:lnTo>
                  <a:lnTo>
                    <a:pt x="27950" y="8900"/>
                  </a:lnTo>
                  <a:lnTo>
                    <a:pt x="27688" y="8315"/>
                  </a:lnTo>
                  <a:lnTo>
                    <a:pt x="27405" y="7709"/>
                  </a:lnTo>
                  <a:lnTo>
                    <a:pt x="27123" y="7124"/>
                  </a:lnTo>
                  <a:lnTo>
                    <a:pt x="26780" y="6478"/>
                  </a:lnTo>
                  <a:lnTo>
                    <a:pt x="26437" y="5853"/>
                  </a:lnTo>
                  <a:lnTo>
                    <a:pt x="26074" y="5288"/>
                  </a:lnTo>
                  <a:lnTo>
                    <a:pt x="25730" y="4783"/>
                  </a:lnTo>
                  <a:lnTo>
                    <a:pt x="25367" y="4279"/>
                  </a:lnTo>
                  <a:lnTo>
                    <a:pt x="24984" y="3835"/>
                  </a:lnTo>
                  <a:lnTo>
                    <a:pt x="24600" y="3431"/>
                  </a:lnTo>
                  <a:lnTo>
                    <a:pt x="24197" y="3048"/>
                  </a:lnTo>
                  <a:lnTo>
                    <a:pt x="23672" y="2604"/>
                  </a:lnTo>
                  <a:lnTo>
                    <a:pt x="23127" y="2220"/>
                  </a:lnTo>
                  <a:lnTo>
                    <a:pt x="22522" y="1857"/>
                  </a:lnTo>
                  <a:lnTo>
                    <a:pt x="21896" y="1514"/>
                  </a:lnTo>
                  <a:lnTo>
                    <a:pt x="21251" y="1231"/>
                  </a:lnTo>
                  <a:lnTo>
                    <a:pt x="20544" y="969"/>
                  </a:lnTo>
                  <a:lnTo>
                    <a:pt x="19798" y="727"/>
                  </a:lnTo>
                  <a:lnTo>
                    <a:pt x="19031" y="525"/>
                  </a:lnTo>
                  <a:lnTo>
                    <a:pt x="18405" y="404"/>
                  </a:lnTo>
                  <a:lnTo>
                    <a:pt x="17759" y="303"/>
                  </a:lnTo>
                  <a:lnTo>
                    <a:pt x="17093" y="202"/>
                  </a:lnTo>
                  <a:lnTo>
                    <a:pt x="16387" y="121"/>
                  </a:lnTo>
                  <a:lnTo>
                    <a:pt x="15640" y="61"/>
                  </a:lnTo>
                  <a:lnTo>
                    <a:pt x="14853" y="21"/>
                  </a:lnTo>
                  <a:lnTo>
                    <a:pt x="140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10"/>
            <p:cNvSpPr/>
            <p:nvPr/>
          </p:nvSpPr>
          <p:spPr>
            <a:xfrm flipH="1">
              <a:off x="-756203" y="-5057684"/>
              <a:ext cx="1058329" cy="998564"/>
            </a:xfrm>
            <a:custGeom>
              <a:rect b="b" l="l" r="r" t="t"/>
              <a:pathLst>
                <a:path extrusionOk="0" h="17861" w="18930">
                  <a:moveTo>
                    <a:pt x="3431" y="81"/>
                  </a:moveTo>
                  <a:lnTo>
                    <a:pt x="4117" y="102"/>
                  </a:lnTo>
                  <a:lnTo>
                    <a:pt x="4824" y="162"/>
                  </a:lnTo>
                  <a:lnTo>
                    <a:pt x="5510" y="263"/>
                  </a:lnTo>
                  <a:lnTo>
                    <a:pt x="6216" y="404"/>
                  </a:lnTo>
                  <a:lnTo>
                    <a:pt x="6882" y="566"/>
                  </a:lnTo>
                  <a:lnTo>
                    <a:pt x="7568" y="768"/>
                  </a:lnTo>
                  <a:lnTo>
                    <a:pt x="8234" y="1010"/>
                  </a:lnTo>
                  <a:lnTo>
                    <a:pt x="8880" y="1272"/>
                  </a:lnTo>
                  <a:lnTo>
                    <a:pt x="9505" y="1575"/>
                  </a:lnTo>
                  <a:lnTo>
                    <a:pt x="10131" y="1918"/>
                  </a:lnTo>
                  <a:lnTo>
                    <a:pt x="10736" y="2281"/>
                  </a:lnTo>
                  <a:lnTo>
                    <a:pt x="11301" y="2664"/>
                  </a:lnTo>
                  <a:lnTo>
                    <a:pt x="11866" y="3088"/>
                  </a:lnTo>
                  <a:lnTo>
                    <a:pt x="12391" y="3552"/>
                  </a:lnTo>
                  <a:lnTo>
                    <a:pt x="12896" y="4017"/>
                  </a:lnTo>
                  <a:lnTo>
                    <a:pt x="13380" y="4521"/>
                  </a:lnTo>
                  <a:lnTo>
                    <a:pt x="13824" y="5026"/>
                  </a:lnTo>
                  <a:lnTo>
                    <a:pt x="14248" y="5570"/>
                  </a:lnTo>
                  <a:lnTo>
                    <a:pt x="14651" y="6115"/>
                  </a:lnTo>
                  <a:lnTo>
                    <a:pt x="15035" y="6680"/>
                  </a:lnTo>
                  <a:lnTo>
                    <a:pt x="15418" y="7245"/>
                  </a:lnTo>
                  <a:lnTo>
                    <a:pt x="15761" y="7831"/>
                  </a:lnTo>
                  <a:lnTo>
                    <a:pt x="16084" y="8416"/>
                  </a:lnTo>
                  <a:lnTo>
                    <a:pt x="16387" y="9021"/>
                  </a:lnTo>
                  <a:lnTo>
                    <a:pt x="16689" y="9627"/>
                  </a:lnTo>
                  <a:lnTo>
                    <a:pt x="16972" y="10232"/>
                  </a:lnTo>
                  <a:lnTo>
                    <a:pt x="17497" y="11423"/>
                  </a:lnTo>
                  <a:lnTo>
                    <a:pt x="17981" y="12593"/>
                  </a:lnTo>
                  <a:lnTo>
                    <a:pt x="18183" y="13158"/>
                  </a:lnTo>
                  <a:lnTo>
                    <a:pt x="18385" y="13723"/>
                  </a:lnTo>
                  <a:lnTo>
                    <a:pt x="18566" y="14288"/>
                  </a:lnTo>
                  <a:lnTo>
                    <a:pt x="18707" y="14853"/>
                  </a:lnTo>
                  <a:lnTo>
                    <a:pt x="18768" y="15136"/>
                  </a:lnTo>
                  <a:lnTo>
                    <a:pt x="18808" y="15438"/>
                  </a:lnTo>
                  <a:lnTo>
                    <a:pt x="18829" y="15721"/>
                  </a:lnTo>
                  <a:lnTo>
                    <a:pt x="18849" y="16003"/>
                  </a:lnTo>
                  <a:lnTo>
                    <a:pt x="18849" y="16286"/>
                  </a:lnTo>
                  <a:lnTo>
                    <a:pt x="18829" y="16589"/>
                  </a:lnTo>
                  <a:lnTo>
                    <a:pt x="18788" y="16871"/>
                  </a:lnTo>
                  <a:lnTo>
                    <a:pt x="18728" y="17154"/>
                  </a:lnTo>
                  <a:lnTo>
                    <a:pt x="18687" y="17295"/>
                  </a:lnTo>
                  <a:lnTo>
                    <a:pt x="18647" y="17416"/>
                  </a:lnTo>
                  <a:lnTo>
                    <a:pt x="18586" y="17537"/>
                  </a:lnTo>
                  <a:lnTo>
                    <a:pt x="18486" y="17658"/>
                  </a:lnTo>
                  <a:lnTo>
                    <a:pt x="18405" y="17699"/>
                  </a:lnTo>
                  <a:lnTo>
                    <a:pt x="18324" y="17739"/>
                  </a:lnTo>
                  <a:lnTo>
                    <a:pt x="18243" y="17759"/>
                  </a:lnTo>
                  <a:lnTo>
                    <a:pt x="18163" y="17779"/>
                  </a:lnTo>
                  <a:lnTo>
                    <a:pt x="17981" y="17759"/>
                  </a:lnTo>
                  <a:lnTo>
                    <a:pt x="17799" y="17699"/>
                  </a:lnTo>
                  <a:lnTo>
                    <a:pt x="17638" y="17618"/>
                  </a:lnTo>
                  <a:lnTo>
                    <a:pt x="17477" y="17517"/>
                  </a:lnTo>
                  <a:lnTo>
                    <a:pt x="17234" y="17315"/>
                  </a:lnTo>
                  <a:lnTo>
                    <a:pt x="16346" y="16548"/>
                  </a:lnTo>
                  <a:lnTo>
                    <a:pt x="15418" y="15701"/>
                  </a:lnTo>
                  <a:lnTo>
                    <a:pt x="14429" y="14793"/>
                  </a:lnTo>
                  <a:lnTo>
                    <a:pt x="13319" y="13743"/>
                  </a:lnTo>
                  <a:lnTo>
                    <a:pt x="11140" y="11645"/>
                  </a:lnTo>
                  <a:lnTo>
                    <a:pt x="8860" y="9465"/>
                  </a:lnTo>
                  <a:lnTo>
                    <a:pt x="7709" y="8375"/>
                  </a:lnTo>
                  <a:lnTo>
                    <a:pt x="6539" y="7306"/>
                  </a:lnTo>
                  <a:lnTo>
                    <a:pt x="5611" y="6478"/>
                  </a:lnTo>
                  <a:lnTo>
                    <a:pt x="4703" y="5691"/>
                  </a:lnTo>
                  <a:lnTo>
                    <a:pt x="3835" y="4965"/>
                  </a:lnTo>
                  <a:lnTo>
                    <a:pt x="3007" y="4279"/>
                  </a:lnTo>
                  <a:lnTo>
                    <a:pt x="2644" y="4017"/>
                  </a:lnTo>
                  <a:lnTo>
                    <a:pt x="2220" y="3734"/>
                  </a:lnTo>
                  <a:lnTo>
                    <a:pt x="1575" y="3290"/>
                  </a:lnTo>
                  <a:lnTo>
                    <a:pt x="1252" y="3048"/>
                  </a:lnTo>
                  <a:lnTo>
                    <a:pt x="929" y="2806"/>
                  </a:lnTo>
                  <a:lnTo>
                    <a:pt x="667" y="2564"/>
                  </a:lnTo>
                  <a:lnTo>
                    <a:pt x="424" y="2301"/>
                  </a:lnTo>
                  <a:lnTo>
                    <a:pt x="323" y="2160"/>
                  </a:lnTo>
                  <a:lnTo>
                    <a:pt x="243" y="2019"/>
                  </a:lnTo>
                  <a:lnTo>
                    <a:pt x="182" y="1898"/>
                  </a:lnTo>
                  <a:lnTo>
                    <a:pt x="122" y="1756"/>
                  </a:lnTo>
                  <a:lnTo>
                    <a:pt x="81" y="1575"/>
                  </a:lnTo>
                  <a:lnTo>
                    <a:pt x="102" y="1413"/>
                  </a:lnTo>
                  <a:lnTo>
                    <a:pt x="122" y="1232"/>
                  </a:lnTo>
                  <a:lnTo>
                    <a:pt x="202" y="1070"/>
                  </a:lnTo>
                  <a:lnTo>
                    <a:pt x="283" y="909"/>
                  </a:lnTo>
                  <a:lnTo>
                    <a:pt x="384" y="768"/>
                  </a:lnTo>
                  <a:lnTo>
                    <a:pt x="505" y="646"/>
                  </a:lnTo>
                  <a:lnTo>
                    <a:pt x="646" y="546"/>
                  </a:lnTo>
                  <a:lnTo>
                    <a:pt x="808" y="445"/>
                  </a:lnTo>
                  <a:lnTo>
                    <a:pt x="969" y="384"/>
                  </a:lnTo>
                  <a:lnTo>
                    <a:pt x="1131" y="324"/>
                  </a:lnTo>
                  <a:lnTo>
                    <a:pt x="1312" y="263"/>
                  </a:lnTo>
                  <a:lnTo>
                    <a:pt x="1655" y="202"/>
                  </a:lnTo>
                  <a:lnTo>
                    <a:pt x="2019" y="142"/>
                  </a:lnTo>
                  <a:lnTo>
                    <a:pt x="2725" y="102"/>
                  </a:lnTo>
                  <a:lnTo>
                    <a:pt x="3431" y="81"/>
                  </a:lnTo>
                  <a:close/>
                  <a:moveTo>
                    <a:pt x="3431" y="1"/>
                  </a:moveTo>
                  <a:lnTo>
                    <a:pt x="2725" y="21"/>
                  </a:lnTo>
                  <a:lnTo>
                    <a:pt x="2019" y="61"/>
                  </a:lnTo>
                  <a:lnTo>
                    <a:pt x="1655" y="122"/>
                  </a:lnTo>
                  <a:lnTo>
                    <a:pt x="1272" y="182"/>
                  </a:lnTo>
                  <a:lnTo>
                    <a:pt x="1111" y="243"/>
                  </a:lnTo>
                  <a:lnTo>
                    <a:pt x="929" y="303"/>
                  </a:lnTo>
                  <a:lnTo>
                    <a:pt x="767" y="384"/>
                  </a:lnTo>
                  <a:lnTo>
                    <a:pt x="606" y="485"/>
                  </a:lnTo>
                  <a:lnTo>
                    <a:pt x="465" y="586"/>
                  </a:lnTo>
                  <a:lnTo>
                    <a:pt x="323" y="727"/>
                  </a:lnTo>
                  <a:lnTo>
                    <a:pt x="223" y="868"/>
                  </a:lnTo>
                  <a:lnTo>
                    <a:pt x="122" y="1050"/>
                  </a:lnTo>
                  <a:lnTo>
                    <a:pt x="41" y="1211"/>
                  </a:lnTo>
                  <a:lnTo>
                    <a:pt x="21" y="1393"/>
                  </a:lnTo>
                  <a:lnTo>
                    <a:pt x="1" y="1595"/>
                  </a:lnTo>
                  <a:lnTo>
                    <a:pt x="41" y="1777"/>
                  </a:lnTo>
                  <a:lnTo>
                    <a:pt x="102" y="1918"/>
                  </a:lnTo>
                  <a:lnTo>
                    <a:pt x="162" y="2059"/>
                  </a:lnTo>
                  <a:lnTo>
                    <a:pt x="263" y="2200"/>
                  </a:lnTo>
                  <a:lnTo>
                    <a:pt x="364" y="2342"/>
                  </a:lnTo>
                  <a:lnTo>
                    <a:pt x="586" y="2604"/>
                  </a:lnTo>
                  <a:lnTo>
                    <a:pt x="868" y="2866"/>
                  </a:lnTo>
                  <a:lnTo>
                    <a:pt x="1191" y="3108"/>
                  </a:lnTo>
                  <a:lnTo>
                    <a:pt x="1514" y="3351"/>
                  </a:lnTo>
                  <a:lnTo>
                    <a:pt x="2180" y="3795"/>
                  </a:lnTo>
                  <a:lnTo>
                    <a:pt x="2604" y="4077"/>
                  </a:lnTo>
                  <a:lnTo>
                    <a:pt x="2947" y="4339"/>
                  </a:lnTo>
                  <a:lnTo>
                    <a:pt x="3794" y="5026"/>
                  </a:lnTo>
                  <a:lnTo>
                    <a:pt x="4662" y="5752"/>
                  </a:lnTo>
                  <a:lnTo>
                    <a:pt x="5550" y="6539"/>
                  </a:lnTo>
                  <a:lnTo>
                    <a:pt x="6499" y="7366"/>
                  </a:lnTo>
                  <a:lnTo>
                    <a:pt x="7649" y="8436"/>
                  </a:lnTo>
                  <a:lnTo>
                    <a:pt x="8799" y="9526"/>
                  </a:lnTo>
                  <a:lnTo>
                    <a:pt x="11079" y="11705"/>
                  </a:lnTo>
                  <a:lnTo>
                    <a:pt x="13279" y="13804"/>
                  </a:lnTo>
                  <a:lnTo>
                    <a:pt x="14369" y="14853"/>
                  </a:lnTo>
                  <a:lnTo>
                    <a:pt x="15358" y="15761"/>
                  </a:lnTo>
                  <a:lnTo>
                    <a:pt x="16286" y="16609"/>
                  </a:lnTo>
                  <a:lnTo>
                    <a:pt x="17174" y="17376"/>
                  </a:lnTo>
                  <a:lnTo>
                    <a:pt x="17355" y="17537"/>
                  </a:lnTo>
                  <a:lnTo>
                    <a:pt x="17598" y="17678"/>
                  </a:lnTo>
                  <a:lnTo>
                    <a:pt x="17719" y="17739"/>
                  </a:lnTo>
                  <a:lnTo>
                    <a:pt x="17860" y="17800"/>
                  </a:lnTo>
                  <a:lnTo>
                    <a:pt x="18001" y="17840"/>
                  </a:lnTo>
                  <a:lnTo>
                    <a:pt x="18142" y="17860"/>
                  </a:lnTo>
                  <a:lnTo>
                    <a:pt x="18243" y="17840"/>
                  </a:lnTo>
                  <a:lnTo>
                    <a:pt x="18344" y="17820"/>
                  </a:lnTo>
                  <a:lnTo>
                    <a:pt x="18445" y="17779"/>
                  </a:lnTo>
                  <a:lnTo>
                    <a:pt x="18526" y="17719"/>
                  </a:lnTo>
                  <a:lnTo>
                    <a:pt x="18647" y="17598"/>
                  </a:lnTo>
                  <a:lnTo>
                    <a:pt x="18707" y="17456"/>
                  </a:lnTo>
                  <a:lnTo>
                    <a:pt x="18768" y="17315"/>
                  </a:lnTo>
                  <a:lnTo>
                    <a:pt x="18808" y="17174"/>
                  </a:lnTo>
                  <a:lnTo>
                    <a:pt x="18869" y="16891"/>
                  </a:lnTo>
                  <a:lnTo>
                    <a:pt x="18909" y="16589"/>
                  </a:lnTo>
                  <a:lnTo>
                    <a:pt x="18929" y="16306"/>
                  </a:lnTo>
                  <a:lnTo>
                    <a:pt x="18929" y="16003"/>
                  </a:lnTo>
                  <a:lnTo>
                    <a:pt x="18909" y="15721"/>
                  </a:lnTo>
                  <a:lnTo>
                    <a:pt x="18889" y="15418"/>
                  </a:lnTo>
                  <a:lnTo>
                    <a:pt x="18849" y="15136"/>
                  </a:lnTo>
                  <a:lnTo>
                    <a:pt x="18788" y="14853"/>
                  </a:lnTo>
                  <a:lnTo>
                    <a:pt x="18647" y="14268"/>
                  </a:lnTo>
                  <a:lnTo>
                    <a:pt x="18465" y="13703"/>
                  </a:lnTo>
                  <a:lnTo>
                    <a:pt x="18264" y="13138"/>
                  </a:lnTo>
                  <a:lnTo>
                    <a:pt x="18042" y="12573"/>
                  </a:lnTo>
                  <a:lnTo>
                    <a:pt x="17577" y="11382"/>
                  </a:lnTo>
                  <a:lnTo>
                    <a:pt x="17053" y="10192"/>
                  </a:lnTo>
                  <a:lnTo>
                    <a:pt x="16770" y="9586"/>
                  </a:lnTo>
                  <a:lnTo>
                    <a:pt x="16468" y="8981"/>
                  </a:lnTo>
                  <a:lnTo>
                    <a:pt x="16145" y="8375"/>
                  </a:lnTo>
                  <a:lnTo>
                    <a:pt x="15822" y="7790"/>
                  </a:lnTo>
                  <a:lnTo>
                    <a:pt x="15479" y="7205"/>
                  </a:lnTo>
                  <a:lnTo>
                    <a:pt x="15115" y="6620"/>
                  </a:lnTo>
                  <a:lnTo>
                    <a:pt x="14732" y="6055"/>
                  </a:lnTo>
                  <a:lnTo>
                    <a:pt x="14308" y="5510"/>
                  </a:lnTo>
                  <a:lnTo>
                    <a:pt x="13884" y="4965"/>
                  </a:lnTo>
                  <a:lnTo>
                    <a:pt x="13441" y="4460"/>
                  </a:lnTo>
                  <a:lnTo>
                    <a:pt x="12956" y="3956"/>
                  </a:lnTo>
                  <a:lnTo>
                    <a:pt x="12452" y="3492"/>
                  </a:lnTo>
                  <a:lnTo>
                    <a:pt x="11927" y="3028"/>
                  </a:lnTo>
                  <a:lnTo>
                    <a:pt x="11362" y="2604"/>
                  </a:lnTo>
                  <a:lnTo>
                    <a:pt x="10777" y="2200"/>
                  </a:lnTo>
                  <a:lnTo>
                    <a:pt x="10171" y="1837"/>
                  </a:lnTo>
                  <a:lnTo>
                    <a:pt x="9546" y="1494"/>
                  </a:lnTo>
                  <a:lnTo>
                    <a:pt x="8900" y="1191"/>
                  </a:lnTo>
                  <a:lnTo>
                    <a:pt x="8254" y="929"/>
                  </a:lnTo>
                  <a:lnTo>
                    <a:pt x="7588" y="687"/>
                  </a:lnTo>
                  <a:lnTo>
                    <a:pt x="6902" y="485"/>
                  </a:lnTo>
                  <a:lnTo>
                    <a:pt x="6216" y="324"/>
                  </a:lnTo>
                  <a:lnTo>
                    <a:pt x="5530" y="182"/>
                  </a:lnTo>
                  <a:lnTo>
                    <a:pt x="4824" y="81"/>
                  </a:lnTo>
                  <a:lnTo>
                    <a:pt x="4138" y="21"/>
                  </a:lnTo>
                  <a:lnTo>
                    <a:pt x="34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10"/>
            <p:cNvSpPr/>
            <p:nvPr/>
          </p:nvSpPr>
          <p:spPr>
            <a:xfrm flipH="1">
              <a:off x="-459496" y="-4947101"/>
              <a:ext cx="453633" cy="455870"/>
            </a:xfrm>
            <a:custGeom>
              <a:rect b="b" l="l" r="r" t="t"/>
              <a:pathLst>
                <a:path extrusionOk="0" h="8154" w="8114">
                  <a:moveTo>
                    <a:pt x="1010" y="81"/>
                  </a:moveTo>
                  <a:lnTo>
                    <a:pt x="1151" y="101"/>
                  </a:lnTo>
                  <a:lnTo>
                    <a:pt x="1413" y="162"/>
                  </a:lnTo>
                  <a:lnTo>
                    <a:pt x="1696" y="263"/>
                  </a:lnTo>
                  <a:lnTo>
                    <a:pt x="1938" y="384"/>
                  </a:lnTo>
                  <a:lnTo>
                    <a:pt x="2200" y="545"/>
                  </a:lnTo>
                  <a:lnTo>
                    <a:pt x="2422" y="707"/>
                  </a:lnTo>
                  <a:lnTo>
                    <a:pt x="2644" y="888"/>
                  </a:lnTo>
                  <a:lnTo>
                    <a:pt x="3108" y="1251"/>
                  </a:lnTo>
                  <a:lnTo>
                    <a:pt x="3552" y="1635"/>
                  </a:lnTo>
                  <a:lnTo>
                    <a:pt x="3976" y="2039"/>
                  </a:lnTo>
                  <a:lnTo>
                    <a:pt x="4400" y="2422"/>
                  </a:lnTo>
                  <a:lnTo>
                    <a:pt x="4783" y="2826"/>
                  </a:lnTo>
                  <a:lnTo>
                    <a:pt x="5167" y="3229"/>
                  </a:lnTo>
                  <a:lnTo>
                    <a:pt x="5530" y="3653"/>
                  </a:lnTo>
                  <a:lnTo>
                    <a:pt x="5873" y="4077"/>
                  </a:lnTo>
                  <a:lnTo>
                    <a:pt x="6196" y="4500"/>
                  </a:lnTo>
                  <a:lnTo>
                    <a:pt x="6499" y="4924"/>
                  </a:lnTo>
                  <a:lnTo>
                    <a:pt x="6781" y="5348"/>
                  </a:lnTo>
                  <a:lnTo>
                    <a:pt x="7064" y="5792"/>
                  </a:lnTo>
                  <a:lnTo>
                    <a:pt x="7306" y="6236"/>
                  </a:lnTo>
                  <a:lnTo>
                    <a:pt x="7548" y="6680"/>
                  </a:lnTo>
                  <a:lnTo>
                    <a:pt x="7770" y="7144"/>
                  </a:lnTo>
                  <a:lnTo>
                    <a:pt x="7972" y="7588"/>
                  </a:lnTo>
                  <a:lnTo>
                    <a:pt x="8012" y="7729"/>
                  </a:lnTo>
                  <a:lnTo>
                    <a:pt x="8032" y="7871"/>
                  </a:lnTo>
                  <a:lnTo>
                    <a:pt x="8032" y="7931"/>
                  </a:lnTo>
                  <a:lnTo>
                    <a:pt x="8012" y="7992"/>
                  </a:lnTo>
                  <a:lnTo>
                    <a:pt x="7972" y="8032"/>
                  </a:lnTo>
                  <a:lnTo>
                    <a:pt x="7932" y="8052"/>
                  </a:lnTo>
                  <a:lnTo>
                    <a:pt x="7851" y="8072"/>
                  </a:lnTo>
                  <a:lnTo>
                    <a:pt x="7790" y="8072"/>
                  </a:lnTo>
                  <a:lnTo>
                    <a:pt x="7649" y="8012"/>
                  </a:lnTo>
                  <a:lnTo>
                    <a:pt x="7346" y="7830"/>
                  </a:lnTo>
                  <a:lnTo>
                    <a:pt x="7084" y="7628"/>
                  </a:lnTo>
                  <a:lnTo>
                    <a:pt x="6822" y="7386"/>
                  </a:lnTo>
                  <a:lnTo>
                    <a:pt x="6559" y="7164"/>
                  </a:lnTo>
                  <a:lnTo>
                    <a:pt x="2523" y="3310"/>
                  </a:lnTo>
                  <a:lnTo>
                    <a:pt x="2180" y="3007"/>
                  </a:lnTo>
                  <a:lnTo>
                    <a:pt x="1514" y="2462"/>
                  </a:lnTo>
                  <a:lnTo>
                    <a:pt x="1151" y="2119"/>
                  </a:lnTo>
                  <a:lnTo>
                    <a:pt x="808" y="1776"/>
                  </a:lnTo>
                  <a:lnTo>
                    <a:pt x="485" y="1413"/>
                  </a:lnTo>
                  <a:lnTo>
                    <a:pt x="364" y="1251"/>
                  </a:lnTo>
                  <a:lnTo>
                    <a:pt x="243" y="1070"/>
                  </a:lnTo>
                  <a:lnTo>
                    <a:pt x="162" y="908"/>
                  </a:lnTo>
                  <a:lnTo>
                    <a:pt x="102" y="767"/>
                  </a:lnTo>
                  <a:lnTo>
                    <a:pt x="81" y="626"/>
                  </a:lnTo>
                  <a:lnTo>
                    <a:pt x="81" y="485"/>
                  </a:lnTo>
                  <a:lnTo>
                    <a:pt x="122" y="424"/>
                  </a:lnTo>
                  <a:lnTo>
                    <a:pt x="142" y="364"/>
                  </a:lnTo>
                  <a:lnTo>
                    <a:pt x="243" y="263"/>
                  </a:lnTo>
                  <a:lnTo>
                    <a:pt x="404" y="182"/>
                  </a:lnTo>
                  <a:lnTo>
                    <a:pt x="606" y="101"/>
                  </a:lnTo>
                  <a:lnTo>
                    <a:pt x="747" y="81"/>
                  </a:lnTo>
                  <a:close/>
                  <a:moveTo>
                    <a:pt x="727" y="0"/>
                  </a:moveTo>
                  <a:lnTo>
                    <a:pt x="586" y="41"/>
                  </a:lnTo>
                  <a:lnTo>
                    <a:pt x="364" y="101"/>
                  </a:lnTo>
                  <a:lnTo>
                    <a:pt x="203" y="202"/>
                  </a:lnTo>
                  <a:lnTo>
                    <a:pt x="122" y="263"/>
                  </a:lnTo>
                  <a:lnTo>
                    <a:pt x="81" y="323"/>
                  </a:lnTo>
                  <a:lnTo>
                    <a:pt x="41" y="384"/>
                  </a:lnTo>
                  <a:lnTo>
                    <a:pt x="21" y="464"/>
                  </a:lnTo>
                  <a:lnTo>
                    <a:pt x="1" y="606"/>
                  </a:lnTo>
                  <a:lnTo>
                    <a:pt x="21" y="767"/>
                  </a:lnTo>
                  <a:lnTo>
                    <a:pt x="81" y="908"/>
                  </a:lnTo>
                  <a:lnTo>
                    <a:pt x="162" y="1090"/>
                  </a:lnTo>
                  <a:lnTo>
                    <a:pt x="263" y="1251"/>
                  </a:lnTo>
                  <a:lnTo>
                    <a:pt x="404" y="1433"/>
                  </a:lnTo>
                  <a:lnTo>
                    <a:pt x="707" y="1796"/>
                  </a:lnTo>
                  <a:lnTo>
                    <a:pt x="1070" y="2139"/>
                  </a:lnTo>
                  <a:lnTo>
                    <a:pt x="1434" y="2482"/>
                  </a:lnTo>
                  <a:lnTo>
                    <a:pt x="2120" y="3088"/>
                  </a:lnTo>
                  <a:lnTo>
                    <a:pt x="2463" y="3370"/>
                  </a:lnTo>
                  <a:lnTo>
                    <a:pt x="6499" y="7225"/>
                  </a:lnTo>
                  <a:lnTo>
                    <a:pt x="6761" y="7467"/>
                  </a:lnTo>
                  <a:lnTo>
                    <a:pt x="7023" y="7689"/>
                  </a:lnTo>
                  <a:lnTo>
                    <a:pt x="7306" y="7911"/>
                  </a:lnTo>
                  <a:lnTo>
                    <a:pt x="7609" y="8093"/>
                  </a:lnTo>
                  <a:lnTo>
                    <a:pt x="7730" y="8133"/>
                  </a:lnTo>
                  <a:lnTo>
                    <a:pt x="7851" y="8153"/>
                  </a:lnTo>
                  <a:lnTo>
                    <a:pt x="7911" y="8153"/>
                  </a:lnTo>
                  <a:lnTo>
                    <a:pt x="7972" y="8133"/>
                  </a:lnTo>
                  <a:lnTo>
                    <a:pt x="8032" y="8093"/>
                  </a:lnTo>
                  <a:lnTo>
                    <a:pt x="8073" y="8032"/>
                  </a:lnTo>
                  <a:lnTo>
                    <a:pt x="8093" y="7971"/>
                  </a:lnTo>
                  <a:lnTo>
                    <a:pt x="8113" y="7891"/>
                  </a:lnTo>
                  <a:lnTo>
                    <a:pt x="8093" y="7729"/>
                  </a:lnTo>
                  <a:lnTo>
                    <a:pt x="8032" y="7568"/>
                  </a:lnTo>
                  <a:lnTo>
                    <a:pt x="7831" y="7104"/>
                  </a:lnTo>
                  <a:lnTo>
                    <a:pt x="7629" y="6640"/>
                  </a:lnTo>
                  <a:lnTo>
                    <a:pt x="7387" y="6196"/>
                  </a:lnTo>
                  <a:lnTo>
                    <a:pt x="7124" y="5752"/>
                  </a:lnTo>
                  <a:lnTo>
                    <a:pt x="6862" y="5308"/>
                  </a:lnTo>
                  <a:lnTo>
                    <a:pt x="6559" y="4884"/>
                  </a:lnTo>
                  <a:lnTo>
                    <a:pt x="6257" y="4440"/>
                  </a:lnTo>
                  <a:lnTo>
                    <a:pt x="5934" y="4016"/>
                  </a:lnTo>
                  <a:lnTo>
                    <a:pt x="5591" y="3592"/>
                  </a:lnTo>
                  <a:lnTo>
                    <a:pt x="5227" y="3189"/>
                  </a:lnTo>
                  <a:lnTo>
                    <a:pt x="4844" y="2785"/>
                  </a:lnTo>
                  <a:lnTo>
                    <a:pt x="4461" y="2382"/>
                  </a:lnTo>
                  <a:lnTo>
                    <a:pt x="4037" y="1978"/>
                  </a:lnTo>
                  <a:lnTo>
                    <a:pt x="3613" y="1574"/>
                  </a:lnTo>
                  <a:lnTo>
                    <a:pt x="3169" y="1191"/>
                  </a:lnTo>
                  <a:lnTo>
                    <a:pt x="2705" y="808"/>
                  </a:lnTo>
                  <a:lnTo>
                    <a:pt x="2463" y="646"/>
                  </a:lnTo>
                  <a:lnTo>
                    <a:pt x="2221" y="464"/>
                  </a:lnTo>
                  <a:lnTo>
                    <a:pt x="1978" y="323"/>
                  </a:lnTo>
                  <a:lnTo>
                    <a:pt x="1716" y="182"/>
                  </a:lnTo>
                  <a:lnTo>
                    <a:pt x="1434" y="81"/>
                  </a:lnTo>
                  <a:lnTo>
                    <a:pt x="1151" y="21"/>
                  </a:lnTo>
                  <a:lnTo>
                    <a:pt x="10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2" name="Google Shape;762;p10"/>
          <p:cNvGrpSpPr/>
          <p:nvPr/>
        </p:nvGrpSpPr>
        <p:grpSpPr>
          <a:xfrm>
            <a:off x="-1975258" y="34168"/>
            <a:ext cx="2383952" cy="1642730"/>
            <a:chOff x="497192" y="-5154682"/>
            <a:chExt cx="2383952" cy="1642730"/>
          </a:xfrm>
        </p:grpSpPr>
        <p:sp>
          <p:nvSpPr>
            <p:cNvPr id="763" name="Google Shape;763;p10"/>
            <p:cNvSpPr/>
            <p:nvPr/>
          </p:nvSpPr>
          <p:spPr>
            <a:xfrm flipH="1">
              <a:off x="497192" y="-5154682"/>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10"/>
            <p:cNvSpPr/>
            <p:nvPr/>
          </p:nvSpPr>
          <p:spPr>
            <a:xfrm flipH="1">
              <a:off x="624664" y="-5010276"/>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10"/>
            <p:cNvSpPr/>
            <p:nvPr/>
          </p:nvSpPr>
          <p:spPr>
            <a:xfrm flipH="1">
              <a:off x="749899" y="-4949394"/>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6" name="Google Shape;766;p10"/>
          <p:cNvSpPr/>
          <p:nvPr/>
        </p:nvSpPr>
        <p:spPr>
          <a:xfrm>
            <a:off x="131905" y="3777016"/>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10"/>
          <p:cNvSpPr/>
          <p:nvPr/>
        </p:nvSpPr>
        <p:spPr>
          <a:xfrm rot="5400000">
            <a:off x="739740" y="4382123"/>
            <a:ext cx="597600" cy="5976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10"/>
          <p:cNvSpPr/>
          <p:nvPr/>
        </p:nvSpPr>
        <p:spPr>
          <a:xfrm rot="5400000">
            <a:off x="131905" y="4382118"/>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69" name="Google Shape;769;p10"/>
          <p:cNvGrpSpPr/>
          <p:nvPr/>
        </p:nvGrpSpPr>
        <p:grpSpPr>
          <a:xfrm>
            <a:off x="7934296" y="4599416"/>
            <a:ext cx="1209708" cy="1147945"/>
            <a:chOff x="5235125" y="2636100"/>
            <a:chExt cx="796175" cy="755525"/>
          </a:xfrm>
        </p:grpSpPr>
        <p:sp>
          <p:nvSpPr>
            <p:cNvPr id="770" name="Google Shape;770;p10"/>
            <p:cNvSpPr/>
            <p:nvPr/>
          </p:nvSpPr>
          <p:spPr>
            <a:xfrm>
              <a:off x="5779275" y="2943825"/>
              <a:ext cx="35175" cy="33150"/>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10"/>
            <p:cNvSpPr/>
            <p:nvPr/>
          </p:nvSpPr>
          <p:spPr>
            <a:xfrm>
              <a:off x="5885700" y="3044725"/>
              <a:ext cx="37175" cy="3467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10"/>
            <p:cNvSpPr/>
            <p:nvPr/>
          </p:nvSpPr>
          <p:spPr>
            <a:xfrm>
              <a:off x="5562925" y="2636100"/>
              <a:ext cx="35675" cy="33175"/>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10"/>
            <p:cNvSpPr/>
            <p:nvPr/>
          </p:nvSpPr>
          <p:spPr>
            <a:xfrm>
              <a:off x="5672850" y="2636100"/>
              <a:ext cx="33175" cy="32175"/>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10"/>
            <p:cNvSpPr/>
            <p:nvPr/>
          </p:nvSpPr>
          <p:spPr>
            <a:xfrm>
              <a:off x="5886700" y="3351450"/>
              <a:ext cx="37675" cy="36675"/>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10"/>
            <p:cNvSpPr/>
            <p:nvPr/>
          </p:nvSpPr>
          <p:spPr>
            <a:xfrm>
              <a:off x="5563925" y="2738525"/>
              <a:ext cx="35675" cy="34150"/>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10"/>
            <p:cNvSpPr/>
            <p:nvPr/>
          </p:nvSpPr>
          <p:spPr>
            <a:xfrm>
              <a:off x="5671350" y="2738025"/>
              <a:ext cx="35675" cy="35650"/>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10"/>
            <p:cNvSpPr/>
            <p:nvPr/>
          </p:nvSpPr>
          <p:spPr>
            <a:xfrm>
              <a:off x="5780775" y="2738525"/>
              <a:ext cx="33675" cy="31150"/>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10"/>
            <p:cNvSpPr/>
            <p:nvPr/>
          </p:nvSpPr>
          <p:spPr>
            <a:xfrm>
              <a:off x="5777775" y="3352450"/>
              <a:ext cx="38175" cy="34150"/>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10"/>
            <p:cNvSpPr/>
            <p:nvPr/>
          </p:nvSpPr>
          <p:spPr>
            <a:xfrm>
              <a:off x="5669350" y="3350450"/>
              <a:ext cx="40175" cy="39175"/>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10"/>
            <p:cNvSpPr/>
            <p:nvPr/>
          </p:nvSpPr>
          <p:spPr>
            <a:xfrm>
              <a:off x="5562425" y="3350950"/>
              <a:ext cx="41700" cy="38175"/>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10"/>
            <p:cNvSpPr/>
            <p:nvPr/>
          </p:nvSpPr>
          <p:spPr>
            <a:xfrm>
              <a:off x="5455500" y="3351450"/>
              <a:ext cx="41700" cy="38175"/>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10"/>
            <p:cNvSpPr/>
            <p:nvPr/>
          </p:nvSpPr>
          <p:spPr>
            <a:xfrm>
              <a:off x="5887700" y="3250550"/>
              <a:ext cx="36675" cy="34150"/>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10"/>
            <p:cNvSpPr/>
            <p:nvPr/>
          </p:nvSpPr>
          <p:spPr>
            <a:xfrm>
              <a:off x="5558900" y="2837900"/>
              <a:ext cx="42200" cy="36675"/>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10"/>
            <p:cNvSpPr/>
            <p:nvPr/>
          </p:nvSpPr>
          <p:spPr>
            <a:xfrm>
              <a:off x="5672350" y="2840925"/>
              <a:ext cx="35175" cy="33150"/>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10"/>
            <p:cNvSpPr/>
            <p:nvPr/>
          </p:nvSpPr>
          <p:spPr>
            <a:xfrm>
              <a:off x="5780775" y="2841425"/>
              <a:ext cx="33675" cy="31650"/>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10"/>
            <p:cNvSpPr/>
            <p:nvPr/>
          </p:nvSpPr>
          <p:spPr>
            <a:xfrm>
              <a:off x="5779275" y="3246525"/>
              <a:ext cx="36175" cy="39675"/>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10"/>
            <p:cNvSpPr/>
            <p:nvPr/>
          </p:nvSpPr>
          <p:spPr>
            <a:xfrm>
              <a:off x="5670350" y="3249550"/>
              <a:ext cx="37675" cy="37675"/>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10"/>
            <p:cNvSpPr/>
            <p:nvPr/>
          </p:nvSpPr>
          <p:spPr>
            <a:xfrm>
              <a:off x="5562425" y="3247025"/>
              <a:ext cx="37675" cy="38175"/>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10"/>
            <p:cNvSpPr/>
            <p:nvPr/>
          </p:nvSpPr>
          <p:spPr>
            <a:xfrm>
              <a:off x="5454500" y="3247025"/>
              <a:ext cx="43200" cy="4070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10"/>
            <p:cNvSpPr/>
            <p:nvPr/>
          </p:nvSpPr>
          <p:spPr>
            <a:xfrm>
              <a:off x="5887200" y="3147125"/>
              <a:ext cx="35675" cy="33675"/>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10"/>
            <p:cNvSpPr/>
            <p:nvPr/>
          </p:nvSpPr>
          <p:spPr>
            <a:xfrm>
              <a:off x="5560925" y="2942825"/>
              <a:ext cx="38175" cy="3517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10"/>
            <p:cNvSpPr/>
            <p:nvPr/>
          </p:nvSpPr>
          <p:spPr>
            <a:xfrm>
              <a:off x="5671850" y="2943325"/>
              <a:ext cx="35175" cy="33150"/>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10"/>
            <p:cNvSpPr/>
            <p:nvPr/>
          </p:nvSpPr>
          <p:spPr>
            <a:xfrm>
              <a:off x="5781300" y="2636625"/>
              <a:ext cx="33150" cy="30625"/>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10"/>
            <p:cNvSpPr/>
            <p:nvPr/>
          </p:nvSpPr>
          <p:spPr>
            <a:xfrm>
              <a:off x="5779275" y="3148150"/>
              <a:ext cx="35675" cy="33150"/>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10"/>
            <p:cNvSpPr/>
            <p:nvPr/>
          </p:nvSpPr>
          <p:spPr>
            <a:xfrm>
              <a:off x="5668850" y="3145125"/>
              <a:ext cx="46200" cy="38175"/>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10"/>
            <p:cNvSpPr/>
            <p:nvPr/>
          </p:nvSpPr>
          <p:spPr>
            <a:xfrm>
              <a:off x="5562425" y="3146625"/>
              <a:ext cx="38675" cy="36675"/>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10"/>
            <p:cNvSpPr/>
            <p:nvPr/>
          </p:nvSpPr>
          <p:spPr>
            <a:xfrm>
              <a:off x="5454000" y="3143625"/>
              <a:ext cx="38175" cy="42200"/>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10"/>
            <p:cNvSpPr/>
            <p:nvPr/>
          </p:nvSpPr>
          <p:spPr>
            <a:xfrm>
              <a:off x="5776775" y="3046225"/>
              <a:ext cx="37675" cy="3567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10"/>
            <p:cNvSpPr/>
            <p:nvPr/>
          </p:nvSpPr>
          <p:spPr>
            <a:xfrm>
              <a:off x="5562425" y="3045225"/>
              <a:ext cx="37675" cy="3517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10"/>
            <p:cNvSpPr/>
            <p:nvPr/>
          </p:nvSpPr>
          <p:spPr>
            <a:xfrm>
              <a:off x="5671850" y="3044225"/>
              <a:ext cx="38175" cy="36175"/>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10"/>
            <p:cNvSpPr/>
            <p:nvPr/>
          </p:nvSpPr>
          <p:spPr>
            <a:xfrm>
              <a:off x="5889225" y="2638125"/>
              <a:ext cx="32650" cy="29125"/>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10"/>
            <p:cNvSpPr/>
            <p:nvPr/>
          </p:nvSpPr>
          <p:spPr>
            <a:xfrm>
              <a:off x="5455000" y="3043225"/>
              <a:ext cx="39675" cy="36675"/>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10"/>
            <p:cNvSpPr/>
            <p:nvPr/>
          </p:nvSpPr>
          <p:spPr>
            <a:xfrm>
              <a:off x="5996150" y="3046725"/>
              <a:ext cx="34150" cy="31650"/>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10"/>
            <p:cNvSpPr/>
            <p:nvPr/>
          </p:nvSpPr>
          <p:spPr>
            <a:xfrm>
              <a:off x="5456500" y="2636625"/>
              <a:ext cx="35175" cy="35650"/>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10"/>
            <p:cNvSpPr/>
            <p:nvPr/>
          </p:nvSpPr>
          <p:spPr>
            <a:xfrm>
              <a:off x="5347075" y="3146125"/>
              <a:ext cx="40675" cy="37675"/>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10"/>
            <p:cNvSpPr/>
            <p:nvPr/>
          </p:nvSpPr>
          <p:spPr>
            <a:xfrm>
              <a:off x="5346575" y="3042225"/>
              <a:ext cx="40675" cy="38675"/>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10"/>
            <p:cNvSpPr/>
            <p:nvPr/>
          </p:nvSpPr>
          <p:spPr>
            <a:xfrm>
              <a:off x="5989100" y="3351950"/>
              <a:ext cx="41700" cy="36175"/>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10"/>
            <p:cNvSpPr/>
            <p:nvPr/>
          </p:nvSpPr>
          <p:spPr>
            <a:xfrm>
              <a:off x="5456500" y="2738525"/>
              <a:ext cx="34675" cy="32650"/>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10"/>
            <p:cNvSpPr/>
            <p:nvPr/>
          </p:nvSpPr>
          <p:spPr>
            <a:xfrm>
              <a:off x="5888200" y="2943825"/>
              <a:ext cx="34175" cy="31650"/>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10"/>
            <p:cNvSpPr/>
            <p:nvPr/>
          </p:nvSpPr>
          <p:spPr>
            <a:xfrm>
              <a:off x="5455500" y="2943325"/>
              <a:ext cx="36675" cy="3517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10"/>
            <p:cNvSpPr/>
            <p:nvPr/>
          </p:nvSpPr>
          <p:spPr>
            <a:xfrm>
              <a:off x="5995650" y="3148650"/>
              <a:ext cx="35150" cy="33650"/>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10"/>
            <p:cNvSpPr/>
            <p:nvPr/>
          </p:nvSpPr>
          <p:spPr>
            <a:xfrm>
              <a:off x="5888725" y="2740025"/>
              <a:ext cx="33650" cy="296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10"/>
            <p:cNvSpPr/>
            <p:nvPr/>
          </p:nvSpPr>
          <p:spPr>
            <a:xfrm>
              <a:off x="5347075" y="3249050"/>
              <a:ext cx="37675" cy="37650"/>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10"/>
            <p:cNvSpPr/>
            <p:nvPr/>
          </p:nvSpPr>
          <p:spPr>
            <a:xfrm>
              <a:off x="5347075" y="2942325"/>
              <a:ext cx="38675" cy="36175"/>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10"/>
            <p:cNvSpPr/>
            <p:nvPr/>
          </p:nvSpPr>
          <p:spPr>
            <a:xfrm>
              <a:off x="5346075" y="3350950"/>
              <a:ext cx="41675" cy="39675"/>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10"/>
            <p:cNvSpPr/>
            <p:nvPr/>
          </p:nvSpPr>
          <p:spPr>
            <a:xfrm>
              <a:off x="5235125" y="3348925"/>
              <a:ext cx="40700" cy="42700"/>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10"/>
            <p:cNvSpPr/>
            <p:nvPr/>
          </p:nvSpPr>
          <p:spPr>
            <a:xfrm>
              <a:off x="5888200" y="2842425"/>
              <a:ext cx="34175" cy="3065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10"/>
            <p:cNvSpPr/>
            <p:nvPr/>
          </p:nvSpPr>
          <p:spPr>
            <a:xfrm>
              <a:off x="5456000" y="2840425"/>
              <a:ext cx="35175" cy="36175"/>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10"/>
            <p:cNvSpPr/>
            <p:nvPr/>
          </p:nvSpPr>
          <p:spPr>
            <a:xfrm>
              <a:off x="5995125" y="3250550"/>
              <a:ext cx="36175" cy="33650"/>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10"/>
            <p:cNvSpPr/>
            <p:nvPr/>
          </p:nvSpPr>
          <p:spPr>
            <a:xfrm>
              <a:off x="5348075" y="2834900"/>
              <a:ext cx="37675" cy="39675"/>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10"/>
            <p:cNvSpPr/>
            <p:nvPr/>
          </p:nvSpPr>
          <p:spPr>
            <a:xfrm>
              <a:off x="5237650" y="2942825"/>
              <a:ext cx="38175" cy="33650"/>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10"/>
            <p:cNvSpPr/>
            <p:nvPr/>
          </p:nvSpPr>
          <p:spPr>
            <a:xfrm>
              <a:off x="5239150" y="2840925"/>
              <a:ext cx="36150" cy="33150"/>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10"/>
            <p:cNvSpPr/>
            <p:nvPr/>
          </p:nvSpPr>
          <p:spPr>
            <a:xfrm>
              <a:off x="5238650" y="3248525"/>
              <a:ext cx="37675" cy="37675"/>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10"/>
            <p:cNvSpPr/>
            <p:nvPr/>
          </p:nvSpPr>
          <p:spPr>
            <a:xfrm>
              <a:off x="5996150" y="2945325"/>
              <a:ext cx="34650" cy="29150"/>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10"/>
            <p:cNvSpPr/>
            <p:nvPr/>
          </p:nvSpPr>
          <p:spPr>
            <a:xfrm>
              <a:off x="5237650" y="3044725"/>
              <a:ext cx="38175" cy="3467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10"/>
            <p:cNvSpPr/>
            <p:nvPr/>
          </p:nvSpPr>
          <p:spPr>
            <a:xfrm>
              <a:off x="5347075" y="2739525"/>
              <a:ext cx="37175" cy="32150"/>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10"/>
            <p:cNvSpPr/>
            <p:nvPr/>
          </p:nvSpPr>
          <p:spPr>
            <a:xfrm>
              <a:off x="5238650" y="3147125"/>
              <a:ext cx="37675" cy="36175"/>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10"/>
            <p:cNvSpPr/>
            <p:nvPr/>
          </p:nvSpPr>
          <p:spPr>
            <a:xfrm>
              <a:off x="5345575" y="2637125"/>
              <a:ext cx="36650" cy="30625"/>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10"/>
            <p:cNvSpPr/>
            <p:nvPr/>
          </p:nvSpPr>
          <p:spPr>
            <a:xfrm>
              <a:off x="5995125" y="2843425"/>
              <a:ext cx="35675" cy="29150"/>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10"/>
            <p:cNvSpPr/>
            <p:nvPr/>
          </p:nvSpPr>
          <p:spPr>
            <a:xfrm>
              <a:off x="5996650" y="2741025"/>
              <a:ext cx="30125" cy="28125"/>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10"/>
            <p:cNvSpPr/>
            <p:nvPr/>
          </p:nvSpPr>
          <p:spPr>
            <a:xfrm>
              <a:off x="5240150" y="2738025"/>
              <a:ext cx="35150" cy="32650"/>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10"/>
            <p:cNvSpPr/>
            <p:nvPr/>
          </p:nvSpPr>
          <p:spPr>
            <a:xfrm>
              <a:off x="5240650" y="2636100"/>
              <a:ext cx="36175" cy="31650"/>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10"/>
            <p:cNvSpPr/>
            <p:nvPr/>
          </p:nvSpPr>
          <p:spPr>
            <a:xfrm>
              <a:off x="5997150" y="2638625"/>
              <a:ext cx="29125" cy="27125"/>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4" name="Google Shape;834;p10"/>
          <p:cNvSpPr txBox="1"/>
          <p:nvPr>
            <p:ph idx="1" type="body"/>
          </p:nvPr>
        </p:nvSpPr>
        <p:spPr>
          <a:xfrm>
            <a:off x="713225" y="844300"/>
            <a:ext cx="3402900" cy="7209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600"/>
              <a:buNone/>
              <a:defRPr b="1" sz="2800">
                <a:latin typeface="Lexend Deca"/>
                <a:ea typeface="Lexend Deca"/>
                <a:cs typeface="Lexend Deca"/>
                <a:sym typeface="Lexend Deca"/>
              </a:defRPr>
            </a:lvl1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35" name="Shape 835"/>
        <p:cNvGrpSpPr/>
        <p:nvPr/>
      </p:nvGrpSpPr>
      <p:grpSpPr>
        <a:xfrm>
          <a:off x="0" y="0"/>
          <a:ext cx="0" cy="0"/>
          <a:chOff x="0" y="0"/>
          <a:chExt cx="0" cy="0"/>
        </a:xfrm>
      </p:grpSpPr>
      <p:sp>
        <p:nvSpPr>
          <p:cNvPr id="836" name="Google Shape;836;p11"/>
          <p:cNvSpPr txBox="1"/>
          <p:nvPr>
            <p:ph hasCustomPrompt="1" type="title"/>
          </p:nvPr>
        </p:nvSpPr>
        <p:spPr>
          <a:xfrm>
            <a:off x="1517400" y="1704150"/>
            <a:ext cx="6109200" cy="1371600"/>
          </a:xfrm>
          <a:prstGeom prst="rect">
            <a:avLst/>
          </a:prstGeom>
        </p:spPr>
        <p:txBody>
          <a:bodyPr anchorCtr="0" anchor="ctr" bIns="91425" lIns="91425" spcFirstLastPara="1" rIns="91425" wrap="square" tIns="91425">
            <a:noAutofit/>
          </a:bodyPr>
          <a:lstStyle>
            <a:lvl1pPr lvl="0" algn="ctr">
              <a:spcBef>
                <a:spcPts val="0"/>
              </a:spcBef>
              <a:spcAft>
                <a:spcPts val="0"/>
              </a:spcAft>
              <a:buSzPts val="12000"/>
              <a:buNone/>
              <a:defRPr sz="10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837" name="Google Shape;837;p11"/>
          <p:cNvSpPr txBox="1"/>
          <p:nvPr>
            <p:ph idx="1" type="body"/>
          </p:nvPr>
        </p:nvSpPr>
        <p:spPr>
          <a:xfrm>
            <a:off x="1576800" y="3241200"/>
            <a:ext cx="5990400" cy="1830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SzPts val="1600"/>
              <a:buChar char="●"/>
              <a:defRPr sz="1600"/>
            </a:lvl1pPr>
            <a:lvl2pPr indent="-330200" lvl="1" marL="914400" algn="ctr">
              <a:spcBef>
                <a:spcPts val="0"/>
              </a:spcBef>
              <a:spcAft>
                <a:spcPts val="0"/>
              </a:spcAft>
              <a:buSzPts val="1600"/>
              <a:buChar char="○"/>
              <a:defRPr/>
            </a:lvl2pPr>
            <a:lvl3pPr indent="-330200" lvl="2" marL="1371600" algn="ctr">
              <a:spcBef>
                <a:spcPts val="0"/>
              </a:spcBef>
              <a:spcAft>
                <a:spcPts val="0"/>
              </a:spcAft>
              <a:buSzPts val="1600"/>
              <a:buChar char="■"/>
              <a:defRPr/>
            </a:lvl3pPr>
            <a:lvl4pPr indent="-330200" lvl="3" marL="1828800" algn="ctr">
              <a:spcBef>
                <a:spcPts val="0"/>
              </a:spcBef>
              <a:spcAft>
                <a:spcPts val="0"/>
              </a:spcAft>
              <a:buSzPts val="1600"/>
              <a:buChar char="●"/>
              <a:defRPr/>
            </a:lvl4pPr>
            <a:lvl5pPr indent="-330200" lvl="4" marL="2286000" algn="ctr">
              <a:spcBef>
                <a:spcPts val="0"/>
              </a:spcBef>
              <a:spcAft>
                <a:spcPts val="0"/>
              </a:spcAft>
              <a:buSzPts val="1600"/>
              <a:buChar char="○"/>
              <a:defRPr/>
            </a:lvl5pPr>
            <a:lvl6pPr indent="-330200" lvl="5" marL="2743200" algn="ctr">
              <a:spcBef>
                <a:spcPts val="0"/>
              </a:spcBef>
              <a:spcAft>
                <a:spcPts val="0"/>
              </a:spcAft>
              <a:buSzPts val="1600"/>
              <a:buChar char="■"/>
              <a:defRPr/>
            </a:lvl6pPr>
            <a:lvl7pPr indent="-330200" lvl="6" marL="3200400" algn="ctr">
              <a:spcBef>
                <a:spcPts val="0"/>
              </a:spcBef>
              <a:spcAft>
                <a:spcPts val="0"/>
              </a:spcAft>
              <a:buSzPts val="1600"/>
              <a:buChar char="●"/>
              <a:defRPr/>
            </a:lvl7pPr>
            <a:lvl8pPr indent="-330200" lvl="7" marL="3657600" algn="ctr">
              <a:spcBef>
                <a:spcPts val="0"/>
              </a:spcBef>
              <a:spcAft>
                <a:spcPts val="0"/>
              </a:spcAft>
              <a:buSzPts val="1600"/>
              <a:buChar char="○"/>
              <a:defRPr/>
            </a:lvl8pPr>
            <a:lvl9pPr indent="-330200" lvl="8" marL="4114800" algn="ctr">
              <a:spcBef>
                <a:spcPts val="0"/>
              </a:spcBef>
              <a:spcAft>
                <a:spcPts val="0"/>
              </a:spcAft>
              <a:buSzPts val="1600"/>
              <a:buChar char="■"/>
              <a:defRPr/>
            </a:lvl9pPr>
          </a:lstStyle>
          <a:p/>
        </p:txBody>
      </p:sp>
      <p:sp>
        <p:nvSpPr>
          <p:cNvPr id="838" name="Google Shape;838;p11"/>
          <p:cNvSpPr/>
          <p:nvPr/>
        </p:nvSpPr>
        <p:spPr>
          <a:xfrm flipH="1">
            <a:off x="7635600" y="-11400"/>
            <a:ext cx="1521600" cy="516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11"/>
          <p:cNvSpPr/>
          <p:nvPr/>
        </p:nvSpPr>
        <p:spPr>
          <a:xfrm flipH="1">
            <a:off x="-99" y="-11400"/>
            <a:ext cx="1521600" cy="516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11"/>
          <p:cNvSpPr/>
          <p:nvPr/>
        </p:nvSpPr>
        <p:spPr>
          <a:xfrm flipH="1" rot="10800000">
            <a:off x="-5" y="10453"/>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11"/>
          <p:cNvSpPr/>
          <p:nvPr/>
        </p:nvSpPr>
        <p:spPr>
          <a:xfrm rot="10800000">
            <a:off x="333238" y="144117"/>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11"/>
          <p:cNvSpPr/>
          <p:nvPr/>
        </p:nvSpPr>
        <p:spPr>
          <a:xfrm>
            <a:off x="8457005" y="3773706"/>
            <a:ext cx="597600" cy="597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11"/>
          <p:cNvSpPr/>
          <p:nvPr/>
        </p:nvSpPr>
        <p:spPr>
          <a:xfrm rot="5400000">
            <a:off x="8457005" y="4378808"/>
            <a:ext cx="597600" cy="5976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44" name="Google Shape;844;p11"/>
          <p:cNvGrpSpPr/>
          <p:nvPr/>
        </p:nvGrpSpPr>
        <p:grpSpPr>
          <a:xfrm>
            <a:off x="3970508" y="100006"/>
            <a:ext cx="1202833" cy="365416"/>
            <a:chOff x="3973358" y="4599416"/>
            <a:chExt cx="1202833" cy="365416"/>
          </a:xfrm>
        </p:grpSpPr>
        <p:sp>
          <p:nvSpPr>
            <p:cNvPr id="845" name="Google Shape;845;p11"/>
            <p:cNvSpPr/>
            <p:nvPr/>
          </p:nvSpPr>
          <p:spPr>
            <a:xfrm>
              <a:off x="4465301"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11"/>
            <p:cNvSpPr/>
            <p:nvPr/>
          </p:nvSpPr>
          <p:spPr>
            <a:xfrm>
              <a:off x="4632321"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11"/>
            <p:cNvSpPr/>
            <p:nvPr/>
          </p:nvSpPr>
          <p:spPr>
            <a:xfrm>
              <a:off x="4466821"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11"/>
            <p:cNvSpPr/>
            <p:nvPr/>
          </p:nvSpPr>
          <p:spPr>
            <a:xfrm>
              <a:off x="4630042"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11"/>
            <p:cNvSpPr/>
            <p:nvPr/>
          </p:nvSpPr>
          <p:spPr>
            <a:xfrm>
              <a:off x="4796303"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11"/>
            <p:cNvSpPr/>
            <p:nvPr/>
          </p:nvSpPr>
          <p:spPr>
            <a:xfrm>
              <a:off x="4459186"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11"/>
            <p:cNvSpPr/>
            <p:nvPr/>
          </p:nvSpPr>
          <p:spPr>
            <a:xfrm>
              <a:off x="4631562"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11"/>
            <p:cNvSpPr/>
            <p:nvPr/>
          </p:nvSpPr>
          <p:spPr>
            <a:xfrm>
              <a:off x="4796303"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11"/>
            <p:cNvSpPr/>
            <p:nvPr/>
          </p:nvSpPr>
          <p:spPr>
            <a:xfrm>
              <a:off x="4797100"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11"/>
            <p:cNvSpPr/>
            <p:nvPr/>
          </p:nvSpPr>
          <p:spPr>
            <a:xfrm>
              <a:off x="4961082"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11"/>
            <p:cNvSpPr/>
            <p:nvPr/>
          </p:nvSpPr>
          <p:spPr>
            <a:xfrm>
              <a:off x="4303599"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11"/>
            <p:cNvSpPr/>
            <p:nvPr/>
          </p:nvSpPr>
          <p:spPr>
            <a:xfrm>
              <a:off x="4303599"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11"/>
            <p:cNvSpPr/>
            <p:nvPr/>
          </p:nvSpPr>
          <p:spPr>
            <a:xfrm>
              <a:off x="4960322"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11"/>
            <p:cNvSpPr/>
            <p:nvPr/>
          </p:nvSpPr>
          <p:spPr>
            <a:xfrm>
              <a:off x="4959524"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11"/>
            <p:cNvSpPr/>
            <p:nvPr/>
          </p:nvSpPr>
          <p:spPr>
            <a:xfrm>
              <a:off x="4302840"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11"/>
            <p:cNvSpPr/>
            <p:nvPr/>
          </p:nvSpPr>
          <p:spPr>
            <a:xfrm>
              <a:off x="4138858"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11"/>
            <p:cNvSpPr/>
            <p:nvPr/>
          </p:nvSpPr>
          <p:spPr>
            <a:xfrm>
              <a:off x="3973358"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11"/>
            <p:cNvSpPr/>
            <p:nvPr/>
          </p:nvSpPr>
          <p:spPr>
            <a:xfrm>
              <a:off x="4137339"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11"/>
            <p:cNvSpPr/>
            <p:nvPr/>
          </p:nvSpPr>
          <p:spPr>
            <a:xfrm>
              <a:off x="4135060"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11"/>
            <p:cNvSpPr/>
            <p:nvPr/>
          </p:nvSpPr>
          <p:spPr>
            <a:xfrm>
              <a:off x="5121986"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11"/>
            <p:cNvSpPr/>
            <p:nvPr/>
          </p:nvSpPr>
          <p:spPr>
            <a:xfrm>
              <a:off x="5124303"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11"/>
            <p:cNvSpPr/>
            <p:nvPr/>
          </p:nvSpPr>
          <p:spPr>
            <a:xfrm>
              <a:off x="3974877"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11"/>
            <p:cNvSpPr/>
            <p:nvPr/>
          </p:nvSpPr>
          <p:spPr>
            <a:xfrm>
              <a:off x="3975637"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11"/>
            <p:cNvSpPr/>
            <p:nvPr/>
          </p:nvSpPr>
          <p:spPr>
            <a:xfrm>
              <a:off x="5125063"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9" name="Google Shape;869;p11"/>
          <p:cNvGrpSpPr/>
          <p:nvPr/>
        </p:nvGrpSpPr>
        <p:grpSpPr>
          <a:xfrm>
            <a:off x="3973358" y="4712231"/>
            <a:ext cx="1202833" cy="365416"/>
            <a:chOff x="3973358" y="4599416"/>
            <a:chExt cx="1202833" cy="365416"/>
          </a:xfrm>
        </p:grpSpPr>
        <p:sp>
          <p:nvSpPr>
            <p:cNvPr id="870" name="Google Shape;870;p11"/>
            <p:cNvSpPr/>
            <p:nvPr/>
          </p:nvSpPr>
          <p:spPr>
            <a:xfrm>
              <a:off x="4465301"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11"/>
            <p:cNvSpPr/>
            <p:nvPr/>
          </p:nvSpPr>
          <p:spPr>
            <a:xfrm>
              <a:off x="4632321"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11"/>
            <p:cNvSpPr/>
            <p:nvPr/>
          </p:nvSpPr>
          <p:spPr>
            <a:xfrm>
              <a:off x="4466821"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11"/>
            <p:cNvSpPr/>
            <p:nvPr/>
          </p:nvSpPr>
          <p:spPr>
            <a:xfrm>
              <a:off x="4630042"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11"/>
            <p:cNvSpPr/>
            <p:nvPr/>
          </p:nvSpPr>
          <p:spPr>
            <a:xfrm>
              <a:off x="4796303"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11"/>
            <p:cNvSpPr/>
            <p:nvPr/>
          </p:nvSpPr>
          <p:spPr>
            <a:xfrm>
              <a:off x="4459186"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11"/>
            <p:cNvSpPr/>
            <p:nvPr/>
          </p:nvSpPr>
          <p:spPr>
            <a:xfrm>
              <a:off x="4631562"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11"/>
            <p:cNvSpPr/>
            <p:nvPr/>
          </p:nvSpPr>
          <p:spPr>
            <a:xfrm>
              <a:off x="4796303"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11"/>
            <p:cNvSpPr/>
            <p:nvPr/>
          </p:nvSpPr>
          <p:spPr>
            <a:xfrm>
              <a:off x="4797100"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11"/>
            <p:cNvSpPr/>
            <p:nvPr/>
          </p:nvSpPr>
          <p:spPr>
            <a:xfrm>
              <a:off x="4961082"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11"/>
            <p:cNvSpPr/>
            <p:nvPr/>
          </p:nvSpPr>
          <p:spPr>
            <a:xfrm>
              <a:off x="4303599"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11"/>
            <p:cNvSpPr/>
            <p:nvPr/>
          </p:nvSpPr>
          <p:spPr>
            <a:xfrm>
              <a:off x="4303599"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11"/>
            <p:cNvSpPr/>
            <p:nvPr/>
          </p:nvSpPr>
          <p:spPr>
            <a:xfrm>
              <a:off x="4960322"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11"/>
            <p:cNvSpPr/>
            <p:nvPr/>
          </p:nvSpPr>
          <p:spPr>
            <a:xfrm>
              <a:off x="4959524"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11"/>
            <p:cNvSpPr/>
            <p:nvPr/>
          </p:nvSpPr>
          <p:spPr>
            <a:xfrm>
              <a:off x="4302840"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11"/>
            <p:cNvSpPr/>
            <p:nvPr/>
          </p:nvSpPr>
          <p:spPr>
            <a:xfrm>
              <a:off x="4138858"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11"/>
            <p:cNvSpPr/>
            <p:nvPr/>
          </p:nvSpPr>
          <p:spPr>
            <a:xfrm>
              <a:off x="3973358"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11"/>
            <p:cNvSpPr/>
            <p:nvPr/>
          </p:nvSpPr>
          <p:spPr>
            <a:xfrm>
              <a:off x="4137339"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11"/>
            <p:cNvSpPr/>
            <p:nvPr/>
          </p:nvSpPr>
          <p:spPr>
            <a:xfrm>
              <a:off x="4135060"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11"/>
            <p:cNvSpPr/>
            <p:nvPr/>
          </p:nvSpPr>
          <p:spPr>
            <a:xfrm>
              <a:off x="5121986"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11"/>
            <p:cNvSpPr/>
            <p:nvPr/>
          </p:nvSpPr>
          <p:spPr>
            <a:xfrm>
              <a:off x="5124303"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11"/>
            <p:cNvSpPr/>
            <p:nvPr/>
          </p:nvSpPr>
          <p:spPr>
            <a:xfrm>
              <a:off x="3974877"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11"/>
            <p:cNvSpPr/>
            <p:nvPr/>
          </p:nvSpPr>
          <p:spPr>
            <a:xfrm>
              <a:off x="3975637"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11"/>
            <p:cNvSpPr/>
            <p:nvPr/>
          </p:nvSpPr>
          <p:spPr>
            <a:xfrm>
              <a:off x="5125063"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4" name="Google Shape;894;p11"/>
          <p:cNvSpPr/>
          <p:nvPr/>
        </p:nvSpPr>
        <p:spPr>
          <a:xfrm flipH="1">
            <a:off x="307771" y="1300619"/>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11"/>
          <p:cNvSpPr/>
          <p:nvPr/>
        </p:nvSpPr>
        <p:spPr>
          <a:xfrm flipH="1">
            <a:off x="456659" y="1423557"/>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11"/>
          <p:cNvSpPr/>
          <p:nvPr/>
        </p:nvSpPr>
        <p:spPr>
          <a:xfrm flipH="1">
            <a:off x="8159359" y="241729"/>
            <a:ext cx="1596439" cy="1802961"/>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11"/>
          <p:cNvSpPr/>
          <p:nvPr/>
        </p:nvSpPr>
        <p:spPr>
          <a:xfrm flipH="1">
            <a:off x="7817505" y="1418447"/>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11"/>
          <p:cNvSpPr/>
          <p:nvPr/>
        </p:nvSpPr>
        <p:spPr>
          <a:xfrm flipH="1">
            <a:off x="8278947" y="328608"/>
            <a:ext cx="1395619" cy="1650669"/>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11"/>
          <p:cNvSpPr/>
          <p:nvPr/>
        </p:nvSpPr>
        <p:spPr>
          <a:xfrm flipH="1">
            <a:off x="7919037" y="1525620"/>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11"/>
          <p:cNvSpPr/>
          <p:nvPr/>
        </p:nvSpPr>
        <p:spPr>
          <a:xfrm flipH="1">
            <a:off x="8379359" y="440309"/>
            <a:ext cx="1193681" cy="142726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11"/>
          <p:cNvSpPr/>
          <p:nvPr/>
        </p:nvSpPr>
        <p:spPr>
          <a:xfrm flipH="1">
            <a:off x="8538419" y="582479"/>
            <a:ext cx="901508" cy="110456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11"/>
          <p:cNvSpPr/>
          <p:nvPr/>
        </p:nvSpPr>
        <p:spPr>
          <a:xfrm flipH="1">
            <a:off x="8619666" y="693006"/>
            <a:ext cx="130935" cy="39045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11"/>
          <p:cNvSpPr/>
          <p:nvPr/>
        </p:nvSpPr>
        <p:spPr>
          <a:xfrm flipH="1">
            <a:off x="8688489" y="834058"/>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11"/>
          <p:cNvSpPr/>
          <p:nvPr/>
        </p:nvSpPr>
        <p:spPr>
          <a:xfrm flipH="1">
            <a:off x="8662547" y="858880"/>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11"/>
          <p:cNvSpPr/>
          <p:nvPr/>
        </p:nvSpPr>
        <p:spPr>
          <a:xfrm flipH="1">
            <a:off x="-1651941" y="3249282"/>
            <a:ext cx="2960526" cy="1551321"/>
          </a:xfrm>
          <a:custGeom>
            <a:rect b="b" l="l" r="r" t="t"/>
            <a:pathLst>
              <a:path extrusionOk="0" h="27748" w="52954">
                <a:moveTo>
                  <a:pt x="8698" y="81"/>
                </a:moveTo>
                <a:lnTo>
                  <a:pt x="9162" y="121"/>
                </a:lnTo>
                <a:lnTo>
                  <a:pt x="9647" y="162"/>
                </a:lnTo>
                <a:lnTo>
                  <a:pt x="10111" y="243"/>
                </a:lnTo>
                <a:lnTo>
                  <a:pt x="10555" y="343"/>
                </a:lnTo>
                <a:lnTo>
                  <a:pt x="10999" y="444"/>
                </a:lnTo>
                <a:lnTo>
                  <a:pt x="11443" y="565"/>
                </a:lnTo>
                <a:lnTo>
                  <a:pt x="11887" y="707"/>
                </a:lnTo>
                <a:lnTo>
                  <a:pt x="12311" y="848"/>
                </a:lnTo>
                <a:lnTo>
                  <a:pt x="12734" y="1009"/>
                </a:lnTo>
                <a:lnTo>
                  <a:pt x="13582" y="1373"/>
                </a:lnTo>
                <a:lnTo>
                  <a:pt x="14389" y="1756"/>
                </a:lnTo>
                <a:lnTo>
                  <a:pt x="15176" y="2160"/>
                </a:lnTo>
                <a:lnTo>
                  <a:pt x="15943" y="2563"/>
                </a:lnTo>
                <a:lnTo>
                  <a:pt x="16669" y="2987"/>
                </a:lnTo>
                <a:lnTo>
                  <a:pt x="18021" y="3754"/>
                </a:lnTo>
                <a:lnTo>
                  <a:pt x="19353" y="4561"/>
                </a:lnTo>
                <a:lnTo>
                  <a:pt x="22017" y="6176"/>
                </a:lnTo>
                <a:lnTo>
                  <a:pt x="24439" y="7649"/>
                </a:lnTo>
                <a:lnTo>
                  <a:pt x="25670" y="8395"/>
                </a:lnTo>
                <a:lnTo>
                  <a:pt x="26901" y="9102"/>
                </a:lnTo>
                <a:lnTo>
                  <a:pt x="28152" y="9808"/>
                </a:lnTo>
                <a:lnTo>
                  <a:pt x="29403" y="10494"/>
                </a:lnTo>
                <a:lnTo>
                  <a:pt x="30654" y="11160"/>
                </a:lnTo>
                <a:lnTo>
                  <a:pt x="31925" y="11806"/>
                </a:lnTo>
                <a:lnTo>
                  <a:pt x="33217" y="12391"/>
                </a:lnTo>
                <a:lnTo>
                  <a:pt x="34509" y="12956"/>
                </a:lnTo>
                <a:lnTo>
                  <a:pt x="35820" y="13481"/>
                </a:lnTo>
                <a:lnTo>
                  <a:pt x="36486" y="13743"/>
                </a:lnTo>
                <a:lnTo>
                  <a:pt x="37152" y="13965"/>
                </a:lnTo>
                <a:lnTo>
                  <a:pt x="37818" y="14187"/>
                </a:lnTo>
                <a:lnTo>
                  <a:pt x="38484" y="14389"/>
                </a:lnTo>
                <a:lnTo>
                  <a:pt x="39170" y="14591"/>
                </a:lnTo>
                <a:lnTo>
                  <a:pt x="39856" y="14772"/>
                </a:lnTo>
                <a:lnTo>
                  <a:pt x="40542" y="14934"/>
                </a:lnTo>
                <a:lnTo>
                  <a:pt x="41228" y="15075"/>
                </a:lnTo>
                <a:lnTo>
                  <a:pt x="41935" y="15216"/>
                </a:lnTo>
                <a:lnTo>
                  <a:pt x="42621" y="15317"/>
                </a:lnTo>
                <a:lnTo>
                  <a:pt x="43246" y="15418"/>
                </a:lnTo>
                <a:lnTo>
                  <a:pt x="43852" y="15479"/>
                </a:lnTo>
                <a:lnTo>
                  <a:pt x="44437" y="15519"/>
                </a:lnTo>
                <a:lnTo>
                  <a:pt x="45002" y="15539"/>
                </a:lnTo>
                <a:lnTo>
                  <a:pt x="45567" y="15539"/>
                </a:lnTo>
                <a:lnTo>
                  <a:pt x="46092" y="15519"/>
                </a:lnTo>
                <a:lnTo>
                  <a:pt x="46596" y="15479"/>
                </a:lnTo>
                <a:lnTo>
                  <a:pt x="47081" y="15398"/>
                </a:lnTo>
                <a:lnTo>
                  <a:pt x="47565" y="15317"/>
                </a:lnTo>
                <a:lnTo>
                  <a:pt x="48009" y="15216"/>
                </a:lnTo>
                <a:lnTo>
                  <a:pt x="48453" y="15075"/>
                </a:lnTo>
                <a:lnTo>
                  <a:pt x="48877" y="14934"/>
                </a:lnTo>
                <a:lnTo>
                  <a:pt x="49280" y="14752"/>
                </a:lnTo>
                <a:lnTo>
                  <a:pt x="49664" y="14550"/>
                </a:lnTo>
                <a:lnTo>
                  <a:pt x="50027" y="14348"/>
                </a:lnTo>
                <a:lnTo>
                  <a:pt x="50390" y="14106"/>
                </a:lnTo>
                <a:lnTo>
                  <a:pt x="50612" y="13925"/>
                </a:lnTo>
                <a:lnTo>
                  <a:pt x="50814" y="13763"/>
                </a:lnTo>
                <a:lnTo>
                  <a:pt x="51036" y="13622"/>
                </a:lnTo>
                <a:lnTo>
                  <a:pt x="51258" y="13481"/>
                </a:lnTo>
                <a:lnTo>
                  <a:pt x="51500" y="13380"/>
                </a:lnTo>
                <a:lnTo>
                  <a:pt x="51662" y="13339"/>
                </a:lnTo>
                <a:lnTo>
                  <a:pt x="51823" y="13299"/>
                </a:lnTo>
                <a:lnTo>
                  <a:pt x="51984" y="13299"/>
                </a:lnTo>
                <a:lnTo>
                  <a:pt x="52146" y="13319"/>
                </a:lnTo>
                <a:lnTo>
                  <a:pt x="52307" y="13360"/>
                </a:lnTo>
                <a:lnTo>
                  <a:pt x="52449" y="13420"/>
                </a:lnTo>
                <a:lnTo>
                  <a:pt x="52570" y="13521"/>
                </a:lnTo>
                <a:lnTo>
                  <a:pt x="52691" y="13642"/>
                </a:lnTo>
                <a:lnTo>
                  <a:pt x="52771" y="13804"/>
                </a:lnTo>
                <a:lnTo>
                  <a:pt x="52832" y="13985"/>
                </a:lnTo>
                <a:lnTo>
                  <a:pt x="52852" y="14167"/>
                </a:lnTo>
                <a:lnTo>
                  <a:pt x="52872" y="14348"/>
                </a:lnTo>
                <a:lnTo>
                  <a:pt x="52872" y="14893"/>
                </a:lnTo>
                <a:lnTo>
                  <a:pt x="52832" y="15398"/>
                </a:lnTo>
                <a:lnTo>
                  <a:pt x="52751" y="15902"/>
                </a:lnTo>
                <a:lnTo>
                  <a:pt x="52630" y="16366"/>
                </a:lnTo>
                <a:lnTo>
                  <a:pt x="52489" y="16831"/>
                </a:lnTo>
                <a:lnTo>
                  <a:pt x="52307" y="17254"/>
                </a:lnTo>
                <a:lnTo>
                  <a:pt x="52085" y="17658"/>
                </a:lnTo>
                <a:lnTo>
                  <a:pt x="51823" y="18041"/>
                </a:lnTo>
                <a:lnTo>
                  <a:pt x="51540" y="18405"/>
                </a:lnTo>
                <a:lnTo>
                  <a:pt x="51238" y="18728"/>
                </a:lnTo>
                <a:lnTo>
                  <a:pt x="50895" y="19030"/>
                </a:lnTo>
                <a:lnTo>
                  <a:pt x="50511" y="19293"/>
                </a:lnTo>
                <a:lnTo>
                  <a:pt x="50128" y="19535"/>
                </a:lnTo>
                <a:lnTo>
                  <a:pt x="49684" y="19737"/>
                </a:lnTo>
                <a:lnTo>
                  <a:pt x="49240" y="19898"/>
                </a:lnTo>
                <a:lnTo>
                  <a:pt x="48756" y="20039"/>
                </a:lnTo>
                <a:lnTo>
                  <a:pt x="48211" y="20140"/>
                </a:lnTo>
                <a:lnTo>
                  <a:pt x="47666" y="20221"/>
                </a:lnTo>
                <a:lnTo>
                  <a:pt x="47121" y="20261"/>
                </a:lnTo>
                <a:lnTo>
                  <a:pt x="46031" y="20261"/>
                </a:lnTo>
                <a:lnTo>
                  <a:pt x="45507" y="20241"/>
                </a:lnTo>
                <a:lnTo>
                  <a:pt x="44437" y="20160"/>
                </a:lnTo>
                <a:lnTo>
                  <a:pt x="42924" y="20019"/>
                </a:lnTo>
                <a:lnTo>
                  <a:pt x="41410" y="19858"/>
                </a:lnTo>
                <a:lnTo>
                  <a:pt x="38403" y="19494"/>
                </a:lnTo>
                <a:lnTo>
                  <a:pt x="36183" y="19212"/>
                </a:lnTo>
                <a:lnTo>
                  <a:pt x="33964" y="18970"/>
                </a:lnTo>
                <a:lnTo>
                  <a:pt x="32834" y="18849"/>
                </a:lnTo>
                <a:lnTo>
                  <a:pt x="31724" y="18768"/>
                </a:lnTo>
                <a:lnTo>
                  <a:pt x="30614" y="18687"/>
                </a:lnTo>
                <a:lnTo>
                  <a:pt x="29484" y="18627"/>
                </a:lnTo>
                <a:lnTo>
                  <a:pt x="28374" y="18606"/>
                </a:lnTo>
                <a:lnTo>
                  <a:pt x="27264" y="18606"/>
                </a:lnTo>
                <a:lnTo>
                  <a:pt x="26134" y="18627"/>
                </a:lnTo>
                <a:lnTo>
                  <a:pt x="25024" y="18687"/>
                </a:lnTo>
                <a:lnTo>
                  <a:pt x="23914" y="18788"/>
                </a:lnTo>
                <a:lnTo>
                  <a:pt x="22824" y="18909"/>
                </a:lnTo>
                <a:lnTo>
                  <a:pt x="21714" y="19091"/>
                </a:lnTo>
                <a:lnTo>
                  <a:pt x="20625" y="19313"/>
                </a:lnTo>
                <a:lnTo>
                  <a:pt x="19555" y="19595"/>
                </a:lnTo>
                <a:lnTo>
                  <a:pt x="18486" y="19898"/>
                </a:lnTo>
                <a:lnTo>
                  <a:pt x="17456" y="20241"/>
                </a:lnTo>
                <a:lnTo>
                  <a:pt x="16407" y="20645"/>
                </a:lnTo>
                <a:lnTo>
                  <a:pt x="15398" y="21048"/>
                </a:lnTo>
                <a:lnTo>
                  <a:pt x="14389" y="21512"/>
                </a:lnTo>
                <a:lnTo>
                  <a:pt x="13400" y="21977"/>
                </a:lnTo>
                <a:lnTo>
                  <a:pt x="12411" y="22481"/>
                </a:lnTo>
                <a:lnTo>
                  <a:pt x="11423" y="23006"/>
                </a:lnTo>
                <a:lnTo>
                  <a:pt x="10454" y="23551"/>
                </a:lnTo>
                <a:lnTo>
                  <a:pt x="9505" y="24116"/>
                </a:lnTo>
                <a:lnTo>
                  <a:pt x="8537" y="24681"/>
                </a:lnTo>
                <a:lnTo>
                  <a:pt x="6660" y="25851"/>
                </a:lnTo>
                <a:lnTo>
                  <a:pt x="4783" y="27022"/>
                </a:lnTo>
                <a:lnTo>
                  <a:pt x="4703" y="27082"/>
                </a:lnTo>
                <a:lnTo>
                  <a:pt x="4339" y="27304"/>
                </a:lnTo>
                <a:lnTo>
                  <a:pt x="4017" y="27465"/>
                </a:lnTo>
                <a:lnTo>
                  <a:pt x="3694" y="27587"/>
                </a:lnTo>
                <a:lnTo>
                  <a:pt x="3411" y="27647"/>
                </a:lnTo>
                <a:lnTo>
                  <a:pt x="3149" y="27667"/>
                </a:lnTo>
                <a:lnTo>
                  <a:pt x="3028" y="27667"/>
                </a:lnTo>
                <a:lnTo>
                  <a:pt x="2907" y="27647"/>
                </a:lnTo>
                <a:lnTo>
                  <a:pt x="2806" y="27607"/>
                </a:lnTo>
                <a:lnTo>
                  <a:pt x="2685" y="27566"/>
                </a:lnTo>
                <a:lnTo>
                  <a:pt x="2584" y="27506"/>
                </a:lnTo>
                <a:lnTo>
                  <a:pt x="2503" y="27445"/>
                </a:lnTo>
                <a:lnTo>
                  <a:pt x="2382" y="27344"/>
                </a:lnTo>
                <a:lnTo>
                  <a:pt x="2301" y="27223"/>
                </a:lnTo>
                <a:lnTo>
                  <a:pt x="2220" y="27082"/>
                </a:lnTo>
                <a:lnTo>
                  <a:pt x="2140" y="26941"/>
                </a:lnTo>
                <a:lnTo>
                  <a:pt x="2039" y="26638"/>
                </a:lnTo>
                <a:lnTo>
                  <a:pt x="1958" y="26295"/>
                </a:lnTo>
                <a:lnTo>
                  <a:pt x="1716" y="25064"/>
                </a:lnTo>
                <a:lnTo>
                  <a:pt x="1474" y="23813"/>
                </a:lnTo>
                <a:lnTo>
                  <a:pt x="1232" y="22562"/>
                </a:lnTo>
                <a:lnTo>
                  <a:pt x="1030" y="21311"/>
                </a:lnTo>
                <a:lnTo>
                  <a:pt x="828" y="20059"/>
                </a:lnTo>
                <a:lnTo>
                  <a:pt x="667" y="18808"/>
                </a:lnTo>
                <a:lnTo>
                  <a:pt x="505" y="17537"/>
                </a:lnTo>
                <a:lnTo>
                  <a:pt x="364" y="16286"/>
                </a:lnTo>
                <a:lnTo>
                  <a:pt x="283" y="15378"/>
                </a:lnTo>
                <a:lnTo>
                  <a:pt x="202" y="14550"/>
                </a:lnTo>
                <a:lnTo>
                  <a:pt x="162" y="13743"/>
                </a:lnTo>
                <a:lnTo>
                  <a:pt x="122" y="13017"/>
                </a:lnTo>
                <a:lnTo>
                  <a:pt x="102" y="12310"/>
                </a:lnTo>
                <a:lnTo>
                  <a:pt x="81" y="11664"/>
                </a:lnTo>
                <a:lnTo>
                  <a:pt x="102" y="11059"/>
                </a:lnTo>
                <a:lnTo>
                  <a:pt x="102" y="10494"/>
                </a:lnTo>
                <a:lnTo>
                  <a:pt x="162" y="9485"/>
                </a:lnTo>
                <a:lnTo>
                  <a:pt x="263" y="8597"/>
                </a:lnTo>
                <a:lnTo>
                  <a:pt x="364" y="7810"/>
                </a:lnTo>
                <a:lnTo>
                  <a:pt x="505" y="7124"/>
                </a:lnTo>
                <a:lnTo>
                  <a:pt x="606" y="6680"/>
                </a:lnTo>
                <a:lnTo>
                  <a:pt x="707" y="6236"/>
                </a:lnTo>
                <a:lnTo>
                  <a:pt x="828" y="5812"/>
                </a:lnTo>
                <a:lnTo>
                  <a:pt x="969" y="5409"/>
                </a:lnTo>
                <a:lnTo>
                  <a:pt x="1111" y="5005"/>
                </a:lnTo>
                <a:lnTo>
                  <a:pt x="1252" y="4642"/>
                </a:lnTo>
                <a:lnTo>
                  <a:pt x="1413" y="4279"/>
                </a:lnTo>
                <a:lnTo>
                  <a:pt x="1595" y="3915"/>
                </a:lnTo>
                <a:lnTo>
                  <a:pt x="1777" y="3592"/>
                </a:lnTo>
                <a:lnTo>
                  <a:pt x="1978" y="3270"/>
                </a:lnTo>
                <a:lnTo>
                  <a:pt x="2180" y="2967"/>
                </a:lnTo>
                <a:lnTo>
                  <a:pt x="2402" y="2684"/>
                </a:lnTo>
                <a:lnTo>
                  <a:pt x="2624" y="2402"/>
                </a:lnTo>
                <a:lnTo>
                  <a:pt x="2866" y="2160"/>
                </a:lnTo>
                <a:lnTo>
                  <a:pt x="3108" y="1918"/>
                </a:lnTo>
                <a:lnTo>
                  <a:pt x="3371" y="1675"/>
                </a:lnTo>
                <a:lnTo>
                  <a:pt x="3613" y="1494"/>
                </a:lnTo>
                <a:lnTo>
                  <a:pt x="3855" y="1312"/>
                </a:lnTo>
                <a:lnTo>
                  <a:pt x="4117" y="1151"/>
                </a:lnTo>
                <a:lnTo>
                  <a:pt x="4400" y="989"/>
                </a:lnTo>
                <a:lnTo>
                  <a:pt x="4682" y="848"/>
                </a:lnTo>
                <a:lnTo>
                  <a:pt x="4965" y="707"/>
                </a:lnTo>
                <a:lnTo>
                  <a:pt x="5268" y="586"/>
                </a:lnTo>
                <a:lnTo>
                  <a:pt x="5570" y="485"/>
                </a:lnTo>
                <a:lnTo>
                  <a:pt x="5893" y="384"/>
                </a:lnTo>
                <a:lnTo>
                  <a:pt x="6196" y="303"/>
                </a:lnTo>
                <a:lnTo>
                  <a:pt x="6539" y="243"/>
                </a:lnTo>
                <a:lnTo>
                  <a:pt x="6862" y="182"/>
                </a:lnTo>
                <a:lnTo>
                  <a:pt x="7205" y="121"/>
                </a:lnTo>
                <a:lnTo>
                  <a:pt x="7548" y="101"/>
                </a:lnTo>
                <a:lnTo>
                  <a:pt x="7891" y="81"/>
                </a:lnTo>
                <a:close/>
                <a:moveTo>
                  <a:pt x="7730" y="0"/>
                </a:moveTo>
                <a:lnTo>
                  <a:pt x="7265" y="41"/>
                </a:lnTo>
                <a:lnTo>
                  <a:pt x="6801" y="101"/>
                </a:lnTo>
                <a:lnTo>
                  <a:pt x="6378" y="182"/>
                </a:lnTo>
                <a:lnTo>
                  <a:pt x="5934" y="283"/>
                </a:lnTo>
                <a:lnTo>
                  <a:pt x="5530" y="424"/>
                </a:lnTo>
                <a:lnTo>
                  <a:pt x="5106" y="565"/>
                </a:lnTo>
                <a:lnTo>
                  <a:pt x="4723" y="727"/>
                </a:lnTo>
                <a:lnTo>
                  <a:pt x="4339" y="929"/>
                </a:lnTo>
                <a:lnTo>
                  <a:pt x="3976" y="1130"/>
                </a:lnTo>
                <a:lnTo>
                  <a:pt x="3633" y="1373"/>
                </a:lnTo>
                <a:lnTo>
                  <a:pt x="3310" y="1615"/>
                </a:lnTo>
                <a:lnTo>
                  <a:pt x="3048" y="1857"/>
                </a:lnTo>
                <a:lnTo>
                  <a:pt x="2806" y="2099"/>
                </a:lnTo>
                <a:lnTo>
                  <a:pt x="2564" y="2361"/>
                </a:lnTo>
                <a:lnTo>
                  <a:pt x="2342" y="2624"/>
                </a:lnTo>
                <a:lnTo>
                  <a:pt x="2120" y="2927"/>
                </a:lnTo>
                <a:lnTo>
                  <a:pt x="1918" y="3229"/>
                </a:lnTo>
                <a:lnTo>
                  <a:pt x="1716" y="3552"/>
                </a:lnTo>
                <a:lnTo>
                  <a:pt x="1534" y="3875"/>
                </a:lnTo>
                <a:lnTo>
                  <a:pt x="1353" y="4238"/>
                </a:lnTo>
                <a:lnTo>
                  <a:pt x="1191" y="4601"/>
                </a:lnTo>
                <a:lnTo>
                  <a:pt x="1030" y="4985"/>
                </a:lnTo>
                <a:lnTo>
                  <a:pt x="889" y="5388"/>
                </a:lnTo>
                <a:lnTo>
                  <a:pt x="747" y="5792"/>
                </a:lnTo>
                <a:lnTo>
                  <a:pt x="626" y="6216"/>
                </a:lnTo>
                <a:lnTo>
                  <a:pt x="525" y="6660"/>
                </a:lnTo>
                <a:lnTo>
                  <a:pt x="424" y="7104"/>
                </a:lnTo>
                <a:lnTo>
                  <a:pt x="283" y="7810"/>
                </a:lnTo>
                <a:lnTo>
                  <a:pt x="182" y="8577"/>
                </a:lnTo>
                <a:lnTo>
                  <a:pt x="81" y="9485"/>
                </a:lnTo>
                <a:lnTo>
                  <a:pt x="21" y="10494"/>
                </a:lnTo>
                <a:lnTo>
                  <a:pt x="21" y="11059"/>
                </a:lnTo>
                <a:lnTo>
                  <a:pt x="1" y="11664"/>
                </a:lnTo>
                <a:lnTo>
                  <a:pt x="21" y="12310"/>
                </a:lnTo>
                <a:lnTo>
                  <a:pt x="41" y="13017"/>
                </a:lnTo>
                <a:lnTo>
                  <a:pt x="81" y="13743"/>
                </a:lnTo>
                <a:lnTo>
                  <a:pt x="122" y="14550"/>
                </a:lnTo>
                <a:lnTo>
                  <a:pt x="202" y="15398"/>
                </a:lnTo>
                <a:lnTo>
                  <a:pt x="283" y="16306"/>
                </a:lnTo>
                <a:lnTo>
                  <a:pt x="424" y="17557"/>
                </a:lnTo>
                <a:lnTo>
                  <a:pt x="586" y="18808"/>
                </a:lnTo>
                <a:lnTo>
                  <a:pt x="768" y="20080"/>
                </a:lnTo>
                <a:lnTo>
                  <a:pt x="949" y="21331"/>
                </a:lnTo>
                <a:lnTo>
                  <a:pt x="1151" y="22582"/>
                </a:lnTo>
                <a:lnTo>
                  <a:pt x="1393" y="23833"/>
                </a:lnTo>
                <a:lnTo>
                  <a:pt x="1635" y="25084"/>
                </a:lnTo>
                <a:lnTo>
                  <a:pt x="1877" y="26315"/>
                </a:lnTo>
                <a:lnTo>
                  <a:pt x="1978" y="26658"/>
                </a:lnTo>
                <a:lnTo>
                  <a:pt x="2079" y="26981"/>
                </a:lnTo>
                <a:lnTo>
                  <a:pt x="2140" y="27143"/>
                </a:lnTo>
                <a:lnTo>
                  <a:pt x="2241" y="27264"/>
                </a:lnTo>
                <a:lnTo>
                  <a:pt x="2342" y="27405"/>
                </a:lnTo>
                <a:lnTo>
                  <a:pt x="2442" y="27506"/>
                </a:lnTo>
                <a:lnTo>
                  <a:pt x="2604" y="27607"/>
                </a:lnTo>
                <a:lnTo>
                  <a:pt x="2786" y="27687"/>
                </a:lnTo>
                <a:lnTo>
                  <a:pt x="2967" y="27728"/>
                </a:lnTo>
                <a:lnTo>
                  <a:pt x="3169" y="27748"/>
                </a:lnTo>
                <a:lnTo>
                  <a:pt x="3330" y="27748"/>
                </a:lnTo>
                <a:lnTo>
                  <a:pt x="3512" y="27708"/>
                </a:lnTo>
                <a:lnTo>
                  <a:pt x="3694" y="27667"/>
                </a:lnTo>
                <a:lnTo>
                  <a:pt x="3875" y="27607"/>
                </a:lnTo>
                <a:lnTo>
                  <a:pt x="4077" y="27526"/>
                </a:lnTo>
                <a:lnTo>
                  <a:pt x="4299" y="27425"/>
                </a:lnTo>
                <a:lnTo>
                  <a:pt x="4743" y="27163"/>
                </a:lnTo>
                <a:lnTo>
                  <a:pt x="4844" y="27102"/>
                </a:lnTo>
                <a:lnTo>
                  <a:pt x="6700" y="25912"/>
                </a:lnTo>
                <a:lnTo>
                  <a:pt x="8577" y="24761"/>
                </a:lnTo>
                <a:lnTo>
                  <a:pt x="9546" y="24176"/>
                </a:lnTo>
                <a:lnTo>
                  <a:pt x="10494" y="23631"/>
                </a:lnTo>
                <a:lnTo>
                  <a:pt x="11463" y="23086"/>
                </a:lnTo>
                <a:lnTo>
                  <a:pt x="12432" y="22562"/>
                </a:lnTo>
                <a:lnTo>
                  <a:pt x="13420" y="22057"/>
                </a:lnTo>
                <a:lnTo>
                  <a:pt x="14429" y="21573"/>
                </a:lnTo>
                <a:lnTo>
                  <a:pt x="15418" y="21129"/>
                </a:lnTo>
                <a:lnTo>
                  <a:pt x="16447" y="20705"/>
                </a:lnTo>
                <a:lnTo>
                  <a:pt x="17477" y="20322"/>
                </a:lnTo>
                <a:lnTo>
                  <a:pt x="18506" y="19979"/>
                </a:lnTo>
                <a:lnTo>
                  <a:pt x="19575" y="19676"/>
                </a:lnTo>
                <a:lnTo>
                  <a:pt x="20645" y="19393"/>
                </a:lnTo>
                <a:lnTo>
                  <a:pt x="21735" y="19171"/>
                </a:lnTo>
                <a:lnTo>
                  <a:pt x="22824" y="18990"/>
                </a:lnTo>
                <a:lnTo>
                  <a:pt x="23934" y="18869"/>
                </a:lnTo>
                <a:lnTo>
                  <a:pt x="25044" y="18768"/>
                </a:lnTo>
                <a:lnTo>
                  <a:pt x="26154" y="18707"/>
                </a:lnTo>
                <a:lnTo>
                  <a:pt x="27264" y="18687"/>
                </a:lnTo>
                <a:lnTo>
                  <a:pt x="28374" y="18687"/>
                </a:lnTo>
                <a:lnTo>
                  <a:pt x="29484" y="18707"/>
                </a:lnTo>
                <a:lnTo>
                  <a:pt x="30614" y="18768"/>
                </a:lnTo>
                <a:lnTo>
                  <a:pt x="31724" y="18849"/>
                </a:lnTo>
                <a:lnTo>
                  <a:pt x="32834" y="18929"/>
                </a:lnTo>
                <a:lnTo>
                  <a:pt x="33944" y="19050"/>
                </a:lnTo>
                <a:lnTo>
                  <a:pt x="36183" y="19293"/>
                </a:lnTo>
                <a:lnTo>
                  <a:pt x="38383" y="19575"/>
                </a:lnTo>
                <a:lnTo>
                  <a:pt x="41390" y="19938"/>
                </a:lnTo>
                <a:lnTo>
                  <a:pt x="42924" y="20100"/>
                </a:lnTo>
                <a:lnTo>
                  <a:pt x="44437" y="20241"/>
                </a:lnTo>
                <a:lnTo>
                  <a:pt x="45507" y="20322"/>
                </a:lnTo>
                <a:lnTo>
                  <a:pt x="46031" y="20342"/>
                </a:lnTo>
                <a:lnTo>
                  <a:pt x="47141" y="20342"/>
                </a:lnTo>
                <a:lnTo>
                  <a:pt x="47686" y="20302"/>
                </a:lnTo>
                <a:lnTo>
                  <a:pt x="48231" y="20221"/>
                </a:lnTo>
                <a:lnTo>
                  <a:pt x="48776" y="20120"/>
                </a:lnTo>
                <a:lnTo>
                  <a:pt x="49260" y="19979"/>
                </a:lnTo>
                <a:lnTo>
                  <a:pt x="49724" y="19797"/>
                </a:lnTo>
                <a:lnTo>
                  <a:pt x="50168" y="19595"/>
                </a:lnTo>
                <a:lnTo>
                  <a:pt x="50572" y="19353"/>
                </a:lnTo>
                <a:lnTo>
                  <a:pt x="50955" y="19071"/>
                </a:lnTo>
                <a:lnTo>
                  <a:pt x="51319" y="18748"/>
                </a:lnTo>
                <a:lnTo>
                  <a:pt x="51641" y="18405"/>
                </a:lnTo>
                <a:lnTo>
                  <a:pt x="51924" y="18041"/>
                </a:lnTo>
                <a:lnTo>
                  <a:pt x="52186" y="17638"/>
                </a:lnTo>
                <a:lnTo>
                  <a:pt x="52388" y="17234"/>
                </a:lnTo>
                <a:lnTo>
                  <a:pt x="52570" y="16790"/>
                </a:lnTo>
                <a:lnTo>
                  <a:pt x="52731" y="16346"/>
                </a:lnTo>
                <a:lnTo>
                  <a:pt x="52832" y="15862"/>
                </a:lnTo>
                <a:lnTo>
                  <a:pt x="52913" y="15378"/>
                </a:lnTo>
                <a:lnTo>
                  <a:pt x="52953" y="14873"/>
                </a:lnTo>
                <a:lnTo>
                  <a:pt x="52953" y="14348"/>
                </a:lnTo>
                <a:lnTo>
                  <a:pt x="52933" y="14147"/>
                </a:lnTo>
                <a:lnTo>
                  <a:pt x="52913" y="13965"/>
                </a:lnTo>
                <a:lnTo>
                  <a:pt x="52852" y="13763"/>
                </a:lnTo>
                <a:lnTo>
                  <a:pt x="52812" y="13662"/>
                </a:lnTo>
                <a:lnTo>
                  <a:pt x="52751" y="13582"/>
                </a:lnTo>
                <a:lnTo>
                  <a:pt x="52630" y="13461"/>
                </a:lnTo>
                <a:lnTo>
                  <a:pt x="52489" y="13360"/>
                </a:lnTo>
                <a:lnTo>
                  <a:pt x="52348" y="13279"/>
                </a:lnTo>
                <a:lnTo>
                  <a:pt x="52166" y="13239"/>
                </a:lnTo>
                <a:lnTo>
                  <a:pt x="51984" y="13218"/>
                </a:lnTo>
                <a:lnTo>
                  <a:pt x="51823" y="13218"/>
                </a:lnTo>
                <a:lnTo>
                  <a:pt x="51641" y="13259"/>
                </a:lnTo>
                <a:lnTo>
                  <a:pt x="51480" y="13299"/>
                </a:lnTo>
                <a:lnTo>
                  <a:pt x="51238" y="13400"/>
                </a:lnTo>
                <a:lnTo>
                  <a:pt x="50996" y="13541"/>
                </a:lnTo>
                <a:lnTo>
                  <a:pt x="50774" y="13703"/>
                </a:lnTo>
                <a:lnTo>
                  <a:pt x="50572" y="13864"/>
                </a:lnTo>
                <a:lnTo>
                  <a:pt x="50330" y="14026"/>
                </a:lnTo>
                <a:lnTo>
                  <a:pt x="49987" y="14268"/>
                </a:lnTo>
                <a:lnTo>
                  <a:pt x="49623" y="14490"/>
                </a:lnTo>
                <a:lnTo>
                  <a:pt x="49240" y="14691"/>
                </a:lnTo>
                <a:lnTo>
                  <a:pt x="48836" y="14853"/>
                </a:lnTo>
                <a:lnTo>
                  <a:pt x="48433" y="15014"/>
                </a:lnTo>
                <a:lnTo>
                  <a:pt x="47989" y="15135"/>
                </a:lnTo>
                <a:lnTo>
                  <a:pt x="47545" y="15236"/>
                </a:lnTo>
                <a:lnTo>
                  <a:pt x="47061" y="15337"/>
                </a:lnTo>
                <a:lnTo>
                  <a:pt x="46576" y="15398"/>
                </a:lnTo>
                <a:lnTo>
                  <a:pt x="46072" y="15438"/>
                </a:lnTo>
                <a:lnTo>
                  <a:pt x="45547" y="15458"/>
                </a:lnTo>
                <a:lnTo>
                  <a:pt x="45002" y="15458"/>
                </a:lnTo>
                <a:lnTo>
                  <a:pt x="44437" y="15438"/>
                </a:lnTo>
                <a:lnTo>
                  <a:pt x="43872" y="15398"/>
                </a:lnTo>
                <a:lnTo>
                  <a:pt x="43267" y="15337"/>
                </a:lnTo>
                <a:lnTo>
                  <a:pt x="42641" y="15236"/>
                </a:lnTo>
                <a:lnTo>
                  <a:pt x="41935" y="15135"/>
                </a:lnTo>
                <a:lnTo>
                  <a:pt x="41249" y="14994"/>
                </a:lnTo>
                <a:lnTo>
                  <a:pt x="40563" y="14853"/>
                </a:lnTo>
                <a:lnTo>
                  <a:pt x="39876" y="14691"/>
                </a:lnTo>
                <a:lnTo>
                  <a:pt x="39190" y="14510"/>
                </a:lnTo>
                <a:lnTo>
                  <a:pt x="38504" y="14308"/>
                </a:lnTo>
                <a:lnTo>
                  <a:pt x="37838" y="14106"/>
                </a:lnTo>
                <a:lnTo>
                  <a:pt x="37172" y="13884"/>
                </a:lnTo>
                <a:lnTo>
                  <a:pt x="36506" y="13662"/>
                </a:lnTo>
                <a:lnTo>
                  <a:pt x="35840" y="13420"/>
                </a:lnTo>
                <a:lnTo>
                  <a:pt x="34529" y="12895"/>
                </a:lnTo>
                <a:lnTo>
                  <a:pt x="33237" y="12330"/>
                </a:lnTo>
                <a:lnTo>
                  <a:pt x="31966" y="11725"/>
                </a:lnTo>
                <a:lnTo>
                  <a:pt x="30695" y="11079"/>
                </a:lnTo>
                <a:lnTo>
                  <a:pt x="29423" y="10434"/>
                </a:lnTo>
                <a:lnTo>
                  <a:pt x="28172" y="9747"/>
                </a:lnTo>
                <a:lnTo>
                  <a:pt x="26941" y="9041"/>
                </a:lnTo>
                <a:lnTo>
                  <a:pt x="25710" y="8315"/>
                </a:lnTo>
                <a:lnTo>
                  <a:pt x="24479" y="7588"/>
                </a:lnTo>
                <a:lnTo>
                  <a:pt x="22057" y="6115"/>
                </a:lnTo>
                <a:lnTo>
                  <a:pt x="19394" y="4501"/>
                </a:lnTo>
                <a:lnTo>
                  <a:pt x="18062" y="3693"/>
                </a:lnTo>
                <a:lnTo>
                  <a:pt x="16710" y="2906"/>
                </a:lnTo>
                <a:lnTo>
                  <a:pt x="15983" y="2503"/>
                </a:lnTo>
                <a:lnTo>
                  <a:pt x="15216" y="2079"/>
                </a:lnTo>
                <a:lnTo>
                  <a:pt x="14429" y="1675"/>
                </a:lnTo>
                <a:lnTo>
                  <a:pt x="13602" y="1292"/>
                </a:lnTo>
                <a:lnTo>
                  <a:pt x="12775" y="949"/>
                </a:lnTo>
                <a:lnTo>
                  <a:pt x="12331" y="787"/>
                </a:lnTo>
                <a:lnTo>
                  <a:pt x="11907" y="626"/>
                </a:lnTo>
                <a:lnTo>
                  <a:pt x="11463" y="485"/>
                </a:lnTo>
                <a:lnTo>
                  <a:pt x="11019" y="364"/>
                </a:lnTo>
                <a:lnTo>
                  <a:pt x="10575" y="263"/>
                </a:lnTo>
                <a:lnTo>
                  <a:pt x="10131" y="162"/>
                </a:lnTo>
                <a:lnTo>
                  <a:pt x="9627" y="81"/>
                </a:lnTo>
                <a:lnTo>
                  <a:pt x="9142" y="41"/>
                </a:lnTo>
                <a:lnTo>
                  <a:pt x="865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11"/>
          <p:cNvSpPr/>
          <p:nvPr/>
        </p:nvSpPr>
        <p:spPr>
          <a:xfrm flipH="1">
            <a:off x="-682782" y="3372276"/>
            <a:ext cx="1826666" cy="1093271"/>
          </a:xfrm>
          <a:custGeom>
            <a:rect b="b" l="l" r="r" t="t"/>
            <a:pathLst>
              <a:path extrusionOk="0" h="19555" w="32673">
                <a:moveTo>
                  <a:pt x="4340" y="81"/>
                </a:moveTo>
                <a:lnTo>
                  <a:pt x="4622" y="101"/>
                </a:lnTo>
                <a:lnTo>
                  <a:pt x="4885" y="121"/>
                </a:lnTo>
                <a:lnTo>
                  <a:pt x="5167" y="161"/>
                </a:lnTo>
                <a:lnTo>
                  <a:pt x="5450" y="222"/>
                </a:lnTo>
                <a:lnTo>
                  <a:pt x="5712" y="283"/>
                </a:lnTo>
                <a:lnTo>
                  <a:pt x="6216" y="444"/>
                </a:lnTo>
                <a:lnTo>
                  <a:pt x="6640" y="626"/>
                </a:lnTo>
                <a:lnTo>
                  <a:pt x="7003" y="787"/>
                </a:lnTo>
                <a:lnTo>
                  <a:pt x="7266" y="928"/>
                </a:lnTo>
                <a:lnTo>
                  <a:pt x="7629" y="1130"/>
                </a:lnTo>
                <a:lnTo>
                  <a:pt x="7972" y="1352"/>
                </a:lnTo>
                <a:lnTo>
                  <a:pt x="8315" y="1594"/>
                </a:lnTo>
                <a:lnTo>
                  <a:pt x="8658" y="1836"/>
                </a:lnTo>
                <a:lnTo>
                  <a:pt x="9324" y="2341"/>
                </a:lnTo>
                <a:lnTo>
                  <a:pt x="9950" y="2866"/>
                </a:lnTo>
                <a:lnTo>
                  <a:pt x="10918" y="3632"/>
                </a:lnTo>
                <a:lnTo>
                  <a:pt x="11746" y="4258"/>
                </a:lnTo>
                <a:lnTo>
                  <a:pt x="12613" y="4843"/>
                </a:lnTo>
                <a:lnTo>
                  <a:pt x="13481" y="5388"/>
                </a:lnTo>
                <a:lnTo>
                  <a:pt x="14369" y="5913"/>
                </a:lnTo>
                <a:lnTo>
                  <a:pt x="15297" y="6397"/>
                </a:lnTo>
                <a:lnTo>
                  <a:pt x="16226" y="6861"/>
                </a:lnTo>
                <a:lnTo>
                  <a:pt x="17174" y="7285"/>
                </a:lnTo>
                <a:lnTo>
                  <a:pt x="18143" y="7709"/>
                </a:lnTo>
                <a:lnTo>
                  <a:pt x="19132" y="8092"/>
                </a:lnTo>
                <a:lnTo>
                  <a:pt x="20120" y="8476"/>
                </a:lnTo>
                <a:lnTo>
                  <a:pt x="21129" y="8839"/>
                </a:lnTo>
                <a:lnTo>
                  <a:pt x="22138" y="9182"/>
                </a:lnTo>
                <a:lnTo>
                  <a:pt x="23168" y="9505"/>
                </a:lnTo>
                <a:lnTo>
                  <a:pt x="24217" y="9848"/>
                </a:lnTo>
                <a:lnTo>
                  <a:pt x="26316" y="10473"/>
                </a:lnTo>
                <a:lnTo>
                  <a:pt x="26376" y="10494"/>
                </a:lnTo>
                <a:lnTo>
                  <a:pt x="27627" y="10877"/>
                </a:lnTo>
                <a:lnTo>
                  <a:pt x="28253" y="11079"/>
                </a:lnTo>
                <a:lnTo>
                  <a:pt x="28879" y="11301"/>
                </a:lnTo>
                <a:lnTo>
                  <a:pt x="29484" y="11523"/>
                </a:lnTo>
                <a:lnTo>
                  <a:pt x="30089" y="11805"/>
                </a:lnTo>
                <a:lnTo>
                  <a:pt x="30675" y="12088"/>
                </a:lnTo>
                <a:lnTo>
                  <a:pt x="31240" y="12411"/>
                </a:lnTo>
                <a:lnTo>
                  <a:pt x="31583" y="12633"/>
                </a:lnTo>
                <a:lnTo>
                  <a:pt x="31744" y="12754"/>
                </a:lnTo>
                <a:lnTo>
                  <a:pt x="31906" y="12895"/>
                </a:lnTo>
                <a:lnTo>
                  <a:pt x="32067" y="13036"/>
                </a:lnTo>
                <a:lnTo>
                  <a:pt x="32208" y="13198"/>
                </a:lnTo>
                <a:lnTo>
                  <a:pt x="32329" y="13379"/>
                </a:lnTo>
                <a:lnTo>
                  <a:pt x="32450" y="13581"/>
                </a:lnTo>
                <a:lnTo>
                  <a:pt x="32511" y="13763"/>
                </a:lnTo>
                <a:lnTo>
                  <a:pt x="32572" y="13965"/>
                </a:lnTo>
                <a:lnTo>
                  <a:pt x="32592" y="14166"/>
                </a:lnTo>
                <a:lnTo>
                  <a:pt x="32592" y="14368"/>
                </a:lnTo>
                <a:lnTo>
                  <a:pt x="32551" y="14570"/>
                </a:lnTo>
                <a:lnTo>
                  <a:pt x="32471" y="14772"/>
                </a:lnTo>
                <a:lnTo>
                  <a:pt x="32370" y="14953"/>
                </a:lnTo>
                <a:lnTo>
                  <a:pt x="32289" y="15034"/>
                </a:lnTo>
                <a:lnTo>
                  <a:pt x="32208" y="15095"/>
                </a:lnTo>
                <a:lnTo>
                  <a:pt x="32067" y="15196"/>
                </a:lnTo>
                <a:lnTo>
                  <a:pt x="31926" y="15256"/>
                </a:lnTo>
                <a:lnTo>
                  <a:pt x="31764" y="15317"/>
                </a:lnTo>
                <a:lnTo>
                  <a:pt x="31603" y="15337"/>
                </a:lnTo>
                <a:lnTo>
                  <a:pt x="31421" y="15357"/>
                </a:lnTo>
                <a:lnTo>
                  <a:pt x="31240" y="15377"/>
                </a:lnTo>
                <a:lnTo>
                  <a:pt x="30876" y="15357"/>
                </a:lnTo>
                <a:lnTo>
                  <a:pt x="29625" y="15276"/>
                </a:lnTo>
                <a:lnTo>
                  <a:pt x="28354" y="15196"/>
                </a:lnTo>
                <a:lnTo>
                  <a:pt x="25872" y="14974"/>
                </a:lnTo>
                <a:lnTo>
                  <a:pt x="24116" y="14832"/>
                </a:lnTo>
                <a:lnTo>
                  <a:pt x="22360" y="14691"/>
                </a:lnTo>
                <a:lnTo>
                  <a:pt x="20585" y="14590"/>
                </a:lnTo>
                <a:lnTo>
                  <a:pt x="19697" y="14550"/>
                </a:lnTo>
                <a:lnTo>
                  <a:pt x="18809" y="14530"/>
                </a:lnTo>
                <a:lnTo>
                  <a:pt x="17073" y="14530"/>
                </a:lnTo>
                <a:lnTo>
                  <a:pt x="16226" y="14570"/>
                </a:lnTo>
                <a:lnTo>
                  <a:pt x="15398" y="14631"/>
                </a:lnTo>
                <a:lnTo>
                  <a:pt x="14591" y="14691"/>
                </a:lnTo>
                <a:lnTo>
                  <a:pt x="13824" y="14792"/>
                </a:lnTo>
                <a:lnTo>
                  <a:pt x="13057" y="14893"/>
                </a:lnTo>
                <a:lnTo>
                  <a:pt x="12311" y="15034"/>
                </a:lnTo>
                <a:lnTo>
                  <a:pt x="11584" y="15175"/>
                </a:lnTo>
                <a:lnTo>
                  <a:pt x="10878" y="15337"/>
                </a:lnTo>
                <a:lnTo>
                  <a:pt x="10192" y="15539"/>
                </a:lnTo>
                <a:lnTo>
                  <a:pt x="9526" y="15740"/>
                </a:lnTo>
                <a:lnTo>
                  <a:pt x="8880" y="15962"/>
                </a:lnTo>
                <a:lnTo>
                  <a:pt x="8255" y="16205"/>
                </a:lnTo>
                <a:lnTo>
                  <a:pt x="7629" y="16487"/>
                </a:lnTo>
                <a:lnTo>
                  <a:pt x="7024" y="16770"/>
                </a:lnTo>
                <a:lnTo>
                  <a:pt x="6539" y="17012"/>
                </a:lnTo>
                <a:lnTo>
                  <a:pt x="6055" y="17294"/>
                </a:lnTo>
                <a:lnTo>
                  <a:pt x="5086" y="17839"/>
                </a:lnTo>
                <a:lnTo>
                  <a:pt x="4441" y="18202"/>
                </a:lnTo>
                <a:lnTo>
                  <a:pt x="3775" y="18586"/>
                </a:lnTo>
                <a:lnTo>
                  <a:pt x="3089" y="18929"/>
                </a:lnTo>
                <a:lnTo>
                  <a:pt x="2382" y="19252"/>
                </a:lnTo>
                <a:lnTo>
                  <a:pt x="2160" y="19353"/>
                </a:lnTo>
                <a:lnTo>
                  <a:pt x="1918" y="19413"/>
                </a:lnTo>
                <a:lnTo>
                  <a:pt x="1676" y="19454"/>
                </a:lnTo>
                <a:lnTo>
                  <a:pt x="1434" y="19454"/>
                </a:lnTo>
                <a:lnTo>
                  <a:pt x="1333" y="19413"/>
                </a:lnTo>
                <a:lnTo>
                  <a:pt x="1212" y="19373"/>
                </a:lnTo>
                <a:lnTo>
                  <a:pt x="1030" y="19272"/>
                </a:lnTo>
                <a:lnTo>
                  <a:pt x="869" y="19111"/>
                </a:lnTo>
                <a:lnTo>
                  <a:pt x="748" y="18949"/>
                </a:lnTo>
                <a:lnTo>
                  <a:pt x="627" y="18788"/>
                </a:lnTo>
                <a:lnTo>
                  <a:pt x="546" y="18606"/>
                </a:lnTo>
                <a:lnTo>
                  <a:pt x="425" y="18324"/>
                </a:lnTo>
                <a:lnTo>
                  <a:pt x="324" y="18001"/>
                </a:lnTo>
                <a:lnTo>
                  <a:pt x="263" y="17678"/>
                </a:lnTo>
                <a:lnTo>
                  <a:pt x="203" y="17335"/>
                </a:lnTo>
                <a:lnTo>
                  <a:pt x="162" y="16992"/>
                </a:lnTo>
                <a:lnTo>
                  <a:pt x="122" y="16326"/>
                </a:lnTo>
                <a:lnTo>
                  <a:pt x="102" y="15660"/>
                </a:lnTo>
                <a:lnTo>
                  <a:pt x="102" y="14368"/>
                </a:lnTo>
                <a:lnTo>
                  <a:pt x="82" y="13137"/>
                </a:lnTo>
                <a:lnTo>
                  <a:pt x="102" y="11947"/>
                </a:lnTo>
                <a:lnTo>
                  <a:pt x="122" y="10756"/>
                </a:lnTo>
                <a:lnTo>
                  <a:pt x="203" y="9485"/>
                </a:lnTo>
                <a:lnTo>
                  <a:pt x="324" y="8274"/>
                </a:lnTo>
                <a:lnTo>
                  <a:pt x="405" y="7689"/>
                </a:lnTo>
                <a:lnTo>
                  <a:pt x="485" y="7124"/>
                </a:lnTo>
                <a:lnTo>
                  <a:pt x="586" y="6579"/>
                </a:lnTo>
                <a:lnTo>
                  <a:pt x="687" y="6054"/>
                </a:lnTo>
                <a:lnTo>
                  <a:pt x="808" y="5529"/>
                </a:lnTo>
                <a:lnTo>
                  <a:pt x="929" y="5025"/>
                </a:lnTo>
                <a:lnTo>
                  <a:pt x="1071" y="4541"/>
                </a:lnTo>
                <a:lnTo>
                  <a:pt x="1232" y="4056"/>
                </a:lnTo>
                <a:lnTo>
                  <a:pt x="1393" y="3592"/>
                </a:lnTo>
                <a:lnTo>
                  <a:pt x="1555" y="3128"/>
                </a:lnTo>
                <a:lnTo>
                  <a:pt x="1736" y="2684"/>
                </a:lnTo>
                <a:lnTo>
                  <a:pt x="1938" y="2260"/>
                </a:lnTo>
                <a:lnTo>
                  <a:pt x="2039" y="2038"/>
                </a:lnTo>
                <a:lnTo>
                  <a:pt x="2301" y="1493"/>
                </a:lnTo>
                <a:lnTo>
                  <a:pt x="2463" y="1231"/>
                </a:lnTo>
                <a:lnTo>
                  <a:pt x="2624" y="969"/>
                </a:lnTo>
                <a:lnTo>
                  <a:pt x="2806" y="727"/>
                </a:lnTo>
                <a:lnTo>
                  <a:pt x="3008" y="525"/>
                </a:lnTo>
                <a:lnTo>
                  <a:pt x="3129" y="444"/>
                </a:lnTo>
                <a:lnTo>
                  <a:pt x="3250" y="363"/>
                </a:lnTo>
                <a:lnTo>
                  <a:pt x="3391" y="283"/>
                </a:lnTo>
                <a:lnTo>
                  <a:pt x="3532" y="222"/>
                </a:lnTo>
                <a:lnTo>
                  <a:pt x="3795" y="161"/>
                </a:lnTo>
                <a:lnTo>
                  <a:pt x="4057" y="101"/>
                </a:lnTo>
                <a:lnTo>
                  <a:pt x="4340" y="81"/>
                </a:lnTo>
                <a:close/>
                <a:moveTo>
                  <a:pt x="4360" y="0"/>
                </a:moveTo>
                <a:lnTo>
                  <a:pt x="3997" y="40"/>
                </a:lnTo>
                <a:lnTo>
                  <a:pt x="3714" y="81"/>
                </a:lnTo>
                <a:lnTo>
                  <a:pt x="3492" y="161"/>
                </a:lnTo>
                <a:lnTo>
                  <a:pt x="3351" y="222"/>
                </a:lnTo>
                <a:lnTo>
                  <a:pt x="3210" y="283"/>
                </a:lnTo>
                <a:lnTo>
                  <a:pt x="3089" y="363"/>
                </a:lnTo>
                <a:lnTo>
                  <a:pt x="2967" y="464"/>
                </a:lnTo>
                <a:lnTo>
                  <a:pt x="2745" y="666"/>
                </a:lnTo>
                <a:lnTo>
                  <a:pt x="2564" y="908"/>
                </a:lnTo>
                <a:lnTo>
                  <a:pt x="2382" y="1170"/>
                </a:lnTo>
                <a:lnTo>
                  <a:pt x="2241" y="1453"/>
                </a:lnTo>
                <a:lnTo>
                  <a:pt x="1958" y="2018"/>
                </a:lnTo>
                <a:lnTo>
                  <a:pt x="1878" y="2220"/>
                </a:lnTo>
                <a:lnTo>
                  <a:pt x="1676" y="2664"/>
                </a:lnTo>
                <a:lnTo>
                  <a:pt x="1494" y="3108"/>
                </a:lnTo>
                <a:lnTo>
                  <a:pt x="1313" y="3552"/>
                </a:lnTo>
                <a:lnTo>
                  <a:pt x="1151" y="4036"/>
                </a:lnTo>
                <a:lnTo>
                  <a:pt x="990" y="4500"/>
                </a:lnTo>
                <a:lnTo>
                  <a:pt x="849" y="5005"/>
                </a:lnTo>
                <a:lnTo>
                  <a:pt x="727" y="5509"/>
                </a:lnTo>
                <a:lnTo>
                  <a:pt x="606" y="6034"/>
                </a:lnTo>
                <a:lnTo>
                  <a:pt x="505" y="6559"/>
                </a:lnTo>
                <a:lnTo>
                  <a:pt x="405" y="7103"/>
                </a:lnTo>
                <a:lnTo>
                  <a:pt x="324" y="7668"/>
                </a:lnTo>
                <a:lnTo>
                  <a:pt x="243" y="8254"/>
                </a:lnTo>
                <a:lnTo>
                  <a:pt x="122" y="9464"/>
                </a:lnTo>
                <a:lnTo>
                  <a:pt x="41" y="10756"/>
                </a:lnTo>
                <a:lnTo>
                  <a:pt x="21" y="11947"/>
                </a:lnTo>
                <a:lnTo>
                  <a:pt x="1" y="13137"/>
                </a:lnTo>
                <a:lnTo>
                  <a:pt x="21" y="14368"/>
                </a:lnTo>
                <a:lnTo>
                  <a:pt x="21" y="15660"/>
                </a:lnTo>
                <a:lnTo>
                  <a:pt x="41" y="16326"/>
                </a:lnTo>
                <a:lnTo>
                  <a:pt x="82" y="17012"/>
                </a:lnTo>
                <a:lnTo>
                  <a:pt x="122" y="17355"/>
                </a:lnTo>
                <a:lnTo>
                  <a:pt x="183" y="17678"/>
                </a:lnTo>
                <a:lnTo>
                  <a:pt x="263" y="18021"/>
                </a:lnTo>
                <a:lnTo>
                  <a:pt x="344" y="18344"/>
                </a:lnTo>
                <a:lnTo>
                  <a:pt x="405" y="18505"/>
                </a:lnTo>
                <a:lnTo>
                  <a:pt x="485" y="18687"/>
                </a:lnTo>
                <a:lnTo>
                  <a:pt x="586" y="18868"/>
                </a:lnTo>
                <a:lnTo>
                  <a:pt x="707" y="19030"/>
                </a:lnTo>
                <a:lnTo>
                  <a:pt x="849" y="19211"/>
                </a:lnTo>
                <a:lnTo>
                  <a:pt x="1010" y="19353"/>
                </a:lnTo>
                <a:lnTo>
                  <a:pt x="1192" y="19454"/>
                </a:lnTo>
                <a:lnTo>
                  <a:pt x="1313" y="19494"/>
                </a:lnTo>
                <a:lnTo>
                  <a:pt x="1414" y="19534"/>
                </a:lnTo>
                <a:lnTo>
                  <a:pt x="1615" y="19555"/>
                </a:lnTo>
                <a:lnTo>
                  <a:pt x="1817" y="19534"/>
                </a:lnTo>
                <a:lnTo>
                  <a:pt x="2039" y="19474"/>
                </a:lnTo>
                <a:lnTo>
                  <a:pt x="2241" y="19413"/>
                </a:lnTo>
                <a:lnTo>
                  <a:pt x="2423" y="19333"/>
                </a:lnTo>
                <a:lnTo>
                  <a:pt x="3129" y="19010"/>
                </a:lnTo>
                <a:lnTo>
                  <a:pt x="3795" y="18646"/>
                </a:lnTo>
                <a:lnTo>
                  <a:pt x="4481" y="18283"/>
                </a:lnTo>
                <a:lnTo>
                  <a:pt x="5127" y="17900"/>
                </a:lnTo>
                <a:lnTo>
                  <a:pt x="6095" y="17355"/>
                </a:lnTo>
                <a:lnTo>
                  <a:pt x="6580" y="17093"/>
                </a:lnTo>
                <a:lnTo>
                  <a:pt x="7064" y="16830"/>
                </a:lnTo>
                <a:lnTo>
                  <a:pt x="7669" y="16548"/>
                </a:lnTo>
                <a:lnTo>
                  <a:pt x="8275" y="16285"/>
                </a:lnTo>
                <a:lnTo>
                  <a:pt x="8900" y="16043"/>
                </a:lnTo>
                <a:lnTo>
                  <a:pt x="9566" y="15821"/>
                </a:lnTo>
                <a:lnTo>
                  <a:pt x="10232" y="15619"/>
                </a:lnTo>
                <a:lnTo>
                  <a:pt x="10898" y="15418"/>
                </a:lnTo>
                <a:lnTo>
                  <a:pt x="11604" y="15256"/>
                </a:lnTo>
                <a:lnTo>
                  <a:pt x="12331" y="15115"/>
                </a:lnTo>
                <a:lnTo>
                  <a:pt x="13078" y="14974"/>
                </a:lnTo>
                <a:lnTo>
                  <a:pt x="13824" y="14873"/>
                </a:lnTo>
                <a:lnTo>
                  <a:pt x="14611" y="14772"/>
                </a:lnTo>
                <a:lnTo>
                  <a:pt x="15419" y="14711"/>
                </a:lnTo>
                <a:lnTo>
                  <a:pt x="16226" y="14651"/>
                </a:lnTo>
                <a:lnTo>
                  <a:pt x="17073" y="14610"/>
                </a:lnTo>
                <a:lnTo>
                  <a:pt x="18809" y="14610"/>
                </a:lnTo>
                <a:lnTo>
                  <a:pt x="19697" y="14631"/>
                </a:lnTo>
                <a:lnTo>
                  <a:pt x="20585" y="14671"/>
                </a:lnTo>
                <a:lnTo>
                  <a:pt x="22360" y="14772"/>
                </a:lnTo>
                <a:lnTo>
                  <a:pt x="24116" y="14913"/>
                </a:lnTo>
                <a:lnTo>
                  <a:pt x="25852" y="15054"/>
                </a:lnTo>
                <a:lnTo>
                  <a:pt x="28354" y="15276"/>
                </a:lnTo>
                <a:lnTo>
                  <a:pt x="29605" y="15357"/>
                </a:lnTo>
                <a:lnTo>
                  <a:pt x="30876" y="15438"/>
                </a:lnTo>
                <a:lnTo>
                  <a:pt x="31240" y="15458"/>
                </a:lnTo>
                <a:lnTo>
                  <a:pt x="31441" y="15438"/>
                </a:lnTo>
                <a:lnTo>
                  <a:pt x="31623" y="15418"/>
                </a:lnTo>
                <a:lnTo>
                  <a:pt x="31785" y="15397"/>
                </a:lnTo>
                <a:lnTo>
                  <a:pt x="31966" y="15337"/>
                </a:lnTo>
                <a:lnTo>
                  <a:pt x="32128" y="15256"/>
                </a:lnTo>
                <a:lnTo>
                  <a:pt x="32269" y="15155"/>
                </a:lnTo>
                <a:lnTo>
                  <a:pt x="32350" y="15075"/>
                </a:lnTo>
                <a:lnTo>
                  <a:pt x="32430" y="14994"/>
                </a:lnTo>
                <a:lnTo>
                  <a:pt x="32551" y="14812"/>
                </a:lnTo>
                <a:lnTo>
                  <a:pt x="32612" y="14610"/>
                </a:lnTo>
                <a:lnTo>
                  <a:pt x="32672" y="14388"/>
                </a:lnTo>
                <a:lnTo>
                  <a:pt x="32672" y="14166"/>
                </a:lnTo>
                <a:lnTo>
                  <a:pt x="32652" y="13944"/>
                </a:lnTo>
                <a:lnTo>
                  <a:pt x="32592" y="13743"/>
                </a:lnTo>
                <a:lnTo>
                  <a:pt x="32511" y="13541"/>
                </a:lnTo>
                <a:lnTo>
                  <a:pt x="32410" y="13339"/>
                </a:lnTo>
                <a:lnTo>
                  <a:pt x="32269" y="13157"/>
                </a:lnTo>
                <a:lnTo>
                  <a:pt x="32128" y="12996"/>
                </a:lnTo>
                <a:lnTo>
                  <a:pt x="31966" y="12835"/>
                </a:lnTo>
                <a:lnTo>
                  <a:pt x="31805" y="12693"/>
                </a:lnTo>
                <a:lnTo>
                  <a:pt x="31623" y="12572"/>
                </a:lnTo>
                <a:lnTo>
                  <a:pt x="31280" y="12350"/>
                </a:lnTo>
                <a:lnTo>
                  <a:pt x="30715" y="12027"/>
                </a:lnTo>
                <a:lnTo>
                  <a:pt x="30130" y="11725"/>
                </a:lnTo>
                <a:lnTo>
                  <a:pt x="29524" y="11462"/>
                </a:lnTo>
                <a:lnTo>
                  <a:pt x="28919" y="11220"/>
                </a:lnTo>
                <a:lnTo>
                  <a:pt x="28293" y="10998"/>
                </a:lnTo>
                <a:lnTo>
                  <a:pt x="27648" y="10796"/>
                </a:lnTo>
                <a:lnTo>
                  <a:pt x="26396" y="10413"/>
                </a:lnTo>
                <a:lnTo>
                  <a:pt x="26336" y="10393"/>
                </a:lnTo>
                <a:lnTo>
                  <a:pt x="24237" y="9767"/>
                </a:lnTo>
                <a:lnTo>
                  <a:pt x="23208" y="9444"/>
                </a:lnTo>
                <a:lnTo>
                  <a:pt x="22179" y="9101"/>
                </a:lnTo>
                <a:lnTo>
                  <a:pt x="21170" y="8758"/>
                </a:lnTo>
                <a:lnTo>
                  <a:pt x="20161" y="8395"/>
                </a:lnTo>
                <a:lnTo>
                  <a:pt x="19152" y="8032"/>
                </a:lnTo>
                <a:lnTo>
                  <a:pt x="18183" y="7628"/>
                </a:lnTo>
                <a:lnTo>
                  <a:pt x="17215" y="7224"/>
                </a:lnTo>
                <a:lnTo>
                  <a:pt x="16266" y="6781"/>
                </a:lnTo>
                <a:lnTo>
                  <a:pt x="15338" y="6316"/>
                </a:lnTo>
                <a:lnTo>
                  <a:pt x="14410" y="5832"/>
                </a:lnTo>
                <a:lnTo>
                  <a:pt x="13522" y="5328"/>
                </a:lnTo>
                <a:lnTo>
                  <a:pt x="12654" y="4783"/>
                </a:lnTo>
                <a:lnTo>
                  <a:pt x="11806" y="4197"/>
                </a:lnTo>
                <a:lnTo>
                  <a:pt x="10979" y="3572"/>
                </a:lnTo>
                <a:lnTo>
                  <a:pt x="10010" y="2805"/>
                </a:lnTo>
                <a:lnTo>
                  <a:pt x="9365" y="2280"/>
                </a:lnTo>
                <a:lnTo>
                  <a:pt x="8699" y="1776"/>
                </a:lnTo>
                <a:lnTo>
                  <a:pt x="8356" y="1514"/>
                </a:lnTo>
                <a:lnTo>
                  <a:pt x="8012" y="1292"/>
                </a:lnTo>
                <a:lnTo>
                  <a:pt x="7669" y="1070"/>
                </a:lnTo>
                <a:lnTo>
                  <a:pt x="7306" y="848"/>
                </a:lnTo>
                <a:lnTo>
                  <a:pt x="6923" y="666"/>
                </a:lnTo>
                <a:lnTo>
                  <a:pt x="6559" y="505"/>
                </a:lnTo>
                <a:lnTo>
                  <a:pt x="6216" y="363"/>
                </a:lnTo>
                <a:lnTo>
                  <a:pt x="5894" y="242"/>
                </a:lnTo>
                <a:lnTo>
                  <a:pt x="5591" y="161"/>
                </a:lnTo>
                <a:lnTo>
                  <a:pt x="5308" y="101"/>
                </a:lnTo>
                <a:lnTo>
                  <a:pt x="5046" y="61"/>
                </a:lnTo>
                <a:lnTo>
                  <a:pt x="4804" y="20"/>
                </a:lnTo>
                <a:lnTo>
                  <a:pt x="45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11"/>
          <p:cNvSpPr/>
          <p:nvPr/>
        </p:nvSpPr>
        <p:spPr>
          <a:xfrm flipH="1">
            <a:off x="200616" y="3627209"/>
            <a:ext cx="794334" cy="541632"/>
          </a:xfrm>
          <a:custGeom>
            <a:rect b="b" l="l" r="r" t="t"/>
            <a:pathLst>
              <a:path extrusionOk="0" h="9688" w="14208">
                <a:moveTo>
                  <a:pt x="2765" y="81"/>
                </a:moveTo>
                <a:lnTo>
                  <a:pt x="2967" y="142"/>
                </a:lnTo>
                <a:lnTo>
                  <a:pt x="3189" y="223"/>
                </a:lnTo>
                <a:lnTo>
                  <a:pt x="3431" y="324"/>
                </a:lnTo>
                <a:lnTo>
                  <a:pt x="3694" y="465"/>
                </a:lnTo>
                <a:lnTo>
                  <a:pt x="3956" y="626"/>
                </a:lnTo>
                <a:lnTo>
                  <a:pt x="4218" y="828"/>
                </a:lnTo>
                <a:lnTo>
                  <a:pt x="4501" y="1070"/>
                </a:lnTo>
                <a:lnTo>
                  <a:pt x="5005" y="1474"/>
                </a:lnTo>
                <a:lnTo>
                  <a:pt x="5510" y="1837"/>
                </a:lnTo>
                <a:lnTo>
                  <a:pt x="6055" y="2200"/>
                </a:lnTo>
                <a:lnTo>
                  <a:pt x="6600" y="2523"/>
                </a:lnTo>
                <a:lnTo>
                  <a:pt x="7165" y="2826"/>
                </a:lnTo>
                <a:lnTo>
                  <a:pt x="7750" y="3088"/>
                </a:lnTo>
                <a:lnTo>
                  <a:pt x="8335" y="3330"/>
                </a:lnTo>
                <a:lnTo>
                  <a:pt x="8940" y="3532"/>
                </a:lnTo>
                <a:lnTo>
                  <a:pt x="9566" y="3714"/>
                </a:lnTo>
                <a:lnTo>
                  <a:pt x="10171" y="3895"/>
                </a:lnTo>
                <a:lnTo>
                  <a:pt x="11140" y="4158"/>
                </a:lnTo>
                <a:lnTo>
                  <a:pt x="11624" y="4319"/>
                </a:lnTo>
                <a:lnTo>
                  <a:pt x="12089" y="4481"/>
                </a:lnTo>
                <a:lnTo>
                  <a:pt x="12533" y="4683"/>
                </a:lnTo>
                <a:lnTo>
                  <a:pt x="12956" y="4904"/>
                </a:lnTo>
                <a:lnTo>
                  <a:pt x="13178" y="5046"/>
                </a:lnTo>
                <a:lnTo>
                  <a:pt x="13380" y="5167"/>
                </a:lnTo>
                <a:lnTo>
                  <a:pt x="13562" y="5328"/>
                </a:lnTo>
                <a:lnTo>
                  <a:pt x="13764" y="5490"/>
                </a:lnTo>
                <a:lnTo>
                  <a:pt x="13945" y="5671"/>
                </a:lnTo>
                <a:lnTo>
                  <a:pt x="14066" y="5853"/>
                </a:lnTo>
                <a:lnTo>
                  <a:pt x="14086" y="5934"/>
                </a:lnTo>
                <a:lnTo>
                  <a:pt x="14127" y="6014"/>
                </a:lnTo>
                <a:lnTo>
                  <a:pt x="14127" y="6095"/>
                </a:lnTo>
                <a:lnTo>
                  <a:pt x="14127" y="6176"/>
                </a:lnTo>
                <a:lnTo>
                  <a:pt x="14086" y="6317"/>
                </a:lnTo>
                <a:lnTo>
                  <a:pt x="14006" y="6458"/>
                </a:lnTo>
                <a:lnTo>
                  <a:pt x="13864" y="6579"/>
                </a:lnTo>
                <a:lnTo>
                  <a:pt x="13683" y="6721"/>
                </a:lnTo>
                <a:lnTo>
                  <a:pt x="13461" y="6842"/>
                </a:lnTo>
                <a:lnTo>
                  <a:pt x="13239" y="6963"/>
                </a:lnTo>
                <a:lnTo>
                  <a:pt x="12997" y="7064"/>
                </a:lnTo>
                <a:lnTo>
                  <a:pt x="12755" y="7165"/>
                </a:lnTo>
                <a:lnTo>
                  <a:pt x="12512" y="7225"/>
                </a:lnTo>
                <a:lnTo>
                  <a:pt x="12270" y="7286"/>
                </a:lnTo>
                <a:lnTo>
                  <a:pt x="11766" y="7387"/>
                </a:lnTo>
                <a:lnTo>
                  <a:pt x="11261" y="7447"/>
                </a:lnTo>
                <a:lnTo>
                  <a:pt x="10716" y="7467"/>
                </a:lnTo>
                <a:lnTo>
                  <a:pt x="9647" y="7488"/>
                </a:lnTo>
                <a:lnTo>
                  <a:pt x="8940" y="7508"/>
                </a:lnTo>
                <a:lnTo>
                  <a:pt x="8234" y="7528"/>
                </a:lnTo>
                <a:lnTo>
                  <a:pt x="7891" y="7548"/>
                </a:lnTo>
                <a:lnTo>
                  <a:pt x="7548" y="7588"/>
                </a:lnTo>
                <a:lnTo>
                  <a:pt x="7205" y="7649"/>
                </a:lnTo>
                <a:lnTo>
                  <a:pt x="6862" y="7710"/>
                </a:lnTo>
                <a:lnTo>
                  <a:pt x="6559" y="7790"/>
                </a:lnTo>
                <a:lnTo>
                  <a:pt x="6236" y="7891"/>
                </a:lnTo>
                <a:lnTo>
                  <a:pt x="5651" y="8113"/>
                </a:lnTo>
                <a:lnTo>
                  <a:pt x="5066" y="8375"/>
                </a:lnTo>
                <a:lnTo>
                  <a:pt x="4501" y="8658"/>
                </a:lnTo>
                <a:lnTo>
                  <a:pt x="3653" y="9041"/>
                </a:lnTo>
                <a:lnTo>
                  <a:pt x="3209" y="9223"/>
                </a:lnTo>
                <a:lnTo>
                  <a:pt x="2786" y="9384"/>
                </a:lnTo>
                <a:lnTo>
                  <a:pt x="2483" y="9485"/>
                </a:lnTo>
                <a:lnTo>
                  <a:pt x="2221" y="9546"/>
                </a:lnTo>
                <a:lnTo>
                  <a:pt x="1978" y="9586"/>
                </a:lnTo>
                <a:lnTo>
                  <a:pt x="1756" y="9606"/>
                </a:lnTo>
                <a:lnTo>
                  <a:pt x="1555" y="9606"/>
                </a:lnTo>
                <a:lnTo>
                  <a:pt x="1373" y="9586"/>
                </a:lnTo>
                <a:lnTo>
                  <a:pt x="1212" y="9566"/>
                </a:lnTo>
                <a:lnTo>
                  <a:pt x="1070" y="9526"/>
                </a:lnTo>
                <a:lnTo>
                  <a:pt x="929" y="9465"/>
                </a:lnTo>
                <a:lnTo>
                  <a:pt x="808" y="9405"/>
                </a:lnTo>
                <a:lnTo>
                  <a:pt x="626" y="9284"/>
                </a:lnTo>
                <a:lnTo>
                  <a:pt x="485" y="9162"/>
                </a:lnTo>
                <a:lnTo>
                  <a:pt x="404" y="9082"/>
                </a:lnTo>
                <a:lnTo>
                  <a:pt x="303" y="8920"/>
                </a:lnTo>
                <a:lnTo>
                  <a:pt x="243" y="8759"/>
                </a:lnTo>
                <a:lnTo>
                  <a:pt x="182" y="8597"/>
                </a:lnTo>
                <a:lnTo>
                  <a:pt x="142" y="8436"/>
                </a:lnTo>
                <a:lnTo>
                  <a:pt x="102" y="8073"/>
                </a:lnTo>
                <a:lnTo>
                  <a:pt x="81" y="7730"/>
                </a:lnTo>
                <a:lnTo>
                  <a:pt x="102" y="6983"/>
                </a:lnTo>
                <a:lnTo>
                  <a:pt x="142" y="6236"/>
                </a:lnTo>
                <a:lnTo>
                  <a:pt x="243" y="5470"/>
                </a:lnTo>
                <a:lnTo>
                  <a:pt x="364" y="4703"/>
                </a:lnTo>
                <a:lnTo>
                  <a:pt x="525" y="3895"/>
                </a:lnTo>
                <a:lnTo>
                  <a:pt x="727" y="3068"/>
                </a:lnTo>
                <a:lnTo>
                  <a:pt x="990" y="2200"/>
                </a:lnTo>
                <a:lnTo>
                  <a:pt x="1272" y="1292"/>
                </a:lnTo>
                <a:lnTo>
                  <a:pt x="1373" y="1050"/>
                </a:lnTo>
                <a:lnTo>
                  <a:pt x="1454" y="848"/>
                </a:lnTo>
                <a:lnTo>
                  <a:pt x="1575" y="667"/>
                </a:lnTo>
                <a:lnTo>
                  <a:pt x="1696" y="505"/>
                </a:lnTo>
                <a:lnTo>
                  <a:pt x="1817" y="364"/>
                </a:lnTo>
                <a:lnTo>
                  <a:pt x="1958" y="263"/>
                </a:lnTo>
                <a:lnTo>
                  <a:pt x="2099" y="162"/>
                </a:lnTo>
                <a:lnTo>
                  <a:pt x="2261" y="122"/>
                </a:lnTo>
                <a:lnTo>
                  <a:pt x="2402" y="81"/>
                </a:lnTo>
                <a:close/>
                <a:moveTo>
                  <a:pt x="2463" y="1"/>
                </a:moveTo>
                <a:lnTo>
                  <a:pt x="2241" y="41"/>
                </a:lnTo>
                <a:lnTo>
                  <a:pt x="2079" y="102"/>
                </a:lnTo>
                <a:lnTo>
                  <a:pt x="1918" y="182"/>
                </a:lnTo>
                <a:lnTo>
                  <a:pt x="1777" y="303"/>
                </a:lnTo>
                <a:lnTo>
                  <a:pt x="1635" y="445"/>
                </a:lnTo>
                <a:lnTo>
                  <a:pt x="1514" y="606"/>
                </a:lnTo>
                <a:lnTo>
                  <a:pt x="1393" y="808"/>
                </a:lnTo>
                <a:lnTo>
                  <a:pt x="1292" y="1030"/>
                </a:lnTo>
                <a:lnTo>
                  <a:pt x="1191" y="1272"/>
                </a:lnTo>
                <a:lnTo>
                  <a:pt x="909" y="2180"/>
                </a:lnTo>
                <a:lnTo>
                  <a:pt x="646" y="3048"/>
                </a:lnTo>
                <a:lnTo>
                  <a:pt x="445" y="3875"/>
                </a:lnTo>
                <a:lnTo>
                  <a:pt x="283" y="4683"/>
                </a:lnTo>
                <a:lnTo>
                  <a:pt x="162" y="5470"/>
                </a:lnTo>
                <a:lnTo>
                  <a:pt x="61" y="6236"/>
                </a:lnTo>
                <a:lnTo>
                  <a:pt x="21" y="6983"/>
                </a:lnTo>
                <a:lnTo>
                  <a:pt x="1" y="7730"/>
                </a:lnTo>
                <a:lnTo>
                  <a:pt x="21" y="8093"/>
                </a:lnTo>
                <a:lnTo>
                  <a:pt x="41" y="8275"/>
                </a:lnTo>
                <a:lnTo>
                  <a:pt x="61" y="8456"/>
                </a:lnTo>
                <a:lnTo>
                  <a:pt x="102" y="8638"/>
                </a:lnTo>
                <a:lnTo>
                  <a:pt x="162" y="8799"/>
                </a:lnTo>
                <a:lnTo>
                  <a:pt x="243" y="8961"/>
                </a:lnTo>
                <a:lnTo>
                  <a:pt x="344" y="9122"/>
                </a:lnTo>
                <a:lnTo>
                  <a:pt x="465" y="9263"/>
                </a:lnTo>
                <a:lnTo>
                  <a:pt x="606" y="9384"/>
                </a:lnTo>
                <a:lnTo>
                  <a:pt x="768" y="9485"/>
                </a:lnTo>
                <a:lnTo>
                  <a:pt x="929" y="9566"/>
                </a:lnTo>
                <a:lnTo>
                  <a:pt x="1111" y="9627"/>
                </a:lnTo>
                <a:lnTo>
                  <a:pt x="1272" y="9647"/>
                </a:lnTo>
                <a:lnTo>
                  <a:pt x="1454" y="9667"/>
                </a:lnTo>
                <a:lnTo>
                  <a:pt x="1635" y="9687"/>
                </a:lnTo>
                <a:lnTo>
                  <a:pt x="1999" y="9667"/>
                </a:lnTo>
                <a:lnTo>
                  <a:pt x="2321" y="9606"/>
                </a:lnTo>
                <a:lnTo>
                  <a:pt x="2604" y="9526"/>
                </a:lnTo>
                <a:lnTo>
                  <a:pt x="2806" y="9465"/>
                </a:lnTo>
                <a:lnTo>
                  <a:pt x="3250" y="9304"/>
                </a:lnTo>
                <a:lnTo>
                  <a:pt x="3673" y="9122"/>
                </a:lnTo>
                <a:lnTo>
                  <a:pt x="4521" y="8719"/>
                </a:lnTo>
                <a:lnTo>
                  <a:pt x="5106" y="8456"/>
                </a:lnTo>
                <a:lnTo>
                  <a:pt x="5671" y="8194"/>
                </a:lnTo>
                <a:lnTo>
                  <a:pt x="6277" y="7972"/>
                </a:lnTo>
                <a:lnTo>
                  <a:pt x="6579" y="7871"/>
                </a:lnTo>
                <a:lnTo>
                  <a:pt x="6882" y="7790"/>
                </a:lnTo>
                <a:lnTo>
                  <a:pt x="7205" y="7730"/>
                </a:lnTo>
                <a:lnTo>
                  <a:pt x="7548" y="7669"/>
                </a:lnTo>
                <a:lnTo>
                  <a:pt x="7891" y="7629"/>
                </a:lnTo>
                <a:lnTo>
                  <a:pt x="8254" y="7609"/>
                </a:lnTo>
                <a:lnTo>
                  <a:pt x="8940" y="7588"/>
                </a:lnTo>
                <a:lnTo>
                  <a:pt x="9647" y="7568"/>
                </a:lnTo>
                <a:lnTo>
                  <a:pt x="10716" y="7548"/>
                </a:lnTo>
                <a:lnTo>
                  <a:pt x="11241" y="7528"/>
                </a:lnTo>
                <a:lnTo>
                  <a:pt x="11766" y="7467"/>
                </a:lnTo>
                <a:lnTo>
                  <a:pt x="12290" y="7366"/>
                </a:lnTo>
                <a:lnTo>
                  <a:pt x="12533" y="7306"/>
                </a:lnTo>
                <a:lnTo>
                  <a:pt x="12775" y="7225"/>
                </a:lnTo>
                <a:lnTo>
                  <a:pt x="13037" y="7144"/>
                </a:lnTo>
                <a:lnTo>
                  <a:pt x="13259" y="7044"/>
                </a:lnTo>
                <a:lnTo>
                  <a:pt x="13501" y="6922"/>
                </a:lnTo>
                <a:lnTo>
                  <a:pt x="13723" y="6781"/>
                </a:lnTo>
                <a:lnTo>
                  <a:pt x="13885" y="6680"/>
                </a:lnTo>
                <a:lnTo>
                  <a:pt x="14026" y="6559"/>
                </a:lnTo>
                <a:lnTo>
                  <a:pt x="14086" y="6479"/>
                </a:lnTo>
                <a:lnTo>
                  <a:pt x="14147" y="6398"/>
                </a:lnTo>
                <a:lnTo>
                  <a:pt x="14187" y="6297"/>
                </a:lnTo>
                <a:lnTo>
                  <a:pt x="14207" y="6196"/>
                </a:lnTo>
                <a:lnTo>
                  <a:pt x="14207" y="6095"/>
                </a:lnTo>
                <a:lnTo>
                  <a:pt x="14207" y="6014"/>
                </a:lnTo>
                <a:lnTo>
                  <a:pt x="14167" y="5913"/>
                </a:lnTo>
                <a:lnTo>
                  <a:pt x="14127" y="5813"/>
                </a:lnTo>
                <a:lnTo>
                  <a:pt x="14086" y="5712"/>
                </a:lnTo>
                <a:lnTo>
                  <a:pt x="14006" y="5631"/>
                </a:lnTo>
                <a:lnTo>
                  <a:pt x="13804" y="5429"/>
                </a:lnTo>
                <a:lnTo>
                  <a:pt x="13622" y="5268"/>
                </a:lnTo>
                <a:lnTo>
                  <a:pt x="13420" y="5106"/>
                </a:lnTo>
                <a:lnTo>
                  <a:pt x="13219" y="4965"/>
                </a:lnTo>
                <a:lnTo>
                  <a:pt x="13017" y="4844"/>
                </a:lnTo>
                <a:lnTo>
                  <a:pt x="12573" y="4602"/>
                </a:lnTo>
                <a:lnTo>
                  <a:pt x="12109" y="4420"/>
                </a:lnTo>
                <a:lnTo>
                  <a:pt x="11645" y="4239"/>
                </a:lnTo>
                <a:lnTo>
                  <a:pt x="11160" y="4077"/>
                </a:lnTo>
                <a:lnTo>
                  <a:pt x="10192" y="3815"/>
                </a:lnTo>
                <a:lnTo>
                  <a:pt x="9586" y="3653"/>
                </a:lnTo>
                <a:lnTo>
                  <a:pt x="8961" y="3452"/>
                </a:lnTo>
                <a:lnTo>
                  <a:pt x="8375" y="3250"/>
                </a:lnTo>
                <a:lnTo>
                  <a:pt x="7770" y="3008"/>
                </a:lnTo>
                <a:lnTo>
                  <a:pt x="7205" y="2745"/>
                </a:lnTo>
                <a:lnTo>
                  <a:pt x="6640" y="2443"/>
                </a:lnTo>
                <a:lnTo>
                  <a:pt x="6095" y="2120"/>
                </a:lnTo>
                <a:lnTo>
                  <a:pt x="5570" y="1777"/>
                </a:lnTo>
                <a:lnTo>
                  <a:pt x="5046" y="1413"/>
                </a:lnTo>
                <a:lnTo>
                  <a:pt x="4561" y="1010"/>
                </a:lnTo>
                <a:lnTo>
                  <a:pt x="4218" y="727"/>
                </a:lnTo>
                <a:lnTo>
                  <a:pt x="3875" y="485"/>
                </a:lnTo>
                <a:lnTo>
                  <a:pt x="3573" y="303"/>
                </a:lnTo>
                <a:lnTo>
                  <a:pt x="3270" y="162"/>
                </a:lnTo>
                <a:lnTo>
                  <a:pt x="2987" y="61"/>
                </a:lnTo>
                <a:lnTo>
                  <a:pt x="27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11"/>
          <p:cNvSpPr/>
          <p:nvPr/>
        </p:nvSpPr>
        <p:spPr>
          <a:xfrm flipH="1">
            <a:off x="719610" y="3878788"/>
            <a:ext cx="4584" cy="51994"/>
          </a:xfrm>
          <a:custGeom>
            <a:rect b="b" l="l" r="r" t="t"/>
            <a:pathLst>
              <a:path extrusionOk="0" h="930" w="82">
                <a:moveTo>
                  <a:pt x="1" y="1"/>
                </a:moveTo>
                <a:lnTo>
                  <a:pt x="1" y="929"/>
                </a:lnTo>
                <a:lnTo>
                  <a:pt x="82" y="929"/>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11"/>
          <p:cNvSpPr/>
          <p:nvPr/>
        </p:nvSpPr>
        <p:spPr>
          <a:xfrm flipH="1">
            <a:off x="695905" y="3902492"/>
            <a:ext cx="51938" cy="4584"/>
          </a:xfrm>
          <a:custGeom>
            <a:rect b="b" l="l" r="r" t="t"/>
            <a:pathLst>
              <a:path extrusionOk="0" h="82" w="929">
                <a:moveTo>
                  <a:pt x="0" y="1"/>
                </a:moveTo>
                <a:lnTo>
                  <a:pt x="0" y="81"/>
                </a:lnTo>
                <a:lnTo>
                  <a:pt x="928" y="81"/>
                </a:lnTo>
                <a:lnTo>
                  <a:pt x="92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11"/>
          <p:cNvSpPr/>
          <p:nvPr/>
        </p:nvSpPr>
        <p:spPr>
          <a:xfrm flipH="1">
            <a:off x="8234036" y="2005310"/>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11"/>
          <p:cNvSpPr/>
          <p:nvPr/>
        </p:nvSpPr>
        <p:spPr>
          <a:xfrm flipH="1">
            <a:off x="8761836" y="369160"/>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11"/>
          <p:cNvSpPr/>
          <p:nvPr/>
        </p:nvSpPr>
        <p:spPr>
          <a:xfrm flipH="1">
            <a:off x="8862311" y="1431335"/>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11"/>
          <p:cNvSpPr/>
          <p:nvPr/>
        </p:nvSpPr>
        <p:spPr>
          <a:xfrm flipH="1">
            <a:off x="1261229" y="1903710"/>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11"/>
          <p:cNvSpPr/>
          <p:nvPr/>
        </p:nvSpPr>
        <p:spPr>
          <a:xfrm flipH="1">
            <a:off x="403236" y="2056110"/>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11"/>
          <p:cNvSpPr/>
          <p:nvPr/>
        </p:nvSpPr>
        <p:spPr>
          <a:xfrm flipH="1">
            <a:off x="555636" y="3732510"/>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11"/>
          <p:cNvSpPr/>
          <p:nvPr/>
        </p:nvSpPr>
        <p:spPr>
          <a:xfrm flipH="1">
            <a:off x="1089036" y="4189710"/>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917" name="Shape 917"/>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918" name="Shape 918"/>
        <p:cNvGrpSpPr/>
        <p:nvPr/>
      </p:nvGrpSpPr>
      <p:grpSpPr>
        <a:xfrm>
          <a:off x="0" y="0"/>
          <a:ext cx="0" cy="0"/>
          <a:chOff x="0" y="0"/>
          <a:chExt cx="0" cy="0"/>
        </a:xfrm>
      </p:grpSpPr>
      <p:sp>
        <p:nvSpPr>
          <p:cNvPr id="919" name="Google Shape;919;p13"/>
          <p:cNvSpPr txBox="1"/>
          <p:nvPr>
            <p:ph idx="1" type="subTitle"/>
          </p:nvPr>
        </p:nvSpPr>
        <p:spPr>
          <a:xfrm>
            <a:off x="714799" y="1926081"/>
            <a:ext cx="2569500" cy="228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b="1" sz="20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920" name="Google Shape;920;p13"/>
          <p:cNvSpPr txBox="1"/>
          <p:nvPr>
            <p:ph idx="2" type="subTitle"/>
          </p:nvPr>
        </p:nvSpPr>
        <p:spPr>
          <a:xfrm>
            <a:off x="871699" y="2293986"/>
            <a:ext cx="2255700" cy="3981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921" name="Google Shape;921;p13"/>
          <p:cNvSpPr txBox="1"/>
          <p:nvPr>
            <p:ph idx="3" type="subTitle"/>
          </p:nvPr>
        </p:nvSpPr>
        <p:spPr>
          <a:xfrm>
            <a:off x="714799" y="3813768"/>
            <a:ext cx="2569500" cy="228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b="1" sz="20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922" name="Google Shape;922;p13"/>
          <p:cNvSpPr txBox="1"/>
          <p:nvPr>
            <p:ph idx="4" type="subTitle"/>
          </p:nvPr>
        </p:nvSpPr>
        <p:spPr>
          <a:xfrm>
            <a:off x="871699" y="4178202"/>
            <a:ext cx="22557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923" name="Google Shape;923;p13"/>
          <p:cNvSpPr txBox="1"/>
          <p:nvPr>
            <p:ph hasCustomPrompt="1" type="title"/>
          </p:nvPr>
        </p:nvSpPr>
        <p:spPr>
          <a:xfrm>
            <a:off x="1600099" y="1282367"/>
            <a:ext cx="798900" cy="2925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Font typeface="Arial"/>
              <a:buNone/>
              <a:defRPr sz="2300">
                <a:solidFill>
                  <a:schemeClr val="lt1"/>
                </a:solidFill>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a:r>
              <a:t>xx%</a:t>
            </a:r>
          </a:p>
        </p:txBody>
      </p:sp>
      <p:sp>
        <p:nvSpPr>
          <p:cNvPr id="924" name="Google Shape;924;p13"/>
          <p:cNvSpPr txBox="1"/>
          <p:nvPr>
            <p:ph hasCustomPrompt="1" idx="5" type="title"/>
          </p:nvPr>
        </p:nvSpPr>
        <p:spPr>
          <a:xfrm>
            <a:off x="4174200" y="1282367"/>
            <a:ext cx="795600" cy="2925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Font typeface="Arial"/>
              <a:buNone/>
              <a:defRPr sz="2300">
                <a:solidFill>
                  <a:schemeClr val="lt1"/>
                </a:solidFill>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a:r>
              <a:t>xx%</a:t>
            </a:r>
          </a:p>
        </p:txBody>
      </p:sp>
      <p:sp>
        <p:nvSpPr>
          <p:cNvPr id="925" name="Google Shape;925;p13"/>
          <p:cNvSpPr txBox="1"/>
          <p:nvPr>
            <p:ph idx="6" type="title"/>
          </p:nvPr>
        </p:nvSpPr>
        <p:spPr>
          <a:xfrm>
            <a:off x="713225" y="530352"/>
            <a:ext cx="7717500" cy="292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800"/>
              <a:buFont typeface="Dosis"/>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926" name="Google Shape;926;p13"/>
          <p:cNvSpPr/>
          <p:nvPr/>
        </p:nvSpPr>
        <p:spPr>
          <a:xfrm flipH="1">
            <a:off x="8540" y="15950"/>
            <a:ext cx="7314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13"/>
          <p:cNvSpPr txBox="1"/>
          <p:nvPr>
            <p:ph idx="7" type="subTitle"/>
          </p:nvPr>
        </p:nvSpPr>
        <p:spPr>
          <a:xfrm>
            <a:off x="3287250" y="1926081"/>
            <a:ext cx="2569500" cy="228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b="1" sz="20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928" name="Google Shape;928;p13"/>
          <p:cNvSpPr txBox="1"/>
          <p:nvPr>
            <p:ph idx="8" type="subTitle"/>
          </p:nvPr>
        </p:nvSpPr>
        <p:spPr>
          <a:xfrm>
            <a:off x="3444150" y="2293986"/>
            <a:ext cx="2255700" cy="3981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929" name="Google Shape;929;p13"/>
          <p:cNvSpPr txBox="1"/>
          <p:nvPr>
            <p:ph idx="9" type="subTitle"/>
          </p:nvPr>
        </p:nvSpPr>
        <p:spPr>
          <a:xfrm>
            <a:off x="3287250" y="3813768"/>
            <a:ext cx="2569500" cy="228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b="1" sz="20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930" name="Google Shape;930;p13"/>
          <p:cNvSpPr txBox="1"/>
          <p:nvPr>
            <p:ph idx="13" type="subTitle"/>
          </p:nvPr>
        </p:nvSpPr>
        <p:spPr>
          <a:xfrm>
            <a:off x="3444150" y="4178202"/>
            <a:ext cx="22557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931" name="Google Shape;931;p13"/>
          <p:cNvSpPr txBox="1"/>
          <p:nvPr>
            <p:ph hasCustomPrompt="1" idx="14" type="title"/>
          </p:nvPr>
        </p:nvSpPr>
        <p:spPr>
          <a:xfrm>
            <a:off x="1600999" y="3175731"/>
            <a:ext cx="797100" cy="2925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Font typeface="Arial"/>
              <a:buNone/>
              <a:defRPr sz="2300">
                <a:solidFill>
                  <a:schemeClr val="lt1"/>
                </a:solidFill>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a:r>
              <a:t>xx%</a:t>
            </a:r>
          </a:p>
        </p:txBody>
      </p:sp>
      <p:sp>
        <p:nvSpPr>
          <p:cNvPr id="932" name="Google Shape;932;p13"/>
          <p:cNvSpPr txBox="1"/>
          <p:nvPr>
            <p:ph hasCustomPrompt="1" idx="15" type="title"/>
          </p:nvPr>
        </p:nvSpPr>
        <p:spPr>
          <a:xfrm>
            <a:off x="4172550" y="3175731"/>
            <a:ext cx="798900" cy="2925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Font typeface="Arial"/>
              <a:buNone/>
              <a:defRPr sz="2300">
                <a:solidFill>
                  <a:schemeClr val="lt1"/>
                </a:solidFill>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a:r>
              <a:t>xx%</a:t>
            </a:r>
          </a:p>
        </p:txBody>
      </p:sp>
      <p:grpSp>
        <p:nvGrpSpPr>
          <p:cNvPr id="933" name="Google Shape;933;p13"/>
          <p:cNvGrpSpPr/>
          <p:nvPr/>
        </p:nvGrpSpPr>
        <p:grpSpPr>
          <a:xfrm rot="2456699">
            <a:off x="-1168525" y="4122558"/>
            <a:ext cx="2289126" cy="1739695"/>
            <a:chOff x="-1055215" y="-5268675"/>
            <a:chExt cx="2289244" cy="1739785"/>
          </a:xfrm>
        </p:grpSpPr>
        <p:sp>
          <p:nvSpPr>
            <p:cNvPr id="934" name="Google Shape;934;p13"/>
            <p:cNvSpPr/>
            <p:nvPr/>
          </p:nvSpPr>
          <p:spPr>
            <a:xfrm flipH="1">
              <a:off x="-1055215" y="-5268675"/>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13"/>
            <p:cNvSpPr/>
            <p:nvPr/>
          </p:nvSpPr>
          <p:spPr>
            <a:xfrm flipH="1">
              <a:off x="-979618" y="-5128741"/>
              <a:ext cx="1730784" cy="1441910"/>
            </a:xfrm>
            <a:custGeom>
              <a:rect b="b" l="l" r="r" t="t"/>
              <a:pathLst>
                <a:path extrusionOk="0" h="25791" w="30958">
                  <a:moveTo>
                    <a:pt x="13179" y="81"/>
                  </a:moveTo>
                  <a:lnTo>
                    <a:pt x="14551" y="101"/>
                  </a:lnTo>
                  <a:lnTo>
                    <a:pt x="15257" y="121"/>
                  </a:lnTo>
                  <a:lnTo>
                    <a:pt x="15963" y="162"/>
                  </a:lnTo>
                  <a:lnTo>
                    <a:pt x="16690" y="242"/>
                  </a:lnTo>
                  <a:lnTo>
                    <a:pt x="17416" y="323"/>
                  </a:lnTo>
                  <a:lnTo>
                    <a:pt x="18143" y="444"/>
                  </a:lnTo>
                  <a:lnTo>
                    <a:pt x="18869" y="586"/>
                  </a:lnTo>
                  <a:lnTo>
                    <a:pt x="19576" y="767"/>
                  </a:lnTo>
                  <a:lnTo>
                    <a:pt x="20282" y="969"/>
                  </a:lnTo>
                  <a:lnTo>
                    <a:pt x="20988" y="1211"/>
                  </a:lnTo>
                  <a:lnTo>
                    <a:pt x="21654" y="1494"/>
                  </a:lnTo>
                  <a:lnTo>
                    <a:pt x="21997" y="1655"/>
                  </a:lnTo>
                  <a:lnTo>
                    <a:pt x="22320" y="1837"/>
                  </a:lnTo>
                  <a:lnTo>
                    <a:pt x="22643" y="2018"/>
                  </a:lnTo>
                  <a:lnTo>
                    <a:pt x="22946" y="2200"/>
                  </a:lnTo>
                  <a:lnTo>
                    <a:pt x="23269" y="2402"/>
                  </a:lnTo>
                  <a:lnTo>
                    <a:pt x="23551" y="2624"/>
                  </a:lnTo>
                  <a:lnTo>
                    <a:pt x="23854" y="2866"/>
                  </a:lnTo>
                  <a:lnTo>
                    <a:pt x="24136" y="3108"/>
                  </a:lnTo>
                  <a:lnTo>
                    <a:pt x="24540" y="3491"/>
                  </a:lnTo>
                  <a:lnTo>
                    <a:pt x="24923" y="3895"/>
                  </a:lnTo>
                  <a:lnTo>
                    <a:pt x="25287" y="4339"/>
                  </a:lnTo>
                  <a:lnTo>
                    <a:pt x="25670" y="4823"/>
                  </a:lnTo>
                  <a:lnTo>
                    <a:pt x="26013" y="5348"/>
                  </a:lnTo>
                  <a:lnTo>
                    <a:pt x="26356" y="5913"/>
                  </a:lnTo>
                  <a:lnTo>
                    <a:pt x="26719" y="6518"/>
                  </a:lnTo>
                  <a:lnTo>
                    <a:pt x="27042" y="7164"/>
                  </a:lnTo>
                  <a:lnTo>
                    <a:pt x="27345" y="7749"/>
                  </a:lnTo>
                  <a:lnTo>
                    <a:pt x="27607" y="8335"/>
                  </a:lnTo>
                  <a:lnTo>
                    <a:pt x="27870" y="8940"/>
                  </a:lnTo>
                  <a:lnTo>
                    <a:pt x="28112" y="9546"/>
                  </a:lnTo>
                  <a:lnTo>
                    <a:pt x="28556" y="10756"/>
                  </a:lnTo>
                  <a:lnTo>
                    <a:pt x="28959" y="11947"/>
                  </a:lnTo>
                  <a:lnTo>
                    <a:pt x="29343" y="13138"/>
                  </a:lnTo>
                  <a:lnTo>
                    <a:pt x="29666" y="14328"/>
                  </a:lnTo>
                  <a:lnTo>
                    <a:pt x="29948" y="15478"/>
                  </a:lnTo>
                  <a:lnTo>
                    <a:pt x="30231" y="16588"/>
                  </a:lnTo>
                  <a:lnTo>
                    <a:pt x="30453" y="17577"/>
                  </a:lnTo>
                  <a:lnTo>
                    <a:pt x="30654" y="18606"/>
                  </a:lnTo>
                  <a:lnTo>
                    <a:pt x="30735" y="19111"/>
                  </a:lnTo>
                  <a:lnTo>
                    <a:pt x="30816" y="19636"/>
                  </a:lnTo>
                  <a:lnTo>
                    <a:pt x="30856" y="20160"/>
                  </a:lnTo>
                  <a:lnTo>
                    <a:pt x="30876" y="20685"/>
                  </a:lnTo>
                  <a:lnTo>
                    <a:pt x="30876" y="21169"/>
                  </a:lnTo>
                  <a:lnTo>
                    <a:pt x="30856" y="21674"/>
                  </a:lnTo>
                  <a:lnTo>
                    <a:pt x="30796" y="22219"/>
                  </a:lnTo>
                  <a:lnTo>
                    <a:pt x="30695" y="22784"/>
                  </a:lnTo>
                  <a:lnTo>
                    <a:pt x="30614" y="23046"/>
                  </a:lnTo>
                  <a:lnTo>
                    <a:pt x="30533" y="23329"/>
                  </a:lnTo>
                  <a:lnTo>
                    <a:pt x="30412" y="23611"/>
                  </a:lnTo>
                  <a:lnTo>
                    <a:pt x="30311" y="23873"/>
                  </a:lnTo>
                  <a:lnTo>
                    <a:pt x="30170" y="24136"/>
                  </a:lnTo>
                  <a:lnTo>
                    <a:pt x="30009" y="24398"/>
                  </a:lnTo>
                  <a:lnTo>
                    <a:pt x="29847" y="24640"/>
                  </a:lnTo>
                  <a:lnTo>
                    <a:pt x="29645" y="24882"/>
                  </a:lnTo>
                  <a:lnTo>
                    <a:pt x="29383" y="25145"/>
                  </a:lnTo>
                  <a:lnTo>
                    <a:pt x="29242" y="25266"/>
                  </a:lnTo>
                  <a:lnTo>
                    <a:pt x="29101" y="25387"/>
                  </a:lnTo>
                  <a:lnTo>
                    <a:pt x="28939" y="25468"/>
                  </a:lnTo>
                  <a:lnTo>
                    <a:pt x="28798" y="25548"/>
                  </a:lnTo>
                  <a:lnTo>
                    <a:pt x="28657" y="25609"/>
                  </a:lnTo>
                  <a:lnTo>
                    <a:pt x="28515" y="25649"/>
                  </a:lnTo>
                  <a:lnTo>
                    <a:pt x="28334" y="25690"/>
                  </a:lnTo>
                  <a:lnTo>
                    <a:pt x="28152" y="25710"/>
                  </a:lnTo>
                  <a:lnTo>
                    <a:pt x="27991" y="25710"/>
                  </a:lnTo>
                  <a:lnTo>
                    <a:pt x="27809" y="25690"/>
                  </a:lnTo>
                  <a:lnTo>
                    <a:pt x="27648" y="25669"/>
                  </a:lnTo>
                  <a:lnTo>
                    <a:pt x="27466" y="25629"/>
                  </a:lnTo>
                  <a:lnTo>
                    <a:pt x="27143" y="25508"/>
                  </a:lnTo>
                  <a:lnTo>
                    <a:pt x="26800" y="25347"/>
                  </a:lnTo>
                  <a:lnTo>
                    <a:pt x="26477" y="25165"/>
                  </a:lnTo>
                  <a:lnTo>
                    <a:pt x="26154" y="24963"/>
                  </a:lnTo>
                  <a:lnTo>
                    <a:pt x="25852" y="24741"/>
                  </a:lnTo>
                  <a:lnTo>
                    <a:pt x="25145" y="24196"/>
                  </a:lnTo>
                  <a:lnTo>
                    <a:pt x="24419" y="23631"/>
                  </a:lnTo>
                  <a:lnTo>
                    <a:pt x="23692" y="23046"/>
                  </a:lnTo>
                  <a:lnTo>
                    <a:pt x="22946" y="22420"/>
                  </a:lnTo>
                  <a:lnTo>
                    <a:pt x="22199" y="21775"/>
                  </a:lnTo>
                  <a:lnTo>
                    <a:pt x="21412" y="21109"/>
                  </a:lnTo>
                  <a:lnTo>
                    <a:pt x="20625" y="20382"/>
                  </a:lnTo>
                  <a:lnTo>
                    <a:pt x="19798" y="19636"/>
                  </a:lnTo>
                  <a:lnTo>
                    <a:pt x="18506" y="18405"/>
                  </a:lnTo>
                  <a:lnTo>
                    <a:pt x="17215" y="17153"/>
                  </a:lnTo>
                  <a:lnTo>
                    <a:pt x="14692" y="14671"/>
                  </a:lnTo>
                  <a:lnTo>
                    <a:pt x="12270" y="12290"/>
                  </a:lnTo>
                  <a:lnTo>
                    <a:pt x="11039" y="11079"/>
                  </a:lnTo>
                  <a:lnTo>
                    <a:pt x="9808" y="9909"/>
                  </a:lnTo>
                  <a:lnTo>
                    <a:pt x="8376" y="8597"/>
                  </a:lnTo>
                  <a:lnTo>
                    <a:pt x="7024" y="7406"/>
                  </a:lnTo>
                  <a:lnTo>
                    <a:pt x="5732" y="6317"/>
                  </a:lnTo>
                  <a:lnTo>
                    <a:pt x="4461" y="5308"/>
                  </a:lnTo>
                  <a:lnTo>
                    <a:pt x="4118" y="5086"/>
                  </a:lnTo>
                  <a:lnTo>
                    <a:pt x="3593" y="4743"/>
                  </a:lnTo>
                  <a:lnTo>
                    <a:pt x="2523" y="4057"/>
                  </a:lnTo>
                  <a:lnTo>
                    <a:pt x="1958" y="3673"/>
                  </a:lnTo>
                  <a:lnTo>
                    <a:pt x="1414" y="3290"/>
                  </a:lnTo>
                  <a:lnTo>
                    <a:pt x="929" y="2886"/>
                  </a:lnTo>
                  <a:lnTo>
                    <a:pt x="707" y="2704"/>
                  </a:lnTo>
                  <a:lnTo>
                    <a:pt x="526" y="2503"/>
                  </a:lnTo>
                  <a:lnTo>
                    <a:pt x="364" y="2341"/>
                  </a:lnTo>
                  <a:lnTo>
                    <a:pt x="223" y="2160"/>
                  </a:lnTo>
                  <a:lnTo>
                    <a:pt x="142" y="1998"/>
                  </a:lnTo>
                  <a:lnTo>
                    <a:pt x="82" y="1857"/>
                  </a:lnTo>
                  <a:lnTo>
                    <a:pt x="82" y="1776"/>
                  </a:lnTo>
                  <a:lnTo>
                    <a:pt x="82" y="1716"/>
                  </a:lnTo>
                  <a:lnTo>
                    <a:pt x="102" y="1655"/>
                  </a:lnTo>
                  <a:lnTo>
                    <a:pt x="142" y="1595"/>
                  </a:lnTo>
                  <a:lnTo>
                    <a:pt x="243" y="1473"/>
                  </a:lnTo>
                  <a:lnTo>
                    <a:pt x="364" y="1373"/>
                  </a:lnTo>
                  <a:lnTo>
                    <a:pt x="485" y="1292"/>
                  </a:lnTo>
                  <a:lnTo>
                    <a:pt x="647" y="1231"/>
                  </a:lnTo>
                  <a:lnTo>
                    <a:pt x="788" y="1171"/>
                  </a:lnTo>
                  <a:lnTo>
                    <a:pt x="949" y="1130"/>
                  </a:lnTo>
                  <a:lnTo>
                    <a:pt x="1292" y="1070"/>
                  </a:lnTo>
                  <a:lnTo>
                    <a:pt x="2745" y="848"/>
                  </a:lnTo>
                  <a:lnTo>
                    <a:pt x="4219" y="646"/>
                  </a:lnTo>
                  <a:lnTo>
                    <a:pt x="5712" y="464"/>
                  </a:lnTo>
                  <a:lnTo>
                    <a:pt x="7185" y="323"/>
                  </a:lnTo>
                  <a:lnTo>
                    <a:pt x="8658" y="222"/>
                  </a:lnTo>
                  <a:lnTo>
                    <a:pt x="10152" y="142"/>
                  </a:lnTo>
                  <a:lnTo>
                    <a:pt x="11645" y="81"/>
                  </a:lnTo>
                  <a:close/>
                  <a:moveTo>
                    <a:pt x="11645" y="0"/>
                  </a:moveTo>
                  <a:lnTo>
                    <a:pt x="10152" y="61"/>
                  </a:lnTo>
                  <a:lnTo>
                    <a:pt x="8658" y="142"/>
                  </a:lnTo>
                  <a:lnTo>
                    <a:pt x="7185" y="242"/>
                  </a:lnTo>
                  <a:lnTo>
                    <a:pt x="5692" y="384"/>
                  </a:lnTo>
                  <a:lnTo>
                    <a:pt x="4219" y="565"/>
                  </a:lnTo>
                  <a:lnTo>
                    <a:pt x="2745" y="767"/>
                  </a:lnTo>
                  <a:lnTo>
                    <a:pt x="1272" y="989"/>
                  </a:lnTo>
                  <a:lnTo>
                    <a:pt x="929" y="1070"/>
                  </a:lnTo>
                  <a:lnTo>
                    <a:pt x="768" y="1110"/>
                  </a:lnTo>
                  <a:lnTo>
                    <a:pt x="606" y="1151"/>
                  </a:lnTo>
                  <a:lnTo>
                    <a:pt x="445" y="1231"/>
                  </a:lnTo>
                  <a:lnTo>
                    <a:pt x="304" y="1312"/>
                  </a:lnTo>
                  <a:lnTo>
                    <a:pt x="183" y="1413"/>
                  </a:lnTo>
                  <a:lnTo>
                    <a:pt x="82" y="1554"/>
                  </a:lnTo>
                  <a:lnTo>
                    <a:pt x="41" y="1615"/>
                  </a:lnTo>
                  <a:lnTo>
                    <a:pt x="1" y="1695"/>
                  </a:lnTo>
                  <a:lnTo>
                    <a:pt x="1" y="1776"/>
                  </a:lnTo>
                  <a:lnTo>
                    <a:pt x="1" y="1857"/>
                  </a:lnTo>
                  <a:lnTo>
                    <a:pt x="61" y="2018"/>
                  </a:lnTo>
                  <a:lnTo>
                    <a:pt x="142" y="2180"/>
                  </a:lnTo>
                  <a:lnTo>
                    <a:pt x="283" y="2361"/>
                  </a:lnTo>
                  <a:lnTo>
                    <a:pt x="445" y="2543"/>
                  </a:lnTo>
                  <a:lnTo>
                    <a:pt x="627" y="2725"/>
                  </a:lnTo>
                  <a:lnTo>
                    <a:pt x="849" y="2926"/>
                  </a:lnTo>
                  <a:lnTo>
                    <a:pt x="1333" y="3310"/>
                  </a:lnTo>
                  <a:lnTo>
                    <a:pt x="1878" y="3713"/>
                  </a:lnTo>
                  <a:lnTo>
                    <a:pt x="2443" y="4097"/>
                  </a:lnTo>
                  <a:lnTo>
                    <a:pt x="3532" y="4803"/>
                  </a:lnTo>
                  <a:lnTo>
                    <a:pt x="4077" y="5146"/>
                  </a:lnTo>
                  <a:lnTo>
                    <a:pt x="4420" y="5388"/>
                  </a:lnTo>
                  <a:lnTo>
                    <a:pt x="5672" y="6377"/>
                  </a:lnTo>
                  <a:lnTo>
                    <a:pt x="6963" y="7467"/>
                  </a:lnTo>
                  <a:lnTo>
                    <a:pt x="8315" y="8658"/>
                  </a:lnTo>
                  <a:lnTo>
                    <a:pt x="9748" y="9969"/>
                  </a:lnTo>
                  <a:lnTo>
                    <a:pt x="10999" y="11140"/>
                  </a:lnTo>
                  <a:lnTo>
                    <a:pt x="12230" y="12351"/>
                  </a:lnTo>
                  <a:lnTo>
                    <a:pt x="14631" y="14732"/>
                  </a:lnTo>
                  <a:lnTo>
                    <a:pt x="17154" y="17214"/>
                  </a:lnTo>
                  <a:lnTo>
                    <a:pt x="18445" y="18465"/>
                  </a:lnTo>
                  <a:lnTo>
                    <a:pt x="19737" y="19696"/>
                  </a:lnTo>
                  <a:lnTo>
                    <a:pt x="20564" y="20443"/>
                  </a:lnTo>
                  <a:lnTo>
                    <a:pt x="21372" y="21169"/>
                  </a:lnTo>
                  <a:lnTo>
                    <a:pt x="22138" y="21835"/>
                  </a:lnTo>
                  <a:lnTo>
                    <a:pt x="22885" y="22501"/>
                  </a:lnTo>
                  <a:lnTo>
                    <a:pt x="23632" y="23107"/>
                  </a:lnTo>
                  <a:lnTo>
                    <a:pt x="24358" y="23692"/>
                  </a:lnTo>
                  <a:lnTo>
                    <a:pt x="25085" y="24257"/>
                  </a:lnTo>
                  <a:lnTo>
                    <a:pt x="25811" y="24802"/>
                  </a:lnTo>
                  <a:lnTo>
                    <a:pt x="26336" y="25165"/>
                  </a:lnTo>
                  <a:lnTo>
                    <a:pt x="26598" y="25326"/>
                  </a:lnTo>
                  <a:lnTo>
                    <a:pt x="26881" y="25488"/>
                  </a:lnTo>
                  <a:lnTo>
                    <a:pt x="27183" y="25609"/>
                  </a:lnTo>
                  <a:lnTo>
                    <a:pt x="27466" y="25710"/>
                  </a:lnTo>
                  <a:lnTo>
                    <a:pt x="27769" y="25770"/>
                  </a:lnTo>
                  <a:lnTo>
                    <a:pt x="28051" y="25790"/>
                  </a:lnTo>
                  <a:lnTo>
                    <a:pt x="28293" y="25770"/>
                  </a:lnTo>
                  <a:lnTo>
                    <a:pt x="28536" y="25730"/>
                  </a:lnTo>
                  <a:lnTo>
                    <a:pt x="28677" y="25690"/>
                  </a:lnTo>
                  <a:lnTo>
                    <a:pt x="28838" y="25609"/>
                  </a:lnTo>
                  <a:lnTo>
                    <a:pt x="28979" y="25548"/>
                  </a:lnTo>
                  <a:lnTo>
                    <a:pt x="29141" y="25447"/>
                  </a:lnTo>
                  <a:lnTo>
                    <a:pt x="29282" y="25347"/>
                  </a:lnTo>
                  <a:lnTo>
                    <a:pt x="29423" y="25225"/>
                  </a:lnTo>
                  <a:lnTo>
                    <a:pt x="29706" y="24923"/>
                  </a:lnTo>
                  <a:lnTo>
                    <a:pt x="29908" y="24681"/>
                  </a:lnTo>
                  <a:lnTo>
                    <a:pt x="30089" y="24438"/>
                  </a:lnTo>
                  <a:lnTo>
                    <a:pt x="30231" y="24176"/>
                  </a:lnTo>
                  <a:lnTo>
                    <a:pt x="30372" y="23914"/>
                  </a:lnTo>
                  <a:lnTo>
                    <a:pt x="30493" y="23631"/>
                  </a:lnTo>
                  <a:lnTo>
                    <a:pt x="30594" y="23369"/>
                  </a:lnTo>
                  <a:lnTo>
                    <a:pt x="30695" y="23086"/>
                  </a:lnTo>
                  <a:lnTo>
                    <a:pt x="30755" y="22804"/>
                  </a:lnTo>
                  <a:lnTo>
                    <a:pt x="30816" y="22521"/>
                  </a:lnTo>
                  <a:lnTo>
                    <a:pt x="30876" y="22239"/>
                  </a:lnTo>
                  <a:lnTo>
                    <a:pt x="30937" y="21694"/>
                  </a:lnTo>
                  <a:lnTo>
                    <a:pt x="30957" y="21169"/>
                  </a:lnTo>
                  <a:lnTo>
                    <a:pt x="30957" y="20685"/>
                  </a:lnTo>
                  <a:lnTo>
                    <a:pt x="30937" y="20160"/>
                  </a:lnTo>
                  <a:lnTo>
                    <a:pt x="30897" y="19636"/>
                  </a:lnTo>
                  <a:lnTo>
                    <a:pt x="30816" y="19111"/>
                  </a:lnTo>
                  <a:lnTo>
                    <a:pt x="30735" y="18586"/>
                  </a:lnTo>
                  <a:lnTo>
                    <a:pt x="30533" y="17557"/>
                  </a:lnTo>
                  <a:lnTo>
                    <a:pt x="30311" y="16568"/>
                  </a:lnTo>
                  <a:lnTo>
                    <a:pt x="30029" y="15458"/>
                  </a:lnTo>
                  <a:lnTo>
                    <a:pt x="29746" y="14308"/>
                  </a:lnTo>
                  <a:lnTo>
                    <a:pt x="29403" y="13117"/>
                  </a:lnTo>
                  <a:lnTo>
                    <a:pt x="29040" y="11927"/>
                  </a:lnTo>
                  <a:lnTo>
                    <a:pt x="28636" y="10716"/>
                  </a:lnTo>
                  <a:lnTo>
                    <a:pt x="28192" y="9505"/>
                  </a:lnTo>
                  <a:lnTo>
                    <a:pt x="27950" y="8900"/>
                  </a:lnTo>
                  <a:lnTo>
                    <a:pt x="27688" y="8315"/>
                  </a:lnTo>
                  <a:lnTo>
                    <a:pt x="27405" y="7709"/>
                  </a:lnTo>
                  <a:lnTo>
                    <a:pt x="27123" y="7124"/>
                  </a:lnTo>
                  <a:lnTo>
                    <a:pt x="26780" y="6478"/>
                  </a:lnTo>
                  <a:lnTo>
                    <a:pt x="26437" y="5853"/>
                  </a:lnTo>
                  <a:lnTo>
                    <a:pt x="26074" y="5288"/>
                  </a:lnTo>
                  <a:lnTo>
                    <a:pt x="25730" y="4783"/>
                  </a:lnTo>
                  <a:lnTo>
                    <a:pt x="25367" y="4279"/>
                  </a:lnTo>
                  <a:lnTo>
                    <a:pt x="24984" y="3835"/>
                  </a:lnTo>
                  <a:lnTo>
                    <a:pt x="24600" y="3431"/>
                  </a:lnTo>
                  <a:lnTo>
                    <a:pt x="24197" y="3048"/>
                  </a:lnTo>
                  <a:lnTo>
                    <a:pt x="23672" y="2604"/>
                  </a:lnTo>
                  <a:lnTo>
                    <a:pt x="23127" y="2220"/>
                  </a:lnTo>
                  <a:lnTo>
                    <a:pt x="22522" y="1857"/>
                  </a:lnTo>
                  <a:lnTo>
                    <a:pt x="21896" y="1514"/>
                  </a:lnTo>
                  <a:lnTo>
                    <a:pt x="21251" y="1231"/>
                  </a:lnTo>
                  <a:lnTo>
                    <a:pt x="20544" y="969"/>
                  </a:lnTo>
                  <a:lnTo>
                    <a:pt x="19798" y="727"/>
                  </a:lnTo>
                  <a:lnTo>
                    <a:pt x="19031" y="525"/>
                  </a:lnTo>
                  <a:lnTo>
                    <a:pt x="18405" y="404"/>
                  </a:lnTo>
                  <a:lnTo>
                    <a:pt x="17759" y="303"/>
                  </a:lnTo>
                  <a:lnTo>
                    <a:pt x="17093" y="202"/>
                  </a:lnTo>
                  <a:lnTo>
                    <a:pt x="16387" y="121"/>
                  </a:lnTo>
                  <a:lnTo>
                    <a:pt x="15640" y="61"/>
                  </a:lnTo>
                  <a:lnTo>
                    <a:pt x="14853" y="21"/>
                  </a:lnTo>
                  <a:lnTo>
                    <a:pt x="140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13"/>
            <p:cNvSpPr/>
            <p:nvPr/>
          </p:nvSpPr>
          <p:spPr>
            <a:xfrm flipH="1">
              <a:off x="-756203" y="-5057684"/>
              <a:ext cx="1058329" cy="998564"/>
            </a:xfrm>
            <a:custGeom>
              <a:rect b="b" l="l" r="r" t="t"/>
              <a:pathLst>
                <a:path extrusionOk="0" h="17861" w="18930">
                  <a:moveTo>
                    <a:pt x="3431" y="81"/>
                  </a:moveTo>
                  <a:lnTo>
                    <a:pt x="4117" y="102"/>
                  </a:lnTo>
                  <a:lnTo>
                    <a:pt x="4824" y="162"/>
                  </a:lnTo>
                  <a:lnTo>
                    <a:pt x="5510" y="263"/>
                  </a:lnTo>
                  <a:lnTo>
                    <a:pt x="6216" y="404"/>
                  </a:lnTo>
                  <a:lnTo>
                    <a:pt x="6882" y="566"/>
                  </a:lnTo>
                  <a:lnTo>
                    <a:pt x="7568" y="768"/>
                  </a:lnTo>
                  <a:lnTo>
                    <a:pt x="8234" y="1010"/>
                  </a:lnTo>
                  <a:lnTo>
                    <a:pt x="8880" y="1272"/>
                  </a:lnTo>
                  <a:lnTo>
                    <a:pt x="9505" y="1575"/>
                  </a:lnTo>
                  <a:lnTo>
                    <a:pt x="10131" y="1918"/>
                  </a:lnTo>
                  <a:lnTo>
                    <a:pt x="10736" y="2281"/>
                  </a:lnTo>
                  <a:lnTo>
                    <a:pt x="11301" y="2664"/>
                  </a:lnTo>
                  <a:lnTo>
                    <a:pt x="11866" y="3088"/>
                  </a:lnTo>
                  <a:lnTo>
                    <a:pt x="12391" y="3552"/>
                  </a:lnTo>
                  <a:lnTo>
                    <a:pt x="12896" y="4017"/>
                  </a:lnTo>
                  <a:lnTo>
                    <a:pt x="13380" y="4521"/>
                  </a:lnTo>
                  <a:lnTo>
                    <a:pt x="13824" y="5026"/>
                  </a:lnTo>
                  <a:lnTo>
                    <a:pt x="14248" y="5570"/>
                  </a:lnTo>
                  <a:lnTo>
                    <a:pt x="14651" y="6115"/>
                  </a:lnTo>
                  <a:lnTo>
                    <a:pt x="15035" y="6680"/>
                  </a:lnTo>
                  <a:lnTo>
                    <a:pt x="15418" y="7245"/>
                  </a:lnTo>
                  <a:lnTo>
                    <a:pt x="15761" y="7831"/>
                  </a:lnTo>
                  <a:lnTo>
                    <a:pt x="16084" y="8416"/>
                  </a:lnTo>
                  <a:lnTo>
                    <a:pt x="16387" y="9021"/>
                  </a:lnTo>
                  <a:lnTo>
                    <a:pt x="16689" y="9627"/>
                  </a:lnTo>
                  <a:lnTo>
                    <a:pt x="16972" y="10232"/>
                  </a:lnTo>
                  <a:lnTo>
                    <a:pt x="17497" y="11423"/>
                  </a:lnTo>
                  <a:lnTo>
                    <a:pt x="17981" y="12593"/>
                  </a:lnTo>
                  <a:lnTo>
                    <a:pt x="18183" y="13158"/>
                  </a:lnTo>
                  <a:lnTo>
                    <a:pt x="18385" y="13723"/>
                  </a:lnTo>
                  <a:lnTo>
                    <a:pt x="18566" y="14288"/>
                  </a:lnTo>
                  <a:lnTo>
                    <a:pt x="18707" y="14853"/>
                  </a:lnTo>
                  <a:lnTo>
                    <a:pt x="18768" y="15136"/>
                  </a:lnTo>
                  <a:lnTo>
                    <a:pt x="18808" y="15438"/>
                  </a:lnTo>
                  <a:lnTo>
                    <a:pt x="18829" y="15721"/>
                  </a:lnTo>
                  <a:lnTo>
                    <a:pt x="18849" y="16003"/>
                  </a:lnTo>
                  <a:lnTo>
                    <a:pt x="18849" y="16286"/>
                  </a:lnTo>
                  <a:lnTo>
                    <a:pt x="18829" y="16589"/>
                  </a:lnTo>
                  <a:lnTo>
                    <a:pt x="18788" y="16871"/>
                  </a:lnTo>
                  <a:lnTo>
                    <a:pt x="18728" y="17154"/>
                  </a:lnTo>
                  <a:lnTo>
                    <a:pt x="18687" y="17295"/>
                  </a:lnTo>
                  <a:lnTo>
                    <a:pt x="18647" y="17416"/>
                  </a:lnTo>
                  <a:lnTo>
                    <a:pt x="18586" y="17537"/>
                  </a:lnTo>
                  <a:lnTo>
                    <a:pt x="18486" y="17658"/>
                  </a:lnTo>
                  <a:lnTo>
                    <a:pt x="18405" y="17699"/>
                  </a:lnTo>
                  <a:lnTo>
                    <a:pt x="18324" y="17739"/>
                  </a:lnTo>
                  <a:lnTo>
                    <a:pt x="18243" y="17759"/>
                  </a:lnTo>
                  <a:lnTo>
                    <a:pt x="18163" y="17779"/>
                  </a:lnTo>
                  <a:lnTo>
                    <a:pt x="17981" y="17759"/>
                  </a:lnTo>
                  <a:lnTo>
                    <a:pt x="17799" y="17699"/>
                  </a:lnTo>
                  <a:lnTo>
                    <a:pt x="17638" y="17618"/>
                  </a:lnTo>
                  <a:lnTo>
                    <a:pt x="17477" y="17517"/>
                  </a:lnTo>
                  <a:lnTo>
                    <a:pt x="17234" y="17315"/>
                  </a:lnTo>
                  <a:lnTo>
                    <a:pt x="16346" y="16548"/>
                  </a:lnTo>
                  <a:lnTo>
                    <a:pt x="15418" y="15701"/>
                  </a:lnTo>
                  <a:lnTo>
                    <a:pt x="14429" y="14793"/>
                  </a:lnTo>
                  <a:lnTo>
                    <a:pt x="13319" y="13743"/>
                  </a:lnTo>
                  <a:lnTo>
                    <a:pt x="11140" y="11645"/>
                  </a:lnTo>
                  <a:lnTo>
                    <a:pt x="8860" y="9465"/>
                  </a:lnTo>
                  <a:lnTo>
                    <a:pt x="7709" y="8375"/>
                  </a:lnTo>
                  <a:lnTo>
                    <a:pt x="6539" y="7306"/>
                  </a:lnTo>
                  <a:lnTo>
                    <a:pt x="5611" y="6478"/>
                  </a:lnTo>
                  <a:lnTo>
                    <a:pt x="4703" y="5691"/>
                  </a:lnTo>
                  <a:lnTo>
                    <a:pt x="3835" y="4965"/>
                  </a:lnTo>
                  <a:lnTo>
                    <a:pt x="3007" y="4279"/>
                  </a:lnTo>
                  <a:lnTo>
                    <a:pt x="2644" y="4017"/>
                  </a:lnTo>
                  <a:lnTo>
                    <a:pt x="2220" y="3734"/>
                  </a:lnTo>
                  <a:lnTo>
                    <a:pt x="1575" y="3290"/>
                  </a:lnTo>
                  <a:lnTo>
                    <a:pt x="1252" y="3048"/>
                  </a:lnTo>
                  <a:lnTo>
                    <a:pt x="929" y="2806"/>
                  </a:lnTo>
                  <a:lnTo>
                    <a:pt x="667" y="2564"/>
                  </a:lnTo>
                  <a:lnTo>
                    <a:pt x="424" y="2301"/>
                  </a:lnTo>
                  <a:lnTo>
                    <a:pt x="323" y="2160"/>
                  </a:lnTo>
                  <a:lnTo>
                    <a:pt x="243" y="2019"/>
                  </a:lnTo>
                  <a:lnTo>
                    <a:pt x="182" y="1898"/>
                  </a:lnTo>
                  <a:lnTo>
                    <a:pt x="122" y="1756"/>
                  </a:lnTo>
                  <a:lnTo>
                    <a:pt x="81" y="1575"/>
                  </a:lnTo>
                  <a:lnTo>
                    <a:pt x="102" y="1413"/>
                  </a:lnTo>
                  <a:lnTo>
                    <a:pt x="122" y="1232"/>
                  </a:lnTo>
                  <a:lnTo>
                    <a:pt x="202" y="1070"/>
                  </a:lnTo>
                  <a:lnTo>
                    <a:pt x="283" y="909"/>
                  </a:lnTo>
                  <a:lnTo>
                    <a:pt x="384" y="768"/>
                  </a:lnTo>
                  <a:lnTo>
                    <a:pt x="505" y="646"/>
                  </a:lnTo>
                  <a:lnTo>
                    <a:pt x="646" y="546"/>
                  </a:lnTo>
                  <a:lnTo>
                    <a:pt x="808" y="445"/>
                  </a:lnTo>
                  <a:lnTo>
                    <a:pt x="969" y="384"/>
                  </a:lnTo>
                  <a:lnTo>
                    <a:pt x="1131" y="324"/>
                  </a:lnTo>
                  <a:lnTo>
                    <a:pt x="1312" y="263"/>
                  </a:lnTo>
                  <a:lnTo>
                    <a:pt x="1655" y="202"/>
                  </a:lnTo>
                  <a:lnTo>
                    <a:pt x="2019" y="142"/>
                  </a:lnTo>
                  <a:lnTo>
                    <a:pt x="2725" y="102"/>
                  </a:lnTo>
                  <a:lnTo>
                    <a:pt x="3431" y="81"/>
                  </a:lnTo>
                  <a:close/>
                  <a:moveTo>
                    <a:pt x="3431" y="1"/>
                  </a:moveTo>
                  <a:lnTo>
                    <a:pt x="2725" y="21"/>
                  </a:lnTo>
                  <a:lnTo>
                    <a:pt x="2019" y="61"/>
                  </a:lnTo>
                  <a:lnTo>
                    <a:pt x="1655" y="122"/>
                  </a:lnTo>
                  <a:lnTo>
                    <a:pt x="1272" y="182"/>
                  </a:lnTo>
                  <a:lnTo>
                    <a:pt x="1111" y="243"/>
                  </a:lnTo>
                  <a:lnTo>
                    <a:pt x="929" y="303"/>
                  </a:lnTo>
                  <a:lnTo>
                    <a:pt x="767" y="384"/>
                  </a:lnTo>
                  <a:lnTo>
                    <a:pt x="606" y="485"/>
                  </a:lnTo>
                  <a:lnTo>
                    <a:pt x="465" y="586"/>
                  </a:lnTo>
                  <a:lnTo>
                    <a:pt x="323" y="727"/>
                  </a:lnTo>
                  <a:lnTo>
                    <a:pt x="223" y="868"/>
                  </a:lnTo>
                  <a:lnTo>
                    <a:pt x="122" y="1050"/>
                  </a:lnTo>
                  <a:lnTo>
                    <a:pt x="41" y="1211"/>
                  </a:lnTo>
                  <a:lnTo>
                    <a:pt x="21" y="1393"/>
                  </a:lnTo>
                  <a:lnTo>
                    <a:pt x="1" y="1595"/>
                  </a:lnTo>
                  <a:lnTo>
                    <a:pt x="41" y="1777"/>
                  </a:lnTo>
                  <a:lnTo>
                    <a:pt x="102" y="1918"/>
                  </a:lnTo>
                  <a:lnTo>
                    <a:pt x="162" y="2059"/>
                  </a:lnTo>
                  <a:lnTo>
                    <a:pt x="263" y="2200"/>
                  </a:lnTo>
                  <a:lnTo>
                    <a:pt x="364" y="2342"/>
                  </a:lnTo>
                  <a:lnTo>
                    <a:pt x="586" y="2604"/>
                  </a:lnTo>
                  <a:lnTo>
                    <a:pt x="868" y="2866"/>
                  </a:lnTo>
                  <a:lnTo>
                    <a:pt x="1191" y="3108"/>
                  </a:lnTo>
                  <a:lnTo>
                    <a:pt x="1514" y="3351"/>
                  </a:lnTo>
                  <a:lnTo>
                    <a:pt x="2180" y="3795"/>
                  </a:lnTo>
                  <a:lnTo>
                    <a:pt x="2604" y="4077"/>
                  </a:lnTo>
                  <a:lnTo>
                    <a:pt x="2947" y="4339"/>
                  </a:lnTo>
                  <a:lnTo>
                    <a:pt x="3794" y="5026"/>
                  </a:lnTo>
                  <a:lnTo>
                    <a:pt x="4662" y="5752"/>
                  </a:lnTo>
                  <a:lnTo>
                    <a:pt x="5550" y="6539"/>
                  </a:lnTo>
                  <a:lnTo>
                    <a:pt x="6499" y="7366"/>
                  </a:lnTo>
                  <a:lnTo>
                    <a:pt x="7649" y="8436"/>
                  </a:lnTo>
                  <a:lnTo>
                    <a:pt x="8799" y="9526"/>
                  </a:lnTo>
                  <a:lnTo>
                    <a:pt x="11079" y="11705"/>
                  </a:lnTo>
                  <a:lnTo>
                    <a:pt x="13279" y="13804"/>
                  </a:lnTo>
                  <a:lnTo>
                    <a:pt x="14369" y="14853"/>
                  </a:lnTo>
                  <a:lnTo>
                    <a:pt x="15358" y="15761"/>
                  </a:lnTo>
                  <a:lnTo>
                    <a:pt x="16286" y="16609"/>
                  </a:lnTo>
                  <a:lnTo>
                    <a:pt x="17174" y="17376"/>
                  </a:lnTo>
                  <a:lnTo>
                    <a:pt x="17355" y="17537"/>
                  </a:lnTo>
                  <a:lnTo>
                    <a:pt x="17598" y="17678"/>
                  </a:lnTo>
                  <a:lnTo>
                    <a:pt x="17719" y="17739"/>
                  </a:lnTo>
                  <a:lnTo>
                    <a:pt x="17860" y="17800"/>
                  </a:lnTo>
                  <a:lnTo>
                    <a:pt x="18001" y="17840"/>
                  </a:lnTo>
                  <a:lnTo>
                    <a:pt x="18142" y="17860"/>
                  </a:lnTo>
                  <a:lnTo>
                    <a:pt x="18243" y="17840"/>
                  </a:lnTo>
                  <a:lnTo>
                    <a:pt x="18344" y="17820"/>
                  </a:lnTo>
                  <a:lnTo>
                    <a:pt x="18445" y="17779"/>
                  </a:lnTo>
                  <a:lnTo>
                    <a:pt x="18526" y="17719"/>
                  </a:lnTo>
                  <a:lnTo>
                    <a:pt x="18647" y="17598"/>
                  </a:lnTo>
                  <a:lnTo>
                    <a:pt x="18707" y="17456"/>
                  </a:lnTo>
                  <a:lnTo>
                    <a:pt x="18768" y="17315"/>
                  </a:lnTo>
                  <a:lnTo>
                    <a:pt x="18808" y="17174"/>
                  </a:lnTo>
                  <a:lnTo>
                    <a:pt x="18869" y="16891"/>
                  </a:lnTo>
                  <a:lnTo>
                    <a:pt x="18909" y="16589"/>
                  </a:lnTo>
                  <a:lnTo>
                    <a:pt x="18929" y="16306"/>
                  </a:lnTo>
                  <a:lnTo>
                    <a:pt x="18929" y="16003"/>
                  </a:lnTo>
                  <a:lnTo>
                    <a:pt x="18909" y="15721"/>
                  </a:lnTo>
                  <a:lnTo>
                    <a:pt x="18889" y="15418"/>
                  </a:lnTo>
                  <a:lnTo>
                    <a:pt x="18849" y="15136"/>
                  </a:lnTo>
                  <a:lnTo>
                    <a:pt x="18788" y="14853"/>
                  </a:lnTo>
                  <a:lnTo>
                    <a:pt x="18647" y="14268"/>
                  </a:lnTo>
                  <a:lnTo>
                    <a:pt x="18465" y="13703"/>
                  </a:lnTo>
                  <a:lnTo>
                    <a:pt x="18264" y="13138"/>
                  </a:lnTo>
                  <a:lnTo>
                    <a:pt x="18042" y="12573"/>
                  </a:lnTo>
                  <a:lnTo>
                    <a:pt x="17577" y="11382"/>
                  </a:lnTo>
                  <a:lnTo>
                    <a:pt x="17053" y="10192"/>
                  </a:lnTo>
                  <a:lnTo>
                    <a:pt x="16770" y="9586"/>
                  </a:lnTo>
                  <a:lnTo>
                    <a:pt x="16468" y="8981"/>
                  </a:lnTo>
                  <a:lnTo>
                    <a:pt x="16145" y="8375"/>
                  </a:lnTo>
                  <a:lnTo>
                    <a:pt x="15822" y="7790"/>
                  </a:lnTo>
                  <a:lnTo>
                    <a:pt x="15479" y="7205"/>
                  </a:lnTo>
                  <a:lnTo>
                    <a:pt x="15115" y="6620"/>
                  </a:lnTo>
                  <a:lnTo>
                    <a:pt x="14732" y="6055"/>
                  </a:lnTo>
                  <a:lnTo>
                    <a:pt x="14308" y="5510"/>
                  </a:lnTo>
                  <a:lnTo>
                    <a:pt x="13884" y="4965"/>
                  </a:lnTo>
                  <a:lnTo>
                    <a:pt x="13441" y="4460"/>
                  </a:lnTo>
                  <a:lnTo>
                    <a:pt x="12956" y="3956"/>
                  </a:lnTo>
                  <a:lnTo>
                    <a:pt x="12452" y="3492"/>
                  </a:lnTo>
                  <a:lnTo>
                    <a:pt x="11927" y="3028"/>
                  </a:lnTo>
                  <a:lnTo>
                    <a:pt x="11362" y="2604"/>
                  </a:lnTo>
                  <a:lnTo>
                    <a:pt x="10777" y="2200"/>
                  </a:lnTo>
                  <a:lnTo>
                    <a:pt x="10171" y="1837"/>
                  </a:lnTo>
                  <a:lnTo>
                    <a:pt x="9546" y="1494"/>
                  </a:lnTo>
                  <a:lnTo>
                    <a:pt x="8900" y="1191"/>
                  </a:lnTo>
                  <a:lnTo>
                    <a:pt x="8254" y="929"/>
                  </a:lnTo>
                  <a:lnTo>
                    <a:pt x="7588" y="687"/>
                  </a:lnTo>
                  <a:lnTo>
                    <a:pt x="6902" y="485"/>
                  </a:lnTo>
                  <a:lnTo>
                    <a:pt x="6216" y="324"/>
                  </a:lnTo>
                  <a:lnTo>
                    <a:pt x="5530" y="182"/>
                  </a:lnTo>
                  <a:lnTo>
                    <a:pt x="4824" y="81"/>
                  </a:lnTo>
                  <a:lnTo>
                    <a:pt x="4138" y="21"/>
                  </a:lnTo>
                  <a:lnTo>
                    <a:pt x="34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7" name="Google Shape;937;p13"/>
          <p:cNvGrpSpPr/>
          <p:nvPr/>
        </p:nvGrpSpPr>
        <p:grpSpPr>
          <a:xfrm rot="-5400000">
            <a:off x="-245893" y="2684791"/>
            <a:ext cx="1205112" cy="520243"/>
            <a:chOff x="3970982" y="4604466"/>
            <a:chExt cx="1205112" cy="520243"/>
          </a:xfrm>
        </p:grpSpPr>
        <p:sp>
          <p:nvSpPr>
            <p:cNvPr id="938" name="Google Shape;938;p13"/>
            <p:cNvSpPr/>
            <p:nvPr/>
          </p:nvSpPr>
          <p:spPr>
            <a:xfrm>
              <a:off x="4793927" y="507202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13"/>
            <p:cNvSpPr/>
            <p:nvPr/>
          </p:nvSpPr>
          <p:spPr>
            <a:xfrm>
              <a:off x="4465205" y="460446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13"/>
            <p:cNvSpPr/>
            <p:nvPr/>
          </p:nvSpPr>
          <p:spPr>
            <a:xfrm>
              <a:off x="4632225" y="460446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13"/>
            <p:cNvSpPr/>
            <p:nvPr/>
          </p:nvSpPr>
          <p:spPr>
            <a:xfrm>
              <a:off x="4466725" y="476009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13"/>
            <p:cNvSpPr/>
            <p:nvPr/>
          </p:nvSpPr>
          <p:spPr>
            <a:xfrm>
              <a:off x="4629946" y="475933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13"/>
            <p:cNvSpPr/>
            <p:nvPr/>
          </p:nvSpPr>
          <p:spPr>
            <a:xfrm>
              <a:off x="4796206" y="476009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13"/>
            <p:cNvSpPr/>
            <p:nvPr/>
          </p:nvSpPr>
          <p:spPr>
            <a:xfrm>
              <a:off x="4459090" y="491108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13"/>
            <p:cNvSpPr/>
            <p:nvPr/>
          </p:nvSpPr>
          <p:spPr>
            <a:xfrm>
              <a:off x="4631466" y="491567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13"/>
            <p:cNvSpPr/>
            <p:nvPr/>
          </p:nvSpPr>
          <p:spPr>
            <a:xfrm>
              <a:off x="4796206" y="491643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13"/>
            <p:cNvSpPr/>
            <p:nvPr/>
          </p:nvSpPr>
          <p:spPr>
            <a:xfrm>
              <a:off x="4462166" y="507050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13"/>
            <p:cNvSpPr/>
            <p:nvPr/>
          </p:nvSpPr>
          <p:spPr>
            <a:xfrm>
              <a:off x="4630706" y="507126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13"/>
            <p:cNvSpPr/>
            <p:nvPr/>
          </p:nvSpPr>
          <p:spPr>
            <a:xfrm>
              <a:off x="4797004" y="460526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13"/>
            <p:cNvSpPr/>
            <p:nvPr/>
          </p:nvSpPr>
          <p:spPr>
            <a:xfrm>
              <a:off x="4960985" y="460754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13"/>
            <p:cNvSpPr/>
            <p:nvPr/>
          </p:nvSpPr>
          <p:spPr>
            <a:xfrm>
              <a:off x="4303503" y="460526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13"/>
            <p:cNvSpPr/>
            <p:nvPr/>
          </p:nvSpPr>
          <p:spPr>
            <a:xfrm>
              <a:off x="4303503" y="476009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13"/>
            <p:cNvSpPr/>
            <p:nvPr/>
          </p:nvSpPr>
          <p:spPr>
            <a:xfrm>
              <a:off x="4959428" y="507202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13"/>
            <p:cNvSpPr/>
            <p:nvPr/>
          </p:nvSpPr>
          <p:spPr>
            <a:xfrm>
              <a:off x="4301984" y="507126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13"/>
            <p:cNvSpPr/>
            <p:nvPr/>
          </p:nvSpPr>
          <p:spPr>
            <a:xfrm>
              <a:off x="4960226" y="476236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13"/>
            <p:cNvSpPr/>
            <p:nvPr/>
          </p:nvSpPr>
          <p:spPr>
            <a:xfrm>
              <a:off x="4137243" y="506974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13"/>
            <p:cNvSpPr/>
            <p:nvPr/>
          </p:nvSpPr>
          <p:spPr>
            <a:xfrm>
              <a:off x="4959428" y="491795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13"/>
            <p:cNvSpPr/>
            <p:nvPr/>
          </p:nvSpPr>
          <p:spPr>
            <a:xfrm>
              <a:off x="4302743" y="491491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13"/>
            <p:cNvSpPr/>
            <p:nvPr/>
          </p:nvSpPr>
          <p:spPr>
            <a:xfrm>
              <a:off x="4138762" y="490652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13"/>
            <p:cNvSpPr/>
            <p:nvPr/>
          </p:nvSpPr>
          <p:spPr>
            <a:xfrm>
              <a:off x="3970982" y="507050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13"/>
            <p:cNvSpPr/>
            <p:nvPr/>
          </p:nvSpPr>
          <p:spPr>
            <a:xfrm>
              <a:off x="3973261" y="491567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13"/>
            <p:cNvSpPr/>
            <p:nvPr/>
          </p:nvSpPr>
          <p:spPr>
            <a:xfrm>
              <a:off x="5123447" y="507430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13"/>
            <p:cNvSpPr/>
            <p:nvPr/>
          </p:nvSpPr>
          <p:spPr>
            <a:xfrm>
              <a:off x="4137243" y="476161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13"/>
            <p:cNvSpPr/>
            <p:nvPr/>
          </p:nvSpPr>
          <p:spPr>
            <a:xfrm>
              <a:off x="4134964" y="460602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13"/>
            <p:cNvSpPr/>
            <p:nvPr/>
          </p:nvSpPr>
          <p:spPr>
            <a:xfrm>
              <a:off x="5121890" y="491947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13"/>
            <p:cNvSpPr/>
            <p:nvPr/>
          </p:nvSpPr>
          <p:spPr>
            <a:xfrm>
              <a:off x="5124207" y="476388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13"/>
            <p:cNvSpPr/>
            <p:nvPr/>
          </p:nvSpPr>
          <p:spPr>
            <a:xfrm>
              <a:off x="3974781" y="475933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13"/>
            <p:cNvSpPr/>
            <p:nvPr/>
          </p:nvSpPr>
          <p:spPr>
            <a:xfrm>
              <a:off x="3975541" y="460446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13"/>
            <p:cNvSpPr/>
            <p:nvPr/>
          </p:nvSpPr>
          <p:spPr>
            <a:xfrm>
              <a:off x="5124967" y="460830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70" name="Google Shape;970;p13"/>
          <p:cNvSpPr/>
          <p:nvPr/>
        </p:nvSpPr>
        <p:spPr>
          <a:xfrm>
            <a:off x="-385975" y="-555275"/>
            <a:ext cx="1002000" cy="1002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13"/>
          <p:cNvSpPr/>
          <p:nvPr/>
        </p:nvSpPr>
        <p:spPr>
          <a:xfrm>
            <a:off x="128050" y="648110"/>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13"/>
          <p:cNvSpPr/>
          <p:nvPr/>
        </p:nvSpPr>
        <p:spPr>
          <a:xfrm>
            <a:off x="128063" y="1179835"/>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13"/>
          <p:cNvSpPr/>
          <p:nvPr/>
        </p:nvSpPr>
        <p:spPr>
          <a:xfrm flipH="1">
            <a:off x="8432000" y="15950"/>
            <a:ext cx="7314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13"/>
          <p:cNvSpPr/>
          <p:nvPr/>
        </p:nvSpPr>
        <p:spPr>
          <a:xfrm flipH="1" rot="-5400000">
            <a:off x="8208225" y="-8"/>
            <a:ext cx="961200" cy="961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13"/>
          <p:cNvSpPr/>
          <p:nvPr/>
        </p:nvSpPr>
        <p:spPr>
          <a:xfrm>
            <a:off x="8868620" y="2789380"/>
            <a:ext cx="939900" cy="939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76" name="Google Shape;976;p13"/>
          <p:cNvGrpSpPr/>
          <p:nvPr/>
        </p:nvGrpSpPr>
        <p:grpSpPr>
          <a:xfrm>
            <a:off x="8563132" y="407721"/>
            <a:ext cx="1730784" cy="1441910"/>
            <a:chOff x="-979618" y="-5128741"/>
            <a:chExt cx="1730784" cy="1441910"/>
          </a:xfrm>
        </p:grpSpPr>
        <p:sp>
          <p:nvSpPr>
            <p:cNvPr id="977" name="Google Shape;977;p13"/>
            <p:cNvSpPr/>
            <p:nvPr/>
          </p:nvSpPr>
          <p:spPr>
            <a:xfrm flipH="1">
              <a:off x="-979618" y="-5128741"/>
              <a:ext cx="1730784" cy="1441910"/>
            </a:xfrm>
            <a:custGeom>
              <a:rect b="b" l="l" r="r" t="t"/>
              <a:pathLst>
                <a:path extrusionOk="0" h="25791" w="30958">
                  <a:moveTo>
                    <a:pt x="13179" y="81"/>
                  </a:moveTo>
                  <a:lnTo>
                    <a:pt x="14551" y="101"/>
                  </a:lnTo>
                  <a:lnTo>
                    <a:pt x="15257" y="121"/>
                  </a:lnTo>
                  <a:lnTo>
                    <a:pt x="15963" y="162"/>
                  </a:lnTo>
                  <a:lnTo>
                    <a:pt x="16690" y="242"/>
                  </a:lnTo>
                  <a:lnTo>
                    <a:pt x="17416" y="323"/>
                  </a:lnTo>
                  <a:lnTo>
                    <a:pt x="18143" y="444"/>
                  </a:lnTo>
                  <a:lnTo>
                    <a:pt x="18869" y="586"/>
                  </a:lnTo>
                  <a:lnTo>
                    <a:pt x="19576" y="767"/>
                  </a:lnTo>
                  <a:lnTo>
                    <a:pt x="20282" y="969"/>
                  </a:lnTo>
                  <a:lnTo>
                    <a:pt x="20988" y="1211"/>
                  </a:lnTo>
                  <a:lnTo>
                    <a:pt x="21654" y="1494"/>
                  </a:lnTo>
                  <a:lnTo>
                    <a:pt x="21997" y="1655"/>
                  </a:lnTo>
                  <a:lnTo>
                    <a:pt x="22320" y="1837"/>
                  </a:lnTo>
                  <a:lnTo>
                    <a:pt x="22643" y="2018"/>
                  </a:lnTo>
                  <a:lnTo>
                    <a:pt x="22946" y="2200"/>
                  </a:lnTo>
                  <a:lnTo>
                    <a:pt x="23269" y="2402"/>
                  </a:lnTo>
                  <a:lnTo>
                    <a:pt x="23551" y="2624"/>
                  </a:lnTo>
                  <a:lnTo>
                    <a:pt x="23854" y="2866"/>
                  </a:lnTo>
                  <a:lnTo>
                    <a:pt x="24136" y="3108"/>
                  </a:lnTo>
                  <a:lnTo>
                    <a:pt x="24540" y="3491"/>
                  </a:lnTo>
                  <a:lnTo>
                    <a:pt x="24923" y="3895"/>
                  </a:lnTo>
                  <a:lnTo>
                    <a:pt x="25287" y="4339"/>
                  </a:lnTo>
                  <a:lnTo>
                    <a:pt x="25670" y="4823"/>
                  </a:lnTo>
                  <a:lnTo>
                    <a:pt x="26013" y="5348"/>
                  </a:lnTo>
                  <a:lnTo>
                    <a:pt x="26356" y="5913"/>
                  </a:lnTo>
                  <a:lnTo>
                    <a:pt x="26719" y="6518"/>
                  </a:lnTo>
                  <a:lnTo>
                    <a:pt x="27042" y="7164"/>
                  </a:lnTo>
                  <a:lnTo>
                    <a:pt x="27345" y="7749"/>
                  </a:lnTo>
                  <a:lnTo>
                    <a:pt x="27607" y="8335"/>
                  </a:lnTo>
                  <a:lnTo>
                    <a:pt x="27870" y="8940"/>
                  </a:lnTo>
                  <a:lnTo>
                    <a:pt x="28112" y="9546"/>
                  </a:lnTo>
                  <a:lnTo>
                    <a:pt x="28556" y="10756"/>
                  </a:lnTo>
                  <a:lnTo>
                    <a:pt x="28959" y="11947"/>
                  </a:lnTo>
                  <a:lnTo>
                    <a:pt x="29343" y="13138"/>
                  </a:lnTo>
                  <a:lnTo>
                    <a:pt x="29666" y="14328"/>
                  </a:lnTo>
                  <a:lnTo>
                    <a:pt x="29948" y="15478"/>
                  </a:lnTo>
                  <a:lnTo>
                    <a:pt x="30231" y="16588"/>
                  </a:lnTo>
                  <a:lnTo>
                    <a:pt x="30453" y="17577"/>
                  </a:lnTo>
                  <a:lnTo>
                    <a:pt x="30654" y="18606"/>
                  </a:lnTo>
                  <a:lnTo>
                    <a:pt x="30735" y="19111"/>
                  </a:lnTo>
                  <a:lnTo>
                    <a:pt x="30816" y="19636"/>
                  </a:lnTo>
                  <a:lnTo>
                    <a:pt x="30856" y="20160"/>
                  </a:lnTo>
                  <a:lnTo>
                    <a:pt x="30876" y="20685"/>
                  </a:lnTo>
                  <a:lnTo>
                    <a:pt x="30876" y="21169"/>
                  </a:lnTo>
                  <a:lnTo>
                    <a:pt x="30856" y="21674"/>
                  </a:lnTo>
                  <a:lnTo>
                    <a:pt x="30796" y="22219"/>
                  </a:lnTo>
                  <a:lnTo>
                    <a:pt x="30695" y="22784"/>
                  </a:lnTo>
                  <a:lnTo>
                    <a:pt x="30614" y="23046"/>
                  </a:lnTo>
                  <a:lnTo>
                    <a:pt x="30533" y="23329"/>
                  </a:lnTo>
                  <a:lnTo>
                    <a:pt x="30412" y="23611"/>
                  </a:lnTo>
                  <a:lnTo>
                    <a:pt x="30311" y="23873"/>
                  </a:lnTo>
                  <a:lnTo>
                    <a:pt x="30170" y="24136"/>
                  </a:lnTo>
                  <a:lnTo>
                    <a:pt x="30009" y="24398"/>
                  </a:lnTo>
                  <a:lnTo>
                    <a:pt x="29847" y="24640"/>
                  </a:lnTo>
                  <a:lnTo>
                    <a:pt x="29645" y="24882"/>
                  </a:lnTo>
                  <a:lnTo>
                    <a:pt x="29383" y="25145"/>
                  </a:lnTo>
                  <a:lnTo>
                    <a:pt x="29242" y="25266"/>
                  </a:lnTo>
                  <a:lnTo>
                    <a:pt x="29101" y="25387"/>
                  </a:lnTo>
                  <a:lnTo>
                    <a:pt x="28939" y="25468"/>
                  </a:lnTo>
                  <a:lnTo>
                    <a:pt x="28798" y="25548"/>
                  </a:lnTo>
                  <a:lnTo>
                    <a:pt x="28657" y="25609"/>
                  </a:lnTo>
                  <a:lnTo>
                    <a:pt x="28515" y="25649"/>
                  </a:lnTo>
                  <a:lnTo>
                    <a:pt x="28334" y="25690"/>
                  </a:lnTo>
                  <a:lnTo>
                    <a:pt x="28152" y="25710"/>
                  </a:lnTo>
                  <a:lnTo>
                    <a:pt x="27991" y="25710"/>
                  </a:lnTo>
                  <a:lnTo>
                    <a:pt x="27809" y="25690"/>
                  </a:lnTo>
                  <a:lnTo>
                    <a:pt x="27648" y="25669"/>
                  </a:lnTo>
                  <a:lnTo>
                    <a:pt x="27466" y="25629"/>
                  </a:lnTo>
                  <a:lnTo>
                    <a:pt x="27143" y="25508"/>
                  </a:lnTo>
                  <a:lnTo>
                    <a:pt x="26800" y="25347"/>
                  </a:lnTo>
                  <a:lnTo>
                    <a:pt x="26477" y="25165"/>
                  </a:lnTo>
                  <a:lnTo>
                    <a:pt x="26154" y="24963"/>
                  </a:lnTo>
                  <a:lnTo>
                    <a:pt x="25852" y="24741"/>
                  </a:lnTo>
                  <a:lnTo>
                    <a:pt x="25145" y="24196"/>
                  </a:lnTo>
                  <a:lnTo>
                    <a:pt x="24419" y="23631"/>
                  </a:lnTo>
                  <a:lnTo>
                    <a:pt x="23692" y="23046"/>
                  </a:lnTo>
                  <a:lnTo>
                    <a:pt x="22946" y="22420"/>
                  </a:lnTo>
                  <a:lnTo>
                    <a:pt x="22199" y="21775"/>
                  </a:lnTo>
                  <a:lnTo>
                    <a:pt x="21412" y="21109"/>
                  </a:lnTo>
                  <a:lnTo>
                    <a:pt x="20625" y="20382"/>
                  </a:lnTo>
                  <a:lnTo>
                    <a:pt x="19798" y="19636"/>
                  </a:lnTo>
                  <a:lnTo>
                    <a:pt x="18506" y="18405"/>
                  </a:lnTo>
                  <a:lnTo>
                    <a:pt x="17215" y="17153"/>
                  </a:lnTo>
                  <a:lnTo>
                    <a:pt x="14692" y="14671"/>
                  </a:lnTo>
                  <a:lnTo>
                    <a:pt x="12270" y="12290"/>
                  </a:lnTo>
                  <a:lnTo>
                    <a:pt x="11039" y="11079"/>
                  </a:lnTo>
                  <a:lnTo>
                    <a:pt x="9808" y="9909"/>
                  </a:lnTo>
                  <a:lnTo>
                    <a:pt x="8376" y="8597"/>
                  </a:lnTo>
                  <a:lnTo>
                    <a:pt x="7024" y="7406"/>
                  </a:lnTo>
                  <a:lnTo>
                    <a:pt x="5732" y="6317"/>
                  </a:lnTo>
                  <a:lnTo>
                    <a:pt x="4461" y="5308"/>
                  </a:lnTo>
                  <a:lnTo>
                    <a:pt x="4118" y="5086"/>
                  </a:lnTo>
                  <a:lnTo>
                    <a:pt x="3593" y="4743"/>
                  </a:lnTo>
                  <a:lnTo>
                    <a:pt x="2523" y="4057"/>
                  </a:lnTo>
                  <a:lnTo>
                    <a:pt x="1958" y="3673"/>
                  </a:lnTo>
                  <a:lnTo>
                    <a:pt x="1414" y="3290"/>
                  </a:lnTo>
                  <a:lnTo>
                    <a:pt x="929" y="2886"/>
                  </a:lnTo>
                  <a:lnTo>
                    <a:pt x="707" y="2704"/>
                  </a:lnTo>
                  <a:lnTo>
                    <a:pt x="526" y="2503"/>
                  </a:lnTo>
                  <a:lnTo>
                    <a:pt x="364" y="2341"/>
                  </a:lnTo>
                  <a:lnTo>
                    <a:pt x="223" y="2160"/>
                  </a:lnTo>
                  <a:lnTo>
                    <a:pt x="142" y="1998"/>
                  </a:lnTo>
                  <a:lnTo>
                    <a:pt x="82" y="1857"/>
                  </a:lnTo>
                  <a:lnTo>
                    <a:pt x="82" y="1776"/>
                  </a:lnTo>
                  <a:lnTo>
                    <a:pt x="82" y="1716"/>
                  </a:lnTo>
                  <a:lnTo>
                    <a:pt x="102" y="1655"/>
                  </a:lnTo>
                  <a:lnTo>
                    <a:pt x="142" y="1595"/>
                  </a:lnTo>
                  <a:lnTo>
                    <a:pt x="243" y="1473"/>
                  </a:lnTo>
                  <a:lnTo>
                    <a:pt x="364" y="1373"/>
                  </a:lnTo>
                  <a:lnTo>
                    <a:pt x="485" y="1292"/>
                  </a:lnTo>
                  <a:lnTo>
                    <a:pt x="647" y="1231"/>
                  </a:lnTo>
                  <a:lnTo>
                    <a:pt x="788" y="1171"/>
                  </a:lnTo>
                  <a:lnTo>
                    <a:pt x="949" y="1130"/>
                  </a:lnTo>
                  <a:lnTo>
                    <a:pt x="1292" y="1070"/>
                  </a:lnTo>
                  <a:lnTo>
                    <a:pt x="2745" y="848"/>
                  </a:lnTo>
                  <a:lnTo>
                    <a:pt x="4219" y="646"/>
                  </a:lnTo>
                  <a:lnTo>
                    <a:pt x="5712" y="464"/>
                  </a:lnTo>
                  <a:lnTo>
                    <a:pt x="7185" y="323"/>
                  </a:lnTo>
                  <a:lnTo>
                    <a:pt x="8658" y="222"/>
                  </a:lnTo>
                  <a:lnTo>
                    <a:pt x="10152" y="142"/>
                  </a:lnTo>
                  <a:lnTo>
                    <a:pt x="11645" y="81"/>
                  </a:lnTo>
                  <a:close/>
                  <a:moveTo>
                    <a:pt x="11645" y="0"/>
                  </a:moveTo>
                  <a:lnTo>
                    <a:pt x="10152" y="61"/>
                  </a:lnTo>
                  <a:lnTo>
                    <a:pt x="8658" y="142"/>
                  </a:lnTo>
                  <a:lnTo>
                    <a:pt x="7185" y="242"/>
                  </a:lnTo>
                  <a:lnTo>
                    <a:pt x="5692" y="384"/>
                  </a:lnTo>
                  <a:lnTo>
                    <a:pt x="4219" y="565"/>
                  </a:lnTo>
                  <a:lnTo>
                    <a:pt x="2745" y="767"/>
                  </a:lnTo>
                  <a:lnTo>
                    <a:pt x="1272" y="989"/>
                  </a:lnTo>
                  <a:lnTo>
                    <a:pt x="929" y="1070"/>
                  </a:lnTo>
                  <a:lnTo>
                    <a:pt x="768" y="1110"/>
                  </a:lnTo>
                  <a:lnTo>
                    <a:pt x="606" y="1151"/>
                  </a:lnTo>
                  <a:lnTo>
                    <a:pt x="445" y="1231"/>
                  </a:lnTo>
                  <a:lnTo>
                    <a:pt x="304" y="1312"/>
                  </a:lnTo>
                  <a:lnTo>
                    <a:pt x="183" y="1413"/>
                  </a:lnTo>
                  <a:lnTo>
                    <a:pt x="82" y="1554"/>
                  </a:lnTo>
                  <a:lnTo>
                    <a:pt x="41" y="1615"/>
                  </a:lnTo>
                  <a:lnTo>
                    <a:pt x="1" y="1695"/>
                  </a:lnTo>
                  <a:lnTo>
                    <a:pt x="1" y="1776"/>
                  </a:lnTo>
                  <a:lnTo>
                    <a:pt x="1" y="1857"/>
                  </a:lnTo>
                  <a:lnTo>
                    <a:pt x="61" y="2018"/>
                  </a:lnTo>
                  <a:lnTo>
                    <a:pt x="142" y="2180"/>
                  </a:lnTo>
                  <a:lnTo>
                    <a:pt x="283" y="2361"/>
                  </a:lnTo>
                  <a:lnTo>
                    <a:pt x="445" y="2543"/>
                  </a:lnTo>
                  <a:lnTo>
                    <a:pt x="627" y="2725"/>
                  </a:lnTo>
                  <a:lnTo>
                    <a:pt x="849" y="2926"/>
                  </a:lnTo>
                  <a:lnTo>
                    <a:pt x="1333" y="3310"/>
                  </a:lnTo>
                  <a:lnTo>
                    <a:pt x="1878" y="3713"/>
                  </a:lnTo>
                  <a:lnTo>
                    <a:pt x="2443" y="4097"/>
                  </a:lnTo>
                  <a:lnTo>
                    <a:pt x="3532" y="4803"/>
                  </a:lnTo>
                  <a:lnTo>
                    <a:pt x="4077" y="5146"/>
                  </a:lnTo>
                  <a:lnTo>
                    <a:pt x="4420" y="5388"/>
                  </a:lnTo>
                  <a:lnTo>
                    <a:pt x="5672" y="6377"/>
                  </a:lnTo>
                  <a:lnTo>
                    <a:pt x="6963" y="7467"/>
                  </a:lnTo>
                  <a:lnTo>
                    <a:pt x="8315" y="8658"/>
                  </a:lnTo>
                  <a:lnTo>
                    <a:pt x="9748" y="9969"/>
                  </a:lnTo>
                  <a:lnTo>
                    <a:pt x="10999" y="11140"/>
                  </a:lnTo>
                  <a:lnTo>
                    <a:pt x="12230" y="12351"/>
                  </a:lnTo>
                  <a:lnTo>
                    <a:pt x="14631" y="14732"/>
                  </a:lnTo>
                  <a:lnTo>
                    <a:pt x="17154" y="17214"/>
                  </a:lnTo>
                  <a:lnTo>
                    <a:pt x="18445" y="18465"/>
                  </a:lnTo>
                  <a:lnTo>
                    <a:pt x="19737" y="19696"/>
                  </a:lnTo>
                  <a:lnTo>
                    <a:pt x="20564" y="20443"/>
                  </a:lnTo>
                  <a:lnTo>
                    <a:pt x="21372" y="21169"/>
                  </a:lnTo>
                  <a:lnTo>
                    <a:pt x="22138" y="21835"/>
                  </a:lnTo>
                  <a:lnTo>
                    <a:pt x="22885" y="22501"/>
                  </a:lnTo>
                  <a:lnTo>
                    <a:pt x="23632" y="23107"/>
                  </a:lnTo>
                  <a:lnTo>
                    <a:pt x="24358" y="23692"/>
                  </a:lnTo>
                  <a:lnTo>
                    <a:pt x="25085" y="24257"/>
                  </a:lnTo>
                  <a:lnTo>
                    <a:pt x="25811" y="24802"/>
                  </a:lnTo>
                  <a:lnTo>
                    <a:pt x="26336" y="25165"/>
                  </a:lnTo>
                  <a:lnTo>
                    <a:pt x="26598" y="25326"/>
                  </a:lnTo>
                  <a:lnTo>
                    <a:pt x="26881" y="25488"/>
                  </a:lnTo>
                  <a:lnTo>
                    <a:pt x="27183" y="25609"/>
                  </a:lnTo>
                  <a:lnTo>
                    <a:pt x="27466" y="25710"/>
                  </a:lnTo>
                  <a:lnTo>
                    <a:pt x="27769" y="25770"/>
                  </a:lnTo>
                  <a:lnTo>
                    <a:pt x="28051" y="25790"/>
                  </a:lnTo>
                  <a:lnTo>
                    <a:pt x="28293" y="25770"/>
                  </a:lnTo>
                  <a:lnTo>
                    <a:pt x="28536" y="25730"/>
                  </a:lnTo>
                  <a:lnTo>
                    <a:pt x="28677" y="25690"/>
                  </a:lnTo>
                  <a:lnTo>
                    <a:pt x="28838" y="25609"/>
                  </a:lnTo>
                  <a:lnTo>
                    <a:pt x="28979" y="25548"/>
                  </a:lnTo>
                  <a:lnTo>
                    <a:pt x="29141" y="25447"/>
                  </a:lnTo>
                  <a:lnTo>
                    <a:pt x="29282" y="25347"/>
                  </a:lnTo>
                  <a:lnTo>
                    <a:pt x="29423" y="25225"/>
                  </a:lnTo>
                  <a:lnTo>
                    <a:pt x="29706" y="24923"/>
                  </a:lnTo>
                  <a:lnTo>
                    <a:pt x="29908" y="24681"/>
                  </a:lnTo>
                  <a:lnTo>
                    <a:pt x="30089" y="24438"/>
                  </a:lnTo>
                  <a:lnTo>
                    <a:pt x="30231" y="24176"/>
                  </a:lnTo>
                  <a:lnTo>
                    <a:pt x="30372" y="23914"/>
                  </a:lnTo>
                  <a:lnTo>
                    <a:pt x="30493" y="23631"/>
                  </a:lnTo>
                  <a:lnTo>
                    <a:pt x="30594" y="23369"/>
                  </a:lnTo>
                  <a:lnTo>
                    <a:pt x="30695" y="23086"/>
                  </a:lnTo>
                  <a:lnTo>
                    <a:pt x="30755" y="22804"/>
                  </a:lnTo>
                  <a:lnTo>
                    <a:pt x="30816" y="22521"/>
                  </a:lnTo>
                  <a:lnTo>
                    <a:pt x="30876" y="22239"/>
                  </a:lnTo>
                  <a:lnTo>
                    <a:pt x="30937" y="21694"/>
                  </a:lnTo>
                  <a:lnTo>
                    <a:pt x="30957" y="21169"/>
                  </a:lnTo>
                  <a:lnTo>
                    <a:pt x="30957" y="20685"/>
                  </a:lnTo>
                  <a:lnTo>
                    <a:pt x="30937" y="20160"/>
                  </a:lnTo>
                  <a:lnTo>
                    <a:pt x="30897" y="19636"/>
                  </a:lnTo>
                  <a:lnTo>
                    <a:pt x="30816" y="19111"/>
                  </a:lnTo>
                  <a:lnTo>
                    <a:pt x="30735" y="18586"/>
                  </a:lnTo>
                  <a:lnTo>
                    <a:pt x="30533" y="17557"/>
                  </a:lnTo>
                  <a:lnTo>
                    <a:pt x="30311" y="16568"/>
                  </a:lnTo>
                  <a:lnTo>
                    <a:pt x="30029" y="15458"/>
                  </a:lnTo>
                  <a:lnTo>
                    <a:pt x="29746" y="14308"/>
                  </a:lnTo>
                  <a:lnTo>
                    <a:pt x="29403" y="13117"/>
                  </a:lnTo>
                  <a:lnTo>
                    <a:pt x="29040" y="11927"/>
                  </a:lnTo>
                  <a:lnTo>
                    <a:pt x="28636" y="10716"/>
                  </a:lnTo>
                  <a:lnTo>
                    <a:pt x="28192" y="9505"/>
                  </a:lnTo>
                  <a:lnTo>
                    <a:pt x="27950" y="8900"/>
                  </a:lnTo>
                  <a:lnTo>
                    <a:pt x="27688" y="8315"/>
                  </a:lnTo>
                  <a:lnTo>
                    <a:pt x="27405" y="7709"/>
                  </a:lnTo>
                  <a:lnTo>
                    <a:pt x="27123" y="7124"/>
                  </a:lnTo>
                  <a:lnTo>
                    <a:pt x="26780" y="6478"/>
                  </a:lnTo>
                  <a:lnTo>
                    <a:pt x="26437" y="5853"/>
                  </a:lnTo>
                  <a:lnTo>
                    <a:pt x="26074" y="5288"/>
                  </a:lnTo>
                  <a:lnTo>
                    <a:pt x="25730" y="4783"/>
                  </a:lnTo>
                  <a:lnTo>
                    <a:pt x="25367" y="4279"/>
                  </a:lnTo>
                  <a:lnTo>
                    <a:pt x="24984" y="3835"/>
                  </a:lnTo>
                  <a:lnTo>
                    <a:pt x="24600" y="3431"/>
                  </a:lnTo>
                  <a:lnTo>
                    <a:pt x="24197" y="3048"/>
                  </a:lnTo>
                  <a:lnTo>
                    <a:pt x="23672" y="2604"/>
                  </a:lnTo>
                  <a:lnTo>
                    <a:pt x="23127" y="2220"/>
                  </a:lnTo>
                  <a:lnTo>
                    <a:pt x="22522" y="1857"/>
                  </a:lnTo>
                  <a:lnTo>
                    <a:pt x="21896" y="1514"/>
                  </a:lnTo>
                  <a:lnTo>
                    <a:pt x="21251" y="1231"/>
                  </a:lnTo>
                  <a:lnTo>
                    <a:pt x="20544" y="969"/>
                  </a:lnTo>
                  <a:lnTo>
                    <a:pt x="19798" y="727"/>
                  </a:lnTo>
                  <a:lnTo>
                    <a:pt x="19031" y="525"/>
                  </a:lnTo>
                  <a:lnTo>
                    <a:pt x="18405" y="404"/>
                  </a:lnTo>
                  <a:lnTo>
                    <a:pt x="17759" y="303"/>
                  </a:lnTo>
                  <a:lnTo>
                    <a:pt x="17093" y="202"/>
                  </a:lnTo>
                  <a:lnTo>
                    <a:pt x="16387" y="121"/>
                  </a:lnTo>
                  <a:lnTo>
                    <a:pt x="15640" y="61"/>
                  </a:lnTo>
                  <a:lnTo>
                    <a:pt x="14853" y="21"/>
                  </a:lnTo>
                  <a:lnTo>
                    <a:pt x="140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13"/>
            <p:cNvSpPr/>
            <p:nvPr/>
          </p:nvSpPr>
          <p:spPr>
            <a:xfrm flipH="1">
              <a:off x="-756203" y="-5057684"/>
              <a:ext cx="1058329" cy="998564"/>
            </a:xfrm>
            <a:custGeom>
              <a:rect b="b" l="l" r="r" t="t"/>
              <a:pathLst>
                <a:path extrusionOk="0" h="17861" w="18930">
                  <a:moveTo>
                    <a:pt x="3431" y="81"/>
                  </a:moveTo>
                  <a:lnTo>
                    <a:pt x="4117" y="102"/>
                  </a:lnTo>
                  <a:lnTo>
                    <a:pt x="4824" y="162"/>
                  </a:lnTo>
                  <a:lnTo>
                    <a:pt x="5510" y="263"/>
                  </a:lnTo>
                  <a:lnTo>
                    <a:pt x="6216" y="404"/>
                  </a:lnTo>
                  <a:lnTo>
                    <a:pt x="6882" y="566"/>
                  </a:lnTo>
                  <a:lnTo>
                    <a:pt x="7568" y="768"/>
                  </a:lnTo>
                  <a:lnTo>
                    <a:pt x="8234" y="1010"/>
                  </a:lnTo>
                  <a:lnTo>
                    <a:pt x="8880" y="1272"/>
                  </a:lnTo>
                  <a:lnTo>
                    <a:pt x="9505" y="1575"/>
                  </a:lnTo>
                  <a:lnTo>
                    <a:pt x="10131" y="1918"/>
                  </a:lnTo>
                  <a:lnTo>
                    <a:pt x="10736" y="2281"/>
                  </a:lnTo>
                  <a:lnTo>
                    <a:pt x="11301" y="2664"/>
                  </a:lnTo>
                  <a:lnTo>
                    <a:pt x="11866" y="3088"/>
                  </a:lnTo>
                  <a:lnTo>
                    <a:pt x="12391" y="3552"/>
                  </a:lnTo>
                  <a:lnTo>
                    <a:pt x="12896" y="4017"/>
                  </a:lnTo>
                  <a:lnTo>
                    <a:pt x="13380" y="4521"/>
                  </a:lnTo>
                  <a:lnTo>
                    <a:pt x="13824" y="5026"/>
                  </a:lnTo>
                  <a:lnTo>
                    <a:pt x="14248" y="5570"/>
                  </a:lnTo>
                  <a:lnTo>
                    <a:pt x="14651" y="6115"/>
                  </a:lnTo>
                  <a:lnTo>
                    <a:pt x="15035" y="6680"/>
                  </a:lnTo>
                  <a:lnTo>
                    <a:pt x="15418" y="7245"/>
                  </a:lnTo>
                  <a:lnTo>
                    <a:pt x="15761" y="7831"/>
                  </a:lnTo>
                  <a:lnTo>
                    <a:pt x="16084" y="8416"/>
                  </a:lnTo>
                  <a:lnTo>
                    <a:pt x="16387" y="9021"/>
                  </a:lnTo>
                  <a:lnTo>
                    <a:pt x="16689" y="9627"/>
                  </a:lnTo>
                  <a:lnTo>
                    <a:pt x="16972" y="10232"/>
                  </a:lnTo>
                  <a:lnTo>
                    <a:pt x="17497" y="11423"/>
                  </a:lnTo>
                  <a:lnTo>
                    <a:pt x="17981" y="12593"/>
                  </a:lnTo>
                  <a:lnTo>
                    <a:pt x="18183" y="13158"/>
                  </a:lnTo>
                  <a:lnTo>
                    <a:pt x="18385" y="13723"/>
                  </a:lnTo>
                  <a:lnTo>
                    <a:pt x="18566" y="14288"/>
                  </a:lnTo>
                  <a:lnTo>
                    <a:pt x="18707" y="14853"/>
                  </a:lnTo>
                  <a:lnTo>
                    <a:pt x="18768" y="15136"/>
                  </a:lnTo>
                  <a:lnTo>
                    <a:pt x="18808" y="15438"/>
                  </a:lnTo>
                  <a:lnTo>
                    <a:pt x="18829" y="15721"/>
                  </a:lnTo>
                  <a:lnTo>
                    <a:pt x="18849" y="16003"/>
                  </a:lnTo>
                  <a:lnTo>
                    <a:pt x="18849" y="16286"/>
                  </a:lnTo>
                  <a:lnTo>
                    <a:pt x="18829" y="16589"/>
                  </a:lnTo>
                  <a:lnTo>
                    <a:pt x="18788" y="16871"/>
                  </a:lnTo>
                  <a:lnTo>
                    <a:pt x="18728" y="17154"/>
                  </a:lnTo>
                  <a:lnTo>
                    <a:pt x="18687" y="17295"/>
                  </a:lnTo>
                  <a:lnTo>
                    <a:pt x="18647" y="17416"/>
                  </a:lnTo>
                  <a:lnTo>
                    <a:pt x="18586" y="17537"/>
                  </a:lnTo>
                  <a:lnTo>
                    <a:pt x="18486" y="17658"/>
                  </a:lnTo>
                  <a:lnTo>
                    <a:pt x="18405" y="17699"/>
                  </a:lnTo>
                  <a:lnTo>
                    <a:pt x="18324" y="17739"/>
                  </a:lnTo>
                  <a:lnTo>
                    <a:pt x="18243" y="17759"/>
                  </a:lnTo>
                  <a:lnTo>
                    <a:pt x="18163" y="17779"/>
                  </a:lnTo>
                  <a:lnTo>
                    <a:pt x="17981" y="17759"/>
                  </a:lnTo>
                  <a:lnTo>
                    <a:pt x="17799" y="17699"/>
                  </a:lnTo>
                  <a:lnTo>
                    <a:pt x="17638" y="17618"/>
                  </a:lnTo>
                  <a:lnTo>
                    <a:pt x="17477" y="17517"/>
                  </a:lnTo>
                  <a:lnTo>
                    <a:pt x="17234" y="17315"/>
                  </a:lnTo>
                  <a:lnTo>
                    <a:pt x="16346" y="16548"/>
                  </a:lnTo>
                  <a:lnTo>
                    <a:pt x="15418" y="15701"/>
                  </a:lnTo>
                  <a:lnTo>
                    <a:pt x="14429" y="14793"/>
                  </a:lnTo>
                  <a:lnTo>
                    <a:pt x="13319" y="13743"/>
                  </a:lnTo>
                  <a:lnTo>
                    <a:pt x="11140" y="11645"/>
                  </a:lnTo>
                  <a:lnTo>
                    <a:pt x="8860" y="9465"/>
                  </a:lnTo>
                  <a:lnTo>
                    <a:pt x="7709" y="8375"/>
                  </a:lnTo>
                  <a:lnTo>
                    <a:pt x="6539" y="7306"/>
                  </a:lnTo>
                  <a:lnTo>
                    <a:pt x="5611" y="6478"/>
                  </a:lnTo>
                  <a:lnTo>
                    <a:pt x="4703" y="5691"/>
                  </a:lnTo>
                  <a:lnTo>
                    <a:pt x="3835" y="4965"/>
                  </a:lnTo>
                  <a:lnTo>
                    <a:pt x="3007" y="4279"/>
                  </a:lnTo>
                  <a:lnTo>
                    <a:pt x="2644" y="4017"/>
                  </a:lnTo>
                  <a:lnTo>
                    <a:pt x="2220" y="3734"/>
                  </a:lnTo>
                  <a:lnTo>
                    <a:pt x="1575" y="3290"/>
                  </a:lnTo>
                  <a:lnTo>
                    <a:pt x="1252" y="3048"/>
                  </a:lnTo>
                  <a:lnTo>
                    <a:pt x="929" y="2806"/>
                  </a:lnTo>
                  <a:lnTo>
                    <a:pt x="667" y="2564"/>
                  </a:lnTo>
                  <a:lnTo>
                    <a:pt x="424" y="2301"/>
                  </a:lnTo>
                  <a:lnTo>
                    <a:pt x="323" y="2160"/>
                  </a:lnTo>
                  <a:lnTo>
                    <a:pt x="243" y="2019"/>
                  </a:lnTo>
                  <a:lnTo>
                    <a:pt x="182" y="1898"/>
                  </a:lnTo>
                  <a:lnTo>
                    <a:pt x="122" y="1756"/>
                  </a:lnTo>
                  <a:lnTo>
                    <a:pt x="81" y="1575"/>
                  </a:lnTo>
                  <a:lnTo>
                    <a:pt x="102" y="1413"/>
                  </a:lnTo>
                  <a:lnTo>
                    <a:pt x="122" y="1232"/>
                  </a:lnTo>
                  <a:lnTo>
                    <a:pt x="202" y="1070"/>
                  </a:lnTo>
                  <a:lnTo>
                    <a:pt x="283" y="909"/>
                  </a:lnTo>
                  <a:lnTo>
                    <a:pt x="384" y="768"/>
                  </a:lnTo>
                  <a:lnTo>
                    <a:pt x="505" y="646"/>
                  </a:lnTo>
                  <a:lnTo>
                    <a:pt x="646" y="546"/>
                  </a:lnTo>
                  <a:lnTo>
                    <a:pt x="808" y="445"/>
                  </a:lnTo>
                  <a:lnTo>
                    <a:pt x="969" y="384"/>
                  </a:lnTo>
                  <a:lnTo>
                    <a:pt x="1131" y="324"/>
                  </a:lnTo>
                  <a:lnTo>
                    <a:pt x="1312" y="263"/>
                  </a:lnTo>
                  <a:lnTo>
                    <a:pt x="1655" y="202"/>
                  </a:lnTo>
                  <a:lnTo>
                    <a:pt x="2019" y="142"/>
                  </a:lnTo>
                  <a:lnTo>
                    <a:pt x="2725" y="102"/>
                  </a:lnTo>
                  <a:lnTo>
                    <a:pt x="3431" y="81"/>
                  </a:lnTo>
                  <a:close/>
                  <a:moveTo>
                    <a:pt x="3431" y="1"/>
                  </a:moveTo>
                  <a:lnTo>
                    <a:pt x="2725" y="21"/>
                  </a:lnTo>
                  <a:lnTo>
                    <a:pt x="2019" y="61"/>
                  </a:lnTo>
                  <a:lnTo>
                    <a:pt x="1655" y="122"/>
                  </a:lnTo>
                  <a:lnTo>
                    <a:pt x="1272" y="182"/>
                  </a:lnTo>
                  <a:lnTo>
                    <a:pt x="1111" y="243"/>
                  </a:lnTo>
                  <a:lnTo>
                    <a:pt x="929" y="303"/>
                  </a:lnTo>
                  <a:lnTo>
                    <a:pt x="767" y="384"/>
                  </a:lnTo>
                  <a:lnTo>
                    <a:pt x="606" y="485"/>
                  </a:lnTo>
                  <a:lnTo>
                    <a:pt x="465" y="586"/>
                  </a:lnTo>
                  <a:lnTo>
                    <a:pt x="323" y="727"/>
                  </a:lnTo>
                  <a:lnTo>
                    <a:pt x="223" y="868"/>
                  </a:lnTo>
                  <a:lnTo>
                    <a:pt x="122" y="1050"/>
                  </a:lnTo>
                  <a:lnTo>
                    <a:pt x="41" y="1211"/>
                  </a:lnTo>
                  <a:lnTo>
                    <a:pt x="21" y="1393"/>
                  </a:lnTo>
                  <a:lnTo>
                    <a:pt x="1" y="1595"/>
                  </a:lnTo>
                  <a:lnTo>
                    <a:pt x="41" y="1777"/>
                  </a:lnTo>
                  <a:lnTo>
                    <a:pt x="102" y="1918"/>
                  </a:lnTo>
                  <a:lnTo>
                    <a:pt x="162" y="2059"/>
                  </a:lnTo>
                  <a:lnTo>
                    <a:pt x="263" y="2200"/>
                  </a:lnTo>
                  <a:lnTo>
                    <a:pt x="364" y="2342"/>
                  </a:lnTo>
                  <a:lnTo>
                    <a:pt x="586" y="2604"/>
                  </a:lnTo>
                  <a:lnTo>
                    <a:pt x="868" y="2866"/>
                  </a:lnTo>
                  <a:lnTo>
                    <a:pt x="1191" y="3108"/>
                  </a:lnTo>
                  <a:lnTo>
                    <a:pt x="1514" y="3351"/>
                  </a:lnTo>
                  <a:lnTo>
                    <a:pt x="2180" y="3795"/>
                  </a:lnTo>
                  <a:lnTo>
                    <a:pt x="2604" y="4077"/>
                  </a:lnTo>
                  <a:lnTo>
                    <a:pt x="2947" y="4339"/>
                  </a:lnTo>
                  <a:lnTo>
                    <a:pt x="3794" y="5026"/>
                  </a:lnTo>
                  <a:lnTo>
                    <a:pt x="4662" y="5752"/>
                  </a:lnTo>
                  <a:lnTo>
                    <a:pt x="5550" y="6539"/>
                  </a:lnTo>
                  <a:lnTo>
                    <a:pt x="6499" y="7366"/>
                  </a:lnTo>
                  <a:lnTo>
                    <a:pt x="7649" y="8436"/>
                  </a:lnTo>
                  <a:lnTo>
                    <a:pt x="8799" y="9526"/>
                  </a:lnTo>
                  <a:lnTo>
                    <a:pt x="11079" y="11705"/>
                  </a:lnTo>
                  <a:lnTo>
                    <a:pt x="13279" y="13804"/>
                  </a:lnTo>
                  <a:lnTo>
                    <a:pt x="14369" y="14853"/>
                  </a:lnTo>
                  <a:lnTo>
                    <a:pt x="15358" y="15761"/>
                  </a:lnTo>
                  <a:lnTo>
                    <a:pt x="16286" y="16609"/>
                  </a:lnTo>
                  <a:lnTo>
                    <a:pt x="17174" y="17376"/>
                  </a:lnTo>
                  <a:lnTo>
                    <a:pt x="17355" y="17537"/>
                  </a:lnTo>
                  <a:lnTo>
                    <a:pt x="17598" y="17678"/>
                  </a:lnTo>
                  <a:lnTo>
                    <a:pt x="17719" y="17739"/>
                  </a:lnTo>
                  <a:lnTo>
                    <a:pt x="17860" y="17800"/>
                  </a:lnTo>
                  <a:lnTo>
                    <a:pt x="18001" y="17840"/>
                  </a:lnTo>
                  <a:lnTo>
                    <a:pt x="18142" y="17860"/>
                  </a:lnTo>
                  <a:lnTo>
                    <a:pt x="18243" y="17840"/>
                  </a:lnTo>
                  <a:lnTo>
                    <a:pt x="18344" y="17820"/>
                  </a:lnTo>
                  <a:lnTo>
                    <a:pt x="18445" y="17779"/>
                  </a:lnTo>
                  <a:lnTo>
                    <a:pt x="18526" y="17719"/>
                  </a:lnTo>
                  <a:lnTo>
                    <a:pt x="18647" y="17598"/>
                  </a:lnTo>
                  <a:lnTo>
                    <a:pt x="18707" y="17456"/>
                  </a:lnTo>
                  <a:lnTo>
                    <a:pt x="18768" y="17315"/>
                  </a:lnTo>
                  <a:lnTo>
                    <a:pt x="18808" y="17174"/>
                  </a:lnTo>
                  <a:lnTo>
                    <a:pt x="18869" y="16891"/>
                  </a:lnTo>
                  <a:lnTo>
                    <a:pt x="18909" y="16589"/>
                  </a:lnTo>
                  <a:lnTo>
                    <a:pt x="18929" y="16306"/>
                  </a:lnTo>
                  <a:lnTo>
                    <a:pt x="18929" y="16003"/>
                  </a:lnTo>
                  <a:lnTo>
                    <a:pt x="18909" y="15721"/>
                  </a:lnTo>
                  <a:lnTo>
                    <a:pt x="18889" y="15418"/>
                  </a:lnTo>
                  <a:lnTo>
                    <a:pt x="18849" y="15136"/>
                  </a:lnTo>
                  <a:lnTo>
                    <a:pt x="18788" y="14853"/>
                  </a:lnTo>
                  <a:lnTo>
                    <a:pt x="18647" y="14268"/>
                  </a:lnTo>
                  <a:lnTo>
                    <a:pt x="18465" y="13703"/>
                  </a:lnTo>
                  <a:lnTo>
                    <a:pt x="18264" y="13138"/>
                  </a:lnTo>
                  <a:lnTo>
                    <a:pt x="18042" y="12573"/>
                  </a:lnTo>
                  <a:lnTo>
                    <a:pt x="17577" y="11382"/>
                  </a:lnTo>
                  <a:lnTo>
                    <a:pt x="17053" y="10192"/>
                  </a:lnTo>
                  <a:lnTo>
                    <a:pt x="16770" y="9586"/>
                  </a:lnTo>
                  <a:lnTo>
                    <a:pt x="16468" y="8981"/>
                  </a:lnTo>
                  <a:lnTo>
                    <a:pt x="16145" y="8375"/>
                  </a:lnTo>
                  <a:lnTo>
                    <a:pt x="15822" y="7790"/>
                  </a:lnTo>
                  <a:lnTo>
                    <a:pt x="15479" y="7205"/>
                  </a:lnTo>
                  <a:lnTo>
                    <a:pt x="15115" y="6620"/>
                  </a:lnTo>
                  <a:lnTo>
                    <a:pt x="14732" y="6055"/>
                  </a:lnTo>
                  <a:lnTo>
                    <a:pt x="14308" y="5510"/>
                  </a:lnTo>
                  <a:lnTo>
                    <a:pt x="13884" y="4965"/>
                  </a:lnTo>
                  <a:lnTo>
                    <a:pt x="13441" y="4460"/>
                  </a:lnTo>
                  <a:lnTo>
                    <a:pt x="12956" y="3956"/>
                  </a:lnTo>
                  <a:lnTo>
                    <a:pt x="12452" y="3492"/>
                  </a:lnTo>
                  <a:lnTo>
                    <a:pt x="11927" y="3028"/>
                  </a:lnTo>
                  <a:lnTo>
                    <a:pt x="11362" y="2604"/>
                  </a:lnTo>
                  <a:lnTo>
                    <a:pt x="10777" y="2200"/>
                  </a:lnTo>
                  <a:lnTo>
                    <a:pt x="10171" y="1837"/>
                  </a:lnTo>
                  <a:lnTo>
                    <a:pt x="9546" y="1494"/>
                  </a:lnTo>
                  <a:lnTo>
                    <a:pt x="8900" y="1191"/>
                  </a:lnTo>
                  <a:lnTo>
                    <a:pt x="8254" y="929"/>
                  </a:lnTo>
                  <a:lnTo>
                    <a:pt x="7588" y="687"/>
                  </a:lnTo>
                  <a:lnTo>
                    <a:pt x="6902" y="485"/>
                  </a:lnTo>
                  <a:lnTo>
                    <a:pt x="6216" y="324"/>
                  </a:lnTo>
                  <a:lnTo>
                    <a:pt x="5530" y="182"/>
                  </a:lnTo>
                  <a:lnTo>
                    <a:pt x="4824" y="81"/>
                  </a:lnTo>
                  <a:lnTo>
                    <a:pt x="4138" y="21"/>
                  </a:lnTo>
                  <a:lnTo>
                    <a:pt x="34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13"/>
            <p:cNvSpPr/>
            <p:nvPr/>
          </p:nvSpPr>
          <p:spPr>
            <a:xfrm flipH="1">
              <a:off x="-459496" y="-4947101"/>
              <a:ext cx="453633" cy="455870"/>
            </a:xfrm>
            <a:custGeom>
              <a:rect b="b" l="l" r="r" t="t"/>
              <a:pathLst>
                <a:path extrusionOk="0" h="8154" w="8114">
                  <a:moveTo>
                    <a:pt x="1010" y="81"/>
                  </a:moveTo>
                  <a:lnTo>
                    <a:pt x="1151" y="101"/>
                  </a:lnTo>
                  <a:lnTo>
                    <a:pt x="1413" y="162"/>
                  </a:lnTo>
                  <a:lnTo>
                    <a:pt x="1696" y="263"/>
                  </a:lnTo>
                  <a:lnTo>
                    <a:pt x="1938" y="384"/>
                  </a:lnTo>
                  <a:lnTo>
                    <a:pt x="2200" y="545"/>
                  </a:lnTo>
                  <a:lnTo>
                    <a:pt x="2422" y="707"/>
                  </a:lnTo>
                  <a:lnTo>
                    <a:pt x="2644" y="888"/>
                  </a:lnTo>
                  <a:lnTo>
                    <a:pt x="3108" y="1251"/>
                  </a:lnTo>
                  <a:lnTo>
                    <a:pt x="3552" y="1635"/>
                  </a:lnTo>
                  <a:lnTo>
                    <a:pt x="3976" y="2039"/>
                  </a:lnTo>
                  <a:lnTo>
                    <a:pt x="4400" y="2422"/>
                  </a:lnTo>
                  <a:lnTo>
                    <a:pt x="4783" y="2826"/>
                  </a:lnTo>
                  <a:lnTo>
                    <a:pt x="5167" y="3229"/>
                  </a:lnTo>
                  <a:lnTo>
                    <a:pt x="5530" y="3653"/>
                  </a:lnTo>
                  <a:lnTo>
                    <a:pt x="5873" y="4077"/>
                  </a:lnTo>
                  <a:lnTo>
                    <a:pt x="6196" y="4500"/>
                  </a:lnTo>
                  <a:lnTo>
                    <a:pt x="6499" y="4924"/>
                  </a:lnTo>
                  <a:lnTo>
                    <a:pt x="6781" y="5348"/>
                  </a:lnTo>
                  <a:lnTo>
                    <a:pt x="7064" y="5792"/>
                  </a:lnTo>
                  <a:lnTo>
                    <a:pt x="7306" y="6236"/>
                  </a:lnTo>
                  <a:lnTo>
                    <a:pt x="7548" y="6680"/>
                  </a:lnTo>
                  <a:lnTo>
                    <a:pt x="7770" y="7144"/>
                  </a:lnTo>
                  <a:lnTo>
                    <a:pt x="7972" y="7588"/>
                  </a:lnTo>
                  <a:lnTo>
                    <a:pt x="8012" y="7729"/>
                  </a:lnTo>
                  <a:lnTo>
                    <a:pt x="8032" y="7871"/>
                  </a:lnTo>
                  <a:lnTo>
                    <a:pt x="8032" y="7931"/>
                  </a:lnTo>
                  <a:lnTo>
                    <a:pt x="8012" y="7992"/>
                  </a:lnTo>
                  <a:lnTo>
                    <a:pt x="7972" y="8032"/>
                  </a:lnTo>
                  <a:lnTo>
                    <a:pt x="7932" y="8052"/>
                  </a:lnTo>
                  <a:lnTo>
                    <a:pt x="7851" y="8072"/>
                  </a:lnTo>
                  <a:lnTo>
                    <a:pt x="7790" y="8072"/>
                  </a:lnTo>
                  <a:lnTo>
                    <a:pt x="7649" y="8012"/>
                  </a:lnTo>
                  <a:lnTo>
                    <a:pt x="7346" y="7830"/>
                  </a:lnTo>
                  <a:lnTo>
                    <a:pt x="7084" y="7628"/>
                  </a:lnTo>
                  <a:lnTo>
                    <a:pt x="6822" y="7386"/>
                  </a:lnTo>
                  <a:lnTo>
                    <a:pt x="6559" y="7164"/>
                  </a:lnTo>
                  <a:lnTo>
                    <a:pt x="2523" y="3310"/>
                  </a:lnTo>
                  <a:lnTo>
                    <a:pt x="2180" y="3007"/>
                  </a:lnTo>
                  <a:lnTo>
                    <a:pt x="1514" y="2462"/>
                  </a:lnTo>
                  <a:lnTo>
                    <a:pt x="1151" y="2119"/>
                  </a:lnTo>
                  <a:lnTo>
                    <a:pt x="808" y="1776"/>
                  </a:lnTo>
                  <a:lnTo>
                    <a:pt x="485" y="1413"/>
                  </a:lnTo>
                  <a:lnTo>
                    <a:pt x="364" y="1251"/>
                  </a:lnTo>
                  <a:lnTo>
                    <a:pt x="243" y="1070"/>
                  </a:lnTo>
                  <a:lnTo>
                    <a:pt x="162" y="908"/>
                  </a:lnTo>
                  <a:lnTo>
                    <a:pt x="102" y="767"/>
                  </a:lnTo>
                  <a:lnTo>
                    <a:pt x="81" y="626"/>
                  </a:lnTo>
                  <a:lnTo>
                    <a:pt x="81" y="485"/>
                  </a:lnTo>
                  <a:lnTo>
                    <a:pt x="122" y="424"/>
                  </a:lnTo>
                  <a:lnTo>
                    <a:pt x="142" y="364"/>
                  </a:lnTo>
                  <a:lnTo>
                    <a:pt x="243" y="263"/>
                  </a:lnTo>
                  <a:lnTo>
                    <a:pt x="404" y="182"/>
                  </a:lnTo>
                  <a:lnTo>
                    <a:pt x="606" y="101"/>
                  </a:lnTo>
                  <a:lnTo>
                    <a:pt x="747" y="81"/>
                  </a:lnTo>
                  <a:close/>
                  <a:moveTo>
                    <a:pt x="727" y="0"/>
                  </a:moveTo>
                  <a:lnTo>
                    <a:pt x="586" y="41"/>
                  </a:lnTo>
                  <a:lnTo>
                    <a:pt x="364" y="101"/>
                  </a:lnTo>
                  <a:lnTo>
                    <a:pt x="203" y="202"/>
                  </a:lnTo>
                  <a:lnTo>
                    <a:pt x="122" y="263"/>
                  </a:lnTo>
                  <a:lnTo>
                    <a:pt x="81" y="323"/>
                  </a:lnTo>
                  <a:lnTo>
                    <a:pt x="41" y="384"/>
                  </a:lnTo>
                  <a:lnTo>
                    <a:pt x="21" y="464"/>
                  </a:lnTo>
                  <a:lnTo>
                    <a:pt x="1" y="606"/>
                  </a:lnTo>
                  <a:lnTo>
                    <a:pt x="21" y="767"/>
                  </a:lnTo>
                  <a:lnTo>
                    <a:pt x="81" y="908"/>
                  </a:lnTo>
                  <a:lnTo>
                    <a:pt x="162" y="1090"/>
                  </a:lnTo>
                  <a:lnTo>
                    <a:pt x="263" y="1251"/>
                  </a:lnTo>
                  <a:lnTo>
                    <a:pt x="404" y="1433"/>
                  </a:lnTo>
                  <a:lnTo>
                    <a:pt x="707" y="1796"/>
                  </a:lnTo>
                  <a:lnTo>
                    <a:pt x="1070" y="2139"/>
                  </a:lnTo>
                  <a:lnTo>
                    <a:pt x="1434" y="2482"/>
                  </a:lnTo>
                  <a:lnTo>
                    <a:pt x="2120" y="3088"/>
                  </a:lnTo>
                  <a:lnTo>
                    <a:pt x="2463" y="3370"/>
                  </a:lnTo>
                  <a:lnTo>
                    <a:pt x="6499" y="7225"/>
                  </a:lnTo>
                  <a:lnTo>
                    <a:pt x="6761" y="7467"/>
                  </a:lnTo>
                  <a:lnTo>
                    <a:pt x="7023" y="7689"/>
                  </a:lnTo>
                  <a:lnTo>
                    <a:pt x="7306" y="7911"/>
                  </a:lnTo>
                  <a:lnTo>
                    <a:pt x="7609" y="8093"/>
                  </a:lnTo>
                  <a:lnTo>
                    <a:pt x="7730" y="8133"/>
                  </a:lnTo>
                  <a:lnTo>
                    <a:pt x="7851" y="8153"/>
                  </a:lnTo>
                  <a:lnTo>
                    <a:pt x="7911" y="8153"/>
                  </a:lnTo>
                  <a:lnTo>
                    <a:pt x="7972" y="8133"/>
                  </a:lnTo>
                  <a:lnTo>
                    <a:pt x="8032" y="8093"/>
                  </a:lnTo>
                  <a:lnTo>
                    <a:pt x="8073" y="8032"/>
                  </a:lnTo>
                  <a:lnTo>
                    <a:pt x="8093" y="7971"/>
                  </a:lnTo>
                  <a:lnTo>
                    <a:pt x="8113" y="7891"/>
                  </a:lnTo>
                  <a:lnTo>
                    <a:pt x="8093" y="7729"/>
                  </a:lnTo>
                  <a:lnTo>
                    <a:pt x="8032" y="7568"/>
                  </a:lnTo>
                  <a:lnTo>
                    <a:pt x="7831" y="7104"/>
                  </a:lnTo>
                  <a:lnTo>
                    <a:pt x="7629" y="6640"/>
                  </a:lnTo>
                  <a:lnTo>
                    <a:pt x="7387" y="6196"/>
                  </a:lnTo>
                  <a:lnTo>
                    <a:pt x="7124" y="5752"/>
                  </a:lnTo>
                  <a:lnTo>
                    <a:pt x="6862" y="5308"/>
                  </a:lnTo>
                  <a:lnTo>
                    <a:pt x="6559" y="4884"/>
                  </a:lnTo>
                  <a:lnTo>
                    <a:pt x="6257" y="4440"/>
                  </a:lnTo>
                  <a:lnTo>
                    <a:pt x="5934" y="4016"/>
                  </a:lnTo>
                  <a:lnTo>
                    <a:pt x="5591" y="3592"/>
                  </a:lnTo>
                  <a:lnTo>
                    <a:pt x="5227" y="3189"/>
                  </a:lnTo>
                  <a:lnTo>
                    <a:pt x="4844" y="2785"/>
                  </a:lnTo>
                  <a:lnTo>
                    <a:pt x="4461" y="2382"/>
                  </a:lnTo>
                  <a:lnTo>
                    <a:pt x="4037" y="1978"/>
                  </a:lnTo>
                  <a:lnTo>
                    <a:pt x="3613" y="1574"/>
                  </a:lnTo>
                  <a:lnTo>
                    <a:pt x="3169" y="1191"/>
                  </a:lnTo>
                  <a:lnTo>
                    <a:pt x="2705" y="808"/>
                  </a:lnTo>
                  <a:lnTo>
                    <a:pt x="2463" y="646"/>
                  </a:lnTo>
                  <a:lnTo>
                    <a:pt x="2221" y="464"/>
                  </a:lnTo>
                  <a:lnTo>
                    <a:pt x="1978" y="323"/>
                  </a:lnTo>
                  <a:lnTo>
                    <a:pt x="1716" y="182"/>
                  </a:lnTo>
                  <a:lnTo>
                    <a:pt x="1434" y="81"/>
                  </a:lnTo>
                  <a:lnTo>
                    <a:pt x="1151" y="21"/>
                  </a:lnTo>
                  <a:lnTo>
                    <a:pt x="10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0" name="Google Shape;980;p13"/>
          <p:cNvGrpSpPr/>
          <p:nvPr/>
        </p:nvGrpSpPr>
        <p:grpSpPr>
          <a:xfrm>
            <a:off x="8716221" y="3079094"/>
            <a:ext cx="1001862" cy="1525380"/>
            <a:chOff x="2060921" y="-3413869"/>
            <a:chExt cx="1001862" cy="1525380"/>
          </a:xfrm>
        </p:grpSpPr>
        <p:sp>
          <p:nvSpPr>
            <p:cNvPr id="981" name="Google Shape;981;p13"/>
            <p:cNvSpPr/>
            <p:nvPr/>
          </p:nvSpPr>
          <p:spPr>
            <a:xfrm flipH="1">
              <a:off x="2060921" y="-3413869"/>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13"/>
            <p:cNvSpPr/>
            <p:nvPr/>
          </p:nvSpPr>
          <p:spPr>
            <a:xfrm flipH="1">
              <a:off x="2209809" y="-3290930"/>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3" name="Google Shape;983;p13"/>
          <p:cNvSpPr txBox="1"/>
          <p:nvPr>
            <p:ph hasCustomPrompt="1" idx="16" type="title"/>
          </p:nvPr>
        </p:nvSpPr>
        <p:spPr>
          <a:xfrm>
            <a:off x="6748988" y="1282367"/>
            <a:ext cx="795600" cy="2925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Font typeface="Arial"/>
              <a:buNone/>
              <a:defRPr sz="2300">
                <a:solidFill>
                  <a:schemeClr val="lt1"/>
                </a:solidFill>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a:r>
              <a:t>xx%</a:t>
            </a:r>
          </a:p>
        </p:txBody>
      </p:sp>
      <p:sp>
        <p:nvSpPr>
          <p:cNvPr id="984" name="Google Shape;984;p13"/>
          <p:cNvSpPr txBox="1"/>
          <p:nvPr>
            <p:ph idx="17" type="subTitle"/>
          </p:nvPr>
        </p:nvSpPr>
        <p:spPr>
          <a:xfrm>
            <a:off x="5862038" y="1926081"/>
            <a:ext cx="2569500" cy="228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b="1" sz="20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985" name="Google Shape;985;p13"/>
          <p:cNvSpPr txBox="1"/>
          <p:nvPr>
            <p:ph idx="18" type="subTitle"/>
          </p:nvPr>
        </p:nvSpPr>
        <p:spPr>
          <a:xfrm>
            <a:off x="6018938" y="2293986"/>
            <a:ext cx="2255700" cy="3981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986" name="Google Shape;986;p13"/>
          <p:cNvSpPr txBox="1"/>
          <p:nvPr>
            <p:ph idx="19" type="subTitle"/>
          </p:nvPr>
        </p:nvSpPr>
        <p:spPr>
          <a:xfrm>
            <a:off x="5862038" y="3813768"/>
            <a:ext cx="2569500" cy="228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b="1" sz="20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987" name="Google Shape;987;p13"/>
          <p:cNvSpPr txBox="1"/>
          <p:nvPr>
            <p:ph idx="20" type="subTitle"/>
          </p:nvPr>
        </p:nvSpPr>
        <p:spPr>
          <a:xfrm>
            <a:off x="6018938" y="4178202"/>
            <a:ext cx="22557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988" name="Google Shape;988;p13"/>
          <p:cNvSpPr txBox="1"/>
          <p:nvPr>
            <p:ph hasCustomPrompt="1" idx="21" type="title"/>
          </p:nvPr>
        </p:nvSpPr>
        <p:spPr>
          <a:xfrm>
            <a:off x="6747338" y="3175731"/>
            <a:ext cx="798900" cy="2925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Font typeface="Arial"/>
              <a:buNone/>
              <a:defRPr sz="2300">
                <a:solidFill>
                  <a:schemeClr val="lt1"/>
                </a:solidFill>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a:r>
              <a:t>xx%</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8">
    <p:spTree>
      <p:nvGrpSpPr>
        <p:cNvPr id="989" name="Shape 989"/>
        <p:cNvGrpSpPr/>
        <p:nvPr/>
      </p:nvGrpSpPr>
      <p:grpSpPr>
        <a:xfrm>
          <a:off x="0" y="0"/>
          <a:ext cx="0" cy="0"/>
          <a:chOff x="0" y="0"/>
          <a:chExt cx="0" cy="0"/>
        </a:xfrm>
      </p:grpSpPr>
      <p:sp>
        <p:nvSpPr>
          <p:cNvPr id="990" name="Google Shape;990;p14"/>
          <p:cNvSpPr txBox="1"/>
          <p:nvPr>
            <p:ph type="title"/>
          </p:nvPr>
        </p:nvSpPr>
        <p:spPr>
          <a:xfrm>
            <a:off x="1371600" y="3114683"/>
            <a:ext cx="6400800" cy="183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6"/>
              </a:buClr>
              <a:buSzPts val="1800"/>
              <a:buNone/>
              <a:defRPr sz="2000"/>
            </a:lvl1pPr>
            <a:lvl2pPr lvl="1" rtl="0">
              <a:spcBef>
                <a:spcPts val="0"/>
              </a:spcBef>
              <a:spcAft>
                <a:spcPts val="0"/>
              </a:spcAft>
              <a:buSzPts val="1800"/>
              <a:buNone/>
              <a:defRPr b="1" sz="1800"/>
            </a:lvl2pPr>
            <a:lvl3pPr lvl="2" rtl="0">
              <a:spcBef>
                <a:spcPts val="0"/>
              </a:spcBef>
              <a:spcAft>
                <a:spcPts val="0"/>
              </a:spcAft>
              <a:buSzPts val="1800"/>
              <a:buNone/>
              <a:defRPr b="1" sz="1800"/>
            </a:lvl3pPr>
            <a:lvl4pPr lvl="3" rtl="0">
              <a:spcBef>
                <a:spcPts val="0"/>
              </a:spcBef>
              <a:spcAft>
                <a:spcPts val="0"/>
              </a:spcAft>
              <a:buSzPts val="1800"/>
              <a:buNone/>
              <a:defRPr b="1" sz="1800"/>
            </a:lvl4pPr>
            <a:lvl5pPr lvl="4" rtl="0">
              <a:spcBef>
                <a:spcPts val="0"/>
              </a:spcBef>
              <a:spcAft>
                <a:spcPts val="0"/>
              </a:spcAft>
              <a:buSzPts val="1800"/>
              <a:buNone/>
              <a:defRPr b="1" sz="1800"/>
            </a:lvl5pPr>
            <a:lvl6pPr lvl="5" rtl="0">
              <a:spcBef>
                <a:spcPts val="0"/>
              </a:spcBef>
              <a:spcAft>
                <a:spcPts val="0"/>
              </a:spcAft>
              <a:buSzPts val="1800"/>
              <a:buNone/>
              <a:defRPr b="1" sz="1800"/>
            </a:lvl6pPr>
            <a:lvl7pPr lvl="6" rtl="0">
              <a:spcBef>
                <a:spcPts val="0"/>
              </a:spcBef>
              <a:spcAft>
                <a:spcPts val="0"/>
              </a:spcAft>
              <a:buSzPts val="1800"/>
              <a:buNone/>
              <a:defRPr b="1" sz="1800"/>
            </a:lvl7pPr>
            <a:lvl8pPr lvl="7" rtl="0">
              <a:spcBef>
                <a:spcPts val="0"/>
              </a:spcBef>
              <a:spcAft>
                <a:spcPts val="0"/>
              </a:spcAft>
              <a:buSzPts val="1800"/>
              <a:buNone/>
              <a:defRPr b="1" sz="1800"/>
            </a:lvl8pPr>
            <a:lvl9pPr lvl="8" rtl="0">
              <a:spcBef>
                <a:spcPts val="0"/>
              </a:spcBef>
              <a:spcAft>
                <a:spcPts val="0"/>
              </a:spcAft>
              <a:buSzPts val="1800"/>
              <a:buNone/>
              <a:defRPr b="1" sz="1800"/>
            </a:lvl9pPr>
          </a:lstStyle>
          <a:p/>
        </p:txBody>
      </p:sp>
      <p:sp>
        <p:nvSpPr>
          <p:cNvPr id="991" name="Google Shape;991;p14"/>
          <p:cNvSpPr txBox="1"/>
          <p:nvPr>
            <p:ph idx="1" type="subTitle"/>
          </p:nvPr>
        </p:nvSpPr>
        <p:spPr>
          <a:xfrm>
            <a:off x="1371600" y="1845817"/>
            <a:ext cx="6400800" cy="1097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600"/>
              <a:buNone/>
              <a:defRPr sz="2500"/>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992" name="Google Shape;992;p14"/>
          <p:cNvSpPr/>
          <p:nvPr/>
        </p:nvSpPr>
        <p:spPr>
          <a:xfrm flipH="1">
            <a:off x="0" y="0"/>
            <a:ext cx="9144000" cy="1333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14"/>
          <p:cNvSpPr/>
          <p:nvPr/>
        </p:nvSpPr>
        <p:spPr>
          <a:xfrm flipH="1">
            <a:off x="0" y="3809750"/>
            <a:ext cx="9144000" cy="1333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94" name="Google Shape;994;p14"/>
          <p:cNvGrpSpPr/>
          <p:nvPr/>
        </p:nvGrpSpPr>
        <p:grpSpPr>
          <a:xfrm>
            <a:off x="4194777" y="4230733"/>
            <a:ext cx="754445" cy="775380"/>
            <a:chOff x="4194777" y="3988596"/>
            <a:chExt cx="754445" cy="775380"/>
          </a:xfrm>
        </p:grpSpPr>
        <p:sp>
          <p:nvSpPr>
            <p:cNvPr id="995" name="Google Shape;995;p14"/>
            <p:cNvSpPr/>
            <p:nvPr/>
          </p:nvSpPr>
          <p:spPr>
            <a:xfrm>
              <a:off x="4194777" y="4386645"/>
              <a:ext cx="754445" cy="377331"/>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14"/>
            <p:cNvSpPr/>
            <p:nvPr/>
          </p:nvSpPr>
          <p:spPr>
            <a:xfrm>
              <a:off x="4194777" y="3988596"/>
              <a:ext cx="754445" cy="377331"/>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7" name="Google Shape;997;p14"/>
          <p:cNvGrpSpPr/>
          <p:nvPr/>
        </p:nvGrpSpPr>
        <p:grpSpPr>
          <a:xfrm>
            <a:off x="3967142" y="49806"/>
            <a:ext cx="1209708" cy="682666"/>
            <a:chOff x="3967142" y="49806"/>
            <a:chExt cx="1209708" cy="682666"/>
          </a:xfrm>
        </p:grpSpPr>
        <p:sp>
          <p:nvSpPr>
            <p:cNvPr id="998" name="Google Shape;998;p14"/>
            <p:cNvSpPr/>
            <p:nvPr/>
          </p:nvSpPr>
          <p:spPr>
            <a:xfrm>
              <a:off x="4793924" y="52086"/>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14"/>
            <p:cNvSpPr/>
            <p:nvPr/>
          </p:nvSpPr>
          <p:spPr>
            <a:xfrm>
              <a:off x="4955626" y="205393"/>
              <a:ext cx="56484" cy="5268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14"/>
            <p:cNvSpPr/>
            <p:nvPr/>
          </p:nvSpPr>
          <p:spPr>
            <a:xfrm>
              <a:off x="4957145" y="671431"/>
              <a:ext cx="57243" cy="55724"/>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14"/>
            <p:cNvSpPr/>
            <p:nvPr/>
          </p:nvSpPr>
          <p:spPr>
            <a:xfrm>
              <a:off x="4791644" y="672950"/>
              <a:ext cx="58003" cy="51888"/>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14"/>
            <p:cNvSpPr/>
            <p:nvPr/>
          </p:nvSpPr>
          <p:spPr>
            <a:xfrm>
              <a:off x="4626904" y="669912"/>
              <a:ext cx="61042" cy="59522"/>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14"/>
            <p:cNvSpPr/>
            <p:nvPr/>
          </p:nvSpPr>
          <p:spPr>
            <a:xfrm>
              <a:off x="4464442" y="670671"/>
              <a:ext cx="63359" cy="58003"/>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14"/>
            <p:cNvSpPr/>
            <p:nvPr/>
          </p:nvSpPr>
          <p:spPr>
            <a:xfrm>
              <a:off x="4301980" y="671431"/>
              <a:ext cx="63359" cy="58003"/>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14"/>
            <p:cNvSpPr/>
            <p:nvPr/>
          </p:nvSpPr>
          <p:spPr>
            <a:xfrm>
              <a:off x="4958664" y="518123"/>
              <a:ext cx="55724" cy="51888"/>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14"/>
            <p:cNvSpPr/>
            <p:nvPr/>
          </p:nvSpPr>
          <p:spPr>
            <a:xfrm>
              <a:off x="4793924" y="512008"/>
              <a:ext cx="54964" cy="60282"/>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14"/>
            <p:cNvSpPr/>
            <p:nvPr/>
          </p:nvSpPr>
          <p:spPr>
            <a:xfrm>
              <a:off x="4628423" y="516604"/>
              <a:ext cx="57243" cy="57243"/>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14"/>
            <p:cNvSpPr/>
            <p:nvPr/>
          </p:nvSpPr>
          <p:spPr>
            <a:xfrm>
              <a:off x="4464442" y="512768"/>
              <a:ext cx="57243" cy="58003"/>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14"/>
            <p:cNvSpPr/>
            <p:nvPr/>
          </p:nvSpPr>
          <p:spPr>
            <a:xfrm>
              <a:off x="4300460" y="512768"/>
              <a:ext cx="65638" cy="6184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14"/>
            <p:cNvSpPr/>
            <p:nvPr/>
          </p:nvSpPr>
          <p:spPr>
            <a:xfrm>
              <a:off x="4957905" y="360980"/>
              <a:ext cx="54205" cy="51166"/>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14"/>
            <p:cNvSpPr/>
            <p:nvPr/>
          </p:nvSpPr>
          <p:spPr>
            <a:xfrm>
              <a:off x="4462163" y="50566"/>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14"/>
            <p:cNvSpPr/>
            <p:nvPr/>
          </p:nvSpPr>
          <p:spPr>
            <a:xfrm>
              <a:off x="4630702" y="51326"/>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14"/>
            <p:cNvSpPr/>
            <p:nvPr/>
          </p:nvSpPr>
          <p:spPr>
            <a:xfrm>
              <a:off x="4793924" y="362537"/>
              <a:ext cx="54205" cy="50368"/>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14"/>
            <p:cNvSpPr/>
            <p:nvPr/>
          </p:nvSpPr>
          <p:spPr>
            <a:xfrm>
              <a:off x="4626144" y="357941"/>
              <a:ext cx="70196" cy="58003"/>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14"/>
            <p:cNvSpPr/>
            <p:nvPr/>
          </p:nvSpPr>
          <p:spPr>
            <a:xfrm>
              <a:off x="4464442" y="360220"/>
              <a:ext cx="58763" cy="55724"/>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14"/>
            <p:cNvSpPr/>
            <p:nvPr/>
          </p:nvSpPr>
          <p:spPr>
            <a:xfrm>
              <a:off x="4299701" y="355662"/>
              <a:ext cx="58003" cy="64119"/>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14"/>
            <p:cNvSpPr/>
            <p:nvPr/>
          </p:nvSpPr>
          <p:spPr>
            <a:xfrm>
              <a:off x="4790125" y="207672"/>
              <a:ext cx="57243" cy="5420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14"/>
            <p:cNvSpPr/>
            <p:nvPr/>
          </p:nvSpPr>
          <p:spPr>
            <a:xfrm>
              <a:off x="4464442" y="206153"/>
              <a:ext cx="57243" cy="5344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14"/>
            <p:cNvSpPr/>
            <p:nvPr/>
          </p:nvSpPr>
          <p:spPr>
            <a:xfrm>
              <a:off x="4630702" y="204633"/>
              <a:ext cx="58003" cy="54964"/>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14"/>
            <p:cNvSpPr/>
            <p:nvPr/>
          </p:nvSpPr>
          <p:spPr>
            <a:xfrm>
              <a:off x="4301220" y="203114"/>
              <a:ext cx="60282" cy="55724"/>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14"/>
            <p:cNvSpPr/>
            <p:nvPr/>
          </p:nvSpPr>
          <p:spPr>
            <a:xfrm>
              <a:off x="5123443" y="208432"/>
              <a:ext cx="51888" cy="48089"/>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14"/>
            <p:cNvSpPr/>
            <p:nvPr/>
          </p:nvSpPr>
          <p:spPr>
            <a:xfrm>
              <a:off x="4137239" y="359460"/>
              <a:ext cx="61802" cy="57243"/>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14"/>
            <p:cNvSpPr/>
            <p:nvPr/>
          </p:nvSpPr>
          <p:spPr>
            <a:xfrm>
              <a:off x="4136479" y="201594"/>
              <a:ext cx="61802" cy="58763"/>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14"/>
            <p:cNvSpPr/>
            <p:nvPr/>
          </p:nvSpPr>
          <p:spPr>
            <a:xfrm>
              <a:off x="5112732" y="672191"/>
              <a:ext cx="63359" cy="54964"/>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14"/>
            <p:cNvSpPr/>
            <p:nvPr/>
          </p:nvSpPr>
          <p:spPr>
            <a:xfrm>
              <a:off x="4959424" y="52086"/>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14"/>
            <p:cNvSpPr/>
            <p:nvPr/>
          </p:nvSpPr>
          <p:spPr>
            <a:xfrm>
              <a:off x="4301980" y="51326"/>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14"/>
            <p:cNvSpPr/>
            <p:nvPr/>
          </p:nvSpPr>
          <p:spPr>
            <a:xfrm>
              <a:off x="5122684" y="363297"/>
              <a:ext cx="53407" cy="51128"/>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14"/>
            <p:cNvSpPr/>
            <p:nvPr/>
          </p:nvSpPr>
          <p:spPr>
            <a:xfrm>
              <a:off x="4137239" y="515844"/>
              <a:ext cx="57243" cy="57205"/>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14"/>
            <p:cNvSpPr/>
            <p:nvPr/>
          </p:nvSpPr>
          <p:spPr>
            <a:xfrm>
              <a:off x="4137239" y="49806"/>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14"/>
            <p:cNvSpPr/>
            <p:nvPr/>
          </p:nvSpPr>
          <p:spPr>
            <a:xfrm>
              <a:off x="4135719" y="670671"/>
              <a:ext cx="63321" cy="60282"/>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14"/>
            <p:cNvSpPr/>
            <p:nvPr/>
          </p:nvSpPr>
          <p:spPr>
            <a:xfrm>
              <a:off x="3967142" y="667594"/>
              <a:ext cx="61840" cy="64878"/>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14"/>
            <p:cNvSpPr/>
            <p:nvPr/>
          </p:nvSpPr>
          <p:spPr>
            <a:xfrm>
              <a:off x="5121886" y="518123"/>
              <a:ext cx="54964" cy="51128"/>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14"/>
            <p:cNvSpPr/>
            <p:nvPr/>
          </p:nvSpPr>
          <p:spPr>
            <a:xfrm>
              <a:off x="3970979" y="50566"/>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14"/>
            <p:cNvSpPr/>
            <p:nvPr/>
          </p:nvSpPr>
          <p:spPr>
            <a:xfrm>
              <a:off x="3972498" y="515047"/>
              <a:ext cx="57243" cy="57243"/>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14"/>
            <p:cNvSpPr/>
            <p:nvPr/>
          </p:nvSpPr>
          <p:spPr>
            <a:xfrm>
              <a:off x="5123443" y="54365"/>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14"/>
            <p:cNvSpPr/>
            <p:nvPr/>
          </p:nvSpPr>
          <p:spPr>
            <a:xfrm>
              <a:off x="3970979" y="205393"/>
              <a:ext cx="58003" cy="5268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14"/>
            <p:cNvSpPr/>
            <p:nvPr/>
          </p:nvSpPr>
          <p:spPr>
            <a:xfrm>
              <a:off x="3972498" y="360980"/>
              <a:ext cx="57243" cy="54964"/>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8" name="Google Shape;1038;p14"/>
          <p:cNvSpPr/>
          <p:nvPr/>
        </p:nvSpPr>
        <p:spPr>
          <a:xfrm>
            <a:off x="-1202060" y="4015678"/>
            <a:ext cx="2433600" cy="243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14"/>
          <p:cNvSpPr/>
          <p:nvPr/>
        </p:nvSpPr>
        <p:spPr>
          <a:xfrm rot="10800000">
            <a:off x="6427817" y="-594069"/>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14"/>
          <p:cNvSpPr/>
          <p:nvPr/>
        </p:nvSpPr>
        <p:spPr>
          <a:xfrm rot="10800000">
            <a:off x="6555289" y="-289427"/>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14"/>
          <p:cNvSpPr/>
          <p:nvPr/>
        </p:nvSpPr>
        <p:spPr>
          <a:xfrm rot="10800000">
            <a:off x="6680524" y="109922"/>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14"/>
          <p:cNvSpPr/>
          <p:nvPr/>
        </p:nvSpPr>
        <p:spPr>
          <a:xfrm flipH="1">
            <a:off x="587959" y="3928804"/>
            <a:ext cx="1596439" cy="1802961"/>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14"/>
          <p:cNvSpPr/>
          <p:nvPr/>
        </p:nvSpPr>
        <p:spPr>
          <a:xfrm flipH="1">
            <a:off x="1617730" y="4051172"/>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14"/>
          <p:cNvSpPr/>
          <p:nvPr/>
        </p:nvSpPr>
        <p:spPr>
          <a:xfrm flipH="1">
            <a:off x="707547" y="4015683"/>
            <a:ext cx="1395619" cy="1650669"/>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14"/>
          <p:cNvSpPr/>
          <p:nvPr/>
        </p:nvSpPr>
        <p:spPr>
          <a:xfrm flipH="1">
            <a:off x="1719262" y="4158345"/>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14"/>
          <p:cNvSpPr/>
          <p:nvPr/>
        </p:nvSpPr>
        <p:spPr>
          <a:xfrm flipH="1">
            <a:off x="807959" y="4127384"/>
            <a:ext cx="1193681" cy="142726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14"/>
          <p:cNvSpPr/>
          <p:nvPr/>
        </p:nvSpPr>
        <p:spPr>
          <a:xfrm flipH="1">
            <a:off x="967019" y="4269554"/>
            <a:ext cx="901508" cy="110456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14"/>
          <p:cNvSpPr/>
          <p:nvPr/>
        </p:nvSpPr>
        <p:spPr>
          <a:xfrm flipH="1">
            <a:off x="1048266" y="4380081"/>
            <a:ext cx="130935" cy="39045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14"/>
          <p:cNvSpPr/>
          <p:nvPr/>
        </p:nvSpPr>
        <p:spPr>
          <a:xfrm flipH="1">
            <a:off x="1117089" y="4521133"/>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14"/>
          <p:cNvSpPr/>
          <p:nvPr/>
        </p:nvSpPr>
        <p:spPr>
          <a:xfrm flipH="1">
            <a:off x="1091147" y="4545955"/>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14"/>
          <p:cNvSpPr/>
          <p:nvPr/>
        </p:nvSpPr>
        <p:spPr>
          <a:xfrm>
            <a:off x="414425" y="228604"/>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14"/>
          <p:cNvSpPr/>
          <p:nvPr/>
        </p:nvSpPr>
        <p:spPr>
          <a:xfrm rot="5400000">
            <a:off x="414425" y="833706"/>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14"/>
          <p:cNvSpPr/>
          <p:nvPr/>
        </p:nvSpPr>
        <p:spPr>
          <a:xfrm flipH="1">
            <a:off x="7962321" y="3945669"/>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14"/>
          <p:cNvSpPr/>
          <p:nvPr/>
        </p:nvSpPr>
        <p:spPr>
          <a:xfrm flipH="1">
            <a:off x="8111209" y="4068607"/>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14"/>
          <p:cNvSpPr/>
          <p:nvPr/>
        </p:nvSpPr>
        <p:spPr>
          <a:xfrm flipH="1">
            <a:off x="8260143" y="4570694"/>
            <a:ext cx="262933" cy="275344"/>
          </a:xfrm>
          <a:custGeom>
            <a:rect b="b" l="l" r="r" t="t"/>
            <a:pathLst>
              <a:path extrusionOk="0" h="4925" w="4703">
                <a:moveTo>
                  <a:pt x="1938" y="81"/>
                </a:moveTo>
                <a:lnTo>
                  <a:pt x="2160" y="122"/>
                </a:lnTo>
                <a:lnTo>
                  <a:pt x="2382" y="182"/>
                </a:lnTo>
                <a:lnTo>
                  <a:pt x="2604" y="283"/>
                </a:lnTo>
                <a:lnTo>
                  <a:pt x="2785" y="384"/>
                </a:lnTo>
                <a:lnTo>
                  <a:pt x="2967" y="505"/>
                </a:lnTo>
                <a:lnTo>
                  <a:pt x="3129" y="626"/>
                </a:lnTo>
                <a:lnTo>
                  <a:pt x="3411" y="889"/>
                </a:lnTo>
                <a:lnTo>
                  <a:pt x="3613" y="1111"/>
                </a:lnTo>
                <a:lnTo>
                  <a:pt x="3794" y="1353"/>
                </a:lnTo>
                <a:lnTo>
                  <a:pt x="3976" y="1595"/>
                </a:lnTo>
                <a:lnTo>
                  <a:pt x="4117" y="1857"/>
                </a:lnTo>
                <a:lnTo>
                  <a:pt x="4259" y="2120"/>
                </a:lnTo>
                <a:lnTo>
                  <a:pt x="4380" y="2402"/>
                </a:lnTo>
                <a:lnTo>
                  <a:pt x="4460" y="2685"/>
                </a:lnTo>
                <a:lnTo>
                  <a:pt x="4541" y="2967"/>
                </a:lnTo>
                <a:lnTo>
                  <a:pt x="4602" y="3330"/>
                </a:lnTo>
                <a:lnTo>
                  <a:pt x="4622" y="3472"/>
                </a:lnTo>
                <a:lnTo>
                  <a:pt x="4622" y="3633"/>
                </a:lnTo>
                <a:lnTo>
                  <a:pt x="4602" y="3774"/>
                </a:lnTo>
                <a:lnTo>
                  <a:pt x="4561" y="3895"/>
                </a:lnTo>
                <a:lnTo>
                  <a:pt x="4521" y="4016"/>
                </a:lnTo>
                <a:lnTo>
                  <a:pt x="4481" y="4138"/>
                </a:lnTo>
                <a:lnTo>
                  <a:pt x="4380" y="4279"/>
                </a:lnTo>
                <a:lnTo>
                  <a:pt x="4238" y="4400"/>
                </a:lnTo>
                <a:lnTo>
                  <a:pt x="4097" y="4521"/>
                </a:lnTo>
                <a:lnTo>
                  <a:pt x="3916" y="4622"/>
                </a:lnTo>
                <a:lnTo>
                  <a:pt x="3673" y="4723"/>
                </a:lnTo>
                <a:lnTo>
                  <a:pt x="3431" y="4783"/>
                </a:lnTo>
                <a:lnTo>
                  <a:pt x="3189" y="4844"/>
                </a:lnTo>
                <a:lnTo>
                  <a:pt x="2685" y="4844"/>
                </a:lnTo>
                <a:lnTo>
                  <a:pt x="2442" y="4804"/>
                </a:lnTo>
                <a:lnTo>
                  <a:pt x="2200" y="4723"/>
                </a:lnTo>
                <a:lnTo>
                  <a:pt x="1958" y="4622"/>
                </a:lnTo>
                <a:lnTo>
                  <a:pt x="1676" y="4460"/>
                </a:lnTo>
                <a:lnTo>
                  <a:pt x="1393" y="4238"/>
                </a:lnTo>
                <a:lnTo>
                  <a:pt x="1111" y="3976"/>
                </a:lnTo>
                <a:lnTo>
                  <a:pt x="868" y="3694"/>
                </a:lnTo>
                <a:lnTo>
                  <a:pt x="646" y="3391"/>
                </a:lnTo>
                <a:lnTo>
                  <a:pt x="445" y="3068"/>
                </a:lnTo>
                <a:lnTo>
                  <a:pt x="283" y="2725"/>
                </a:lnTo>
                <a:lnTo>
                  <a:pt x="162" y="2382"/>
                </a:lnTo>
                <a:lnTo>
                  <a:pt x="122" y="2160"/>
                </a:lnTo>
                <a:lnTo>
                  <a:pt x="81" y="1958"/>
                </a:lnTo>
                <a:lnTo>
                  <a:pt x="81" y="1756"/>
                </a:lnTo>
                <a:lnTo>
                  <a:pt x="81" y="1555"/>
                </a:lnTo>
                <a:lnTo>
                  <a:pt x="122" y="1373"/>
                </a:lnTo>
                <a:lnTo>
                  <a:pt x="162" y="1191"/>
                </a:lnTo>
                <a:lnTo>
                  <a:pt x="243" y="1010"/>
                </a:lnTo>
                <a:lnTo>
                  <a:pt x="323" y="848"/>
                </a:lnTo>
                <a:lnTo>
                  <a:pt x="445" y="687"/>
                </a:lnTo>
                <a:lnTo>
                  <a:pt x="606" y="525"/>
                </a:lnTo>
                <a:lnTo>
                  <a:pt x="767" y="404"/>
                </a:lnTo>
                <a:lnTo>
                  <a:pt x="949" y="283"/>
                </a:lnTo>
                <a:lnTo>
                  <a:pt x="1151" y="202"/>
                </a:lnTo>
                <a:lnTo>
                  <a:pt x="1353" y="122"/>
                </a:lnTo>
                <a:lnTo>
                  <a:pt x="1554" y="81"/>
                </a:lnTo>
                <a:close/>
                <a:moveTo>
                  <a:pt x="1696" y="1"/>
                </a:moveTo>
                <a:lnTo>
                  <a:pt x="1454" y="21"/>
                </a:lnTo>
                <a:lnTo>
                  <a:pt x="1211" y="81"/>
                </a:lnTo>
                <a:lnTo>
                  <a:pt x="989" y="182"/>
                </a:lnTo>
                <a:lnTo>
                  <a:pt x="767" y="303"/>
                </a:lnTo>
                <a:lnTo>
                  <a:pt x="586" y="445"/>
                </a:lnTo>
                <a:lnTo>
                  <a:pt x="404" y="626"/>
                </a:lnTo>
                <a:lnTo>
                  <a:pt x="263" y="808"/>
                </a:lnTo>
                <a:lnTo>
                  <a:pt x="162" y="989"/>
                </a:lnTo>
                <a:lnTo>
                  <a:pt x="81" y="1171"/>
                </a:lnTo>
                <a:lnTo>
                  <a:pt x="41" y="1353"/>
                </a:lnTo>
                <a:lnTo>
                  <a:pt x="1" y="1555"/>
                </a:lnTo>
                <a:lnTo>
                  <a:pt x="1" y="1756"/>
                </a:lnTo>
                <a:lnTo>
                  <a:pt x="1" y="1958"/>
                </a:lnTo>
                <a:lnTo>
                  <a:pt x="41" y="2180"/>
                </a:lnTo>
                <a:lnTo>
                  <a:pt x="81" y="2402"/>
                </a:lnTo>
                <a:lnTo>
                  <a:pt x="202" y="2745"/>
                </a:lnTo>
                <a:lnTo>
                  <a:pt x="364" y="3088"/>
                </a:lnTo>
                <a:lnTo>
                  <a:pt x="566" y="3431"/>
                </a:lnTo>
                <a:lnTo>
                  <a:pt x="808" y="3754"/>
                </a:lnTo>
                <a:lnTo>
                  <a:pt x="1050" y="4037"/>
                </a:lnTo>
                <a:lnTo>
                  <a:pt x="1332" y="4299"/>
                </a:lnTo>
                <a:lnTo>
                  <a:pt x="1635" y="4521"/>
                </a:lnTo>
                <a:lnTo>
                  <a:pt x="1938" y="4703"/>
                </a:lnTo>
                <a:lnTo>
                  <a:pt x="2160" y="4804"/>
                </a:lnTo>
                <a:lnTo>
                  <a:pt x="2422" y="4864"/>
                </a:lnTo>
                <a:lnTo>
                  <a:pt x="2664" y="4925"/>
                </a:lnTo>
                <a:lnTo>
                  <a:pt x="3189" y="4925"/>
                </a:lnTo>
                <a:lnTo>
                  <a:pt x="3451" y="4864"/>
                </a:lnTo>
                <a:lnTo>
                  <a:pt x="3714" y="4804"/>
                </a:lnTo>
                <a:lnTo>
                  <a:pt x="3956" y="4682"/>
                </a:lnTo>
                <a:lnTo>
                  <a:pt x="4138" y="4582"/>
                </a:lnTo>
                <a:lnTo>
                  <a:pt x="4299" y="4460"/>
                </a:lnTo>
                <a:lnTo>
                  <a:pt x="4440" y="4319"/>
                </a:lnTo>
                <a:lnTo>
                  <a:pt x="4541" y="4178"/>
                </a:lnTo>
                <a:lnTo>
                  <a:pt x="4602" y="4057"/>
                </a:lnTo>
                <a:lnTo>
                  <a:pt x="4642" y="3916"/>
                </a:lnTo>
                <a:lnTo>
                  <a:pt x="4682" y="3795"/>
                </a:lnTo>
                <a:lnTo>
                  <a:pt x="4703" y="3633"/>
                </a:lnTo>
                <a:lnTo>
                  <a:pt x="4703" y="3492"/>
                </a:lnTo>
                <a:lnTo>
                  <a:pt x="4682" y="3310"/>
                </a:lnTo>
                <a:lnTo>
                  <a:pt x="4622" y="2947"/>
                </a:lnTo>
                <a:lnTo>
                  <a:pt x="4541" y="2664"/>
                </a:lnTo>
                <a:lnTo>
                  <a:pt x="4440" y="2362"/>
                </a:lnTo>
                <a:lnTo>
                  <a:pt x="4339" y="2099"/>
                </a:lnTo>
                <a:lnTo>
                  <a:pt x="4198" y="1817"/>
                </a:lnTo>
                <a:lnTo>
                  <a:pt x="4037" y="1555"/>
                </a:lnTo>
                <a:lnTo>
                  <a:pt x="3855" y="1312"/>
                </a:lnTo>
                <a:lnTo>
                  <a:pt x="3673" y="1070"/>
                </a:lnTo>
                <a:lnTo>
                  <a:pt x="3472" y="828"/>
                </a:lnTo>
                <a:lnTo>
                  <a:pt x="3189" y="566"/>
                </a:lnTo>
                <a:lnTo>
                  <a:pt x="3007" y="445"/>
                </a:lnTo>
                <a:lnTo>
                  <a:pt x="2826" y="324"/>
                </a:lnTo>
                <a:lnTo>
                  <a:pt x="2624" y="202"/>
                </a:lnTo>
                <a:lnTo>
                  <a:pt x="2422" y="102"/>
                </a:lnTo>
                <a:lnTo>
                  <a:pt x="2180" y="41"/>
                </a:lnTo>
                <a:lnTo>
                  <a:pt x="1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14"/>
          <p:cNvSpPr/>
          <p:nvPr/>
        </p:nvSpPr>
        <p:spPr>
          <a:xfrm flipH="1">
            <a:off x="8325556" y="4641807"/>
            <a:ext cx="135464" cy="154584"/>
          </a:xfrm>
          <a:custGeom>
            <a:rect b="b" l="l" r="r" t="t"/>
            <a:pathLst>
              <a:path extrusionOk="0" h="2765" w="2423">
                <a:moveTo>
                  <a:pt x="747" y="81"/>
                </a:moveTo>
                <a:lnTo>
                  <a:pt x="888" y="101"/>
                </a:lnTo>
                <a:lnTo>
                  <a:pt x="1050" y="121"/>
                </a:lnTo>
                <a:lnTo>
                  <a:pt x="1191" y="161"/>
                </a:lnTo>
                <a:lnTo>
                  <a:pt x="1332" y="202"/>
                </a:lnTo>
                <a:lnTo>
                  <a:pt x="1474" y="262"/>
                </a:lnTo>
                <a:lnTo>
                  <a:pt x="1615" y="343"/>
                </a:lnTo>
                <a:lnTo>
                  <a:pt x="1736" y="424"/>
                </a:lnTo>
                <a:lnTo>
                  <a:pt x="1837" y="505"/>
                </a:lnTo>
                <a:lnTo>
                  <a:pt x="1998" y="686"/>
                </a:lnTo>
                <a:lnTo>
                  <a:pt x="2140" y="888"/>
                </a:lnTo>
                <a:lnTo>
                  <a:pt x="2240" y="1130"/>
                </a:lnTo>
                <a:lnTo>
                  <a:pt x="2321" y="1372"/>
                </a:lnTo>
                <a:lnTo>
                  <a:pt x="2341" y="1635"/>
                </a:lnTo>
                <a:lnTo>
                  <a:pt x="2341" y="1897"/>
                </a:lnTo>
                <a:lnTo>
                  <a:pt x="2321" y="2018"/>
                </a:lnTo>
                <a:lnTo>
                  <a:pt x="2281" y="2139"/>
                </a:lnTo>
                <a:lnTo>
                  <a:pt x="2220" y="2260"/>
                </a:lnTo>
                <a:lnTo>
                  <a:pt x="2160" y="2381"/>
                </a:lnTo>
                <a:lnTo>
                  <a:pt x="2099" y="2442"/>
                </a:lnTo>
                <a:lnTo>
                  <a:pt x="2039" y="2543"/>
                </a:lnTo>
                <a:lnTo>
                  <a:pt x="1938" y="2603"/>
                </a:lnTo>
                <a:lnTo>
                  <a:pt x="1837" y="2664"/>
                </a:lnTo>
                <a:lnTo>
                  <a:pt x="1716" y="2684"/>
                </a:lnTo>
                <a:lnTo>
                  <a:pt x="1575" y="2684"/>
                </a:lnTo>
                <a:lnTo>
                  <a:pt x="1433" y="2623"/>
                </a:lnTo>
                <a:lnTo>
                  <a:pt x="1292" y="2563"/>
                </a:lnTo>
                <a:lnTo>
                  <a:pt x="1110" y="2422"/>
                </a:lnTo>
                <a:lnTo>
                  <a:pt x="929" y="2220"/>
                </a:lnTo>
                <a:lnTo>
                  <a:pt x="727" y="1978"/>
                </a:lnTo>
                <a:lnTo>
                  <a:pt x="525" y="1715"/>
                </a:lnTo>
                <a:lnTo>
                  <a:pt x="344" y="1433"/>
                </a:lnTo>
                <a:lnTo>
                  <a:pt x="202" y="1150"/>
                </a:lnTo>
                <a:lnTo>
                  <a:pt x="101" y="888"/>
                </a:lnTo>
                <a:lnTo>
                  <a:pt x="81" y="787"/>
                </a:lnTo>
                <a:lnTo>
                  <a:pt x="81" y="686"/>
                </a:lnTo>
                <a:lnTo>
                  <a:pt x="101" y="484"/>
                </a:lnTo>
                <a:lnTo>
                  <a:pt x="122" y="404"/>
                </a:lnTo>
                <a:lnTo>
                  <a:pt x="162" y="343"/>
                </a:lnTo>
                <a:lnTo>
                  <a:pt x="222" y="283"/>
                </a:lnTo>
                <a:lnTo>
                  <a:pt x="283" y="222"/>
                </a:lnTo>
                <a:lnTo>
                  <a:pt x="344" y="182"/>
                </a:lnTo>
                <a:lnTo>
                  <a:pt x="424" y="141"/>
                </a:lnTo>
                <a:lnTo>
                  <a:pt x="566" y="101"/>
                </a:lnTo>
                <a:lnTo>
                  <a:pt x="747" y="81"/>
                </a:lnTo>
                <a:close/>
                <a:moveTo>
                  <a:pt x="767" y="0"/>
                </a:moveTo>
                <a:lnTo>
                  <a:pt x="566" y="20"/>
                </a:lnTo>
                <a:lnTo>
                  <a:pt x="384" y="61"/>
                </a:lnTo>
                <a:lnTo>
                  <a:pt x="303" y="101"/>
                </a:lnTo>
                <a:lnTo>
                  <a:pt x="222" y="161"/>
                </a:lnTo>
                <a:lnTo>
                  <a:pt x="162" y="222"/>
                </a:lnTo>
                <a:lnTo>
                  <a:pt x="101" y="303"/>
                </a:lnTo>
                <a:lnTo>
                  <a:pt x="61" y="383"/>
                </a:lnTo>
                <a:lnTo>
                  <a:pt x="21" y="464"/>
                </a:lnTo>
                <a:lnTo>
                  <a:pt x="1" y="565"/>
                </a:lnTo>
                <a:lnTo>
                  <a:pt x="1" y="666"/>
                </a:lnTo>
                <a:lnTo>
                  <a:pt x="1" y="787"/>
                </a:lnTo>
                <a:lnTo>
                  <a:pt x="21" y="908"/>
                </a:lnTo>
                <a:lnTo>
                  <a:pt x="61" y="1029"/>
                </a:lnTo>
                <a:lnTo>
                  <a:pt x="122" y="1170"/>
                </a:lnTo>
                <a:lnTo>
                  <a:pt x="263" y="1453"/>
                </a:lnTo>
                <a:lnTo>
                  <a:pt x="444" y="1756"/>
                </a:lnTo>
                <a:lnTo>
                  <a:pt x="646" y="2018"/>
                </a:lnTo>
                <a:lnTo>
                  <a:pt x="868" y="2280"/>
                </a:lnTo>
                <a:lnTo>
                  <a:pt x="1070" y="2482"/>
                </a:lnTo>
                <a:lnTo>
                  <a:pt x="1231" y="2623"/>
                </a:lnTo>
                <a:lnTo>
                  <a:pt x="1353" y="2684"/>
                </a:lnTo>
                <a:lnTo>
                  <a:pt x="1453" y="2724"/>
                </a:lnTo>
                <a:lnTo>
                  <a:pt x="1575" y="2765"/>
                </a:lnTo>
                <a:lnTo>
                  <a:pt x="1776" y="2765"/>
                </a:lnTo>
                <a:lnTo>
                  <a:pt x="1857" y="2744"/>
                </a:lnTo>
                <a:lnTo>
                  <a:pt x="1958" y="2684"/>
                </a:lnTo>
                <a:lnTo>
                  <a:pt x="2059" y="2623"/>
                </a:lnTo>
                <a:lnTo>
                  <a:pt x="2160" y="2523"/>
                </a:lnTo>
                <a:lnTo>
                  <a:pt x="2240" y="2422"/>
                </a:lnTo>
                <a:lnTo>
                  <a:pt x="2301" y="2301"/>
                </a:lnTo>
                <a:lnTo>
                  <a:pt x="2362" y="2159"/>
                </a:lnTo>
                <a:lnTo>
                  <a:pt x="2402" y="2038"/>
                </a:lnTo>
                <a:lnTo>
                  <a:pt x="2422" y="1897"/>
                </a:lnTo>
                <a:lnTo>
                  <a:pt x="2422" y="1776"/>
                </a:lnTo>
                <a:lnTo>
                  <a:pt x="2422" y="1635"/>
                </a:lnTo>
                <a:lnTo>
                  <a:pt x="2402" y="1372"/>
                </a:lnTo>
                <a:lnTo>
                  <a:pt x="2321" y="1110"/>
                </a:lnTo>
                <a:lnTo>
                  <a:pt x="2200" y="868"/>
                </a:lnTo>
                <a:lnTo>
                  <a:pt x="2059" y="626"/>
                </a:lnTo>
                <a:lnTo>
                  <a:pt x="1877" y="444"/>
                </a:lnTo>
                <a:lnTo>
                  <a:pt x="1736" y="323"/>
                </a:lnTo>
                <a:lnTo>
                  <a:pt x="1575" y="222"/>
                </a:lnTo>
                <a:lnTo>
                  <a:pt x="1393" y="141"/>
                </a:lnTo>
                <a:lnTo>
                  <a:pt x="1171" y="61"/>
                </a:lnTo>
                <a:lnTo>
                  <a:pt x="969" y="20"/>
                </a:lnTo>
                <a:lnTo>
                  <a:pt x="76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14"/>
          <p:cNvSpPr/>
          <p:nvPr/>
        </p:nvSpPr>
        <p:spPr>
          <a:xfrm flipH="1">
            <a:off x="8357145" y="4718510"/>
            <a:ext cx="55348" cy="4529"/>
          </a:xfrm>
          <a:custGeom>
            <a:rect b="b" l="l" r="r" t="t"/>
            <a:pathLst>
              <a:path extrusionOk="0" h="81" w="990">
                <a:moveTo>
                  <a:pt x="0" y="0"/>
                </a:moveTo>
                <a:lnTo>
                  <a:pt x="0" y="81"/>
                </a:lnTo>
                <a:lnTo>
                  <a:pt x="989" y="81"/>
                </a:lnTo>
                <a:lnTo>
                  <a:pt x="9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14"/>
          <p:cNvSpPr/>
          <p:nvPr/>
        </p:nvSpPr>
        <p:spPr>
          <a:xfrm flipH="1">
            <a:off x="8198093" y="338981"/>
            <a:ext cx="262933" cy="275344"/>
          </a:xfrm>
          <a:custGeom>
            <a:rect b="b" l="l" r="r" t="t"/>
            <a:pathLst>
              <a:path extrusionOk="0" h="4925" w="4703">
                <a:moveTo>
                  <a:pt x="1938" y="81"/>
                </a:moveTo>
                <a:lnTo>
                  <a:pt x="2160" y="122"/>
                </a:lnTo>
                <a:lnTo>
                  <a:pt x="2382" y="182"/>
                </a:lnTo>
                <a:lnTo>
                  <a:pt x="2604" y="283"/>
                </a:lnTo>
                <a:lnTo>
                  <a:pt x="2785" y="384"/>
                </a:lnTo>
                <a:lnTo>
                  <a:pt x="2967" y="505"/>
                </a:lnTo>
                <a:lnTo>
                  <a:pt x="3129" y="626"/>
                </a:lnTo>
                <a:lnTo>
                  <a:pt x="3411" y="889"/>
                </a:lnTo>
                <a:lnTo>
                  <a:pt x="3613" y="1111"/>
                </a:lnTo>
                <a:lnTo>
                  <a:pt x="3794" y="1353"/>
                </a:lnTo>
                <a:lnTo>
                  <a:pt x="3976" y="1595"/>
                </a:lnTo>
                <a:lnTo>
                  <a:pt x="4117" y="1857"/>
                </a:lnTo>
                <a:lnTo>
                  <a:pt x="4259" y="2120"/>
                </a:lnTo>
                <a:lnTo>
                  <a:pt x="4380" y="2402"/>
                </a:lnTo>
                <a:lnTo>
                  <a:pt x="4460" y="2685"/>
                </a:lnTo>
                <a:lnTo>
                  <a:pt x="4541" y="2967"/>
                </a:lnTo>
                <a:lnTo>
                  <a:pt x="4602" y="3330"/>
                </a:lnTo>
                <a:lnTo>
                  <a:pt x="4622" y="3472"/>
                </a:lnTo>
                <a:lnTo>
                  <a:pt x="4622" y="3633"/>
                </a:lnTo>
                <a:lnTo>
                  <a:pt x="4602" y="3774"/>
                </a:lnTo>
                <a:lnTo>
                  <a:pt x="4561" y="3895"/>
                </a:lnTo>
                <a:lnTo>
                  <a:pt x="4521" y="4016"/>
                </a:lnTo>
                <a:lnTo>
                  <a:pt x="4481" y="4138"/>
                </a:lnTo>
                <a:lnTo>
                  <a:pt x="4380" y="4279"/>
                </a:lnTo>
                <a:lnTo>
                  <a:pt x="4238" y="4400"/>
                </a:lnTo>
                <a:lnTo>
                  <a:pt x="4097" y="4521"/>
                </a:lnTo>
                <a:lnTo>
                  <a:pt x="3916" y="4622"/>
                </a:lnTo>
                <a:lnTo>
                  <a:pt x="3673" y="4723"/>
                </a:lnTo>
                <a:lnTo>
                  <a:pt x="3431" y="4783"/>
                </a:lnTo>
                <a:lnTo>
                  <a:pt x="3189" y="4844"/>
                </a:lnTo>
                <a:lnTo>
                  <a:pt x="2685" y="4844"/>
                </a:lnTo>
                <a:lnTo>
                  <a:pt x="2442" y="4804"/>
                </a:lnTo>
                <a:lnTo>
                  <a:pt x="2200" y="4723"/>
                </a:lnTo>
                <a:lnTo>
                  <a:pt x="1958" y="4622"/>
                </a:lnTo>
                <a:lnTo>
                  <a:pt x="1676" y="4460"/>
                </a:lnTo>
                <a:lnTo>
                  <a:pt x="1393" y="4238"/>
                </a:lnTo>
                <a:lnTo>
                  <a:pt x="1111" y="3976"/>
                </a:lnTo>
                <a:lnTo>
                  <a:pt x="868" y="3694"/>
                </a:lnTo>
                <a:lnTo>
                  <a:pt x="646" y="3391"/>
                </a:lnTo>
                <a:lnTo>
                  <a:pt x="445" y="3068"/>
                </a:lnTo>
                <a:lnTo>
                  <a:pt x="283" y="2725"/>
                </a:lnTo>
                <a:lnTo>
                  <a:pt x="162" y="2382"/>
                </a:lnTo>
                <a:lnTo>
                  <a:pt x="122" y="2160"/>
                </a:lnTo>
                <a:lnTo>
                  <a:pt x="81" y="1958"/>
                </a:lnTo>
                <a:lnTo>
                  <a:pt x="81" y="1756"/>
                </a:lnTo>
                <a:lnTo>
                  <a:pt x="81" y="1555"/>
                </a:lnTo>
                <a:lnTo>
                  <a:pt x="122" y="1373"/>
                </a:lnTo>
                <a:lnTo>
                  <a:pt x="162" y="1191"/>
                </a:lnTo>
                <a:lnTo>
                  <a:pt x="243" y="1010"/>
                </a:lnTo>
                <a:lnTo>
                  <a:pt x="323" y="848"/>
                </a:lnTo>
                <a:lnTo>
                  <a:pt x="445" y="687"/>
                </a:lnTo>
                <a:lnTo>
                  <a:pt x="606" y="525"/>
                </a:lnTo>
                <a:lnTo>
                  <a:pt x="767" y="404"/>
                </a:lnTo>
                <a:lnTo>
                  <a:pt x="949" y="283"/>
                </a:lnTo>
                <a:lnTo>
                  <a:pt x="1151" y="202"/>
                </a:lnTo>
                <a:lnTo>
                  <a:pt x="1353" y="122"/>
                </a:lnTo>
                <a:lnTo>
                  <a:pt x="1554" y="81"/>
                </a:lnTo>
                <a:close/>
                <a:moveTo>
                  <a:pt x="1696" y="1"/>
                </a:moveTo>
                <a:lnTo>
                  <a:pt x="1454" y="21"/>
                </a:lnTo>
                <a:lnTo>
                  <a:pt x="1211" y="81"/>
                </a:lnTo>
                <a:lnTo>
                  <a:pt x="989" y="182"/>
                </a:lnTo>
                <a:lnTo>
                  <a:pt x="767" y="303"/>
                </a:lnTo>
                <a:lnTo>
                  <a:pt x="586" y="445"/>
                </a:lnTo>
                <a:lnTo>
                  <a:pt x="404" y="626"/>
                </a:lnTo>
                <a:lnTo>
                  <a:pt x="263" y="808"/>
                </a:lnTo>
                <a:lnTo>
                  <a:pt x="162" y="989"/>
                </a:lnTo>
                <a:lnTo>
                  <a:pt x="81" y="1171"/>
                </a:lnTo>
                <a:lnTo>
                  <a:pt x="41" y="1353"/>
                </a:lnTo>
                <a:lnTo>
                  <a:pt x="1" y="1555"/>
                </a:lnTo>
                <a:lnTo>
                  <a:pt x="1" y="1756"/>
                </a:lnTo>
                <a:lnTo>
                  <a:pt x="1" y="1958"/>
                </a:lnTo>
                <a:lnTo>
                  <a:pt x="41" y="2180"/>
                </a:lnTo>
                <a:lnTo>
                  <a:pt x="81" y="2402"/>
                </a:lnTo>
                <a:lnTo>
                  <a:pt x="202" y="2745"/>
                </a:lnTo>
                <a:lnTo>
                  <a:pt x="364" y="3088"/>
                </a:lnTo>
                <a:lnTo>
                  <a:pt x="566" y="3431"/>
                </a:lnTo>
                <a:lnTo>
                  <a:pt x="808" y="3754"/>
                </a:lnTo>
                <a:lnTo>
                  <a:pt x="1050" y="4037"/>
                </a:lnTo>
                <a:lnTo>
                  <a:pt x="1332" y="4299"/>
                </a:lnTo>
                <a:lnTo>
                  <a:pt x="1635" y="4521"/>
                </a:lnTo>
                <a:lnTo>
                  <a:pt x="1938" y="4703"/>
                </a:lnTo>
                <a:lnTo>
                  <a:pt x="2160" y="4804"/>
                </a:lnTo>
                <a:lnTo>
                  <a:pt x="2422" y="4864"/>
                </a:lnTo>
                <a:lnTo>
                  <a:pt x="2664" y="4925"/>
                </a:lnTo>
                <a:lnTo>
                  <a:pt x="3189" y="4925"/>
                </a:lnTo>
                <a:lnTo>
                  <a:pt x="3451" y="4864"/>
                </a:lnTo>
                <a:lnTo>
                  <a:pt x="3714" y="4804"/>
                </a:lnTo>
                <a:lnTo>
                  <a:pt x="3956" y="4682"/>
                </a:lnTo>
                <a:lnTo>
                  <a:pt x="4138" y="4582"/>
                </a:lnTo>
                <a:lnTo>
                  <a:pt x="4299" y="4460"/>
                </a:lnTo>
                <a:lnTo>
                  <a:pt x="4440" y="4319"/>
                </a:lnTo>
                <a:lnTo>
                  <a:pt x="4541" y="4178"/>
                </a:lnTo>
                <a:lnTo>
                  <a:pt x="4602" y="4057"/>
                </a:lnTo>
                <a:lnTo>
                  <a:pt x="4642" y="3916"/>
                </a:lnTo>
                <a:lnTo>
                  <a:pt x="4682" y="3795"/>
                </a:lnTo>
                <a:lnTo>
                  <a:pt x="4703" y="3633"/>
                </a:lnTo>
                <a:lnTo>
                  <a:pt x="4703" y="3492"/>
                </a:lnTo>
                <a:lnTo>
                  <a:pt x="4682" y="3310"/>
                </a:lnTo>
                <a:lnTo>
                  <a:pt x="4622" y="2947"/>
                </a:lnTo>
                <a:lnTo>
                  <a:pt x="4541" y="2664"/>
                </a:lnTo>
                <a:lnTo>
                  <a:pt x="4440" y="2362"/>
                </a:lnTo>
                <a:lnTo>
                  <a:pt x="4339" y="2099"/>
                </a:lnTo>
                <a:lnTo>
                  <a:pt x="4198" y="1817"/>
                </a:lnTo>
                <a:lnTo>
                  <a:pt x="4037" y="1555"/>
                </a:lnTo>
                <a:lnTo>
                  <a:pt x="3855" y="1312"/>
                </a:lnTo>
                <a:lnTo>
                  <a:pt x="3673" y="1070"/>
                </a:lnTo>
                <a:lnTo>
                  <a:pt x="3472" y="828"/>
                </a:lnTo>
                <a:lnTo>
                  <a:pt x="3189" y="566"/>
                </a:lnTo>
                <a:lnTo>
                  <a:pt x="3007" y="445"/>
                </a:lnTo>
                <a:lnTo>
                  <a:pt x="2826" y="324"/>
                </a:lnTo>
                <a:lnTo>
                  <a:pt x="2624" y="202"/>
                </a:lnTo>
                <a:lnTo>
                  <a:pt x="2422" y="102"/>
                </a:lnTo>
                <a:lnTo>
                  <a:pt x="2180" y="41"/>
                </a:lnTo>
                <a:lnTo>
                  <a:pt x="1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14"/>
          <p:cNvSpPr/>
          <p:nvPr/>
        </p:nvSpPr>
        <p:spPr>
          <a:xfrm flipH="1">
            <a:off x="8263506" y="410094"/>
            <a:ext cx="135464" cy="154584"/>
          </a:xfrm>
          <a:custGeom>
            <a:rect b="b" l="l" r="r" t="t"/>
            <a:pathLst>
              <a:path extrusionOk="0" h="2765" w="2423">
                <a:moveTo>
                  <a:pt x="747" y="81"/>
                </a:moveTo>
                <a:lnTo>
                  <a:pt x="888" y="101"/>
                </a:lnTo>
                <a:lnTo>
                  <a:pt x="1050" y="121"/>
                </a:lnTo>
                <a:lnTo>
                  <a:pt x="1191" y="161"/>
                </a:lnTo>
                <a:lnTo>
                  <a:pt x="1332" y="202"/>
                </a:lnTo>
                <a:lnTo>
                  <a:pt x="1474" y="262"/>
                </a:lnTo>
                <a:lnTo>
                  <a:pt x="1615" y="343"/>
                </a:lnTo>
                <a:lnTo>
                  <a:pt x="1736" y="424"/>
                </a:lnTo>
                <a:lnTo>
                  <a:pt x="1837" y="505"/>
                </a:lnTo>
                <a:lnTo>
                  <a:pt x="1998" y="686"/>
                </a:lnTo>
                <a:lnTo>
                  <a:pt x="2140" y="888"/>
                </a:lnTo>
                <a:lnTo>
                  <a:pt x="2240" y="1130"/>
                </a:lnTo>
                <a:lnTo>
                  <a:pt x="2321" y="1372"/>
                </a:lnTo>
                <a:lnTo>
                  <a:pt x="2341" y="1635"/>
                </a:lnTo>
                <a:lnTo>
                  <a:pt x="2341" y="1897"/>
                </a:lnTo>
                <a:lnTo>
                  <a:pt x="2321" y="2018"/>
                </a:lnTo>
                <a:lnTo>
                  <a:pt x="2281" y="2139"/>
                </a:lnTo>
                <a:lnTo>
                  <a:pt x="2220" y="2260"/>
                </a:lnTo>
                <a:lnTo>
                  <a:pt x="2160" y="2381"/>
                </a:lnTo>
                <a:lnTo>
                  <a:pt x="2099" y="2442"/>
                </a:lnTo>
                <a:lnTo>
                  <a:pt x="2039" y="2543"/>
                </a:lnTo>
                <a:lnTo>
                  <a:pt x="1938" y="2603"/>
                </a:lnTo>
                <a:lnTo>
                  <a:pt x="1837" y="2664"/>
                </a:lnTo>
                <a:lnTo>
                  <a:pt x="1716" y="2684"/>
                </a:lnTo>
                <a:lnTo>
                  <a:pt x="1575" y="2684"/>
                </a:lnTo>
                <a:lnTo>
                  <a:pt x="1433" y="2623"/>
                </a:lnTo>
                <a:lnTo>
                  <a:pt x="1292" y="2563"/>
                </a:lnTo>
                <a:lnTo>
                  <a:pt x="1110" y="2422"/>
                </a:lnTo>
                <a:lnTo>
                  <a:pt x="929" y="2220"/>
                </a:lnTo>
                <a:lnTo>
                  <a:pt x="727" y="1978"/>
                </a:lnTo>
                <a:lnTo>
                  <a:pt x="525" y="1715"/>
                </a:lnTo>
                <a:lnTo>
                  <a:pt x="344" y="1433"/>
                </a:lnTo>
                <a:lnTo>
                  <a:pt x="202" y="1150"/>
                </a:lnTo>
                <a:lnTo>
                  <a:pt x="101" y="888"/>
                </a:lnTo>
                <a:lnTo>
                  <a:pt x="81" y="787"/>
                </a:lnTo>
                <a:lnTo>
                  <a:pt x="81" y="686"/>
                </a:lnTo>
                <a:lnTo>
                  <a:pt x="101" y="484"/>
                </a:lnTo>
                <a:lnTo>
                  <a:pt x="122" y="404"/>
                </a:lnTo>
                <a:lnTo>
                  <a:pt x="162" y="343"/>
                </a:lnTo>
                <a:lnTo>
                  <a:pt x="222" y="283"/>
                </a:lnTo>
                <a:lnTo>
                  <a:pt x="283" y="222"/>
                </a:lnTo>
                <a:lnTo>
                  <a:pt x="344" y="182"/>
                </a:lnTo>
                <a:lnTo>
                  <a:pt x="424" y="141"/>
                </a:lnTo>
                <a:lnTo>
                  <a:pt x="566" y="101"/>
                </a:lnTo>
                <a:lnTo>
                  <a:pt x="747" y="81"/>
                </a:lnTo>
                <a:close/>
                <a:moveTo>
                  <a:pt x="767" y="0"/>
                </a:moveTo>
                <a:lnTo>
                  <a:pt x="566" y="20"/>
                </a:lnTo>
                <a:lnTo>
                  <a:pt x="384" y="61"/>
                </a:lnTo>
                <a:lnTo>
                  <a:pt x="303" y="101"/>
                </a:lnTo>
                <a:lnTo>
                  <a:pt x="222" y="161"/>
                </a:lnTo>
                <a:lnTo>
                  <a:pt x="162" y="222"/>
                </a:lnTo>
                <a:lnTo>
                  <a:pt x="101" y="303"/>
                </a:lnTo>
                <a:lnTo>
                  <a:pt x="61" y="383"/>
                </a:lnTo>
                <a:lnTo>
                  <a:pt x="21" y="464"/>
                </a:lnTo>
                <a:lnTo>
                  <a:pt x="1" y="565"/>
                </a:lnTo>
                <a:lnTo>
                  <a:pt x="1" y="666"/>
                </a:lnTo>
                <a:lnTo>
                  <a:pt x="1" y="787"/>
                </a:lnTo>
                <a:lnTo>
                  <a:pt x="21" y="908"/>
                </a:lnTo>
                <a:lnTo>
                  <a:pt x="61" y="1029"/>
                </a:lnTo>
                <a:lnTo>
                  <a:pt x="122" y="1170"/>
                </a:lnTo>
                <a:lnTo>
                  <a:pt x="263" y="1453"/>
                </a:lnTo>
                <a:lnTo>
                  <a:pt x="444" y="1756"/>
                </a:lnTo>
                <a:lnTo>
                  <a:pt x="646" y="2018"/>
                </a:lnTo>
                <a:lnTo>
                  <a:pt x="868" y="2280"/>
                </a:lnTo>
                <a:lnTo>
                  <a:pt x="1070" y="2482"/>
                </a:lnTo>
                <a:lnTo>
                  <a:pt x="1231" y="2623"/>
                </a:lnTo>
                <a:lnTo>
                  <a:pt x="1353" y="2684"/>
                </a:lnTo>
                <a:lnTo>
                  <a:pt x="1453" y="2724"/>
                </a:lnTo>
                <a:lnTo>
                  <a:pt x="1575" y="2765"/>
                </a:lnTo>
                <a:lnTo>
                  <a:pt x="1776" y="2765"/>
                </a:lnTo>
                <a:lnTo>
                  <a:pt x="1857" y="2744"/>
                </a:lnTo>
                <a:lnTo>
                  <a:pt x="1958" y="2684"/>
                </a:lnTo>
                <a:lnTo>
                  <a:pt x="2059" y="2623"/>
                </a:lnTo>
                <a:lnTo>
                  <a:pt x="2160" y="2523"/>
                </a:lnTo>
                <a:lnTo>
                  <a:pt x="2240" y="2422"/>
                </a:lnTo>
                <a:lnTo>
                  <a:pt x="2301" y="2301"/>
                </a:lnTo>
                <a:lnTo>
                  <a:pt x="2362" y="2159"/>
                </a:lnTo>
                <a:lnTo>
                  <a:pt x="2402" y="2038"/>
                </a:lnTo>
                <a:lnTo>
                  <a:pt x="2422" y="1897"/>
                </a:lnTo>
                <a:lnTo>
                  <a:pt x="2422" y="1776"/>
                </a:lnTo>
                <a:lnTo>
                  <a:pt x="2422" y="1635"/>
                </a:lnTo>
                <a:lnTo>
                  <a:pt x="2402" y="1372"/>
                </a:lnTo>
                <a:lnTo>
                  <a:pt x="2321" y="1110"/>
                </a:lnTo>
                <a:lnTo>
                  <a:pt x="2200" y="868"/>
                </a:lnTo>
                <a:lnTo>
                  <a:pt x="2059" y="626"/>
                </a:lnTo>
                <a:lnTo>
                  <a:pt x="1877" y="444"/>
                </a:lnTo>
                <a:lnTo>
                  <a:pt x="1736" y="323"/>
                </a:lnTo>
                <a:lnTo>
                  <a:pt x="1575" y="222"/>
                </a:lnTo>
                <a:lnTo>
                  <a:pt x="1393" y="141"/>
                </a:lnTo>
                <a:lnTo>
                  <a:pt x="1171" y="61"/>
                </a:lnTo>
                <a:lnTo>
                  <a:pt x="969" y="20"/>
                </a:lnTo>
                <a:lnTo>
                  <a:pt x="76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14"/>
          <p:cNvSpPr/>
          <p:nvPr/>
        </p:nvSpPr>
        <p:spPr>
          <a:xfrm flipH="1">
            <a:off x="8295095" y="486798"/>
            <a:ext cx="55348" cy="4529"/>
          </a:xfrm>
          <a:custGeom>
            <a:rect b="b" l="l" r="r" t="t"/>
            <a:pathLst>
              <a:path extrusionOk="0" h="81" w="990">
                <a:moveTo>
                  <a:pt x="0" y="0"/>
                </a:moveTo>
                <a:lnTo>
                  <a:pt x="0" y="81"/>
                </a:lnTo>
                <a:lnTo>
                  <a:pt x="989" y="81"/>
                </a:lnTo>
                <a:lnTo>
                  <a:pt x="9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14"/>
          <p:cNvSpPr/>
          <p:nvPr/>
        </p:nvSpPr>
        <p:spPr>
          <a:xfrm flipH="1">
            <a:off x="6032243" y="89619"/>
            <a:ext cx="262933" cy="275344"/>
          </a:xfrm>
          <a:custGeom>
            <a:rect b="b" l="l" r="r" t="t"/>
            <a:pathLst>
              <a:path extrusionOk="0" h="4925" w="4703">
                <a:moveTo>
                  <a:pt x="1938" y="81"/>
                </a:moveTo>
                <a:lnTo>
                  <a:pt x="2160" y="122"/>
                </a:lnTo>
                <a:lnTo>
                  <a:pt x="2382" y="182"/>
                </a:lnTo>
                <a:lnTo>
                  <a:pt x="2604" y="283"/>
                </a:lnTo>
                <a:lnTo>
                  <a:pt x="2785" y="384"/>
                </a:lnTo>
                <a:lnTo>
                  <a:pt x="2967" y="505"/>
                </a:lnTo>
                <a:lnTo>
                  <a:pt x="3129" y="626"/>
                </a:lnTo>
                <a:lnTo>
                  <a:pt x="3411" y="889"/>
                </a:lnTo>
                <a:lnTo>
                  <a:pt x="3613" y="1111"/>
                </a:lnTo>
                <a:lnTo>
                  <a:pt x="3794" y="1353"/>
                </a:lnTo>
                <a:lnTo>
                  <a:pt x="3976" y="1595"/>
                </a:lnTo>
                <a:lnTo>
                  <a:pt x="4117" y="1857"/>
                </a:lnTo>
                <a:lnTo>
                  <a:pt x="4259" y="2120"/>
                </a:lnTo>
                <a:lnTo>
                  <a:pt x="4380" y="2402"/>
                </a:lnTo>
                <a:lnTo>
                  <a:pt x="4460" y="2685"/>
                </a:lnTo>
                <a:lnTo>
                  <a:pt x="4541" y="2967"/>
                </a:lnTo>
                <a:lnTo>
                  <a:pt x="4602" y="3330"/>
                </a:lnTo>
                <a:lnTo>
                  <a:pt x="4622" y="3472"/>
                </a:lnTo>
                <a:lnTo>
                  <a:pt x="4622" y="3633"/>
                </a:lnTo>
                <a:lnTo>
                  <a:pt x="4602" y="3774"/>
                </a:lnTo>
                <a:lnTo>
                  <a:pt x="4561" y="3895"/>
                </a:lnTo>
                <a:lnTo>
                  <a:pt x="4521" y="4016"/>
                </a:lnTo>
                <a:lnTo>
                  <a:pt x="4481" y="4138"/>
                </a:lnTo>
                <a:lnTo>
                  <a:pt x="4380" y="4279"/>
                </a:lnTo>
                <a:lnTo>
                  <a:pt x="4238" y="4400"/>
                </a:lnTo>
                <a:lnTo>
                  <a:pt x="4097" y="4521"/>
                </a:lnTo>
                <a:lnTo>
                  <a:pt x="3916" y="4622"/>
                </a:lnTo>
                <a:lnTo>
                  <a:pt x="3673" y="4723"/>
                </a:lnTo>
                <a:lnTo>
                  <a:pt x="3431" y="4783"/>
                </a:lnTo>
                <a:lnTo>
                  <a:pt x="3189" y="4844"/>
                </a:lnTo>
                <a:lnTo>
                  <a:pt x="2685" y="4844"/>
                </a:lnTo>
                <a:lnTo>
                  <a:pt x="2442" y="4804"/>
                </a:lnTo>
                <a:lnTo>
                  <a:pt x="2200" y="4723"/>
                </a:lnTo>
                <a:lnTo>
                  <a:pt x="1958" y="4622"/>
                </a:lnTo>
                <a:lnTo>
                  <a:pt x="1676" y="4460"/>
                </a:lnTo>
                <a:lnTo>
                  <a:pt x="1393" y="4238"/>
                </a:lnTo>
                <a:lnTo>
                  <a:pt x="1111" y="3976"/>
                </a:lnTo>
                <a:lnTo>
                  <a:pt x="868" y="3694"/>
                </a:lnTo>
                <a:lnTo>
                  <a:pt x="646" y="3391"/>
                </a:lnTo>
                <a:lnTo>
                  <a:pt x="445" y="3068"/>
                </a:lnTo>
                <a:lnTo>
                  <a:pt x="283" y="2725"/>
                </a:lnTo>
                <a:lnTo>
                  <a:pt x="162" y="2382"/>
                </a:lnTo>
                <a:lnTo>
                  <a:pt x="122" y="2160"/>
                </a:lnTo>
                <a:lnTo>
                  <a:pt x="81" y="1958"/>
                </a:lnTo>
                <a:lnTo>
                  <a:pt x="81" y="1756"/>
                </a:lnTo>
                <a:lnTo>
                  <a:pt x="81" y="1555"/>
                </a:lnTo>
                <a:lnTo>
                  <a:pt x="122" y="1373"/>
                </a:lnTo>
                <a:lnTo>
                  <a:pt x="162" y="1191"/>
                </a:lnTo>
                <a:lnTo>
                  <a:pt x="243" y="1010"/>
                </a:lnTo>
                <a:lnTo>
                  <a:pt x="323" y="848"/>
                </a:lnTo>
                <a:lnTo>
                  <a:pt x="445" y="687"/>
                </a:lnTo>
                <a:lnTo>
                  <a:pt x="606" y="525"/>
                </a:lnTo>
                <a:lnTo>
                  <a:pt x="767" y="404"/>
                </a:lnTo>
                <a:lnTo>
                  <a:pt x="949" y="283"/>
                </a:lnTo>
                <a:lnTo>
                  <a:pt x="1151" y="202"/>
                </a:lnTo>
                <a:lnTo>
                  <a:pt x="1353" y="122"/>
                </a:lnTo>
                <a:lnTo>
                  <a:pt x="1554" y="81"/>
                </a:lnTo>
                <a:close/>
                <a:moveTo>
                  <a:pt x="1696" y="1"/>
                </a:moveTo>
                <a:lnTo>
                  <a:pt x="1454" y="21"/>
                </a:lnTo>
                <a:lnTo>
                  <a:pt x="1211" y="81"/>
                </a:lnTo>
                <a:lnTo>
                  <a:pt x="989" y="182"/>
                </a:lnTo>
                <a:lnTo>
                  <a:pt x="767" y="303"/>
                </a:lnTo>
                <a:lnTo>
                  <a:pt x="586" y="445"/>
                </a:lnTo>
                <a:lnTo>
                  <a:pt x="404" y="626"/>
                </a:lnTo>
                <a:lnTo>
                  <a:pt x="263" y="808"/>
                </a:lnTo>
                <a:lnTo>
                  <a:pt x="162" y="989"/>
                </a:lnTo>
                <a:lnTo>
                  <a:pt x="81" y="1171"/>
                </a:lnTo>
                <a:lnTo>
                  <a:pt x="41" y="1353"/>
                </a:lnTo>
                <a:lnTo>
                  <a:pt x="1" y="1555"/>
                </a:lnTo>
                <a:lnTo>
                  <a:pt x="1" y="1756"/>
                </a:lnTo>
                <a:lnTo>
                  <a:pt x="1" y="1958"/>
                </a:lnTo>
                <a:lnTo>
                  <a:pt x="41" y="2180"/>
                </a:lnTo>
                <a:lnTo>
                  <a:pt x="81" y="2402"/>
                </a:lnTo>
                <a:lnTo>
                  <a:pt x="202" y="2745"/>
                </a:lnTo>
                <a:lnTo>
                  <a:pt x="364" y="3088"/>
                </a:lnTo>
                <a:lnTo>
                  <a:pt x="566" y="3431"/>
                </a:lnTo>
                <a:lnTo>
                  <a:pt x="808" y="3754"/>
                </a:lnTo>
                <a:lnTo>
                  <a:pt x="1050" y="4037"/>
                </a:lnTo>
                <a:lnTo>
                  <a:pt x="1332" y="4299"/>
                </a:lnTo>
                <a:lnTo>
                  <a:pt x="1635" y="4521"/>
                </a:lnTo>
                <a:lnTo>
                  <a:pt x="1938" y="4703"/>
                </a:lnTo>
                <a:lnTo>
                  <a:pt x="2160" y="4804"/>
                </a:lnTo>
                <a:lnTo>
                  <a:pt x="2422" y="4864"/>
                </a:lnTo>
                <a:lnTo>
                  <a:pt x="2664" y="4925"/>
                </a:lnTo>
                <a:lnTo>
                  <a:pt x="3189" y="4925"/>
                </a:lnTo>
                <a:lnTo>
                  <a:pt x="3451" y="4864"/>
                </a:lnTo>
                <a:lnTo>
                  <a:pt x="3714" y="4804"/>
                </a:lnTo>
                <a:lnTo>
                  <a:pt x="3956" y="4682"/>
                </a:lnTo>
                <a:lnTo>
                  <a:pt x="4138" y="4582"/>
                </a:lnTo>
                <a:lnTo>
                  <a:pt x="4299" y="4460"/>
                </a:lnTo>
                <a:lnTo>
                  <a:pt x="4440" y="4319"/>
                </a:lnTo>
                <a:lnTo>
                  <a:pt x="4541" y="4178"/>
                </a:lnTo>
                <a:lnTo>
                  <a:pt x="4602" y="4057"/>
                </a:lnTo>
                <a:lnTo>
                  <a:pt x="4642" y="3916"/>
                </a:lnTo>
                <a:lnTo>
                  <a:pt x="4682" y="3795"/>
                </a:lnTo>
                <a:lnTo>
                  <a:pt x="4703" y="3633"/>
                </a:lnTo>
                <a:lnTo>
                  <a:pt x="4703" y="3492"/>
                </a:lnTo>
                <a:lnTo>
                  <a:pt x="4682" y="3310"/>
                </a:lnTo>
                <a:lnTo>
                  <a:pt x="4622" y="2947"/>
                </a:lnTo>
                <a:lnTo>
                  <a:pt x="4541" y="2664"/>
                </a:lnTo>
                <a:lnTo>
                  <a:pt x="4440" y="2362"/>
                </a:lnTo>
                <a:lnTo>
                  <a:pt x="4339" y="2099"/>
                </a:lnTo>
                <a:lnTo>
                  <a:pt x="4198" y="1817"/>
                </a:lnTo>
                <a:lnTo>
                  <a:pt x="4037" y="1555"/>
                </a:lnTo>
                <a:lnTo>
                  <a:pt x="3855" y="1312"/>
                </a:lnTo>
                <a:lnTo>
                  <a:pt x="3673" y="1070"/>
                </a:lnTo>
                <a:lnTo>
                  <a:pt x="3472" y="828"/>
                </a:lnTo>
                <a:lnTo>
                  <a:pt x="3189" y="566"/>
                </a:lnTo>
                <a:lnTo>
                  <a:pt x="3007" y="445"/>
                </a:lnTo>
                <a:lnTo>
                  <a:pt x="2826" y="324"/>
                </a:lnTo>
                <a:lnTo>
                  <a:pt x="2624" y="202"/>
                </a:lnTo>
                <a:lnTo>
                  <a:pt x="2422" y="102"/>
                </a:lnTo>
                <a:lnTo>
                  <a:pt x="2180" y="41"/>
                </a:lnTo>
                <a:lnTo>
                  <a:pt x="1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14"/>
          <p:cNvSpPr/>
          <p:nvPr/>
        </p:nvSpPr>
        <p:spPr>
          <a:xfrm flipH="1">
            <a:off x="6097656" y="160732"/>
            <a:ext cx="135464" cy="154584"/>
          </a:xfrm>
          <a:custGeom>
            <a:rect b="b" l="l" r="r" t="t"/>
            <a:pathLst>
              <a:path extrusionOk="0" h="2765" w="2423">
                <a:moveTo>
                  <a:pt x="747" y="81"/>
                </a:moveTo>
                <a:lnTo>
                  <a:pt x="888" y="101"/>
                </a:lnTo>
                <a:lnTo>
                  <a:pt x="1050" y="121"/>
                </a:lnTo>
                <a:lnTo>
                  <a:pt x="1191" y="161"/>
                </a:lnTo>
                <a:lnTo>
                  <a:pt x="1332" y="202"/>
                </a:lnTo>
                <a:lnTo>
                  <a:pt x="1474" y="262"/>
                </a:lnTo>
                <a:lnTo>
                  <a:pt x="1615" y="343"/>
                </a:lnTo>
                <a:lnTo>
                  <a:pt x="1736" y="424"/>
                </a:lnTo>
                <a:lnTo>
                  <a:pt x="1837" y="505"/>
                </a:lnTo>
                <a:lnTo>
                  <a:pt x="1998" y="686"/>
                </a:lnTo>
                <a:lnTo>
                  <a:pt x="2140" y="888"/>
                </a:lnTo>
                <a:lnTo>
                  <a:pt x="2240" y="1130"/>
                </a:lnTo>
                <a:lnTo>
                  <a:pt x="2321" y="1372"/>
                </a:lnTo>
                <a:lnTo>
                  <a:pt x="2341" y="1635"/>
                </a:lnTo>
                <a:lnTo>
                  <a:pt x="2341" y="1897"/>
                </a:lnTo>
                <a:lnTo>
                  <a:pt x="2321" y="2018"/>
                </a:lnTo>
                <a:lnTo>
                  <a:pt x="2281" y="2139"/>
                </a:lnTo>
                <a:lnTo>
                  <a:pt x="2220" y="2260"/>
                </a:lnTo>
                <a:lnTo>
                  <a:pt x="2160" y="2381"/>
                </a:lnTo>
                <a:lnTo>
                  <a:pt x="2099" y="2442"/>
                </a:lnTo>
                <a:lnTo>
                  <a:pt x="2039" y="2543"/>
                </a:lnTo>
                <a:lnTo>
                  <a:pt x="1938" y="2603"/>
                </a:lnTo>
                <a:lnTo>
                  <a:pt x="1837" y="2664"/>
                </a:lnTo>
                <a:lnTo>
                  <a:pt x="1716" y="2684"/>
                </a:lnTo>
                <a:lnTo>
                  <a:pt x="1575" y="2684"/>
                </a:lnTo>
                <a:lnTo>
                  <a:pt x="1433" y="2623"/>
                </a:lnTo>
                <a:lnTo>
                  <a:pt x="1292" y="2563"/>
                </a:lnTo>
                <a:lnTo>
                  <a:pt x="1110" y="2422"/>
                </a:lnTo>
                <a:lnTo>
                  <a:pt x="929" y="2220"/>
                </a:lnTo>
                <a:lnTo>
                  <a:pt x="727" y="1978"/>
                </a:lnTo>
                <a:lnTo>
                  <a:pt x="525" y="1715"/>
                </a:lnTo>
                <a:lnTo>
                  <a:pt x="344" y="1433"/>
                </a:lnTo>
                <a:lnTo>
                  <a:pt x="202" y="1150"/>
                </a:lnTo>
                <a:lnTo>
                  <a:pt x="101" y="888"/>
                </a:lnTo>
                <a:lnTo>
                  <a:pt x="81" y="787"/>
                </a:lnTo>
                <a:lnTo>
                  <a:pt x="81" y="686"/>
                </a:lnTo>
                <a:lnTo>
                  <a:pt x="101" y="484"/>
                </a:lnTo>
                <a:lnTo>
                  <a:pt x="122" y="404"/>
                </a:lnTo>
                <a:lnTo>
                  <a:pt x="162" y="343"/>
                </a:lnTo>
                <a:lnTo>
                  <a:pt x="222" y="283"/>
                </a:lnTo>
                <a:lnTo>
                  <a:pt x="283" y="222"/>
                </a:lnTo>
                <a:lnTo>
                  <a:pt x="344" y="182"/>
                </a:lnTo>
                <a:lnTo>
                  <a:pt x="424" y="141"/>
                </a:lnTo>
                <a:lnTo>
                  <a:pt x="566" y="101"/>
                </a:lnTo>
                <a:lnTo>
                  <a:pt x="747" y="81"/>
                </a:lnTo>
                <a:close/>
                <a:moveTo>
                  <a:pt x="767" y="0"/>
                </a:moveTo>
                <a:lnTo>
                  <a:pt x="566" y="20"/>
                </a:lnTo>
                <a:lnTo>
                  <a:pt x="384" y="61"/>
                </a:lnTo>
                <a:lnTo>
                  <a:pt x="303" y="101"/>
                </a:lnTo>
                <a:lnTo>
                  <a:pt x="222" y="161"/>
                </a:lnTo>
                <a:lnTo>
                  <a:pt x="162" y="222"/>
                </a:lnTo>
                <a:lnTo>
                  <a:pt x="101" y="303"/>
                </a:lnTo>
                <a:lnTo>
                  <a:pt x="61" y="383"/>
                </a:lnTo>
                <a:lnTo>
                  <a:pt x="21" y="464"/>
                </a:lnTo>
                <a:lnTo>
                  <a:pt x="1" y="565"/>
                </a:lnTo>
                <a:lnTo>
                  <a:pt x="1" y="666"/>
                </a:lnTo>
                <a:lnTo>
                  <a:pt x="1" y="787"/>
                </a:lnTo>
                <a:lnTo>
                  <a:pt x="21" y="908"/>
                </a:lnTo>
                <a:lnTo>
                  <a:pt x="61" y="1029"/>
                </a:lnTo>
                <a:lnTo>
                  <a:pt x="122" y="1170"/>
                </a:lnTo>
                <a:lnTo>
                  <a:pt x="263" y="1453"/>
                </a:lnTo>
                <a:lnTo>
                  <a:pt x="444" y="1756"/>
                </a:lnTo>
                <a:lnTo>
                  <a:pt x="646" y="2018"/>
                </a:lnTo>
                <a:lnTo>
                  <a:pt x="868" y="2280"/>
                </a:lnTo>
                <a:lnTo>
                  <a:pt x="1070" y="2482"/>
                </a:lnTo>
                <a:lnTo>
                  <a:pt x="1231" y="2623"/>
                </a:lnTo>
                <a:lnTo>
                  <a:pt x="1353" y="2684"/>
                </a:lnTo>
                <a:lnTo>
                  <a:pt x="1453" y="2724"/>
                </a:lnTo>
                <a:lnTo>
                  <a:pt x="1575" y="2765"/>
                </a:lnTo>
                <a:lnTo>
                  <a:pt x="1776" y="2765"/>
                </a:lnTo>
                <a:lnTo>
                  <a:pt x="1857" y="2744"/>
                </a:lnTo>
                <a:lnTo>
                  <a:pt x="1958" y="2684"/>
                </a:lnTo>
                <a:lnTo>
                  <a:pt x="2059" y="2623"/>
                </a:lnTo>
                <a:lnTo>
                  <a:pt x="2160" y="2523"/>
                </a:lnTo>
                <a:lnTo>
                  <a:pt x="2240" y="2422"/>
                </a:lnTo>
                <a:lnTo>
                  <a:pt x="2301" y="2301"/>
                </a:lnTo>
                <a:lnTo>
                  <a:pt x="2362" y="2159"/>
                </a:lnTo>
                <a:lnTo>
                  <a:pt x="2402" y="2038"/>
                </a:lnTo>
                <a:lnTo>
                  <a:pt x="2422" y="1897"/>
                </a:lnTo>
                <a:lnTo>
                  <a:pt x="2422" y="1776"/>
                </a:lnTo>
                <a:lnTo>
                  <a:pt x="2422" y="1635"/>
                </a:lnTo>
                <a:lnTo>
                  <a:pt x="2402" y="1372"/>
                </a:lnTo>
                <a:lnTo>
                  <a:pt x="2321" y="1110"/>
                </a:lnTo>
                <a:lnTo>
                  <a:pt x="2200" y="868"/>
                </a:lnTo>
                <a:lnTo>
                  <a:pt x="2059" y="626"/>
                </a:lnTo>
                <a:lnTo>
                  <a:pt x="1877" y="444"/>
                </a:lnTo>
                <a:lnTo>
                  <a:pt x="1736" y="323"/>
                </a:lnTo>
                <a:lnTo>
                  <a:pt x="1575" y="222"/>
                </a:lnTo>
                <a:lnTo>
                  <a:pt x="1393" y="141"/>
                </a:lnTo>
                <a:lnTo>
                  <a:pt x="1171" y="61"/>
                </a:lnTo>
                <a:lnTo>
                  <a:pt x="969" y="20"/>
                </a:lnTo>
                <a:lnTo>
                  <a:pt x="76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14"/>
          <p:cNvSpPr/>
          <p:nvPr/>
        </p:nvSpPr>
        <p:spPr>
          <a:xfrm flipH="1">
            <a:off x="6129245" y="237435"/>
            <a:ext cx="55348" cy="4529"/>
          </a:xfrm>
          <a:custGeom>
            <a:rect b="b" l="l" r="r" t="t"/>
            <a:pathLst>
              <a:path extrusionOk="0" h="81" w="990">
                <a:moveTo>
                  <a:pt x="0" y="0"/>
                </a:moveTo>
                <a:lnTo>
                  <a:pt x="0" y="81"/>
                </a:lnTo>
                <a:lnTo>
                  <a:pt x="989" y="81"/>
                </a:lnTo>
                <a:lnTo>
                  <a:pt x="9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14"/>
          <p:cNvSpPr/>
          <p:nvPr/>
        </p:nvSpPr>
        <p:spPr>
          <a:xfrm>
            <a:off x="2103168" y="4015669"/>
            <a:ext cx="262933" cy="275344"/>
          </a:xfrm>
          <a:custGeom>
            <a:rect b="b" l="l" r="r" t="t"/>
            <a:pathLst>
              <a:path extrusionOk="0" h="4925" w="4703">
                <a:moveTo>
                  <a:pt x="1938" y="81"/>
                </a:moveTo>
                <a:lnTo>
                  <a:pt x="2160" y="122"/>
                </a:lnTo>
                <a:lnTo>
                  <a:pt x="2382" y="182"/>
                </a:lnTo>
                <a:lnTo>
                  <a:pt x="2604" y="283"/>
                </a:lnTo>
                <a:lnTo>
                  <a:pt x="2785" y="384"/>
                </a:lnTo>
                <a:lnTo>
                  <a:pt x="2967" y="505"/>
                </a:lnTo>
                <a:lnTo>
                  <a:pt x="3129" y="626"/>
                </a:lnTo>
                <a:lnTo>
                  <a:pt x="3411" y="889"/>
                </a:lnTo>
                <a:lnTo>
                  <a:pt x="3613" y="1111"/>
                </a:lnTo>
                <a:lnTo>
                  <a:pt x="3794" y="1353"/>
                </a:lnTo>
                <a:lnTo>
                  <a:pt x="3976" y="1595"/>
                </a:lnTo>
                <a:lnTo>
                  <a:pt x="4117" y="1857"/>
                </a:lnTo>
                <a:lnTo>
                  <a:pt x="4259" y="2120"/>
                </a:lnTo>
                <a:lnTo>
                  <a:pt x="4380" y="2402"/>
                </a:lnTo>
                <a:lnTo>
                  <a:pt x="4460" y="2685"/>
                </a:lnTo>
                <a:lnTo>
                  <a:pt x="4541" y="2967"/>
                </a:lnTo>
                <a:lnTo>
                  <a:pt x="4602" y="3330"/>
                </a:lnTo>
                <a:lnTo>
                  <a:pt x="4622" y="3472"/>
                </a:lnTo>
                <a:lnTo>
                  <a:pt x="4622" y="3633"/>
                </a:lnTo>
                <a:lnTo>
                  <a:pt x="4602" y="3774"/>
                </a:lnTo>
                <a:lnTo>
                  <a:pt x="4561" y="3895"/>
                </a:lnTo>
                <a:lnTo>
                  <a:pt x="4521" y="4016"/>
                </a:lnTo>
                <a:lnTo>
                  <a:pt x="4481" y="4138"/>
                </a:lnTo>
                <a:lnTo>
                  <a:pt x="4380" y="4279"/>
                </a:lnTo>
                <a:lnTo>
                  <a:pt x="4238" y="4400"/>
                </a:lnTo>
                <a:lnTo>
                  <a:pt x="4097" y="4521"/>
                </a:lnTo>
                <a:lnTo>
                  <a:pt x="3916" y="4622"/>
                </a:lnTo>
                <a:lnTo>
                  <a:pt x="3673" y="4723"/>
                </a:lnTo>
                <a:lnTo>
                  <a:pt x="3431" y="4783"/>
                </a:lnTo>
                <a:lnTo>
                  <a:pt x="3189" y="4844"/>
                </a:lnTo>
                <a:lnTo>
                  <a:pt x="2685" y="4844"/>
                </a:lnTo>
                <a:lnTo>
                  <a:pt x="2442" y="4804"/>
                </a:lnTo>
                <a:lnTo>
                  <a:pt x="2200" y="4723"/>
                </a:lnTo>
                <a:lnTo>
                  <a:pt x="1958" y="4622"/>
                </a:lnTo>
                <a:lnTo>
                  <a:pt x="1676" y="4460"/>
                </a:lnTo>
                <a:lnTo>
                  <a:pt x="1393" y="4238"/>
                </a:lnTo>
                <a:lnTo>
                  <a:pt x="1111" y="3976"/>
                </a:lnTo>
                <a:lnTo>
                  <a:pt x="868" y="3694"/>
                </a:lnTo>
                <a:lnTo>
                  <a:pt x="646" y="3391"/>
                </a:lnTo>
                <a:lnTo>
                  <a:pt x="445" y="3068"/>
                </a:lnTo>
                <a:lnTo>
                  <a:pt x="283" y="2725"/>
                </a:lnTo>
                <a:lnTo>
                  <a:pt x="162" y="2382"/>
                </a:lnTo>
                <a:lnTo>
                  <a:pt x="122" y="2160"/>
                </a:lnTo>
                <a:lnTo>
                  <a:pt x="81" y="1958"/>
                </a:lnTo>
                <a:lnTo>
                  <a:pt x="81" y="1756"/>
                </a:lnTo>
                <a:lnTo>
                  <a:pt x="81" y="1555"/>
                </a:lnTo>
                <a:lnTo>
                  <a:pt x="122" y="1373"/>
                </a:lnTo>
                <a:lnTo>
                  <a:pt x="162" y="1191"/>
                </a:lnTo>
                <a:lnTo>
                  <a:pt x="243" y="1010"/>
                </a:lnTo>
                <a:lnTo>
                  <a:pt x="323" y="848"/>
                </a:lnTo>
                <a:lnTo>
                  <a:pt x="445" y="687"/>
                </a:lnTo>
                <a:lnTo>
                  <a:pt x="606" y="525"/>
                </a:lnTo>
                <a:lnTo>
                  <a:pt x="767" y="404"/>
                </a:lnTo>
                <a:lnTo>
                  <a:pt x="949" y="283"/>
                </a:lnTo>
                <a:lnTo>
                  <a:pt x="1151" y="202"/>
                </a:lnTo>
                <a:lnTo>
                  <a:pt x="1353" y="122"/>
                </a:lnTo>
                <a:lnTo>
                  <a:pt x="1554" y="81"/>
                </a:lnTo>
                <a:close/>
                <a:moveTo>
                  <a:pt x="1696" y="1"/>
                </a:moveTo>
                <a:lnTo>
                  <a:pt x="1454" y="21"/>
                </a:lnTo>
                <a:lnTo>
                  <a:pt x="1211" y="81"/>
                </a:lnTo>
                <a:lnTo>
                  <a:pt x="989" y="182"/>
                </a:lnTo>
                <a:lnTo>
                  <a:pt x="767" y="303"/>
                </a:lnTo>
                <a:lnTo>
                  <a:pt x="586" y="445"/>
                </a:lnTo>
                <a:lnTo>
                  <a:pt x="404" y="626"/>
                </a:lnTo>
                <a:lnTo>
                  <a:pt x="263" y="808"/>
                </a:lnTo>
                <a:lnTo>
                  <a:pt x="162" y="989"/>
                </a:lnTo>
                <a:lnTo>
                  <a:pt x="81" y="1171"/>
                </a:lnTo>
                <a:lnTo>
                  <a:pt x="41" y="1353"/>
                </a:lnTo>
                <a:lnTo>
                  <a:pt x="1" y="1555"/>
                </a:lnTo>
                <a:lnTo>
                  <a:pt x="1" y="1756"/>
                </a:lnTo>
                <a:lnTo>
                  <a:pt x="1" y="1958"/>
                </a:lnTo>
                <a:lnTo>
                  <a:pt x="41" y="2180"/>
                </a:lnTo>
                <a:lnTo>
                  <a:pt x="81" y="2402"/>
                </a:lnTo>
                <a:lnTo>
                  <a:pt x="202" y="2745"/>
                </a:lnTo>
                <a:lnTo>
                  <a:pt x="364" y="3088"/>
                </a:lnTo>
                <a:lnTo>
                  <a:pt x="566" y="3431"/>
                </a:lnTo>
                <a:lnTo>
                  <a:pt x="808" y="3754"/>
                </a:lnTo>
                <a:lnTo>
                  <a:pt x="1050" y="4037"/>
                </a:lnTo>
                <a:lnTo>
                  <a:pt x="1332" y="4299"/>
                </a:lnTo>
                <a:lnTo>
                  <a:pt x="1635" y="4521"/>
                </a:lnTo>
                <a:lnTo>
                  <a:pt x="1938" y="4703"/>
                </a:lnTo>
                <a:lnTo>
                  <a:pt x="2160" y="4804"/>
                </a:lnTo>
                <a:lnTo>
                  <a:pt x="2422" y="4864"/>
                </a:lnTo>
                <a:lnTo>
                  <a:pt x="2664" y="4925"/>
                </a:lnTo>
                <a:lnTo>
                  <a:pt x="3189" y="4925"/>
                </a:lnTo>
                <a:lnTo>
                  <a:pt x="3451" y="4864"/>
                </a:lnTo>
                <a:lnTo>
                  <a:pt x="3714" y="4804"/>
                </a:lnTo>
                <a:lnTo>
                  <a:pt x="3956" y="4682"/>
                </a:lnTo>
                <a:lnTo>
                  <a:pt x="4138" y="4582"/>
                </a:lnTo>
                <a:lnTo>
                  <a:pt x="4299" y="4460"/>
                </a:lnTo>
                <a:lnTo>
                  <a:pt x="4440" y="4319"/>
                </a:lnTo>
                <a:lnTo>
                  <a:pt x="4541" y="4178"/>
                </a:lnTo>
                <a:lnTo>
                  <a:pt x="4602" y="4057"/>
                </a:lnTo>
                <a:lnTo>
                  <a:pt x="4642" y="3916"/>
                </a:lnTo>
                <a:lnTo>
                  <a:pt x="4682" y="3795"/>
                </a:lnTo>
                <a:lnTo>
                  <a:pt x="4703" y="3633"/>
                </a:lnTo>
                <a:lnTo>
                  <a:pt x="4703" y="3492"/>
                </a:lnTo>
                <a:lnTo>
                  <a:pt x="4682" y="3310"/>
                </a:lnTo>
                <a:lnTo>
                  <a:pt x="4622" y="2947"/>
                </a:lnTo>
                <a:lnTo>
                  <a:pt x="4541" y="2664"/>
                </a:lnTo>
                <a:lnTo>
                  <a:pt x="4440" y="2362"/>
                </a:lnTo>
                <a:lnTo>
                  <a:pt x="4339" y="2099"/>
                </a:lnTo>
                <a:lnTo>
                  <a:pt x="4198" y="1817"/>
                </a:lnTo>
                <a:lnTo>
                  <a:pt x="4037" y="1555"/>
                </a:lnTo>
                <a:lnTo>
                  <a:pt x="3855" y="1312"/>
                </a:lnTo>
                <a:lnTo>
                  <a:pt x="3673" y="1070"/>
                </a:lnTo>
                <a:lnTo>
                  <a:pt x="3472" y="828"/>
                </a:lnTo>
                <a:lnTo>
                  <a:pt x="3189" y="566"/>
                </a:lnTo>
                <a:lnTo>
                  <a:pt x="3007" y="445"/>
                </a:lnTo>
                <a:lnTo>
                  <a:pt x="2826" y="324"/>
                </a:lnTo>
                <a:lnTo>
                  <a:pt x="2624" y="202"/>
                </a:lnTo>
                <a:lnTo>
                  <a:pt x="2422" y="102"/>
                </a:lnTo>
                <a:lnTo>
                  <a:pt x="2180" y="41"/>
                </a:lnTo>
                <a:lnTo>
                  <a:pt x="1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14"/>
          <p:cNvSpPr/>
          <p:nvPr/>
        </p:nvSpPr>
        <p:spPr>
          <a:xfrm>
            <a:off x="2165224" y="4086782"/>
            <a:ext cx="135464" cy="154584"/>
          </a:xfrm>
          <a:custGeom>
            <a:rect b="b" l="l" r="r" t="t"/>
            <a:pathLst>
              <a:path extrusionOk="0" h="2765" w="2423">
                <a:moveTo>
                  <a:pt x="747" y="81"/>
                </a:moveTo>
                <a:lnTo>
                  <a:pt x="888" y="101"/>
                </a:lnTo>
                <a:lnTo>
                  <a:pt x="1050" y="121"/>
                </a:lnTo>
                <a:lnTo>
                  <a:pt x="1191" y="161"/>
                </a:lnTo>
                <a:lnTo>
                  <a:pt x="1332" y="202"/>
                </a:lnTo>
                <a:lnTo>
                  <a:pt x="1474" y="262"/>
                </a:lnTo>
                <a:lnTo>
                  <a:pt x="1615" y="343"/>
                </a:lnTo>
                <a:lnTo>
                  <a:pt x="1736" y="424"/>
                </a:lnTo>
                <a:lnTo>
                  <a:pt x="1837" y="505"/>
                </a:lnTo>
                <a:lnTo>
                  <a:pt x="1998" y="686"/>
                </a:lnTo>
                <a:lnTo>
                  <a:pt x="2140" y="888"/>
                </a:lnTo>
                <a:lnTo>
                  <a:pt x="2240" y="1130"/>
                </a:lnTo>
                <a:lnTo>
                  <a:pt x="2321" y="1372"/>
                </a:lnTo>
                <a:lnTo>
                  <a:pt x="2341" y="1635"/>
                </a:lnTo>
                <a:lnTo>
                  <a:pt x="2341" y="1897"/>
                </a:lnTo>
                <a:lnTo>
                  <a:pt x="2321" y="2018"/>
                </a:lnTo>
                <a:lnTo>
                  <a:pt x="2281" y="2139"/>
                </a:lnTo>
                <a:lnTo>
                  <a:pt x="2220" y="2260"/>
                </a:lnTo>
                <a:lnTo>
                  <a:pt x="2160" y="2381"/>
                </a:lnTo>
                <a:lnTo>
                  <a:pt x="2099" y="2442"/>
                </a:lnTo>
                <a:lnTo>
                  <a:pt x="2039" y="2543"/>
                </a:lnTo>
                <a:lnTo>
                  <a:pt x="1938" y="2603"/>
                </a:lnTo>
                <a:lnTo>
                  <a:pt x="1837" y="2664"/>
                </a:lnTo>
                <a:lnTo>
                  <a:pt x="1716" y="2684"/>
                </a:lnTo>
                <a:lnTo>
                  <a:pt x="1575" y="2684"/>
                </a:lnTo>
                <a:lnTo>
                  <a:pt x="1433" y="2623"/>
                </a:lnTo>
                <a:lnTo>
                  <a:pt x="1292" y="2563"/>
                </a:lnTo>
                <a:lnTo>
                  <a:pt x="1110" y="2422"/>
                </a:lnTo>
                <a:lnTo>
                  <a:pt x="929" y="2220"/>
                </a:lnTo>
                <a:lnTo>
                  <a:pt x="727" y="1978"/>
                </a:lnTo>
                <a:lnTo>
                  <a:pt x="525" y="1715"/>
                </a:lnTo>
                <a:lnTo>
                  <a:pt x="344" y="1433"/>
                </a:lnTo>
                <a:lnTo>
                  <a:pt x="202" y="1150"/>
                </a:lnTo>
                <a:lnTo>
                  <a:pt x="101" y="888"/>
                </a:lnTo>
                <a:lnTo>
                  <a:pt x="81" y="787"/>
                </a:lnTo>
                <a:lnTo>
                  <a:pt x="81" y="686"/>
                </a:lnTo>
                <a:lnTo>
                  <a:pt x="101" y="484"/>
                </a:lnTo>
                <a:lnTo>
                  <a:pt x="122" y="404"/>
                </a:lnTo>
                <a:lnTo>
                  <a:pt x="162" y="343"/>
                </a:lnTo>
                <a:lnTo>
                  <a:pt x="222" y="283"/>
                </a:lnTo>
                <a:lnTo>
                  <a:pt x="283" y="222"/>
                </a:lnTo>
                <a:lnTo>
                  <a:pt x="344" y="182"/>
                </a:lnTo>
                <a:lnTo>
                  <a:pt x="424" y="141"/>
                </a:lnTo>
                <a:lnTo>
                  <a:pt x="566" y="101"/>
                </a:lnTo>
                <a:lnTo>
                  <a:pt x="747" y="81"/>
                </a:lnTo>
                <a:close/>
                <a:moveTo>
                  <a:pt x="767" y="0"/>
                </a:moveTo>
                <a:lnTo>
                  <a:pt x="566" y="20"/>
                </a:lnTo>
                <a:lnTo>
                  <a:pt x="384" y="61"/>
                </a:lnTo>
                <a:lnTo>
                  <a:pt x="303" y="101"/>
                </a:lnTo>
                <a:lnTo>
                  <a:pt x="222" y="161"/>
                </a:lnTo>
                <a:lnTo>
                  <a:pt x="162" y="222"/>
                </a:lnTo>
                <a:lnTo>
                  <a:pt x="101" y="303"/>
                </a:lnTo>
                <a:lnTo>
                  <a:pt x="61" y="383"/>
                </a:lnTo>
                <a:lnTo>
                  <a:pt x="21" y="464"/>
                </a:lnTo>
                <a:lnTo>
                  <a:pt x="1" y="565"/>
                </a:lnTo>
                <a:lnTo>
                  <a:pt x="1" y="666"/>
                </a:lnTo>
                <a:lnTo>
                  <a:pt x="1" y="787"/>
                </a:lnTo>
                <a:lnTo>
                  <a:pt x="21" y="908"/>
                </a:lnTo>
                <a:lnTo>
                  <a:pt x="61" y="1029"/>
                </a:lnTo>
                <a:lnTo>
                  <a:pt x="122" y="1170"/>
                </a:lnTo>
                <a:lnTo>
                  <a:pt x="263" y="1453"/>
                </a:lnTo>
                <a:lnTo>
                  <a:pt x="444" y="1756"/>
                </a:lnTo>
                <a:lnTo>
                  <a:pt x="646" y="2018"/>
                </a:lnTo>
                <a:lnTo>
                  <a:pt x="868" y="2280"/>
                </a:lnTo>
                <a:lnTo>
                  <a:pt x="1070" y="2482"/>
                </a:lnTo>
                <a:lnTo>
                  <a:pt x="1231" y="2623"/>
                </a:lnTo>
                <a:lnTo>
                  <a:pt x="1353" y="2684"/>
                </a:lnTo>
                <a:lnTo>
                  <a:pt x="1453" y="2724"/>
                </a:lnTo>
                <a:lnTo>
                  <a:pt x="1575" y="2765"/>
                </a:lnTo>
                <a:lnTo>
                  <a:pt x="1776" y="2765"/>
                </a:lnTo>
                <a:lnTo>
                  <a:pt x="1857" y="2744"/>
                </a:lnTo>
                <a:lnTo>
                  <a:pt x="1958" y="2684"/>
                </a:lnTo>
                <a:lnTo>
                  <a:pt x="2059" y="2623"/>
                </a:lnTo>
                <a:lnTo>
                  <a:pt x="2160" y="2523"/>
                </a:lnTo>
                <a:lnTo>
                  <a:pt x="2240" y="2422"/>
                </a:lnTo>
                <a:lnTo>
                  <a:pt x="2301" y="2301"/>
                </a:lnTo>
                <a:lnTo>
                  <a:pt x="2362" y="2159"/>
                </a:lnTo>
                <a:lnTo>
                  <a:pt x="2402" y="2038"/>
                </a:lnTo>
                <a:lnTo>
                  <a:pt x="2422" y="1897"/>
                </a:lnTo>
                <a:lnTo>
                  <a:pt x="2422" y="1776"/>
                </a:lnTo>
                <a:lnTo>
                  <a:pt x="2422" y="1635"/>
                </a:lnTo>
                <a:lnTo>
                  <a:pt x="2402" y="1372"/>
                </a:lnTo>
                <a:lnTo>
                  <a:pt x="2321" y="1110"/>
                </a:lnTo>
                <a:lnTo>
                  <a:pt x="2200" y="868"/>
                </a:lnTo>
                <a:lnTo>
                  <a:pt x="2059" y="626"/>
                </a:lnTo>
                <a:lnTo>
                  <a:pt x="1877" y="444"/>
                </a:lnTo>
                <a:lnTo>
                  <a:pt x="1736" y="323"/>
                </a:lnTo>
                <a:lnTo>
                  <a:pt x="1575" y="222"/>
                </a:lnTo>
                <a:lnTo>
                  <a:pt x="1393" y="141"/>
                </a:lnTo>
                <a:lnTo>
                  <a:pt x="1171" y="61"/>
                </a:lnTo>
                <a:lnTo>
                  <a:pt x="969" y="20"/>
                </a:lnTo>
                <a:lnTo>
                  <a:pt x="76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14"/>
          <p:cNvSpPr/>
          <p:nvPr/>
        </p:nvSpPr>
        <p:spPr>
          <a:xfrm>
            <a:off x="2213751" y="4163485"/>
            <a:ext cx="55348" cy="4529"/>
          </a:xfrm>
          <a:custGeom>
            <a:rect b="b" l="l" r="r" t="t"/>
            <a:pathLst>
              <a:path extrusionOk="0" h="81" w="990">
                <a:moveTo>
                  <a:pt x="0" y="0"/>
                </a:moveTo>
                <a:lnTo>
                  <a:pt x="0" y="81"/>
                </a:lnTo>
                <a:lnTo>
                  <a:pt x="989" y="81"/>
                </a:lnTo>
                <a:lnTo>
                  <a:pt x="9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14"/>
          <p:cNvSpPr/>
          <p:nvPr/>
        </p:nvSpPr>
        <p:spPr>
          <a:xfrm flipH="1">
            <a:off x="8647184" y="8544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14"/>
          <p:cNvSpPr/>
          <p:nvPr/>
        </p:nvSpPr>
        <p:spPr>
          <a:xfrm flipH="1">
            <a:off x="8189984" y="1686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14"/>
          <p:cNvSpPr/>
          <p:nvPr/>
        </p:nvSpPr>
        <p:spPr>
          <a:xfrm flipH="1">
            <a:off x="6513584" y="924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14"/>
          <p:cNvSpPr/>
          <p:nvPr/>
        </p:nvSpPr>
        <p:spPr>
          <a:xfrm flipH="1">
            <a:off x="1941584" y="42072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14"/>
          <p:cNvSpPr/>
          <p:nvPr/>
        </p:nvSpPr>
        <p:spPr>
          <a:xfrm flipH="1">
            <a:off x="1408184" y="42834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14"/>
          <p:cNvSpPr/>
          <p:nvPr/>
        </p:nvSpPr>
        <p:spPr>
          <a:xfrm flipH="1">
            <a:off x="8037584" y="42072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14"/>
          <p:cNvSpPr/>
          <p:nvPr/>
        </p:nvSpPr>
        <p:spPr>
          <a:xfrm flipH="1">
            <a:off x="8570984" y="44358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14"/>
          <p:cNvSpPr/>
          <p:nvPr/>
        </p:nvSpPr>
        <p:spPr>
          <a:xfrm flipH="1">
            <a:off x="8875784" y="48168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14"/>
          <p:cNvSpPr/>
          <p:nvPr/>
        </p:nvSpPr>
        <p:spPr>
          <a:xfrm flipH="1">
            <a:off x="874784" y="40548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10">
    <p:spTree>
      <p:nvGrpSpPr>
        <p:cNvPr id="1076" name="Shape 1076"/>
        <p:cNvGrpSpPr/>
        <p:nvPr/>
      </p:nvGrpSpPr>
      <p:grpSpPr>
        <a:xfrm>
          <a:off x="0" y="0"/>
          <a:ext cx="0" cy="0"/>
          <a:chOff x="0" y="0"/>
          <a:chExt cx="0" cy="0"/>
        </a:xfrm>
      </p:grpSpPr>
      <p:sp>
        <p:nvSpPr>
          <p:cNvPr id="1077" name="Google Shape;1077;p15"/>
          <p:cNvSpPr/>
          <p:nvPr/>
        </p:nvSpPr>
        <p:spPr>
          <a:xfrm>
            <a:off x="1043501" y="4397225"/>
            <a:ext cx="404700" cy="40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15"/>
          <p:cNvSpPr/>
          <p:nvPr/>
        </p:nvSpPr>
        <p:spPr>
          <a:xfrm flipH="1">
            <a:off x="-50" y="0"/>
            <a:ext cx="1254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15"/>
          <p:cNvSpPr txBox="1"/>
          <p:nvPr>
            <p:ph type="title"/>
          </p:nvPr>
        </p:nvSpPr>
        <p:spPr>
          <a:xfrm>
            <a:off x="2620991" y="2157263"/>
            <a:ext cx="5073600" cy="4116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080" name="Google Shape;1080;p15"/>
          <p:cNvSpPr txBox="1"/>
          <p:nvPr>
            <p:ph idx="1" type="subTitle"/>
          </p:nvPr>
        </p:nvSpPr>
        <p:spPr>
          <a:xfrm>
            <a:off x="2620991" y="2803238"/>
            <a:ext cx="5074800" cy="183000"/>
          </a:xfrm>
          <a:prstGeom prst="rect">
            <a:avLst/>
          </a:prstGeom>
        </p:spPr>
        <p:txBody>
          <a:bodyPr anchorCtr="0" anchor="ctr" bIns="91425" lIns="91425" spcFirstLastPara="1" rIns="91425" wrap="square" tIns="91425">
            <a:noAutofit/>
          </a:bodyPr>
          <a:lstStyle>
            <a:lvl1pPr lvl="0" rtl="0">
              <a:spcBef>
                <a:spcPts val="0"/>
              </a:spcBef>
              <a:spcAft>
                <a:spcPts val="0"/>
              </a:spcAft>
              <a:buSzPts val="1600"/>
              <a:buNone/>
              <a:defRPr sz="1600"/>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1081" name="Google Shape;1081;p15"/>
          <p:cNvSpPr/>
          <p:nvPr/>
        </p:nvSpPr>
        <p:spPr>
          <a:xfrm>
            <a:off x="549120" y="-533624"/>
            <a:ext cx="1193700" cy="1193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15"/>
          <p:cNvSpPr txBox="1"/>
          <p:nvPr>
            <p:ph hasCustomPrompt="1" idx="2" type="title"/>
          </p:nvPr>
        </p:nvSpPr>
        <p:spPr>
          <a:xfrm>
            <a:off x="1448209" y="2334000"/>
            <a:ext cx="1088100" cy="475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500">
                <a:solidFill>
                  <a:schemeClr val="lt1"/>
                </a:solidFill>
              </a:defRPr>
            </a:lvl1pPr>
            <a:lvl2pPr lvl="1" rtl="0" algn="ctr">
              <a:spcBef>
                <a:spcPts val="0"/>
              </a:spcBef>
              <a:spcAft>
                <a:spcPts val="0"/>
              </a:spcAft>
              <a:buClr>
                <a:schemeClr val="dk2"/>
              </a:buClr>
              <a:buSzPts val="6000"/>
              <a:buNone/>
              <a:defRPr sz="6000">
                <a:solidFill>
                  <a:schemeClr val="dk2"/>
                </a:solidFill>
              </a:defRPr>
            </a:lvl2pPr>
            <a:lvl3pPr lvl="2" rtl="0" algn="ctr">
              <a:spcBef>
                <a:spcPts val="0"/>
              </a:spcBef>
              <a:spcAft>
                <a:spcPts val="0"/>
              </a:spcAft>
              <a:buClr>
                <a:schemeClr val="dk2"/>
              </a:buClr>
              <a:buSzPts val="6000"/>
              <a:buNone/>
              <a:defRPr sz="6000">
                <a:solidFill>
                  <a:schemeClr val="dk2"/>
                </a:solidFill>
              </a:defRPr>
            </a:lvl3pPr>
            <a:lvl4pPr lvl="3" rtl="0" algn="ctr">
              <a:spcBef>
                <a:spcPts val="0"/>
              </a:spcBef>
              <a:spcAft>
                <a:spcPts val="0"/>
              </a:spcAft>
              <a:buClr>
                <a:schemeClr val="dk2"/>
              </a:buClr>
              <a:buSzPts val="6000"/>
              <a:buNone/>
              <a:defRPr sz="6000">
                <a:solidFill>
                  <a:schemeClr val="dk2"/>
                </a:solidFill>
              </a:defRPr>
            </a:lvl4pPr>
            <a:lvl5pPr lvl="4" rtl="0" algn="ctr">
              <a:spcBef>
                <a:spcPts val="0"/>
              </a:spcBef>
              <a:spcAft>
                <a:spcPts val="0"/>
              </a:spcAft>
              <a:buClr>
                <a:schemeClr val="dk2"/>
              </a:buClr>
              <a:buSzPts val="6000"/>
              <a:buNone/>
              <a:defRPr sz="6000">
                <a:solidFill>
                  <a:schemeClr val="dk2"/>
                </a:solidFill>
              </a:defRPr>
            </a:lvl5pPr>
            <a:lvl6pPr lvl="5" rtl="0" algn="ctr">
              <a:spcBef>
                <a:spcPts val="0"/>
              </a:spcBef>
              <a:spcAft>
                <a:spcPts val="0"/>
              </a:spcAft>
              <a:buClr>
                <a:schemeClr val="dk2"/>
              </a:buClr>
              <a:buSzPts val="6000"/>
              <a:buNone/>
              <a:defRPr sz="6000">
                <a:solidFill>
                  <a:schemeClr val="dk2"/>
                </a:solidFill>
              </a:defRPr>
            </a:lvl6pPr>
            <a:lvl7pPr lvl="6" rtl="0" algn="ctr">
              <a:spcBef>
                <a:spcPts val="0"/>
              </a:spcBef>
              <a:spcAft>
                <a:spcPts val="0"/>
              </a:spcAft>
              <a:buClr>
                <a:schemeClr val="dk2"/>
              </a:buClr>
              <a:buSzPts val="6000"/>
              <a:buNone/>
              <a:defRPr sz="6000">
                <a:solidFill>
                  <a:schemeClr val="dk2"/>
                </a:solidFill>
              </a:defRPr>
            </a:lvl7pPr>
            <a:lvl8pPr lvl="7" rtl="0" algn="ctr">
              <a:spcBef>
                <a:spcPts val="0"/>
              </a:spcBef>
              <a:spcAft>
                <a:spcPts val="0"/>
              </a:spcAft>
              <a:buClr>
                <a:schemeClr val="dk2"/>
              </a:buClr>
              <a:buSzPts val="6000"/>
              <a:buNone/>
              <a:defRPr sz="6000">
                <a:solidFill>
                  <a:schemeClr val="dk2"/>
                </a:solidFill>
              </a:defRPr>
            </a:lvl8pPr>
            <a:lvl9pPr lvl="8" rtl="0" algn="ctr">
              <a:spcBef>
                <a:spcPts val="0"/>
              </a:spcBef>
              <a:spcAft>
                <a:spcPts val="0"/>
              </a:spcAft>
              <a:buClr>
                <a:schemeClr val="dk2"/>
              </a:buClr>
              <a:buSzPts val="6000"/>
              <a:buNone/>
              <a:defRPr sz="6000">
                <a:solidFill>
                  <a:schemeClr val="dk2"/>
                </a:solidFill>
              </a:defRPr>
            </a:lvl9pPr>
          </a:lstStyle>
          <a:p>
            <a:r>
              <a:t>xx%</a:t>
            </a:r>
          </a:p>
        </p:txBody>
      </p:sp>
      <p:grpSp>
        <p:nvGrpSpPr>
          <p:cNvPr id="1083" name="Google Shape;1083;p15"/>
          <p:cNvGrpSpPr/>
          <p:nvPr/>
        </p:nvGrpSpPr>
        <p:grpSpPr>
          <a:xfrm>
            <a:off x="8506980" y="1997778"/>
            <a:ext cx="560659" cy="1147945"/>
            <a:chOff x="8430780" y="1997778"/>
            <a:chExt cx="560659" cy="1147945"/>
          </a:xfrm>
        </p:grpSpPr>
        <p:sp>
          <p:nvSpPr>
            <p:cNvPr id="1084" name="Google Shape;1084;p15"/>
            <p:cNvSpPr/>
            <p:nvPr/>
          </p:nvSpPr>
          <p:spPr>
            <a:xfrm>
              <a:off x="8928839" y="1997778"/>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15"/>
            <p:cNvSpPr/>
            <p:nvPr/>
          </p:nvSpPr>
          <p:spPr>
            <a:xfrm>
              <a:off x="8930358" y="2153402"/>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15"/>
            <p:cNvSpPr/>
            <p:nvPr/>
          </p:nvSpPr>
          <p:spPr>
            <a:xfrm>
              <a:off x="8928079" y="3083921"/>
              <a:ext cx="63359" cy="58003"/>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15"/>
            <p:cNvSpPr/>
            <p:nvPr/>
          </p:nvSpPr>
          <p:spPr>
            <a:xfrm>
              <a:off x="8765617" y="3084680"/>
              <a:ext cx="63359" cy="58003"/>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15"/>
            <p:cNvSpPr/>
            <p:nvPr/>
          </p:nvSpPr>
          <p:spPr>
            <a:xfrm>
              <a:off x="8922723" y="2304393"/>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15"/>
            <p:cNvSpPr/>
            <p:nvPr/>
          </p:nvSpPr>
          <p:spPr>
            <a:xfrm>
              <a:off x="8928079" y="2926017"/>
              <a:ext cx="57243" cy="58003"/>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15"/>
            <p:cNvSpPr/>
            <p:nvPr/>
          </p:nvSpPr>
          <p:spPr>
            <a:xfrm>
              <a:off x="8764098" y="2926017"/>
              <a:ext cx="65638" cy="6184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15"/>
            <p:cNvSpPr/>
            <p:nvPr/>
          </p:nvSpPr>
          <p:spPr>
            <a:xfrm>
              <a:off x="8925800" y="2463816"/>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15"/>
            <p:cNvSpPr/>
            <p:nvPr/>
          </p:nvSpPr>
          <p:spPr>
            <a:xfrm>
              <a:off x="8928079" y="2773469"/>
              <a:ext cx="58763" cy="55724"/>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15"/>
            <p:cNvSpPr/>
            <p:nvPr/>
          </p:nvSpPr>
          <p:spPr>
            <a:xfrm>
              <a:off x="8763338" y="2768911"/>
              <a:ext cx="58003" cy="64119"/>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15"/>
            <p:cNvSpPr/>
            <p:nvPr/>
          </p:nvSpPr>
          <p:spPr>
            <a:xfrm>
              <a:off x="8928079" y="2619402"/>
              <a:ext cx="57243" cy="5344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15"/>
            <p:cNvSpPr/>
            <p:nvPr/>
          </p:nvSpPr>
          <p:spPr>
            <a:xfrm>
              <a:off x="8764858" y="2616363"/>
              <a:ext cx="60282" cy="55724"/>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15"/>
            <p:cNvSpPr/>
            <p:nvPr/>
          </p:nvSpPr>
          <p:spPr>
            <a:xfrm>
              <a:off x="8767137" y="1998575"/>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15"/>
            <p:cNvSpPr/>
            <p:nvPr/>
          </p:nvSpPr>
          <p:spPr>
            <a:xfrm>
              <a:off x="8600876" y="2772710"/>
              <a:ext cx="61802" cy="57243"/>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15"/>
            <p:cNvSpPr/>
            <p:nvPr/>
          </p:nvSpPr>
          <p:spPr>
            <a:xfrm>
              <a:off x="8600117" y="2614844"/>
              <a:ext cx="61802" cy="58763"/>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15"/>
            <p:cNvSpPr/>
            <p:nvPr/>
          </p:nvSpPr>
          <p:spPr>
            <a:xfrm>
              <a:off x="8767137" y="2153402"/>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15"/>
            <p:cNvSpPr/>
            <p:nvPr/>
          </p:nvSpPr>
          <p:spPr>
            <a:xfrm>
              <a:off x="8765617" y="2464575"/>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15"/>
            <p:cNvSpPr/>
            <p:nvPr/>
          </p:nvSpPr>
          <p:spPr>
            <a:xfrm>
              <a:off x="8600876" y="2929094"/>
              <a:ext cx="57243" cy="57205"/>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15"/>
            <p:cNvSpPr/>
            <p:nvPr/>
          </p:nvSpPr>
          <p:spPr>
            <a:xfrm>
              <a:off x="8600876" y="2463056"/>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15"/>
            <p:cNvSpPr/>
            <p:nvPr/>
          </p:nvSpPr>
          <p:spPr>
            <a:xfrm>
              <a:off x="8599357" y="3083921"/>
              <a:ext cx="63321" cy="60282"/>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15"/>
            <p:cNvSpPr/>
            <p:nvPr/>
          </p:nvSpPr>
          <p:spPr>
            <a:xfrm>
              <a:off x="8430780" y="3080844"/>
              <a:ext cx="61840" cy="64878"/>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15"/>
            <p:cNvSpPr/>
            <p:nvPr/>
          </p:nvSpPr>
          <p:spPr>
            <a:xfrm>
              <a:off x="8766377" y="2308229"/>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15"/>
            <p:cNvSpPr/>
            <p:nvPr/>
          </p:nvSpPr>
          <p:spPr>
            <a:xfrm>
              <a:off x="8602396" y="2299834"/>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15"/>
            <p:cNvSpPr/>
            <p:nvPr/>
          </p:nvSpPr>
          <p:spPr>
            <a:xfrm>
              <a:off x="8434616" y="2463816"/>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15"/>
            <p:cNvSpPr/>
            <p:nvPr/>
          </p:nvSpPr>
          <p:spPr>
            <a:xfrm>
              <a:off x="8436895" y="2308989"/>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15"/>
            <p:cNvSpPr/>
            <p:nvPr/>
          </p:nvSpPr>
          <p:spPr>
            <a:xfrm>
              <a:off x="8436135" y="2928296"/>
              <a:ext cx="57243" cy="57243"/>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15"/>
            <p:cNvSpPr/>
            <p:nvPr/>
          </p:nvSpPr>
          <p:spPr>
            <a:xfrm>
              <a:off x="8434616" y="2618642"/>
              <a:ext cx="58003" cy="5268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15"/>
            <p:cNvSpPr/>
            <p:nvPr/>
          </p:nvSpPr>
          <p:spPr>
            <a:xfrm>
              <a:off x="8600876" y="2154922"/>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15"/>
            <p:cNvSpPr/>
            <p:nvPr/>
          </p:nvSpPr>
          <p:spPr>
            <a:xfrm>
              <a:off x="8436135" y="2774229"/>
              <a:ext cx="57243" cy="54964"/>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15"/>
            <p:cNvSpPr/>
            <p:nvPr/>
          </p:nvSpPr>
          <p:spPr>
            <a:xfrm>
              <a:off x="8598597" y="1999335"/>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15"/>
            <p:cNvSpPr/>
            <p:nvPr/>
          </p:nvSpPr>
          <p:spPr>
            <a:xfrm>
              <a:off x="8438415" y="2152643"/>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15"/>
            <p:cNvSpPr/>
            <p:nvPr/>
          </p:nvSpPr>
          <p:spPr>
            <a:xfrm>
              <a:off x="8439174" y="1997778"/>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16" name="Google Shape;1116;p15"/>
          <p:cNvSpPr/>
          <p:nvPr/>
        </p:nvSpPr>
        <p:spPr>
          <a:xfrm flipH="1">
            <a:off x="446346" y="152394"/>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15"/>
          <p:cNvSpPr/>
          <p:nvPr/>
        </p:nvSpPr>
        <p:spPr>
          <a:xfrm flipH="1">
            <a:off x="595234" y="275332"/>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8" name="Google Shape;1118;p15"/>
          <p:cNvGrpSpPr/>
          <p:nvPr/>
        </p:nvGrpSpPr>
        <p:grpSpPr>
          <a:xfrm flipH="1">
            <a:off x="-1817332" y="3630549"/>
            <a:ext cx="2946940" cy="1512969"/>
            <a:chOff x="-64732" y="3630549"/>
            <a:chExt cx="2946940" cy="1512969"/>
          </a:xfrm>
        </p:grpSpPr>
        <p:sp>
          <p:nvSpPr>
            <p:cNvPr id="1119" name="Google Shape;1119;p15"/>
            <p:cNvSpPr/>
            <p:nvPr/>
          </p:nvSpPr>
          <p:spPr>
            <a:xfrm flipH="1">
              <a:off x="-64732" y="3630549"/>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15"/>
            <p:cNvSpPr/>
            <p:nvPr/>
          </p:nvSpPr>
          <p:spPr>
            <a:xfrm flipH="1">
              <a:off x="137216" y="3686958"/>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15"/>
            <p:cNvSpPr/>
            <p:nvPr/>
          </p:nvSpPr>
          <p:spPr>
            <a:xfrm flipH="1">
              <a:off x="995811" y="4204819"/>
              <a:ext cx="235874" cy="188464"/>
            </a:xfrm>
            <a:custGeom>
              <a:rect b="b" l="l" r="r" t="t"/>
              <a:pathLst>
                <a:path extrusionOk="0" h="3371" w="4219">
                  <a:moveTo>
                    <a:pt x="3875" y="81"/>
                  </a:moveTo>
                  <a:lnTo>
                    <a:pt x="3976" y="101"/>
                  </a:lnTo>
                  <a:lnTo>
                    <a:pt x="4057" y="182"/>
                  </a:lnTo>
                  <a:lnTo>
                    <a:pt x="4097" y="263"/>
                  </a:lnTo>
                  <a:lnTo>
                    <a:pt x="4137" y="363"/>
                  </a:lnTo>
                  <a:lnTo>
                    <a:pt x="4137" y="464"/>
                  </a:lnTo>
                  <a:lnTo>
                    <a:pt x="4137" y="585"/>
                  </a:lnTo>
                  <a:lnTo>
                    <a:pt x="4077" y="807"/>
                  </a:lnTo>
                  <a:lnTo>
                    <a:pt x="3936" y="1130"/>
                  </a:lnTo>
                  <a:lnTo>
                    <a:pt x="3794" y="1433"/>
                  </a:lnTo>
                  <a:lnTo>
                    <a:pt x="3613" y="1715"/>
                  </a:lnTo>
                  <a:lnTo>
                    <a:pt x="3411" y="1998"/>
                  </a:lnTo>
                  <a:lnTo>
                    <a:pt x="3189" y="2240"/>
                  </a:lnTo>
                  <a:lnTo>
                    <a:pt x="2947" y="2482"/>
                  </a:lnTo>
                  <a:lnTo>
                    <a:pt x="2684" y="2684"/>
                  </a:lnTo>
                  <a:lnTo>
                    <a:pt x="2422" y="2866"/>
                  </a:lnTo>
                  <a:lnTo>
                    <a:pt x="2180" y="2967"/>
                  </a:lnTo>
                  <a:lnTo>
                    <a:pt x="1897" y="3088"/>
                  </a:lnTo>
                  <a:lnTo>
                    <a:pt x="1575" y="3189"/>
                  </a:lnTo>
                  <a:lnTo>
                    <a:pt x="1252" y="3249"/>
                  </a:lnTo>
                  <a:lnTo>
                    <a:pt x="929" y="3290"/>
                  </a:lnTo>
                  <a:lnTo>
                    <a:pt x="626" y="3290"/>
                  </a:lnTo>
                  <a:lnTo>
                    <a:pt x="505" y="3269"/>
                  </a:lnTo>
                  <a:lnTo>
                    <a:pt x="384" y="3249"/>
                  </a:lnTo>
                  <a:lnTo>
                    <a:pt x="283" y="3209"/>
                  </a:lnTo>
                  <a:lnTo>
                    <a:pt x="202" y="3148"/>
                  </a:lnTo>
                  <a:lnTo>
                    <a:pt x="142" y="3088"/>
                  </a:lnTo>
                  <a:lnTo>
                    <a:pt x="122" y="3007"/>
                  </a:lnTo>
                  <a:lnTo>
                    <a:pt x="101" y="2926"/>
                  </a:lnTo>
                  <a:lnTo>
                    <a:pt x="81" y="2846"/>
                  </a:lnTo>
                  <a:lnTo>
                    <a:pt x="101" y="2745"/>
                  </a:lnTo>
                  <a:lnTo>
                    <a:pt x="122" y="2624"/>
                  </a:lnTo>
                  <a:lnTo>
                    <a:pt x="222" y="2381"/>
                  </a:lnTo>
                  <a:lnTo>
                    <a:pt x="344" y="2159"/>
                  </a:lnTo>
                  <a:lnTo>
                    <a:pt x="485" y="1958"/>
                  </a:lnTo>
                  <a:lnTo>
                    <a:pt x="666" y="1756"/>
                  </a:lnTo>
                  <a:lnTo>
                    <a:pt x="848" y="1574"/>
                  </a:lnTo>
                  <a:lnTo>
                    <a:pt x="1070" y="1393"/>
                  </a:lnTo>
                  <a:lnTo>
                    <a:pt x="1292" y="1231"/>
                  </a:lnTo>
                  <a:lnTo>
                    <a:pt x="1534" y="1070"/>
                  </a:lnTo>
                  <a:lnTo>
                    <a:pt x="1776" y="928"/>
                  </a:lnTo>
                  <a:lnTo>
                    <a:pt x="2261" y="666"/>
                  </a:lnTo>
                  <a:lnTo>
                    <a:pt x="2765" y="444"/>
                  </a:lnTo>
                  <a:lnTo>
                    <a:pt x="3229" y="263"/>
                  </a:lnTo>
                  <a:lnTo>
                    <a:pt x="3653" y="101"/>
                  </a:lnTo>
                  <a:lnTo>
                    <a:pt x="3774" y="81"/>
                  </a:lnTo>
                  <a:close/>
                  <a:moveTo>
                    <a:pt x="3754" y="0"/>
                  </a:moveTo>
                  <a:lnTo>
                    <a:pt x="3633" y="41"/>
                  </a:lnTo>
                  <a:lnTo>
                    <a:pt x="3209" y="182"/>
                  </a:lnTo>
                  <a:lnTo>
                    <a:pt x="2725" y="363"/>
                  </a:lnTo>
                  <a:lnTo>
                    <a:pt x="2220" y="606"/>
                  </a:lnTo>
                  <a:lnTo>
                    <a:pt x="1716" y="868"/>
                  </a:lnTo>
                  <a:lnTo>
                    <a:pt x="1474" y="1009"/>
                  </a:lnTo>
                  <a:lnTo>
                    <a:pt x="1231" y="1171"/>
                  </a:lnTo>
                  <a:lnTo>
                    <a:pt x="1009" y="1352"/>
                  </a:lnTo>
                  <a:lnTo>
                    <a:pt x="787" y="1514"/>
                  </a:lnTo>
                  <a:lnTo>
                    <a:pt x="606" y="1715"/>
                  </a:lnTo>
                  <a:lnTo>
                    <a:pt x="424" y="1917"/>
                  </a:lnTo>
                  <a:lnTo>
                    <a:pt x="283" y="2119"/>
                  </a:lnTo>
                  <a:lnTo>
                    <a:pt x="142" y="2341"/>
                  </a:lnTo>
                  <a:lnTo>
                    <a:pt x="81" y="2482"/>
                  </a:lnTo>
                  <a:lnTo>
                    <a:pt x="41" y="2624"/>
                  </a:lnTo>
                  <a:lnTo>
                    <a:pt x="21" y="2745"/>
                  </a:lnTo>
                  <a:lnTo>
                    <a:pt x="0" y="2866"/>
                  </a:lnTo>
                  <a:lnTo>
                    <a:pt x="21" y="2967"/>
                  </a:lnTo>
                  <a:lnTo>
                    <a:pt x="41" y="3047"/>
                  </a:lnTo>
                  <a:lnTo>
                    <a:pt x="81" y="3128"/>
                  </a:lnTo>
                  <a:lnTo>
                    <a:pt x="142" y="3209"/>
                  </a:lnTo>
                  <a:lnTo>
                    <a:pt x="263" y="3290"/>
                  </a:lnTo>
                  <a:lnTo>
                    <a:pt x="404" y="3330"/>
                  </a:lnTo>
                  <a:lnTo>
                    <a:pt x="586" y="3370"/>
                  </a:lnTo>
                  <a:lnTo>
                    <a:pt x="989" y="3370"/>
                  </a:lnTo>
                  <a:lnTo>
                    <a:pt x="1211" y="3350"/>
                  </a:lnTo>
                  <a:lnTo>
                    <a:pt x="1453" y="3290"/>
                  </a:lnTo>
                  <a:lnTo>
                    <a:pt x="1675" y="3229"/>
                  </a:lnTo>
                  <a:lnTo>
                    <a:pt x="2119" y="3088"/>
                  </a:lnTo>
                  <a:lnTo>
                    <a:pt x="2301" y="3007"/>
                  </a:lnTo>
                  <a:lnTo>
                    <a:pt x="2462" y="2926"/>
                  </a:lnTo>
                  <a:lnTo>
                    <a:pt x="2745" y="2745"/>
                  </a:lnTo>
                  <a:lnTo>
                    <a:pt x="3007" y="2543"/>
                  </a:lnTo>
                  <a:lnTo>
                    <a:pt x="3249" y="2301"/>
                  </a:lnTo>
                  <a:lnTo>
                    <a:pt x="3471" y="2038"/>
                  </a:lnTo>
                  <a:lnTo>
                    <a:pt x="3673" y="1776"/>
                  </a:lnTo>
                  <a:lnTo>
                    <a:pt x="3855" y="1473"/>
                  </a:lnTo>
                  <a:lnTo>
                    <a:pt x="4016" y="1150"/>
                  </a:lnTo>
                  <a:lnTo>
                    <a:pt x="4137" y="828"/>
                  </a:lnTo>
                  <a:lnTo>
                    <a:pt x="4218" y="585"/>
                  </a:lnTo>
                  <a:lnTo>
                    <a:pt x="4218" y="464"/>
                  </a:lnTo>
                  <a:lnTo>
                    <a:pt x="4218" y="343"/>
                  </a:lnTo>
                  <a:lnTo>
                    <a:pt x="4178" y="222"/>
                  </a:lnTo>
                  <a:lnTo>
                    <a:pt x="4097" y="121"/>
                  </a:lnTo>
                  <a:lnTo>
                    <a:pt x="3996" y="41"/>
                  </a:lnTo>
                  <a:lnTo>
                    <a:pt x="39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22" name="Google Shape;1122;p15"/>
          <p:cNvSpPr/>
          <p:nvPr/>
        </p:nvSpPr>
        <p:spPr>
          <a:xfrm rot="1768943">
            <a:off x="-573228" y="1847838"/>
            <a:ext cx="1596426" cy="1802947"/>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15"/>
          <p:cNvSpPr/>
          <p:nvPr/>
        </p:nvSpPr>
        <p:spPr>
          <a:xfrm rot="1768943">
            <a:off x="-494796" y="1923889"/>
            <a:ext cx="1395608" cy="1650656"/>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15"/>
          <p:cNvSpPr/>
          <p:nvPr/>
        </p:nvSpPr>
        <p:spPr>
          <a:xfrm rot="1768943">
            <a:off x="-393343" y="2035865"/>
            <a:ext cx="1193672" cy="1427252"/>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15"/>
          <p:cNvSpPr/>
          <p:nvPr/>
        </p:nvSpPr>
        <p:spPr>
          <a:xfrm rot="1768943">
            <a:off x="-249113" y="2174134"/>
            <a:ext cx="901502" cy="1104556"/>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15"/>
          <p:cNvSpPr/>
          <p:nvPr/>
        </p:nvSpPr>
        <p:spPr>
          <a:xfrm rot="1768943">
            <a:off x="522166" y="2466225"/>
            <a:ext cx="130934" cy="390455"/>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15"/>
          <p:cNvSpPr/>
          <p:nvPr/>
        </p:nvSpPr>
        <p:spPr>
          <a:xfrm flipH="1">
            <a:off x="950984" y="3925083"/>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15"/>
          <p:cNvSpPr/>
          <p:nvPr/>
        </p:nvSpPr>
        <p:spPr>
          <a:xfrm flipH="1">
            <a:off x="1027184" y="28356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15"/>
          <p:cNvSpPr/>
          <p:nvPr/>
        </p:nvSpPr>
        <p:spPr>
          <a:xfrm flipH="1">
            <a:off x="417584" y="28356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15"/>
          <p:cNvSpPr/>
          <p:nvPr/>
        </p:nvSpPr>
        <p:spPr>
          <a:xfrm flipH="1">
            <a:off x="569984" y="14640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15"/>
          <p:cNvSpPr/>
          <p:nvPr/>
        </p:nvSpPr>
        <p:spPr>
          <a:xfrm flipH="1">
            <a:off x="1069391" y="12354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15"/>
          <p:cNvSpPr/>
          <p:nvPr/>
        </p:nvSpPr>
        <p:spPr>
          <a:xfrm flipH="1">
            <a:off x="493784" y="4306083"/>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15"/>
          <p:cNvSpPr/>
          <p:nvPr/>
        </p:nvSpPr>
        <p:spPr>
          <a:xfrm flipH="1">
            <a:off x="81907" y="3727360"/>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15"/>
          <p:cNvSpPr/>
          <p:nvPr/>
        </p:nvSpPr>
        <p:spPr>
          <a:xfrm flipH="1">
            <a:off x="1600605" y="4330360"/>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15"/>
          <p:cNvSpPr/>
          <p:nvPr/>
        </p:nvSpPr>
        <p:spPr>
          <a:xfrm flipH="1">
            <a:off x="1702137" y="4437532"/>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15"/>
          <p:cNvSpPr/>
          <p:nvPr/>
        </p:nvSpPr>
        <p:spPr>
          <a:xfrm flipH="1">
            <a:off x="8131975" y="3785679"/>
            <a:ext cx="597600" cy="597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15"/>
          <p:cNvSpPr/>
          <p:nvPr/>
        </p:nvSpPr>
        <p:spPr>
          <a:xfrm flipH="1" rot="-5400000">
            <a:off x="8131975" y="4390781"/>
            <a:ext cx="597600" cy="5976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15"/>
          <p:cNvSpPr/>
          <p:nvPr/>
        </p:nvSpPr>
        <p:spPr>
          <a:xfrm>
            <a:off x="8131965" y="-1496272"/>
            <a:ext cx="2433600" cy="243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15"/>
          <p:cNvSpPr/>
          <p:nvPr/>
        </p:nvSpPr>
        <p:spPr>
          <a:xfrm flipH="1">
            <a:off x="7161667" y="-74694"/>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15"/>
          <p:cNvSpPr/>
          <p:nvPr/>
        </p:nvSpPr>
        <p:spPr>
          <a:xfrm>
            <a:off x="4176600" y="459941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15"/>
          <p:cNvSpPr/>
          <p:nvPr/>
        </p:nvSpPr>
        <p:spPr>
          <a:xfrm flipH="1">
            <a:off x="7289139" y="69712"/>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15"/>
          <p:cNvSpPr/>
          <p:nvPr/>
        </p:nvSpPr>
        <p:spPr>
          <a:xfrm flipH="1">
            <a:off x="7414374" y="130594"/>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15"/>
          <p:cNvSpPr/>
          <p:nvPr/>
        </p:nvSpPr>
        <p:spPr>
          <a:xfrm flipH="1" rot="10238554">
            <a:off x="3571755" y="-1362274"/>
            <a:ext cx="2383906" cy="1642699"/>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15"/>
          <p:cNvSpPr/>
          <p:nvPr/>
        </p:nvSpPr>
        <p:spPr>
          <a:xfrm flipH="1" rot="10238554">
            <a:off x="3717855" y="-1059166"/>
            <a:ext cx="2123326" cy="1193658"/>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15"/>
          <p:cNvSpPr/>
          <p:nvPr/>
        </p:nvSpPr>
        <p:spPr>
          <a:xfrm flipH="1" rot="10238554">
            <a:off x="3859382" y="-661161"/>
            <a:ext cx="1884159" cy="733437"/>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CUSTOM_10_1">
    <p:spTree>
      <p:nvGrpSpPr>
        <p:cNvPr id="1146" name="Shape 1146"/>
        <p:cNvGrpSpPr/>
        <p:nvPr/>
      </p:nvGrpSpPr>
      <p:grpSpPr>
        <a:xfrm>
          <a:off x="0" y="0"/>
          <a:ext cx="0" cy="0"/>
          <a:chOff x="0" y="0"/>
          <a:chExt cx="0" cy="0"/>
        </a:xfrm>
      </p:grpSpPr>
      <p:sp>
        <p:nvSpPr>
          <p:cNvPr id="1147" name="Google Shape;1147;p16"/>
          <p:cNvSpPr txBox="1"/>
          <p:nvPr>
            <p:ph type="title"/>
          </p:nvPr>
        </p:nvSpPr>
        <p:spPr>
          <a:xfrm>
            <a:off x="1140488" y="2132184"/>
            <a:ext cx="5622300" cy="4116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148" name="Google Shape;1148;p16"/>
          <p:cNvSpPr txBox="1"/>
          <p:nvPr>
            <p:ph idx="1" type="subTitle"/>
          </p:nvPr>
        </p:nvSpPr>
        <p:spPr>
          <a:xfrm>
            <a:off x="1139288" y="2828316"/>
            <a:ext cx="5623500" cy="1830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1600"/>
              <a:buNone/>
              <a:defRPr sz="1600"/>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1149" name="Google Shape;1149;p16"/>
          <p:cNvSpPr txBox="1"/>
          <p:nvPr>
            <p:ph hasCustomPrompt="1" idx="2" type="title"/>
          </p:nvPr>
        </p:nvSpPr>
        <p:spPr>
          <a:xfrm>
            <a:off x="6916613" y="2334000"/>
            <a:ext cx="1088100" cy="475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500">
                <a:solidFill>
                  <a:schemeClr val="lt1"/>
                </a:solidFill>
              </a:defRPr>
            </a:lvl1pPr>
            <a:lvl2pPr lvl="1" rtl="0" algn="ctr">
              <a:spcBef>
                <a:spcPts val="0"/>
              </a:spcBef>
              <a:spcAft>
                <a:spcPts val="0"/>
              </a:spcAft>
              <a:buClr>
                <a:schemeClr val="dk2"/>
              </a:buClr>
              <a:buSzPts val="6000"/>
              <a:buNone/>
              <a:defRPr sz="6000">
                <a:solidFill>
                  <a:schemeClr val="dk2"/>
                </a:solidFill>
              </a:defRPr>
            </a:lvl2pPr>
            <a:lvl3pPr lvl="2" rtl="0" algn="ctr">
              <a:spcBef>
                <a:spcPts val="0"/>
              </a:spcBef>
              <a:spcAft>
                <a:spcPts val="0"/>
              </a:spcAft>
              <a:buClr>
                <a:schemeClr val="dk2"/>
              </a:buClr>
              <a:buSzPts val="6000"/>
              <a:buNone/>
              <a:defRPr sz="6000">
                <a:solidFill>
                  <a:schemeClr val="dk2"/>
                </a:solidFill>
              </a:defRPr>
            </a:lvl3pPr>
            <a:lvl4pPr lvl="3" rtl="0" algn="ctr">
              <a:spcBef>
                <a:spcPts val="0"/>
              </a:spcBef>
              <a:spcAft>
                <a:spcPts val="0"/>
              </a:spcAft>
              <a:buClr>
                <a:schemeClr val="dk2"/>
              </a:buClr>
              <a:buSzPts val="6000"/>
              <a:buNone/>
              <a:defRPr sz="6000">
                <a:solidFill>
                  <a:schemeClr val="dk2"/>
                </a:solidFill>
              </a:defRPr>
            </a:lvl4pPr>
            <a:lvl5pPr lvl="4" rtl="0" algn="ctr">
              <a:spcBef>
                <a:spcPts val="0"/>
              </a:spcBef>
              <a:spcAft>
                <a:spcPts val="0"/>
              </a:spcAft>
              <a:buClr>
                <a:schemeClr val="dk2"/>
              </a:buClr>
              <a:buSzPts val="6000"/>
              <a:buNone/>
              <a:defRPr sz="6000">
                <a:solidFill>
                  <a:schemeClr val="dk2"/>
                </a:solidFill>
              </a:defRPr>
            </a:lvl5pPr>
            <a:lvl6pPr lvl="5" rtl="0" algn="ctr">
              <a:spcBef>
                <a:spcPts val="0"/>
              </a:spcBef>
              <a:spcAft>
                <a:spcPts val="0"/>
              </a:spcAft>
              <a:buClr>
                <a:schemeClr val="dk2"/>
              </a:buClr>
              <a:buSzPts val="6000"/>
              <a:buNone/>
              <a:defRPr sz="6000">
                <a:solidFill>
                  <a:schemeClr val="dk2"/>
                </a:solidFill>
              </a:defRPr>
            </a:lvl6pPr>
            <a:lvl7pPr lvl="6" rtl="0" algn="ctr">
              <a:spcBef>
                <a:spcPts val="0"/>
              </a:spcBef>
              <a:spcAft>
                <a:spcPts val="0"/>
              </a:spcAft>
              <a:buClr>
                <a:schemeClr val="dk2"/>
              </a:buClr>
              <a:buSzPts val="6000"/>
              <a:buNone/>
              <a:defRPr sz="6000">
                <a:solidFill>
                  <a:schemeClr val="dk2"/>
                </a:solidFill>
              </a:defRPr>
            </a:lvl7pPr>
            <a:lvl8pPr lvl="7" rtl="0" algn="ctr">
              <a:spcBef>
                <a:spcPts val="0"/>
              </a:spcBef>
              <a:spcAft>
                <a:spcPts val="0"/>
              </a:spcAft>
              <a:buClr>
                <a:schemeClr val="dk2"/>
              </a:buClr>
              <a:buSzPts val="6000"/>
              <a:buNone/>
              <a:defRPr sz="6000">
                <a:solidFill>
                  <a:schemeClr val="dk2"/>
                </a:solidFill>
              </a:defRPr>
            </a:lvl8pPr>
            <a:lvl9pPr lvl="8" rtl="0" algn="ctr">
              <a:spcBef>
                <a:spcPts val="0"/>
              </a:spcBef>
              <a:spcAft>
                <a:spcPts val="0"/>
              </a:spcAft>
              <a:buClr>
                <a:schemeClr val="dk2"/>
              </a:buClr>
              <a:buSzPts val="6000"/>
              <a:buNone/>
              <a:defRPr sz="6000">
                <a:solidFill>
                  <a:schemeClr val="dk2"/>
                </a:solidFill>
              </a:defRPr>
            </a:lvl9pPr>
          </a:lstStyle>
          <a:p>
            <a:r>
              <a:t>xx%</a:t>
            </a:r>
          </a:p>
        </p:txBody>
      </p:sp>
      <p:grpSp>
        <p:nvGrpSpPr>
          <p:cNvPr id="1150" name="Google Shape;1150;p16"/>
          <p:cNvGrpSpPr/>
          <p:nvPr/>
        </p:nvGrpSpPr>
        <p:grpSpPr>
          <a:xfrm>
            <a:off x="2607452" y="3919366"/>
            <a:ext cx="1209708" cy="1147945"/>
            <a:chOff x="5235125" y="2636100"/>
            <a:chExt cx="796175" cy="755525"/>
          </a:xfrm>
        </p:grpSpPr>
        <p:sp>
          <p:nvSpPr>
            <p:cNvPr id="1151" name="Google Shape;1151;p16"/>
            <p:cNvSpPr/>
            <p:nvPr/>
          </p:nvSpPr>
          <p:spPr>
            <a:xfrm>
              <a:off x="5779275" y="2943825"/>
              <a:ext cx="35175" cy="33150"/>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16"/>
            <p:cNvSpPr/>
            <p:nvPr/>
          </p:nvSpPr>
          <p:spPr>
            <a:xfrm>
              <a:off x="5885700" y="3044725"/>
              <a:ext cx="37175" cy="3467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16"/>
            <p:cNvSpPr/>
            <p:nvPr/>
          </p:nvSpPr>
          <p:spPr>
            <a:xfrm>
              <a:off x="5562925" y="2636100"/>
              <a:ext cx="35675" cy="33175"/>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16"/>
            <p:cNvSpPr/>
            <p:nvPr/>
          </p:nvSpPr>
          <p:spPr>
            <a:xfrm>
              <a:off x="5672850" y="2636100"/>
              <a:ext cx="33175" cy="32175"/>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16"/>
            <p:cNvSpPr/>
            <p:nvPr/>
          </p:nvSpPr>
          <p:spPr>
            <a:xfrm>
              <a:off x="5886700" y="3351450"/>
              <a:ext cx="37675" cy="36675"/>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16"/>
            <p:cNvSpPr/>
            <p:nvPr/>
          </p:nvSpPr>
          <p:spPr>
            <a:xfrm>
              <a:off x="5563925" y="2738525"/>
              <a:ext cx="35675" cy="34150"/>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16"/>
            <p:cNvSpPr/>
            <p:nvPr/>
          </p:nvSpPr>
          <p:spPr>
            <a:xfrm>
              <a:off x="5671350" y="2738025"/>
              <a:ext cx="35675" cy="35650"/>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16"/>
            <p:cNvSpPr/>
            <p:nvPr/>
          </p:nvSpPr>
          <p:spPr>
            <a:xfrm>
              <a:off x="5780775" y="2738525"/>
              <a:ext cx="33675" cy="31150"/>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16"/>
            <p:cNvSpPr/>
            <p:nvPr/>
          </p:nvSpPr>
          <p:spPr>
            <a:xfrm>
              <a:off x="5777775" y="3352450"/>
              <a:ext cx="38175" cy="34150"/>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16"/>
            <p:cNvSpPr/>
            <p:nvPr/>
          </p:nvSpPr>
          <p:spPr>
            <a:xfrm>
              <a:off x="5669350" y="3350450"/>
              <a:ext cx="40175" cy="39175"/>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16"/>
            <p:cNvSpPr/>
            <p:nvPr/>
          </p:nvSpPr>
          <p:spPr>
            <a:xfrm>
              <a:off x="5562425" y="3350950"/>
              <a:ext cx="41700" cy="38175"/>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16"/>
            <p:cNvSpPr/>
            <p:nvPr/>
          </p:nvSpPr>
          <p:spPr>
            <a:xfrm>
              <a:off x="5455500" y="3351450"/>
              <a:ext cx="41700" cy="38175"/>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16"/>
            <p:cNvSpPr/>
            <p:nvPr/>
          </p:nvSpPr>
          <p:spPr>
            <a:xfrm>
              <a:off x="5887700" y="3250550"/>
              <a:ext cx="36675" cy="34150"/>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16"/>
            <p:cNvSpPr/>
            <p:nvPr/>
          </p:nvSpPr>
          <p:spPr>
            <a:xfrm>
              <a:off x="5558900" y="2837900"/>
              <a:ext cx="42200" cy="36675"/>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16"/>
            <p:cNvSpPr/>
            <p:nvPr/>
          </p:nvSpPr>
          <p:spPr>
            <a:xfrm>
              <a:off x="5672350" y="2840925"/>
              <a:ext cx="35175" cy="33150"/>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16"/>
            <p:cNvSpPr/>
            <p:nvPr/>
          </p:nvSpPr>
          <p:spPr>
            <a:xfrm>
              <a:off x="5780775" y="2841425"/>
              <a:ext cx="33675" cy="31650"/>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16"/>
            <p:cNvSpPr/>
            <p:nvPr/>
          </p:nvSpPr>
          <p:spPr>
            <a:xfrm>
              <a:off x="5779275" y="3246525"/>
              <a:ext cx="36175" cy="39675"/>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16"/>
            <p:cNvSpPr/>
            <p:nvPr/>
          </p:nvSpPr>
          <p:spPr>
            <a:xfrm>
              <a:off x="5670350" y="3249550"/>
              <a:ext cx="37675" cy="37675"/>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16"/>
            <p:cNvSpPr/>
            <p:nvPr/>
          </p:nvSpPr>
          <p:spPr>
            <a:xfrm>
              <a:off x="5562425" y="3247025"/>
              <a:ext cx="37675" cy="38175"/>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16"/>
            <p:cNvSpPr/>
            <p:nvPr/>
          </p:nvSpPr>
          <p:spPr>
            <a:xfrm>
              <a:off x="5454500" y="3247025"/>
              <a:ext cx="43200" cy="4070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16"/>
            <p:cNvSpPr/>
            <p:nvPr/>
          </p:nvSpPr>
          <p:spPr>
            <a:xfrm>
              <a:off x="5887200" y="3147125"/>
              <a:ext cx="35675" cy="33675"/>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16"/>
            <p:cNvSpPr/>
            <p:nvPr/>
          </p:nvSpPr>
          <p:spPr>
            <a:xfrm>
              <a:off x="5560925" y="2942825"/>
              <a:ext cx="38175" cy="3517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16"/>
            <p:cNvSpPr/>
            <p:nvPr/>
          </p:nvSpPr>
          <p:spPr>
            <a:xfrm>
              <a:off x="5671850" y="2943325"/>
              <a:ext cx="35175" cy="33150"/>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16"/>
            <p:cNvSpPr/>
            <p:nvPr/>
          </p:nvSpPr>
          <p:spPr>
            <a:xfrm>
              <a:off x="5781300" y="2636625"/>
              <a:ext cx="33150" cy="30625"/>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16"/>
            <p:cNvSpPr/>
            <p:nvPr/>
          </p:nvSpPr>
          <p:spPr>
            <a:xfrm>
              <a:off x="5779275" y="3148150"/>
              <a:ext cx="35675" cy="33150"/>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16"/>
            <p:cNvSpPr/>
            <p:nvPr/>
          </p:nvSpPr>
          <p:spPr>
            <a:xfrm>
              <a:off x="5668850" y="3145125"/>
              <a:ext cx="46200" cy="38175"/>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16"/>
            <p:cNvSpPr/>
            <p:nvPr/>
          </p:nvSpPr>
          <p:spPr>
            <a:xfrm>
              <a:off x="5562425" y="3146625"/>
              <a:ext cx="38675" cy="36675"/>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16"/>
            <p:cNvSpPr/>
            <p:nvPr/>
          </p:nvSpPr>
          <p:spPr>
            <a:xfrm>
              <a:off x="5454000" y="3143625"/>
              <a:ext cx="38175" cy="42200"/>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16"/>
            <p:cNvSpPr/>
            <p:nvPr/>
          </p:nvSpPr>
          <p:spPr>
            <a:xfrm>
              <a:off x="5776775" y="3046225"/>
              <a:ext cx="37675" cy="3567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16"/>
            <p:cNvSpPr/>
            <p:nvPr/>
          </p:nvSpPr>
          <p:spPr>
            <a:xfrm>
              <a:off x="5562425" y="3045225"/>
              <a:ext cx="37675" cy="3517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16"/>
            <p:cNvSpPr/>
            <p:nvPr/>
          </p:nvSpPr>
          <p:spPr>
            <a:xfrm>
              <a:off x="5671850" y="3044225"/>
              <a:ext cx="38175" cy="36175"/>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16"/>
            <p:cNvSpPr/>
            <p:nvPr/>
          </p:nvSpPr>
          <p:spPr>
            <a:xfrm>
              <a:off x="5889225" y="2638125"/>
              <a:ext cx="32650" cy="29125"/>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16"/>
            <p:cNvSpPr/>
            <p:nvPr/>
          </p:nvSpPr>
          <p:spPr>
            <a:xfrm>
              <a:off x="5455000" y="3043225"/>
              <a:ext cx="39675" cy="36675"/>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16"/>
            <p:cNvSpPr/>
            <p:nvPr/>
          </p:nvSpPr>
          <p:spPr>
            <a:xfrm>
              <a:off x="5996150" y="3046725"/>
              <a:ext cx="34150" cy="31650"/>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16"/>
            <p:cNvSpPr/>
            <p:nvPr/>
          </p:nvSpPr>
          <p:spPr>
            <a:xfrm>
              <a:off x="5456500" y="2636625"/>
              <a:ext cx="35175" cy="35650"/>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16"/>
            <p:cNvSpPr/>
            <p:nvPr/>
          </p:nvSpPr>
          <p:spPr>
            <a:xfrm>
              <a:off x="5347075" y="3146125"/>
              <a:ext cx="40675" cy="37675"/>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16"/>
            <p:cNvSpPr/>
            <p:nvPr/>
          </p:nvSpPr>
          <p:spPr>
            <a:xfrm>
              <a:off x="5346575" y="3042225"/>
              <a:ext cx="40675" cy="38675"/>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16"/>
            <p:cNvSpPr/>
            <p:nvPr/>
          </p:nvSpPr>
          <p:spPr>
            <a:xfrm>
              <a:off x="5989100" y="3351950"/>
              <a:ext cx="41700" cy="36175"/>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16"/>
            <p:cNvSpPr/>
            <p:nvPr/>
          </p:nvSpPr>
          <p:spPr>
            <a:xfrm>
              <a:off x="5456500" y="2738525"/>
              <a:ext cx="34675" cy="32650"/>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16"/>
            <p:cNvSpPr/>
            <p:nvPr/>
          </p:nvSpPr>
          <p:spPr>
            <a:xfrm>
              <a:off x="5888200" y="2943825"/>
              <a:ext cx="34175" cy="31650"/>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16"/>
            <p:cNvSpPr/>
            <p:nvPr/>
          </p:nvSpPr>
          <p:spPr>
            <a:xfrm>
              <a:off x="5455500" y="2943325"/>
              <a:ext cx="36675" cy="3517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16"/>
            <p:cNvSpPr/>
            <p:nvPr/>
          </p:nvSpPr>
          <p:spPr>
            <a:xfrm>
              <a:off x="5995650" y="3148650"/>
              <a:ext cx="35150" cy="33650"/>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16"/>
            <p:cNvSpPr/>
            <p:nvPr/>
          </p:nvSpPr>
          <p:spPr>
            <a:xfrm>
              <a:off x="5888725" y="2740025"/>
              <a:ext cx="33650" cy="296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16"/>
            <p:cNvSpPr/>
            <p:nvPr/>
          </p:nvSpPr>
          <p:spPr>
            <a:xfrm>
              <a:off x="5347075" y="3249050"/>
              <a:ext cx="37675" cy="37650"/>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16"/>
            <p:cNvSpPr/>
            <p:nvPr/>
          </p:nvSpPr>
          <p:spPr>
            <a:xfrm>
              <a:off x="5347075" y="2942325"/>
              <a:ext cx="38675" cy="36175"/>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16"/>
            <p:cNvSpPr/>
            <p:nvPr/>
          </p:nvSpPr>
          <p:spPr>
            <a:xfrm>
              <a:off x="5346075" y="3350950"/>
              <a:ext cx="41675" cy="39675"/>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16"/>
            <p:cNvSpPr/>
            <p:nvPr/>
          </p:nvSpPr>
          <p:spPr>
            <a:xfrm>
              <a:off x="5235125" y="3348925"/>
              <a:ext cx="40700" cy="42700"/>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16"/>
            <p:cNvSpPr/>
            <p:nvPr/>
          </p:nvSpPr>
          <p:spPr>
            <a:xfrm>
              <a:off x="5888200" y="2842425"/>
              <a:ext cx="34175" cy="3065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16"/>
            <p:cNvSpPr/>
            <p:nvPr/>
          </p:nvSpPr>
          <p:spPr>
            <a:xfrm>
              <a:off x="5456000" y="2840425"/>
              <a:ext cx="35175" cy="36175"/>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16"/>
            <p:cNvSpPr/>
            <p:nvPr/>
          </p:nvSpPr>
          <p:spPr>
            <a:xfrm>
              <a:off x="5995125" y="3250550"/>
              <a:ext cx="36175" cy="33650"/>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16"/>
            <p:cNvSpPr/>
            <p:nvPr/>
          </p:nvSpPr>
          <p:spPr>
            <a:xfrm>
              <a:off x="5348075" y="2834900"/>
              <a:ext cx="37675" cy="39675"/>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16"/>
            <p:cNvSpPr/>
            <p:nvPr/>
          </p:nvSpPr>
          <p:spPr>
            <a:xfrm>
              <a:off x="5237650" y="2942825"/>
              <a:ext cx="38175" cy="33650"/>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16"/>
            <p:cNvSpPr/>
            <p:nvPr/>
          </p:nvSpPr>
          <p:spPr>
            <a:xfrm>
              <a:off x="5239150" y="2840925"/>
              <a:ext cx="36150" cy="33150"/>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16"/>
            <p:cNvSpPr/>
            <p:nvPr/>
          </p:nvSpPr>
          <p:spPr>
            <a:xfrm>
              <a:off x="5238650" y="3248525"/>
              <a:ext cx="37675" cy="37675"/>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16"/>
            <p:cNvSpPr/>
            <p:nvPr/>
          </p:nvSpPr>
          <p:spPr>
            <a:xfrm>
              <a:off x="5996150" y="2945325"/>
              <a:ext cx="34650" cy="29150"/>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16"/>
            <p:cNvSpPr/>
            <p:nvPr/>
          </p:nvSpPr>
          <p:spPr>
            <a:xfrm>
              <a:off x="5237650" y="3044725"/>
              <a:ext cx="38175" cy="3467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16"/>
            <p:cNvSpPr/>
            <p:nvPr/>
          </p:nvSpPr>
          <p:spPr>
            <a:xfrm>
              <a:off x="5347075" y="2739525"/>
              <a:ext cx="37175" cy="32150"/>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16"/>
            <p:cNvSpPr/>
            <p:nvPr/>
          </p:nvSpPr>
          <p:spPr>
            <a:xfrm>
              <a:off x="5238650" y="3147125"/>
              <a:ext cx="37675" cy="36175"/>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16"/>
            <p:cNvSpPr/>
            <p:nvPr/>
          </p:nvSpPr>
          <p:spPr>
            <a:xfrm>
              <a:off x="5345575" y="2637125"/>
              <a:ext cx="36650" cy="30625"/>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16"/>
            <p:cNvSpPr/>
            <p:nvPr/>
          </p:nvSpPr>
          <p:spPr>
            <a:xfrm>
              <a:off x="5995125" y="2843425"/>
              <a:ext cx="35675" cy="29150"/>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16"/>
            <p:cNvSpPr/>
            <p:nvPr/>
          </p:nvSpPr>
          <p:spPr>
            <a:xfrm>
              <a:off x="5996650" y="2741025"/>
              <a:ext cx="30125" cy="28125"/>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16"/>
            <p:cNvSpPr/>
            <p:nvPr/>
          </p:nvSpPr>
          <p:spPr>
            <a:xfrm>
              <a:off x="5240150" y="2738025"/>
              <a:ext cx="35150" cy="32650"/>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16"/>
            <p:cNvSpPr/>
            <p:nvPr/>
          </p:nvSpPr>
          <p:spPr>
            <a:xfrm>
              <a:off x="5240650" y="2636100"/>
              <a:ext cx="36175" cy="31650"/>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16"/>
            <p:cNvSpPr/>
            <p:nvPr/>
          </p:nvSpPr>
          <p:spPr>
            <a:xfrm>
              <a:off x="5997150" y="2638625"/>
              <a:ext cx="29125" cy="27125"/>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15" name="Google Shape;1215;p16"/>
          <p:cNvGrpSpPr/>
          <p:nvPr/>
        </p:nvGrpSpPr>
        <p:grpSpPr>
          <a:xfrm>
            <a:off x="7858180" y="99016"/>
            <a:ext cx="1209708" cy="1147945"/>
            <a:chOff x="5235125" y="2636100"/>
            <a:chExt cx="796175" cy="755525"/>
          </a:xfrm>
        </p:grpSpPr>
        <p:sp>
          <p:nvSpPr>
            <p:cNvPr id="1216" name="Google Shape;1216;p16"/>
            <p:cNvSpPr/>
            <p:nvPr/>
          </p:nvSpPr>
          <p:spPr>
            <a:xfrm>
              <a:off x="5779275" y="2943825"/>
              <a:ext cx="35175" cy="33150"/>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16"/>
            <p:cNvSpPr/>
            <p:nvPr/>
          </p:nvSpPr>
          <p:spPr>
            <a:xfrm>
              <a:off x="5885700" y="3044725"/>
              <a:ext cx="37175" cy="3467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16"/>
            <p:cNvSpPr/>
            <p:nvPr/>
          </p:nvSpPr>
          <p:spPr>
            <a:xfrm>
              <a:off x="5562925" y="2636100"/>
              <a:ext cx="35675" cy="33175"/>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16"/>
            <p:cNvSpPr/>
            <p:nvPr/>
          </p:nvSpPr>
          <p:spPr>
            <a:xfrm>
              <a:off x="5672850" y="2636100"/>
              <a:ext cx="33175" cy="32175"/>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16"/>
            <p:cNvSpPr/>
            <p:nvPr/>
          </p:nvSpPr>
          <p:spPr>
            <a:xfrm>
              <a:off x="5886700" y="3351450"/>
              <a:ext cx="37675" cy="36675"/>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16"/>
            <p:cNvSpPr/>
            <p:nvPr/>
          </p:nvSpPr>
          <p:spPr>
            <a:xfrm>
              <a:off x="5563925" y="2738525"/>
              <a:ext cx="35675" cy="34150"/>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16"/>
            <p:cNvSpPr/>
            <p:nvPr/>
          </p:nvSpPr>
          <p:spPr>
            <a:xfrm>
              <a:off x="5671350" y="2738025"/>
              <a:ext cx="35675" cy="35650"/>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16"/>
            <p:cNvSpPr/>
            <p:nvPr/>
          </p:nvSpPr>
          <p:spPr>
            <a:xfrm>
              <a:off x="5780775" y="2738525"/>
              <a:ext cx="33675" cy="31150"/>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16"/>
            <p:cNvSpPr/>
            <p:nvPr/>
          </p:nvSpPr>
          <p:spPr>
            <a:xfrm>
              <a:off x="5777775" y="3352450"/>
              <a:ext cx="38175" cy="34150"/>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16"/>
            <p:cNvSpPr/>
            <p:nvPr/>
          </p:nvSpPr>
          <p:spPr>
            <a:xfrm>
              <a:off x="5669350" y="3350450"/>
              <a:ext cx="40175" cy="39175"/>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16"/>
            <p:cNvSpPr/>
            <p:nvPr/>
          </p:nvSpPr>
          <p:spPr>
            <a:xfrm>
              <a:off x="5562425" y="3350950"/>
              <a:ext cx="41700" cy="38175"/>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16"/>
            <p:cNvSpPr/>
            <p:nvPr/>
          </p:nvSpPr>
          <p:spPr>
            <a:xfrm>
              <a:off x="5455500" y="3351450"/>
              <a:ext cx="41700" cy="38175"/>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16"/>
            <p:cNvSpPr/>
            <p:nvPr/>
          </p:nvSpPr>
          <p:spPr>
            <a:xfrm>
              <a:off x="5887700" y="3250550"/>
              <a:ext cx="36675" cy="34150"/>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16"/>
            <p:cNvSpPr/>
            <p:nvPr/>
          </p:nvSpPr>
          <p:spPr>
            <a:xfrm>
              <a:off x="5558900" y="2837900"/>
              <a:ext cx="42200" cy="36675"/>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16"/>
            <p:cNvSpPr/>
            <p:nvPr/>
          </p:nvSpPr>
          <p:spPr>
            <a:xfrm>
              <a:off x="5672350" y="2840925"/>
              <a:ext cx="35175" cy="33150"/>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16"/>
            <p:cNvSpPr/>
            <p:nvPr/>
          </p:nvSpPr>
          <p:spPr>
            <a:xfrm>
              <a:off x="5780775" y="2841425"/>
              <a:ext cx="33675" cy="31650"/>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16"/>
            <p:cNvSpPr/>
            <p:nvPr/>
          </p:nvSpPr>
          <p:spPr>
            <a:xfrm>
              <a:off x="5779275" y="3246525"/>
              <a:ext cx="36175" cy="39675"/>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16"/>
            <p:cNvSpPr/>
            <p:nvPr/>
          </p:nvSpPr>
          <p:spPr>
            <a:xfrm>
              <a:off x="5670350" y="3249550"/>
              <a:ext cx="37675" cy="37675"/>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16"/>
            <p:cNvSpPr/>
            <p:nvPr/>
          </p:nvSpPr>
          <p:spPr>
            <a:xfrm>
              <a:off x="5562425" y="3247025"/>
              <a:ext cx="37675" cy="38175"/>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16"/>
            <p:cNvSpPr/>
            <p:nvPr/>
          </p:nvSpPr>
          <p:spPr>
            <a:xfrm>
              <a:off x="5454500" y="3247025"/>
              <a:ext cx="43200" cy="4070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16"/>
            <p:cNvSpPr/>
            <p:nvPr/>
          </p:nvSpPr>
          <p:spPr>
            <a:xfrm>
              <a:off x="5887200" y="3147125"/>
              <a:ext cx="35675" cy="33675"/>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16"/>
            <p:cNvSpPr/>
            <p:nvPr/>
          </p:nvSpPr>
          <p:spPr>
            <a:xfrm>
              <a:off x="5560925" y="2942825"/>
              <a:ext cx="38175" cy="3517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16"/>
            <p:cNvSpPr/>
            <p:nvPr/>
          </p:nvSpPr>
          <p:spPr>
            <a:xfrm>
              <a:off x="5671850" y="2943325"/>
              <a:ext cx="35175" cy="33150"/>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16"/>
            <p:cNvSpPr/>
            <p:nvPr/>
          </p:nvSpPr>
          <p:spPr>
            <a:xfrm>
              <a:off x="5781300" y="2636625"/>
              <a:ext cx="33150" cy="30625"/>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16"/>
            <p:cNvSpPr/>
            <p:nvPr/>
          </p:nvSpPr>
          <p:spPr>
            <a:xfrm>
              <a:off x="5779275" y="3148150"/>
              <a:ext cx="35675" cy="33150"/>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16"/>
            <p:cNvSpPr/>
            <p:nvPr/>
          </p:nvSpPr>
          <p:spPr>
            <a:xfrm>
              <a:off x="5668850" y="3145125"/>
              <a:ext cx="46200" cy="38175"/>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16"/>
            <p:cNvSpPr/>
            <p:nvPr/>
          </p:nvSpPr>
          <p:spPr>
            <a:xfrm>
              <a:off x="5562425" y="3146625"/>
              <a:ext cx="38675" cy="36675"/>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16"/>
            <p:cNvSpPr/>
            <p:nvPr/>
          </p:nvSpPr>
          <p:spPr>
            <a:xfrm>
              <a:off x="5454000" y="3143625"/>
              <a:ext cx="38175" cy="42200"/>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16"/>
            <p:cNvSpPr/>
            <p:nvPr/>
          </p:nvSpPr>
          <p:spPr>
            <a:xfrm>
              <a:off x="5776775" y="3046225"/>
              <a:ext cx="37675" cy="3567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16"/>
            <p:cNvSpPr/>
            <p:nvPr/>
          </p:nvSpPr>
          <p:spPr>
            <a:xfrm>
              <a:off x="5562425" y="3045225"/>
              <a:ext cx="37675" cy="3517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16"/>
            <p:cNvSpPr/>
            <p:nvPr/>
          </p:nvSpPr>
          <p:spPr>
            <a:xfrm>
              <a:off x="5671850" y="3044225"/>
              <a:ext cx="38175" cy="36175"/>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16"/>
            <p:cNvSpPr/>
            <p:nvPr/>
          </p:nvSpPr>
          <p:spPr>
            <a:xfrm>
              <a:off x="5889225" y="2638125"/>
              <a:ext cx="32650" cy="29125"/>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16"/>
            <p:cNvSpPr/>
            <p:nvPr/>
          </p:nvSpPr>
          <p:spPr>
            <a:xfrm>
              <a:off x="5455000" y="3043225"/>
              <a:ext cx="39675" cy="36675"/>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16"/>
            <p:cNvSpPr/>
            <p:nvPr/>
          </p:nvSpPr>
          <p:spPr>
            <a:xfrm>
              <a:off x="5996150" y="3046725"/>
              <a:ext cx="34150" cy="31650"/>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16"/>
            <p:cNvSpPr/>
            <p:nvPr/>
          </p:nvSpPr>
          <p:spPr>
            <a:xfrm>
              <a:off x="5456500" y="2636625"/>
              <a:ext cx="35175" cy="35650"/>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16"/>
            <p:cNvSpPr/>
            <p:nvPr/>
          </p:nvSpPr>
          <p:spPr>
            <a:xfrm>
              <a:off x="5347075" y="3146125"/>
              <a:ext cx="40675" cy="37675"/>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16"/>
            <p:cNvSpPr/>
            <p:nvPr/>
          </p:nvSpPr>
          <p:spPr>
            <a:xfrm>
              <a:off x="5346575" y="3042225"/>
              <a:ext cx="40675" cy="38675"/>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16"/>
            <p:cNvSpPr/>
            <p:nvPr/>
          </p:nvSpPr>
          <p:spPr>
            <a:xfrm>
              <a:off x="5989100" y="3351950"/>
              <a:ext cx="41700" cy="36175"/>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16"/>
            <p:cNvSpPr/>
            <p:nvPr/>
          </p:nvSpPr>
          <p:spPr>
            <a:xfrm>
              <a:off x="5456500" y="2738525"/>
              <a:ext cx="34675" cy="32650"/>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16"/>
            <p:cNvSpPr/>
            <p:nvPr/>
          </p:nvSpPr>
          <p:spPr>
            <a:xfrm>
              <a:off x="5888200" y="2943825"/>
              <a:ext cx="34175" cy="31650"/>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16"/>
            <p:cNvSpPr/>
            <p:nvPr/>
          </p:nvSpPr>
          <p:spPr>
            <a:xfrm>
              <a:off x="5455500" y="2943325"/>
              <a:ext cx="36675" cy="3517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16"/>
            <p:cNvSpPr/>
            <p:nvPr/>
          </p:nvSpPr>
          <p:spPr>
            <a:xfrm>
              <a:off x="5995650" y="3148650"/>
              <a:ext cx="35150" cy="33650"/>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16"/>
            <p:cNvSpPr/>
            <p:nvPr/>
          </p:nvSpPr>
          <p:spPr>
            <a:xfrm>
              <a:off x="5888725" y="2740025"/>
              <a:ext cx="33650" cy="296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16"/>
            <p:cNvSpPr/>
            <p:nvPr/>
          </p:nvSpPr>
          <p:spPr>
            <a:xfrm>
              <a:off x="5347075" y="3249050"/>
              <a:ext cx="37675" cy="37650"/>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16"/>
            <p:cNvSpPr/>
            <p:nvPr/>
          </p:nvSpPr>
          <p:spPr>
            <a:xfrm>
              <a:off x="5347075" y="2942325"/>
              <a:ext cx="38675" cy="36175"/>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16"/>
            <p:cNvSpPr/>
            <p:nvPr/>
          </p:nvSpPr>
          <p:spPr>
            <a:xfrm>
              <a:off x="5346075" y="3350950"/>
              <a:ext cx="41675" cy="39675"/>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16"/>
            <p:cNvSpPr/>
            <p:nvPr/>
          </p:nvSpPr>
          <p:spPr>
            <a:xfrm>
              <a:off x="5235125" y="3348925"/>
              <a:ext cx="40700" cy="42700"/>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16"/>
            <p:cNvSpPr/>
            <p:nvPr/>
          </p:nvSpPr>
          <p:spPr>
            <a:xfrm>
              <a:off x="5888200" y="2842425"/>
              <a:ext cx="34175" cy="3065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16"/>
            <p:cNvSpPr/>
            <p:nvPr/>
          </p:nvSpPr>
          <p:spPr>
            <a:xfrm>
              <a:off x="5456000" y="2840425"/>
              <a:ext cx="35175" cy="36175"/>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16"/>
            <p:cNvSpPr/>
            <p:nvPr/>
          </p:nvSpPr>
          <p:spPr>
            <a:xfrm>
              <a:off x="5995125" y="3250550"/>
              <a:ext cx="36175" cy="33650"/>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16"/>
            <p:cNvSpPr/>
            <p:nvPr/>
          </p:nvSpPr>
          <p:spPr>
            <a:xfrm>
              <a:off x="5348075" y="2834900"/>
              <a:ext cx="37675" cy="39675"/>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16"/>
            <p:cNvSpPr/>
            <p:nvPr/>
          </p:nvSpPr>
          <p:spPr>
            <a:xfrm>
              <a:off x="5237650" y="2942825"/>
              <a:ext cx="38175" cy="33650"/>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16"/>
            <p:cNvSpPr/>
            <p:nvPr/>
          </p:nvSpPr>
          <p:spPr>
            <a:xfrm>
              <a:off x="5239150" y="2840925"/>
              <a:ext cx="36150" cy="33150"/>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16"/>
            <p:cNvSpPr/>
            <p:nvPr/>
          </p:nvSpPr>
          <p:spPr>
            <a:xfrm>
              <a:off x="5238650" y="3248525"/>
              <a:ext cx="37675" cy="37675"/>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16"/>
            <p:cNvSpPr/>
            <p:nvPr/>
          </p:nvSpPr>
          <p:spPr>
            <a:xfrm>
              <a:off x="5996150" y="2945325"/>
              <a:ext cx="34650" cy="29150"/>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16"/>
            <p:cNvSpPr/>
            <p:nvPr/>
          </p:nvSpPr>
          <p:spPr>
            <a:xfrm>
              <a:off x="5237650" y="3044725"/>
              <a:ext cx="38175" cy="3467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16"/>
            <p:cNvSpPr/>
            <p:nvPr/>
          </p:nvSpPr>
          <p:spPr>
            <a:xfrm>
              <a:off x="5347075" y="2739525"/>
              <a:ext cx="37175" cy="32150"/>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16"/>
            <p:cNvSpPr/>
            <p:nvPr/>
          </p:nvSpPr>
          <p:spPr>
            <a:xfrm>
              <a:off x="5238650" y="3147125"/>
              <a:ext cx="37675" cy="36175"/>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16"/>
            <p:cNvSpPr/>
            <p:nvPr/>
          </p:nvSpPr>
          <p:spPr>
            <a:xfrm>
              <a:off x="5345575" y="2637125"/>
              <a:ext cx="36650" cy="30625"/>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16"/>
            <p:cNvSpPr/>
            <p:nvPr/>
          </p:nvSpPr>
          <p:spPr>
            <a:xfrm>
              <a:off x="5995125" y="2843425"/>
              <a:ext cx="35675" cy="29150"/>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16"/>
            <p:cNvSpPr/>
            <p:nvPr/>
          </p:nvSpPr>
          <p:spPr>
            <a:xfrm>
              <a:off x="5996650" y="2741025"/>
              <a:ext cx="30125" cy="28125"/>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16"/>
            <p:cNvSpPr/>
            <p:nvPr/>
          </p:nvSpPr>
          <p:spPr>
            <a:xfrm>
              <a:off x="5240150" y="2738025"/>
              <a:ext cx="35150" cy="32650"/>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16"/>
            <p:cNvSpPr/>
            <p:nvPr/>
          </p:nvSpPr>
          <p:spPr>
            <a:xfrm>
              <a:off x="5240650" y="2636100"/>
              <a:ext cx="36175" cy="31650"/>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16"/>
            <p:cNvSpPr/>
            <p:nvPr/>
          </p:nvSpPr>
          <p:spPr>
            <a:xfrm>
              <a:off x="5997150" y="2638625"/>
              <a:ext cx="29125" cy="27125"/>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80" name="Google Shape;1280;p16"/>
          <p:cNvSpPr/>
          <p:nvPr/>
        </p:nvSpPr>
        <p:spPr>
          <a:xfrm flipH="1">
            <a:off x="-36" y="3578225"/>
            <a:ext cx="9153000" cy="1565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16"/>
          <p:cNvSpPr/>
          <p:nvPr/>
        </p:nvSpPr>
        <p:spPr>
          <a:xfrm flipH="1">
            <a:off x="-36" y="0"/>
            <a:ext cx="9153000" cy="1565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16"/>
          <p:cNvSpPr/>
          <p:nvPr/>
        </p:nvSpPr>
        <p:spPr>
          <a:xfrm>
            <a:off x="6842470" y="-729095"/>
            <a:ext cx="939900" cy="939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16"/>
          <p:cNvSpPr/>
          <p:nvPr/>
        </p:nvSpPr>
        <p:spPr>
          <a:xfrm>
            <a:off x="3317210" y="-105347"/>
            <a:ext cx="429300" cy="42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16"/>
          <p:cNvSpPr/>
          <p:nvPr/>
        </p:nvSpPr>
        <p:spPr>
          <a:xfrm flipH="1">
            <a:off x="2851457" y="3730613"/>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16"/>
          <p:cNvSpPr/>
          <p:nvPr/>
        </p:nvSpPr>
        <p:spPr>
          <a:xfrm flipH="1">
            <a:off x="1446180" y="-439244"/>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16"/>
          <p:cNvSpPr/>
          <p:nvPr/>
        </p:nvSpPr>
        <p:spPr>
          <a:xfrm flipH="1">
            <a:off x="5852818" y="-483976"/>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16"/>
          <p:cNvSpPr/>
          <p:nvPr/>
        </p:nvSpPr>
        <p:spPr>
          <a:xfrm flipH="1">
            <a:off x="2645462" y="762240"/>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16"/>
          <p:cNvSpPr/>
          <p:nvPr/>
        </p:nvSpPr>
        <p:spPr>
          <a:xfrm flipH="1">
            <a:off x="3945865" y="4790431"/>
            <a:ext cx="262933" cy="275344"/>
          </a:xfrm>
          <a:custGeom>
            <a:rect b="b" l="l" r="r" t="t"/>
            <a:pathLst>
              <a:path extrusionOk="0" h="4925" w="4703">
                <a:moveTo>
                  <a:pt x="1938" y="81"/>
                </a:moveTo>
                <a:lnTo>
                  <a:pt x="2160" y="122"/>
                </a:lnTo>
                <a:lnTo>
                  <a:pt x="2382" y="182"/>
                </a:lnTo>
                <a:lnTo>
                  <a:pt x="2604" y="283"/>
                </a:lnTo>
                <a:lnTo>
                  <a:pt x="2785" y="384"/>
                </a:lnTo>
                <a:lnTo>
                  <a:pt x="2967" y="505"/>
                </a:lnTo>
                <a:lnTo>
                  <a:pt x="3129" y="626"/>
                </a:lnTo>
                <a:lnTo>
                  <a:pt x="3411" y="889"/>
                </a:lnTo>
                <a:lnTo>
                  <a:pt x="3613" y="1111"/>
                </a:lnTo>
                <a:lnTo>
                  <a:pt x="3794" y="1353"/>
                </a:lnTo>
                <a:lnTo>
                  <a:pt x="3976" y="1595"/>
                </a:lnTo>
                <a:lnTo>
                  <a:pt x="4117" y="1857"/>
                </a:lnTo>
                <a:lnTo>
                  <a:pt x="4259" y="2120"/>
                </a:lnTo>
                <a:lnTo>
                  <a:pt x="4380" y="2402"/>
                </a:lnTo>
                <a:lnTo>
                  <a:pt x="4460" y="2685"/>
                </a:lnTo>
                <a:lnTo>
                  <a:pt x="4541" y="2967"/>
                </a:lnTo>
                <a:lnTo>
                  <a:pt x="4602" y="3330"/>
                </a:lnTo>
                <a:lnTo>
                  <a:pt x="4622" y="3472"/>
                </a:lnTo>
                <a:lnTo>
                  <a:pt x="4622" y="3633"/>
                </a:lnTo>
                <a:lnTo>
                  <a:pt x="4602" y="3774"/>
                </a:lnTo>
                <a:lnTo>
                  <a:pt x="4561" y="3895"/>
                </a:lnTo>
                <a:lnTo>
                  <a:pt x="4521" y="4016"/>
                </a:lnTo>
                <a:lnTo>
                  <a:pt x="4481" y="4138"/>
                </a:lnTo>
                <a:lnTo>
                  <a:pt x="4380" y="4279"/>
                </a:lnTo>
                <a:lnTo>
                  <a:pt x="4238" y="4400"/>
                </a:lnTo>
                <a:lnTo>
                  <a:pt x="4097" y="4521"/>
                </a:lnTo>
                <a:lnTo>
                  <a:pt x="3916" y="4622"/>
                </a:lnTo>
                <a:lnTo>
                  <a:pt x="3673" y="4723"/>
                </a:lnTo>
                <a:lnTo>
                  <a:pt x="3431" y="4783"/>
                </a:lnTo>
                <a:lnTo>
                  <a:pt x="3189" y="4844"/>
                </a:lnTo>
                <a:lnTo>
                  <a:pt x="2685" y="4844"/>
                </a:lnTo>
                <a:lnTo>
                  <a:pt x="2442" y="4804"/>
                </a:lnTo>
                <a:lnTo>
                  <a:pt x="2200" y="4723"/>
                </a:lnTo>
                <a:lnTo>
                  <a:pt x="1958" y="4622"/>
                </a:lnTo>
                <a:lnTo>
                  <a:pt x="1676" y="4460"/>
                </a:lnTo>
                <a:lnTo>
                  <a:pt x="1393" y="4238"/>
                </a:lnTo>
                <a:lnTo>
                  <a:pt x="1111" y="3976"/>
                </a:lnTo>
                <a:lnTo>
                  <a:pt x="868" y="3694"/>
                </a:lnTo>
                <a:lnTo>
                  <a:pt x="646" y="3391"/>
                </a:lnTo>
                <a:lnTo>
                  <a:pt x="445" y="3068"/>
                </a:lnTo>
                <a:lnTo>
                  <a:pt x="283" y="2725"/>
                </a:lnTo>
                <a:lnTo>
                  <a:pt x="162" y="2382"/>
                </a:lnTo>
                <a:lnTo>
                  <a:pt x="122" y="2160"/>
                </a:lnTo>
                <a:lnTo>
                  <a:pt x="81" y="1958"/>
                </a:lnTo>
                <a:lnTo>
                  <a:pt x="81" y="1756"/>
                </a:lnTo>
                <a:lnTo>
                  <a:pt x="81" y="1555"/>
                </a:lnTo>
                <a:lnTo>
                  <a:pt x="122" y="1373"/>
                </a:lnTo>
                <a:lnTo>
                  <a:pt x="162" y="1191"/>
                </a:lnTo>
                <a:lnTo>
                  <a:pt x="243" y="1010"/>
                </a:lnTo>
                <a:lnTo>
                  <a:pt x="323" y="848"/>
                </a:lnTo>
                <a:lnTo>
                  <a:pt x="445" y="687"/>
                </a:lnTo>
                <a:lnTo>
                  <a:pt x="606" y="525"/>
                </a:lnTo>
                <a:lnTo>
                  <a:pt x="767" y="404"/>
                </a:lnTo>
                <a:lnTo>
                  <a:pt x="949" y="283"/>
                </a:lnTo>
                <a:lnTo>
                  <a:pt x="1151" y="202"/>
                </a:lnTo>
                <a:lnTo>
                  <a:pt x="1353" y="122"/>
                </a:lnTo>
                <a:lnTo>
                  <a:pt x="1554" y="81"/>
                </a:lnTo>
                <a:close/>
                <a:moveTo>
                  <a:pt x="1696" y="1"/>
                </a:moveTo>
                <a:lnTo>
                  <a:pt x="1454" y="21"/>
                </a:lnTo>
                <a:lnTo>
                  <a:pt x="1211" y="81"/>
                </a:lnTo>
                <a:lnTo>
                  <a:pt x="989" y="182"/>
                </a:lnTo>
                <a:lnTo>
                  <a:pt x="767" y="303"/>
                </a:lnTo>
                <a:lnTo>
                  <a:pt x="586" y="445"/>
                </a:lnTo>
                <a:lnTo>
                  <a:pt x="404" y="626"/>
                </a:lnTo>
                <a:lnTo>
                  <a:pt x="263" y="808"/>
                </a:lnTo>
                <a:lnTo>
                  <a:pt x="162" y="989"/>
                </a:lnTo>
                <a:lnTo>
                  <a:pt x="81" y="1171"/>
                </a:lnTo>
                <a:lnTo>
                  <a:pt x="41" y="1353"/>
                </a:lnTo>
                <a:lnTo>
                  <a:pt x="1" y="1555"/>
                </a:lnTo>
                <a:lnTo>
                  <a:pt x="1" y="1756"/>
                </a:lnTo>
                <a:lnTo>
                  <a:pt x="1" y="1958"/>
                </a:lnTo>
                <a:lnTo>
                  <a:pt x="41" y="2180"/>
                </a:lnTo>
                <a:lnTo>
                  <a:pt x="81" y="2402"/>
                </a:lnTo>
                <a:lnTo>
                  <a:pt x="202" y="2745"/>
                </a:lnTo>
                <a:lnTo>
                  <a:pt x="364" y="3088"/>
                </a:lnTo>
                <a:lnTo>
                  <a:pt x="566" y="3431"/>
                </a:lnTo>
                <a:lnTo>
                  <a:pt x="808" y="3754"/>
                </a:lnTo>
                <a:lnTo>
                  <a:pt x="1050" y="4037"/>
                </a:lnTo>
                <a:lnTo>
                  <a:pt x="1332" y="4299"/>
                </a:lnTo>
                <a:lnTo>
                  <a:pt x="1635" y="4521"/>
                </a:lnTo>
                <a:lnTo>
                  <a:pt x="1938" y="4703"/>
                </a:lnTo>
                <a:lnTo>
                  <a:pt x="2160" y="4804"/>
                </a:lnTo>
                <a:lnTo>
                  <a:pt x="2422" y="4864"/>
                </a:lnTo>
                <a:lnTo>
                  <a:pt x="2664" y="4925"/>
                </a:lnTo>
                <a:lnTo>
                  <a:pt x="3189" y="4925"/>
                </a:lnTo>
                <a:lnTo>
                  <a:pt x="3451" y="4864"/>
                </a:lnTo>
                <a:lnTo>
                  <a:pt x="3714" y="4804"/>
                </a:lnTo>
                <a:lnTo>
                  <a:pt x="3956" y="4682"/>
                </a:lnTo>
                <a:lnTo>
                  <a:pt x="4138" y="4582"/>
                </a:lnTo>
                <a:lnTo>
                  <a:pt x="4299" y="4460"/>
                </a:lnTo>
                <a:lnTo>
                  <a:pt x="4440" y="4319"/>
                </a:lnTo>
                <a:lnTo>
                  <a:pt x="4541" y="4178"/>
                </a:lnTo>
                <a:lnTo>
                  <a:pt x="4602" y="4057"/>
                </a:lnTo>
                <a:lnTo>
                  <a:pt x="4642" y="3916"/>
                </a:lnTo>
                <a:lnTo>
                  <a:pt x="4682" y="3795"/>
                </a:lnTo>
                <a:lnTo>
                  <a:pt x="4703" y="3633"/>
                </a:lnTo>
                <a:lnTo>
                  <a:pt x="4703" y="3492"/>
                </a:lnTo>
                <a:lnTo>
                  <a:pt x="4682" y="3310"/>
                </a:lnTo>
                <a:lnTo>
                  <a:pt x="4622" y="2947"/>
                </a:lnTo>
                <a:lnTo>
                  <a:pt x="4541" y="2664"/>
                </a:lnTo>
                <a:lnTo>
                  <a:pt x="4440" y="2362"/>
                </a:lnTo>
                <a:lnTo>
                  <a:pt x="4339" y="2099"/>
                </a:lnTo>
                <a:lnTo>
                  <a:pt x="4198" y="1817"/>
                </a:lnTo>
                <a:lnTo>
                  <a:pt x="4037" y="1555"/>
                </a:lnTo>
                <a:lnTo>
                  <a:pt x="3855" y="1312"/>
                </a:lnTo>
                <a:lnTo>
                  <a:pt x="3673" y="1070"/>
                </a:lnTo>
                <a:lnTo>
                  <a:pt x="3472" y="828"/>
                </a:lnTo>
                <a:lnTo>
                  <a:pt x="3189" y="566"/>
                </a:lnTo>
                <a:lnTo>
                  <a:pt x="3007" y="445"/>
                </a:lnTo>
                <a:lnTo>
                  <a:pt x="2826" y="324"/>
                </a:lnTo>
                <a:lnTo>
                  <a:pt x="2624" y="202"/>
                </a:lnTo>
                <a:lnTo>
                  <a:pt x="2422" y="102"/>
                </a:lnTo>
                <a:lnTo>
                  <a:pt x="2180" y="41"/>
                </a:lnTo>
                <a:lnTo>
                  <a:pt x="1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16"/>
          <p:cNvSpPr/>
          <p:nvPr/>
        </p:nvSpPr>
        <p:spPr>
          <a:xfrm flipH="1">
            <a:off x="6283366" y="-122767"/>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16"/>
          <p:cNvSpPr/>
          <p:nvPr/>
        </p:nvSpPr>
        <p:spPr>
          <a:xfrm flipH="1">
            <a:off x="2927054" y="3870546"/>
            <a:ext cx="1730784" cy="1441910"/>
          </a:xfrm>
          <a:custGeom>
            <a:rect b="b" l="l" r="r" t="t"/>
            <a:pathLst>
              <a:path extrusionOk="0" h="25791" w="30958">
                <a:moveTo>
                  <a:pt x="13179" y="81"/>
                </a:moveTo>
                <a:lnTo>
                  <a:pt x="14551" y="101"/>
                </a:lnTo>
                <a:lnTo>
                  <a:pt x="15257" y="121"/>
                </a:lnTo>
                <a:lnTo>
                  <a:pt x="15963" y="162"/>
                </a:lnTo>
                <a:lnTo>
                  <a:pt x="16690" y="242"/>
                </a:lnTo>
                <a:lnTo>
                  <a:pt x="17416" y="323"/>
                </a:lnTo>
                <a:lnTo>
                  <a:pt x="18143" y="444"/>
                </a:lnTo>
                <a:lnTo>
                  <a:pt x="18869" y="586"/>
                </a:lnTo>
                <a:lnTo>
                  <a:pt x="19576" y="767"/>
                </a:lnTo>
                <a:lnTo>
                  <a:pt x="20282" y="969"/>
                </a:lnTo>
                <a:lnTo>
                  <a:pt x="20988" y="1211"/>
                </a:lnTo>
                <a:lnTo>
                  <a:pt x="21654" y="1494"/>
                </a:lnTo>
                <a:lnTo>
                  <a:pt x="21997" y="1655"/>
                </a:lnTo>
                <a:lnTo>
                  <a:pt x="22320" y="1837"/>
                </a:lnTo>
                <a:lnTo>
                  <a:pt x="22643" y="2018"/>
                </a:lnTo>
                <a:lnTo>
                  <a:pt x="22946" y="2200"/>
                </a:lnTo>
                <a:lnTo>
                  <a:pt x="23269" y="2402"/>
                </a:lnTo>
                <a:lnTo>
                  <a:pt x="23551" y="2624"/>
                </a:lnTo>
                <a:lnTo>
                  <a:pt x="23854" y="2866"/>
                </a:lnTo>
                <a:lnTo>
                  <a:pt x="24136" y="3108"/>
                </a:lnTo>
                <a:lnTo>
                  <a:pt x="24540" y="3491"/>
                </a:lnTo>
                <a:lnTo>
                  <a:pt x="24923" y="3895"/>
                </a:lnTo>
                <a:lnTo>
                  <a:pt x="25287" y="4339"/>
                </a:lnTo>
                <a:lnTo>
                  <a:pt x="25670" y="4823"/>
                </a:lnTo>
                <a:lnTo>
                  <a:pt x="26013" y="5348"/>
                </a:lnTo>
                <a:lnTo>
                  <a:pt x="26356" y="5913"/>
                </a:lnTo>
                <a:lnTo>
                  <a:pt x="26719" y="6518"/>
                </a:lnTo>
                <a:lnTo>
                  <a:pt x="27042" y="7164"/>
                </a:lnTo>
                <a:lnTo>
                  <a:pt x="27345" y="7749"/>
                </a:lnTo>
                <a:lnTo>
                  <a:pt x="27607" y="8335"/>
                </a:lnTo>
                <a:lnTo>
                  <a:pt x="27870" y="8940"/>
                </a:lnTo>
                <a:lnTo>
                  <a:pt x="28112" y="9546"/>
                </a:lnTo>
                <a:lnTo>
                  <a:pt x="28556" y="10756"/>
                </a:lnTo>
                <a:lnTo>
                  <a:pt x="28959" y="11947"/>
                </a:lnTo>
                <a:lnTo>
                  <a:pt x="29343" y="13138"/>
                </a:lnTo>
                <a:lnTo>
                  <a:pt x="29666" y="14328"/>
                </a:lnTo>
                <a:lnTo>
                  <a:pt x="29948" y="15478"/>
                </a:lnTo>
                <a:lnTo>
                  <a:pt x="30231" y="16588"/>
                </a:lnTo>
                <a:lnTo>
                  <a:pt x="30453" y="17577"/>
                </a:lnTo>
                <a:lnTo>
                  <a:pt x="30654" y="18606"/>
                </a:lnTo>
                <a:lnTo>
                  <a:pt x="30735" y="19111"/>
                </a:lnTo>
                <a:lnTo>
                  <a:pt x="30816" y="19636"/>
                </a:lnTo>
                <a:lnTo>
                  <a:pt x="30856" y="20160"/>
                </a:lnTo>
                <a:lnTo>
                  <a:pt x="30876" y="20685"/>
                </a:lnTo>
                <a:lnTo>
                  <a:pt x="30876" y="21169"/>
                </a:lnTo>
                <a:lnTo>
                  <a:pt x="30856" y="21674"/>
                </a:lnTo>
                <a:lnTo>
                  <a:pt x="30796" y="22219"/>
                </a:lnTo>
                <a:lnTo>
                  <a:pt x="30695" y="22784"/>
                </a:lnTo>
                <a:lnTo>
                  <a:pt x="30614" y="23046"/>
                </a:lnTo>
                <a:lnTo>
                  <a:pt x="30533" y="23329"/>
                </a:lnTo>
                <a:lnTo>
                  <a:pt x="30412" y="23611"/>
                </a:lnTo>
                <a:lnTo>
                  <a:pt x="30311" y="23873"/>
                </a:lnTo>
                <a:lnTo>
                  <a:pt x="30170" y="24136"/>
                </a:lnTo>
                <a:lnTo>
                  <a:pt x="30009" y="24398"/>
                </a:lnTo>
                <a:lnTo>
                  <a:pt x="29847" y="24640"/>
                </a:lnTo>
                <a:lnTo>
                  <a:pt x="29645" y="24882"/>
                </a:lnTo>
                <a:lnTo>
                  <a:pt x="29383" y="25145"/>
                </a:lnTo>
                <a:lnTo>
                  <a:pt x="29242" y="25266"/>
                </a:lnTo>
                <a:lnTo>
                  <a:pt x="29101" y="25387"/>
                </a:lnTo>
                <a:lnTo>
                  <a:pt x="28939" y="25468"/>
                </a:lnTo>
                <a:lnTo>
                  <a:pt x="28798" y="25548"/>
                </a:lnTo>
                <a:lnTo>
                  <a:pt x="28657" y="25609"/>
                </a:lnTo>
                <a:lnTo>
                  <a:pt x="28515" y="25649"/>
                </a:lnTo>
                <a:lnTo>
                  <a:pt x="28334" y="25690"/>
                </a:lnTo>
                <a:lnTo>
                  <a:pt x="28152" y="25710"/>
                </a:lnTo>
                <a:lnTo>
                  <a:pt x="27991" y="25710"/>
                </a:lnTo>
                <a:lnTo>
                  <a:pt x="27809" y="25690"/>
                </a:lnTo>
                <a:lnTo>
                  <a:pt x="27648" y="25669"/>
                </a:lnTo>
                <a:lnTo>
                  <a:pt x="27466" y="25629"/>
                </a:lnTo>
                <a:lnTo>
                  <a:pt x="27143" y="25508"/>
                </a:lnTo>
                <a:lnTo>
                  <a:pt x="26800" y="25347"/>
                </a:lnTo>
                <a:lnTo>
                  <a:pt x="26477" y="25165"/>
                </a:lnTo>
                <a:lnTo>
                  <a:pt x="26154" y="24963"/>
                </a:lnTo>
                <a:lnTo>
                  <a:pt x="25852" y="24741"/>
                </a:lnTo>
                <a:lnTo>
                  <a:pt x="25145" y="24196"/>
                </a:lnTo>
                <a:lnTo>
                  <a:pt x="24419" y="23631"/>
                </a:lnTo>
                <a:lnTo>
                  <a:pt x="23692" y="23046"/>
                </a:lnTo>
                <a:lnTo>
                  <a:pt x="22946" y="22420"/>
                </a:lnTo>
                <a:lnTo>
                  <a:pt x="22199" y="21775"/>
                </a:lnTo>
                <a:lnTo>
                  <a:pt x="21412" y="21109"/>
                </a:lnTo>
                <a:lnTo>
                  <a:pt x="20625" y="20382"/>
                </a:lnTo>
                <a:lnTo>
                  <a:pt x="19798" y="19636"/>
                </a:lnTo>
                <a:lnTo>
                  <a:pt x="18506" y="18405"/>
                </a:lnTo>
                <a:lnTo>
                  <a:pt x="17215" y="17153"/>
                </a:lnTo>
                <a:lnTo>
                  <a:pt x="14692" y="14671"/>
                </a:lnTo>
                <a:lnTo>
                  <a:pt x="12270" y="12290"/>
                </a:lnTo>
                <a:lnTo>
                  <a:pt x="11039" y="11079"/>
                </a:lnTo>
                <a:lnTo>
                  <a:pt x="9808" y="9909"/>
                </a:lnTo>
                <a:lnTo>
                  <a:pt x="8376" y="8597"/>
                </a:lnTo>
                <a:lnTo>
                  <a:pt x="7024" y="7406"/>
                </a:lnTo>
                <a:lnTo>
                  <a:pt x="5732" y="6317"/>
                </a:lnTo>
                <a:lnTo>
                  <a:pt x="4461" y="5308"/>
                </a:lnTo>
                <a:lnTo>
                  <a:pt x="4118" y="5086"/>
                </a:lnTo>
                <a:lnTo>
                  <a:pt x="3593" y="4743"/>
                </a:lnTo>
                <a:lnTo>
                  <a:pt x="2523" y="4057"/>
                </a:lnTo>
                <a:lnTo>
                  <a:pt x="1958" y="3673"/>
                </a:lnTo>
                <a:lnTo>
                  <a:pt x="1414" y="3290"/>
                </a:lnTo>
                <a:lnTo>
                  <a:pt x="929" y="2886"/>
                </a:lnTo>
                <a:lnTo>
                  <a:pt x="707" y="2704"/>
                </a:lnTo>
                <a:lnTo>
                  <a:pt x="526" y="2503"/>
                </a:lnTo>
                <a:lnTo>
                  <a:pt x="364" y="2341"/>
                </a:lnTo>
                <a:lnTo>
                  <a:pt x="223" y="2160"/>
                </a:lnTo>
                <a:lnTo>
                  <a:pt x="142" y="1998"/>
                </a:lnTo>
                <a:lnTo>
                  <a:pt x="82" y="1857"/>
                </a:lnTo>
                <a:lnTo>
                  <a:pt x="82" y="1776"/>
                </a:lnTo>
                <a:lnTo>
                  <a:pt x="82" y="1716"/>
                </a:lnTo>
                <a:lnTo>
                  <a:pt x="102" y="1655"/>
                </a:lnTo>
                <a:lnTo>
                  <a:pt x="142" y="1595"/>
                </a:lnTo>
                <a:lnTo>
                  <a:pt x="243" y="1473"/>
                </a:lnTo>
                <a:lnTo>
                  <a:pt x="364" y="1373"/>
                </a:lnTo>
                <a:lnTo>
                  <a:pt x="485" y="1292"/>
                </a:lnTo>
                <a:lnTo>
                  <a:pt x="647" y="1231"/>
                </a:lnTo>
                <a:lnTo>
                  <a:pt x="788" y="1171"/>
                </a:lnTo>
                <a:lnTo>
                  <a:pt x="949" y="1130"/>
                </a:lnTo>
                <a:lnTo>
                  <a:pt x="1292" y="1070"/>
                </a:lnTo>
                <a:lnTo>
                  <a:pt x="2745" y="848"/>
                </a:lnTo>
                <a:lnTo>
                  <a:pt x="4219" y="646"/>
                </a:lnTo>
                <a:lnTo>
                  <a:pt x="5712" y="464"/>
                </a:lnTo>
                <a:lnTo>
                  <a:pt x="7185" y="323"/>
                </a:lnTo>
                <a:lnTo>
                  <a:pt x="8658" y="222"/>
                </a:lnTo>
                <a:lnTo>
                  <a:pt x="10152" y="142"/>
                </a:lnTo>
                <a:lnTo>
                  <a:pt x="11645" y="81"/>
                </a:lnTo>
                <a:close/>
                <a:moveTo>
                  <a:pt x="11645" y="0"/>
                </a:moveTo>
                <a:lnTo>
                  <a:pt x="10152" y="61"/>
                </a:lnTo>
                <a:lnTo>
                  <a:pt x="8658" y="142"/>
                </a:lnTo>
                <a:lnTo>
                  <a:pt x="7185" y="242"/>
                </a:lnTo>
                <a:lnTo>
                  <a:pt x="5692" y="384"/>
                </a:lnTo>
                <a:lnTo>
                  <a:pt x="4219" y="565"/>
                </a:lnTo>
                <a:lnTo>
                  <a:pt x="2745" y="767"/>
                </a:lnTo>
                <a:lnTo>
                  <a:pt x="1272" y="989"/>
                </a:lnTo>
                <a:lnTo>
                  <a:pt x="929" y="1070"/>
                </a:lnTo>
                <a:lnTo>
                  <a:pt x="768" y="1110"/>
                </a:lnTo>
                <a:lnTo>
                  <a:pt x="606" y="1151"/>
                </a:lnTo>
                <a:lnTo>
                  <a:pt x="445" y="1231"/>
                </a:lnTo>
                <a:lnTo>
                  <a:pt x="304" y="1312"/>
                </a:lnTo>
                <a:lnTo>
                  <a:pt x="183" y="1413"/>
                </a:lnTo>
                <a:lnTo>
                  <a:pt x="82" y="1554"/>
                </a:lnTo>
                <a:lnTo>
                  <a:pt x="41" y="1615"/>
                </a:lnTo>
                <a:lnTo>
                  <a:pt x="1" y="1695"/>
                </a:lnTo>
                <a:lnTo>
                  <a:pt x="1" y="1776"/>
                </a:lnTo>
                <a:lnTo>
                  <a:pt x="1" y="1857"/>
                </a:lnTo>
                <a:lnTo>
                  <a:pt x="61" y="2018"/>
                </a:lnTo>
                <a:lnTo>
                  <a:pt x="142" y="2180"/>
                </a:lnTo>
                <a:lnTo>
                  <a:pt x="283" y="2361"/>
                </a:lnTo>
                <a:lnTo>
                  <a:pt x="445" y="2543"/>
                </a:lnTo>
                <a:lnTo>
                  <a:pt x="627" y="2725"/>
                </a:lnTo>
                <a:lnTo>
                  <a:pt x="849" y="2926"/>
                </a:lnTo>
                <a:lnTo>
                  <a:pt x="1333" y="3310"/>
                </a:lnTo>
                <a:lnTo>
                  <a:pt x="1878" y="3713"/>
                </a:lnTo>
                <a:lnTo>
                  <a:pt x="2443" y="4097"/>
                </a:lnTo>
                <a:lnTo>
                  <a:pt x="3532" y="4803"/>
                </a:lnTo>
                <a:lnTo>
                  <a:pt x="4077" y="5146"/>
                </a:lnTo>
                <a:lnTo>
                  <a:pt x="4420" y="5388"/>
                </a:lnTo>
                <a:lnTo>
                  <a:pt x="5672" y="6377"/>
                </a:lnTo>
                <a:lnTo>
                  <a:pt x="6963" y="7467"/>
                </a:lnTo>
                <a:lnTo>
                  <a:pt x="8315" y="8658"/>
                </a:lnTo>
                <a:lnTo>
                  <a:pt x="9748" y="9969"/>
                </a:lnTo>
                <a:lnTo>
                  <a:pt x="10999" y="11140"/>
                </a:lnTo>
                <a:lnTo>
                  <a:pt x="12230" y="12351"/>
                </a:lnTo>
                <a:lnTo>
                  <a:pt x="14631" y="14732"/>
                </a:lnTo>
                <a:lnTo>
                  <a:pt x="17154" y="17214"/>
                </a:lnTo>
                <a:lnTo>
                  <a:pt x="18445" y="18465"/>
                </a:lnTo>
                <a:lnTo>
                  <a:pt x="19737" y="19696"/>
                </a:lnTo>
                <a:lnTo>
                  <a:pt x="20564" y="20443"/>
                </a:lnTo>
                <a:lnTo>
                  <a:pt x="21372" y="21169"/>
                </a:lnTo>
                <a:lnTo>
                  <a:pt x="22138" y="21835"/>
                </a:lnTo>
                <a:lnTo>
                  <a:pt x="22885" y="22501"/>
                </a:lnTo>
                <a:lnTo>
                  <a:pt x="23632" y="23107"/>
                </a:lnTo>
                <a:lnTo>
                  <a:pt x="24358" y="23692"/>
                </a:lnTo>
                <a:lnTo>
                  <a:pt x="25085" y="24257"/>
                </a:lnTo>
                <a:lnTo>
                  <a:pt x="25811" y="24802"/>
                </a:lnTo>
                <a:lnTo>
                  <a:pt x="26336" y="25165"/>
                </a:lnTo>
                <a:lnTo>
                  <a:pt x="26598" y="25326"/>
                </a:lnTo>
                <a:lnTo>
                  <a:pt x="26881" y="25488"/>
                </a:lnTo>
                <a:lnTo>
                  <a:pt x="27183" y="25609"/>
                </a:lnTo>
                <a:lnTo>
                  <a:pt x="27466" y="25710"/>
                </a:lnTo>
                <a:lnTo>
                  <a:pt x="27769" y="25770"/>
                </a:lnTo>
                <a:lnTo>
                  <a:pt x="28051" y="25790"/>
                </a:lnTo>
                <a:lnTo>
                  <a:pt x="28293" y="25770"/>
                </a:lnTo>
                <a:lnTo>
                  <a:pt x="28536" y="25730"/>
                </a:lnTo>
                <a:lnTo>
                  <a:pt x="28677" y="25690"/>
                </a:lnTo>
                <a:lnTo>
                  <a:pt x="28838" y="25609"/>
                </a:lnTo>
                <a:lnTo>
                  <a:pt x="28979" y="25548"/>
                </a:lnTo>
                <a:lnTo>
                  <a:pt x="29141" y="25447"/>
                </a:lnTo>
                <a:lnTo>
                  <a:pt x="29282" y="25347"/>
                </a:lnTo>
                <a:lnTo>
                  <a:pt x="29423" y="25225"/>
                </a:lnTo>
                <a:lnTo>
                  <a:pt x="29706" y="24923"/>
                </a:lnTo>
                <a:lnTo>
                  <a:pt x="29908" y="24681"/>
                </a:lnTo>
                <a:lnTo>
                  <a:pt x="30089" y="24438"/>
                </a:lnTo>
                <a:lnTo>
                  <a:pt x="30231" y="24176"/>
                </a:lnTo>
                <a:lnTo>
                  <a:pt x="30372" y="23914"/>
                </a:lnTo>
                <a:lnTo>
                  <a:pt x="30493" y="23631"/>
                </a:lnTo>
                <a:lnTo>
                  <a:pt x="30594" y="23369"/>
                </a:lnTo>
                <a:lnTo>
                  <a:pt x="30695" y="23086"/>
                </a:lnTo>
                <a:lnTo>
                  <a:pt x="30755" y="22804"/>
                </a:lnTo>
                <a:lnTo>
                  <a:pt x="30816" y="22521"/>
                </a:lnTo>
                <a:lnTo>
                  <a:pt x="30876" y="22239"/>
                </a:lnTo>
                <a:lnTo>
                  <a:pt x="30937" y="21694"/>
                </a:lnTo>
                <a:lnTo>
                  <a:pt x="30957" y="21169"/>
                </a:lnTo>
                <a:lnTo>
                  <a:pt x="30957" y="20685"/>
                </a:lnTo>
                <a:lnTo>
                  <a:pt x="30937" y="20160"/>
                </a:lnTo>
                <a:lnTo>
                  <a:pt x="30897" y="19636"/>
                </a:lnTo>
                <a:lnTo>
                  <a:pt x="30816" y="19111"/>
                </a:lnTo>
                <a:lnTo>
                  <a:pt x="30735" y="18586"/>
                </a:lnTo>
                <a:lnTo>
                  <a:pt x="30533" y="17557"/>
                </a:lnTo>
                <a:lnTo>
                  <a:pt x="30311" y="16568"/>
                </a:lnTo>
                <a:lnTo>
                  <a:pt x="30029" y="15458"/>
                </a:lnTo>
                <a:lnTo>
                  <a:pt x="29746" y="14308"/>
                </a:lnTo>
                <a:lnTo>
                  <a:pt x="29403" y="13117"/>
                </a:lnTo>
                <a:lnTo>
                  <a:pt x="29040" y="11927"/>
                </a:lnTo>
                <a:lnTo>
                  <a:pt x="28636" y="10716"/>
                </a:lnTo>
                <a:lnTo>
                  <a:pt x="28192" y="9505"/>
                </a:lnTo>
                <a:lnTo>
                  <a:pt x="27950" y="8900"/>
                </a:lnTo>
                <a:lnTo>
                  <a:pt x="27688" y="8315"/>
                </a:lnTo>
                <a:lnTo>
                  <a:pt x="27405" y="7709"/>
                </a:lnTo>
                <a:lnTo>
                  <a:pt x="27123" y="7124"/>
                </a:lnTo>
                <a:lnTo>
                  <a:pt x="26780" y="6478"/>
                </a:lnTo>
                <a:lnTo>
                  <a:pt x="26437" y="5853"/>
                </a:lnTo>
                <a:lnTo>
                  <a:pt x="26074" y="5288"/>
                </a:lnTo>
                <a:lnTo>
                  <a:pt x="25730" y="4783"/>
                </a:lnTo>
                <a:lnTo>
                  <a:pt x="25367" y="4279"/>
                </a:lnTo>
                <a:lnTo>
                  <a:pt x="24984" y="3835"/>
                </a:lnTo>
                <a:lnTo>
                  <a:pt x="24600" y="3431"/>
                </a:lnTo>
                <a:lnTo>
                  <a:pt x="24197" y="3048"/>
                </a:lnTo>
                <a:lnTo>
                  <a:pt x="23672" y="2604"/>
                </a:lnTo>
                <a:lnTo>
                  <a:pt x="23127" y="2220"/>
                </a:lnTo>
                <a:lnTo>
                  <a:pt x="22522" y="1857"/>
                </a:lnTo>
                <a:lnTo>
                  <a:pt x="21896" y="1514"/>
                </a:lnTo>
                <a:lnTo>
                  <a:pt x="21251" y="1231"/>
                </a:lnTo>
                <a:lnTo>
                  <a:pt x="20544" y="969"/>
                </a:lnTo>
                <a:lnTo>
                  <a:pt x="19798" y="727"/>
                </a:lnTo>
                <a:lnTo>
                  <a:pt x="19031" y="525"/>
                </a:lnTo>
                <a:lnTo>
                  <a:pt x="18405" y="404"/>
                </a:lnTo>
                <a:lnTo>
                  <a:pt x="17759" y="303"/>
                </a:lnTo>
                <a:lnTo>
                  <a:pt x="17093" y="202"/>
                </a:lnTo>
                <a:lnTo>
                  <a:pt x="16387" y="121"/>
                </a:lnTo>
                <a:lnTo>
                  <a:pt x="15640" y="61"/>
                </a:lnTo>
                <a:lnTo>
                  <a:pt x="14853" y="21"/>
                </a:lnTo>
                <a:lnTo>
                  <a:pt x="140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16"/>
          <p:cNvSpPr/>
          <p:nvPr/>
        </p:nvSpPr>
        <p:spPr>
          <a:xfrm flipH="1">
            <a:off x="1573651" y="-294838"/>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16"/>
          <p:cNvSpPr/>
          <p:nvPr/>
        </p:nvSpPr>
        <p:spPr>
          <a:xfrm flipH="1">
            <a:off x="2789873" y="831061"/>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16"/>
          <p:cNvSpPr/>
          <p:nvPr/>
        </p:nvSpPr>
        <p:spPr>
          <a:xfrm flipH="1">
            <a:off x="4011278" y="4861544"/>
            <a:ext cx="135464" cy="154584"/>
          </a:xfrm>
          <a:custGeom>
            <a:rect b="b" l="l" r="r" t="t"/>
            <a:pathLst>
              <a:path extrusionOk="0" h="2765" w="2423">
                <a:moveTo>
                  <a:pt x="747" y="81"/>
                </a:moveTo>
                <a:lnTo>
                  <a:pt x="888" y="101"/>
                </a:lnTo>
                <a:lnTo>
                  <a:pt x="1050" y="121"/>
                </a:lnTo>
                <a:lnTo>
                  <a:pt x="1191" y="161"/>
                </a:lnTo>
                <a:lnTo>
                  <a:pt x="1332" y="202"/>
                </a:lnTo>
                <a:lnTo>
                  <a:pt x="1474" y="262"/>
                </a:lnTo>
                <a:lnTo>
                  <a:pt x="1615" y="343"/>
                </a:lnTo>
                <a:lnTo>
                  <a:pt x="1736" y="424"/>
                </a:lnTo>
                <a:lnTo>
                  <a:pt x="1837" y="505"/>
                </a:lnTo>
                <a:lnTo>
                  <a:pt x="1998" y="686"/>
                </a:lnTo>
                <a:lnTo>
                  <a:pt x="2140" y="888"/>
                </a:lnTo>
                <a:lnTo>
                  <a:pt x="2240" y="1130"/>
                </a:lnTo>
                <a:lnTo>
                  <a:pt x="2321" y="1372"/>
                </a:lnTo>
                <a:lnTo>
                  <a:pt x="2341" y="1635"/>
                </a:lnTo>
                <a:lnTo>
                  <a:pt x="2341" y="1897"/>
                </a:lnTo>
                <a:lnTo>
                  <a:pt x="2321" y="2018"/>
                </a:lnTo>
                <a:lnTo>
                  <a:pt x="2281" y="2139"/>
                </a:lnTo>
                <a:lnTo>
                  <a:pt x="2220" y="2260"/>
                </a:lnTo>
                <a:lnTo>
                  <a:pt x="2160" y="2381"/>
                </a:lnTo>
                <a:lnTo>
                  <a:pt x="2099" y="2442"/>
                </a:lnTo>
                <a:lnTo>
                  <a:pt x="2039" y="2543"/>
                </a:lnTo>
                <a:lnTo>
                  <a:pt x="1938" y="2603"/>
                </a:lnTo>
                <a:lnTo>
                  <a:pt x="1837" y="2664"/>
                </a:lnTo>
                <a:lnTo>
                  <a:pt x="1716" y="2684"/>
                </a:lnTo>
                <a:lnTo>
                  <a:pt x="1575" y="2684"/>
                </a:lnTo>
                <a:lnTo>
                  <a:pt x="1433" y="2623"/>
                </a:lnTo>
                <a:lnTo>
                  <a:pt x="1292" y="2563"/>
                </a:lnTo>
                <a:lnTo>
                  <a:pt x="1110" y="2422"/>
                </a:lnTo>
                <a:lnTo>
                  <a:pt x="929" y="2220"/>
                </a:lnTo>
                <a:lnTo>
                  <a:pt x="727" y="1978"/>
                </a:lnTo>
                <a:lnTo>
                  <a:pt x="525" y="1715"/>
                </a:lnTo>
                <a:lnTo>
                  <a:pt x="344" y="1433"/>
                </a:lnTo>
                <a:lnTo>
                  <a:pt x="202" y="1150"/>
                </a:lnTo>
                <a:lnTo>
                  <a:pt x="101" y="888"/>
                </a:lnTo>
                <a:lnTo>
                  <a:pt x="81" y="787"/>
                </a:lnTo>
                <a:lnTo>
                  <a:pt x="81" y="686"/>
                </a:lnTo>
                <a:lnTo>
                  <a:pt x="101" y="484"/>
                </a:lnTo>
                <a:lnTo>
                  <a:pt x="122" y="404"/>
                </a:lnTo>
                <a:lnTo>
                  <a:pt x="162" y="343"/>
                </a:lnTo>
                <a:lnTo>
                  <a:pt x="222" y="283"/>
                </a:lnTo>
                <a:lnTo>
                  <a:pt x="283" y="222"/>
                </a:lnTo>
                <a:lnTo>
                  <a:pt x="344" y="182"/>
                </a:lnTo>
                <a:lnTo>
                  <a:pt x="424" y="141"/>
                </a:lnTo>
                <a:lnTo>
                  <a:pt x="566" y="101"/>
                </a:lnTo>
                <a:lnTo>
                  <a:pt x="747" y="81"/>
                </a:lnTo>
                <a:close/>
                <a:moveTo>
                  <a:pt x="767" y="0"/>
                </a:moveTo>
                <a:lnTo>
                  <a:pt x="566" y="20"/>
                </a:lnTo>
                <a:lnTo>
                  <a:pt x="384" y="61"/>
                </a:lnTo>
                <a:lnTo>
                  <a:pt x="303" y="101"/>
                </a:lnTo>
                <a:lnTo>
                  <a:pt x="222" y="161"/>
                </a:lnTo>
                <a:lnTo>
                  <a:pt x="162" y="222"/>
                </a:lnTo>
                <a:lnTo>
                  <a:pt x="101" y="303"/>
                </a:lnTo>
                <a:lnTo>
                  <a:pt x="61" y="383"/>
                </a:lnTo>
                <a:lnTo>
                  <a:pt x="21" y="464"/>
                </a:lnTo>
                <a:lnTo>
                  <a:pt x="1" y="565"/>
                </a:lnTo>
                <a:lnTo>
                  <a:pt x="1" y="666"/>
                </a:lnTo>
                <a:lnTo>
                  <a:pt x="1" y="787"/>
                </a:lnTo>
                <a:lnTo>
                  <a:pt x="21" y="908"/>
                </a:lnTo>
                <a:lnTo>
                  <a:pt x="61" y="1029"/>
                </a:lnTo>
                <a:lnTo>
                  <a:pt x="122" y="1170"/>
                </a:lnTo>
                <a:lnTo>
                  <a:pt x="263" y="1453"/>
                </a:lnTo>
                <a:lnTo>
                  <a:pt x="444" y="1756"/>
                </a:lnTo>
                <a:lnTo>
                  <a:pt x="646" y="2018"/>
                </a:lnTo>
                <a:lnTo>
                  <a:pt x="868" y="2280"/>
                </a:lnTo>
                <a:lnTo>
                  <a:pt x="1070" y="2482"/>
                </a:lnTo>
                <a:lnTo>
                  <a:pt x="1231" y="2623"/>
                </a:lnTo>
                <a:lnTo>
                  <a:pt x="1353" y="2684"/>
                </a:lnTo>
                <a:lnTo>
                  <a:pt x="1453" y="2724"/>
                </a:lnTo>
                <a:lnTo>
                  <a:pt x="1575" y="2765"/>
                </a:lnTo>
                <a:lnTo>
                  <a:pt x="1776" y="2765"/>
                </a:lnTo>
                <a:lnTo>
                  <a:pt x="1857" y="2744"/>
                </a:lnTo>
                <a:lnTo>
                  <a:pt x="1958" y="2684"/>
                </a:lnTo>
                <a:lnTo>
                  <a:pt x="2059" y="2623"/>
                </a:lnTo>
                <a:lnTo>
                  <a:pt x="2160" y="2523"/>
                </a:lnTo>
                <a:lnTo>
                  <a:pt x="2240" y="2422"/>
                </a:lnTo>
                <a:lnTo>
                  <a:pt x="2301" y="2301"/>
                </a:lnTo>
                <a:lnTo>
                  <a:pt x="2362" y="2159"/>
                </a:lnTo>
                <a:lnTo>
                  <a:pt x="2402" y="2038"/>
                </a:lnTo>
                <a:lnTo>
                  <a:pt x="2422" y="1897"/>
                </a:lnTo>
                <a:lnTo>
                  <a:pt x="2422" y="1776"/>
                </a:lnTo>
                <a:lnTo>
                  <a:pt x="2422" y="1635"/>
                </a:lnTo>
                <a:lnTo>
                  <a:pt x="2402" y="1372"/>
                </a:lnTo>
                <a:lnTo>
                  <a:pt x="2321" y="1110"/>
                </a:lnTo>
                <a:lnTo>
                  <a:pt x="2200" y="868"/>
                </a:lnTo>
                <a:lnTo>
                  <a:pt x="2059" y="626"/>
                </a:lnTo>
                <a:lnTo>
                  <a:pt x="1877" y="444"/>
                </a:lnTo>
                <a:lnTo>
                  <a:pt x="1736" y="323"/>
                </a:lnTo>
                <a:lnTo>
                  <a:pt x="1575" y="222"/>
                </a:lnTo>
                <a:lnTo>
                  <a:pt x="1393" y="141"/>
                </a:lnTo>
                <a:lnTo>
                  <a:pt x="1171" y="61"/>
                </a:lnTo>
                <a:lnTo>
                  <a:pt x="969" y="20"/>
                </a:lnTo>
                <a:lnTo>
                  <a:pt x="76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16"/>
          <p:cNvSpPr/>
          <p:nvPr/>
        </p:nvSpPr>
        <p:spPr>
          <a:xfrm flipH="1">
            <a:off x="6569954" y="-15594"/>
            <a:ext cx="1642730" cy="740159"/>
          </a:xfrm>
          <a:custGeom>
            <a:rect b="b" l="l" r="r" t="t"/>
            <a:pathLst>
              <a:path extrusionOk="0" h="13239" w="29383">
                <a:moveTo>
                  <a:pt x="28272" y="81"/>
                </a:moveTo>
                <a:lnTo>
                  <a:pt x="28474" y="102"/>
                </a:lnTo>
                <a:lnTo>
                  <a:pt x="28696" y="142"/>
                </a:lnTo>
                <a:lnTo>
                  <a:pt x="28898" y="202"/>
                </a:lnTo>
                <a:lnTo>
                  <a:pt x="29019" y="243"/>
                </a:lnTo>
                <a:lnTo>
                  <a:pt x="29140" y="303"/>
                </a:lnTo>
                <a:lnTo>
                  <a:pt x="29201" y="364"/>
                </a:lnTo>
                <a:lnTo>
                  <a:pt x="29261" y="404"/>
                </a:lnTo>
                <a:lnTo>
                  <a:pt x="29281" y="465"/>
                </a:lnTo>
                <a:lnTo>
                  <a:pt x="29302" y="545"/>
                </a:lnTo>
                <a:lnTo>
                  <a:pt x="29302" y="626"/>
                </a:lnTo>
                <a:lnTo>
                  <a:pt x="29281" y="707"/>
                </a:lnTo>
                <a:lnTo>
                  <a:pt x="29201" y="848"/>
                </a:lnTo>
                <a:lnTo>
                  <a:pt x="29059" y="1070"/>
                </a:lnTo>
                <a:lnTo>
                  <a:pt x="28918" y="1272"/>
                </a:lnTo>
                <a:lnTo>
                  <a:pt x="28595" y="1676"/>
                </a:lnTo>
                <a:lnTo>
                  <a:pt x="28232" y="2079"/>
                </a:lnTo>
                <a:lnTo>
                  <a:pt x="27889" y="2442"/>
                </a:lnTo>
                <a:lnTo>
                  <a:pt x="27566" y="2785"/>
                </a:lnTo>
                <a:lnTo>
                  <a:pt x="27263" y="3129"/>
                </a:lnTo>
                <a:lnTo>
                  <a:pt x="26961" y="3492"/>
                </a:lnTo>
                <a:lnTo>
                  <a:pt x="26698" y="3855"/>
                </a:lnTo>
                <a:lnTo>
                  <a:pt x="26476" y="4198"/>
                </a:lnTo>
                <a:lnTo>
                  <a:pt x="26295" y="4521"/>
                </a:lnTo>
                <a:lnTo>
                  <a:pt x="26133" y="4884"/>
                </a:lnTo>
                <a:lnTo>
                  <a:pt x="25972" y="5247"/>
                </a:lnTo>
                <a:lnTo>
                  <a:pt x="25689" y="5974"/>
                </a:lnTo>
                <a:lnTo>
                  <a:pt x="25447" y="6721"/>
                </a:lnTo>
                <a:lnTo>
                  <a:pt x="25124" y="7649"/>
                </a:lnTo>
                <a:lnTo>
                  <a:pt x="24943" y="8113"/>
                </a:lnTo>
                <a:lnTo>
                  <a:pt x="24741" y="8557"/>
                </a:lnTo>
                <a:lnTo>
                  <a:pt x="24539" y="8981"/>
                </a:lnTo>
                <a:lnTo>
                  <a:pt x="24297" y="9405"/>
                </a:lnTo>
                <a:lnTo>
                  <a:pt x="24014" y="9788"/>
                </a:lnTo>
                <a:lnTo>
                  <a:pt x="23853" y="9990"/>
                </a:lnTo>
                <a:lnTo>
                  <a:pt x="23692" y="10171"/>
                </a:lnTo>
                <a:lnTo>
                  <a:pt x="23409" y="10414"/>
                </a:lnTo>
                <a:lnTo>
                  <a:pt x="23106" y="10676"/>
                </a:lnTo>
                <a:lnTo>
                  <a:pt x="22784" y="10898"/>
                </a:lnTo>
                <a:lnTo>
                  <a:pt x="22420" y="11100"/>
                </a:lnTo>
                <a:lnTo>
                  <a:pt x="22017" y="11301"/>
                </a:lnTo>
                <a:lnTo>
                  <a:pt x="21593" y="11483"/>
                </a:lnTo>
                <a:lnTo>
                  <a:pt x="21129" y="11645"/>
                </a:lnTo>
                <a:lnTo>
                  <a:pt x="20644" y="11786"/>
                </a:lnTo>
                <a:lnTo>
                  <a:pt x="19958" y="11947"/>
                </a:lnTo>
                <a:lnTo>
                  <a:pt x="19272" y="12088"/>
                </a:lnTo>
                <a:lnTo>
                  <a:pt x="18566" y="12210"/>
                </a:lnTo>
                <a:lnTo>
                  <a:pt x="17880" y="12290"/>
                </a:lnTo>
                <a:lnTo>
                  <a:pt x="17173" y="12371"/>
                </a:lnTo>
                <a:lnTo>
                  <a:pt x="16467" y="12432"/>
                </a:lnTo>
                <a:lnTo>
                  <a:pt x="15075" y="12532"/>
                </a:lnTo>
                <a:lnTo>
                  <a:pt x="14106" y="12593"/>
                </a:lnTo>
                <a:lnTo>
                  <a:pt x="12774" y="12694"/>
                </a:lnTo>
                <a:lnTo>
                  <a:pt x="11442" y="12815"/>
                </a:lnTo>
                <a:lnTo>
                  <a:pt x="9142" y="12997"/>
                </a:lnTo>
                <a:lnTo>
                  <a:pt x="7971" y="13077"/>
                </a:lnTo>
                <a:lnTo>
                  <a:pt x="6801" y="13138"/>
                </a:lnTo>
                <a:lnTo>
                  <a:pt x="5630" y="13158"/>
                </a:lnTo>
                <a:lnTo>
                  <a:pt x="4480" y="13158"/>
                </a:lnTo>
                <a:lnTo>
                  <a:pt x="3895" y="13138"/>
                </a:lnTo>
                <a:lnTo>
                  <a:pt x="3310" y="13098"/>
                </a:lnTo>
                <a:lnTo>
                  <a:pt x="2725" y="13057"/>
                </a:lnTo>
                <a:lnTo>
                  <a:pt x="2139" y="12976"/>
                </a:lnTo>
                <a:lnTo>
                  <a:pt x="1857" y="12936"/>
                </a:lnTo>
                <a:lnTo>
                  <a:pt x="1554" y="12855"/>
                </a:lnTo>
                <a:lnTo>
                  <a:pt x="1251" y="12754"/>
                </a:lnTo>
                <a:lnTo>
                  <a:pt x="969" y="12613"/>
                </a:lnTo>
                <a:lnTo>
                  <a:pt x="707" y="12452"/>
                </a:lnTo>
                <a:lnTo>
                  <a:pt x="485" y="12270"/>
                </a:lnTo>
                <a:lnTo>
                  <a:pt x="384" y="12169"/>
                </a:lnTo>
                <a:lnTo>
                  <a:pt x="303" y="12048"/>
                </a:lnTo>
                <a:lnTo>
                  <a:pt x="222" y="11947"/>
                </a:lnTo>
                <a:lnTo>
                  <a:pt x="162" y="11826"/>
                </a:lnTo>
                <a:lnTo>
                  <a:pt x="121" y="11685"/>
                </a:lnTo>
                <a:lnTo>
                  <a:pt x="81" y="11544"/>
                </a:lnTo>
                <a:lnTo>
                  <a:pt x="81" y="11382"/>
                </a:lnTo>
                <a:lnTo>
                  <a:pt x="101" y="11241"/>
                </a:lnTo>
                <a:lnTo>
                  <a:pt x="142" y="11079"/>
                </a:lnTo>
                <a:lnTo>
                  <a:pt x="202" y="10938"/>
                </a:lnTo>
                <a:lnTo>
                  <a:pt x="283" y="10777"/>
                </a:lnTo>
                <a:lnTo>
                  <a:pt x="384" y="10615"/>
                </a:lnTo>
                <a:lnTo>
                  <a:pt x="646" y="10313"/>
                </a:lnTo>
                <a:lnTo>
                  <a:pt x="929" y="10010"/>
                </a:lnTo>
                <a:lnTo>
                  <a:pt x="1272" y="9727"/>
                </a:lnTo>
                <a:lnTo>
                  <a:pt x="1635" y="9465"/>
                </a:lnTo>
                <a:lnTo>
                  <a:pt x="2038" y="9203"/>
                </a:lnTo>
                <a:lnTo>
                  <a:pt x="2422" y="8940"/>
                </a:lnTo>
                <a:lnTo>
                  <a:pt x="3229" y="8476"/>
                </a:lnTo>
                <a:lnTo>
                  <a:pt x="4016" y="7992"/>
                </a:lnTo>
                <a:lnTo>
                  <a:pt x="5005" y="7407"/>
                </a:lnTo>
                <a:lnTo>
                  <a:pt x="6014" y="6821"/>
                </a:lnTo>
                <a:lnTo>
                  <a:pt x="7063" y="6277"/>
                </a:lnTo>
                <a:lnTo>
                  <a:pt x="8153" y="5732"/>
                </a:lnTo>
                <a:lnTo>
                  <a:pt x="9283" y="5207"/>
                </a:lnTo>
                <a:lnTo>
                  <a:pt x="10433" y="4682"/>
                </a:lnTo>
                <a:lnTo>
                  <a:pt x="11644" y="4198"/>
                </a:lnTo>
                <a:lnTo>
                  <a:pt x="12895" y="3714"/>
                </a:lnTo>
                <a:lnTo>
                  <a:pt x="14146" y="3250"/>
                </a:lnTo>
                <a:lnTo>
                  <a:pt x="15438" y="2826"/>
                </a:lnTo>
                <a:lnTo>
                  <a:pt x="16790" y="2382"/>
                </a:lnTo>
                <a:lnTo>
                  <a:pt x="18182" y="1958"/>
                </a:lnTo>
                <a:lnTo>
                  <a:pt x="19151" y="1676"/>
                </a:lnTo>
                <a:lnTo>
                  <a:pt x="20180" y="1393"/>
                </a:lnTo>
                <a:lnTo>
                  <a:pt x="21250" y="1111"/>
                </a:lnTo>
                <a:lnTo>
                  <a:pt x="22380" y="848"/>
                </a:lnTo>
                <a:lnTo>
                  <a:pt x="23550" y="606"/>
                </a:lnTo>
                <a:lnTo>
                  <a:pt x="24761" y="404"/>
                </a:lnTo>
                <a:lnTo>
                  <a:pt x="25972" y="223"/>
                </a:lnTo>
                <a:lnTo>
                  <a:pt x="26598" y="162"/>
                </a:lnTo>
                <a:lnTo>
                  <a:pt x="27223" y="102"/>
                </a:lnTo>
                <a:lnTo>
                  <a:pt x="27647" y="81"/>
                </a:lnTo>
                <a:close/>
                <a:moveTo>
                  <a:pt x="27647" y="1"/>
                </a:moveTo>
                <a:lnTo>
                  <a:pt x="27223" y="21"/>
                </a:lnTo>
                <a:lnTo>
                  <a:pt x="26598" y="81"/>
                </a:lnTo>
                <a:lnTo>
                  <a:pt x="25972" y="142"/>
                </a:lnTo>
                <a:lnTo>
                  <a:pt x="24741" y="324"/>
                </a:lnTo>
                <a:lnTo>
                  <a:pt x="23550" y="525"/>
                </a:lnTo>
                <a:lnTo>
                  <a:pt x="22360" y="767"/>
                </a:lnTo>
                <a:lnTo>
                  <a:pt x="21230" y="1030"/>
                </a:lnTo>
                <a:lnTo>
                  <a:pt x="20160" y="1312"/>
                </a:lnTo>
                <a:lnTo>
                  <a:pt x="19131" y="1595"/>
                </a:lnTo>
                <a:lnTo>
                  <a:pt x="18162" y="1877"/>
                </a:lnTo>
                <a:lnTo>
                  <a:pt x="16750" y="2301"/>
                </a:lnTo>
                <a:lnTo>
                  <a:pt x="15418" y="2745"/>
                </a:lnTo>
                <a:lnTo>
                  <a:pt x="14106" y="3189"/>
                </a:lnTo>
                <a:lnTo>
                  <a:pt x="12855" y="3633"/>
                </a:lnTo>
                <a:lnTo>
                  <a:pt x="11604" y="4117"/>
                </a:lnTo>
                <a:lnTo>
                  <a:pt x="10413" y="4622"/>
                </a:lnTo>
                <a:lnTo>
                  <a:pt x="9243" y="5126"/>
                </a:lnTo>
                <a:lnTo>
                  <a:pt x="8113" y="5651"/>
                </a:lnTo>
                <a:lnTo>
                  <a:pt x="7023" y="6196"/>
                </a:lnTo>
                <a:lnTo>
                  <a:pt x="5974" y="6761"/>
                </a:lnTo>
                <a:lnTo>
                  <a:pt x="4965" y="7326"/>
                </a:lnTo>
                <a:lnTo>
                  <a:pt x="3976" y="7931"/>
                </a:lnTo>
                <a:lnTo>
                  <a:pt x="3189" y="8396"/>
                </a:lnTo>
                <a:lnTo>
                  <a:pt x="2381" y="8880"/>
                </a:lnTo>
                <a:lnTo>
                  <a:pt x="1978" y="9142"/>
                </a:lnTo>
                <a:lnTo>
                  <a:pt x="1594" y="9405"/>
                </a:lnTo>
                <a:lnTo>
                  <a:pt x="1211" y="9667"/>
                </a:lnTo>
                <a:lnTo>
                  <a:pt x="888" y="9949"/>
                </a:lnTo>
                <a:lnTo>
                  <a:pt x="585" y="10252"/>
                </a:lnTo>
                <a:lnTo>
                  <a:pt x="444" y="10414"/>
                </a:lnTo>
                <a:lnTo>
                  <a:pt x="323" y="10575"/>
                </a:lnTo>
                <a:lnTo>
                  <a:pt x="202" y="10736"/>
                </a:lnTo>
                <a:lnTo>
                  <a:pt x="121" y="10898"/>
                </a:lnTo>
                <a:lnTo>
                  <a:pt x="61" y="11059"/>
                </a:lnTo>
                <a:lnTo>
                  <a:pt x="20" y="11241"/>
                </a:lnTo>
                <a:lnTo>
                  <a:pt x="0" y="11382"/>
                </a:lnTo>
                <a:lnTo>
                  <a:pt x="0" y="11544"/>
                </a:lnTo>
                <a:lnTo>
                  <a:pt x="41" y="11705"/>
                </a:lnTo>
                <a:lnTo>
                  <a:pt x="101" y="11867"/>
                </a:lnTo>
                <a:lnTo>
                  <a:pt x="202" y="12048"/>
                </a:lnTo>
                <a:lnTo>
                  <a:pt x="343" y="12230"/>
                </a:lnTo>
                <a:lnTo>
                  <a:pt x="545" y="12411"/>
                </a:lnTo>
                <a:lnTo>
                  <a:pt x="787" y="12593"/>
                </a:lnTo>
                <a:lnTo>
                  <a:pt x="1070" y="12754"/>
                </a:lnTo>
                <a:lnTo>
                  <a:pt x="1393" y="12896"/>
                </a:lnTo>
                <a:lnTo>
                  <a:pt x="1736" y="12997"/>
                </a:lnTo>
                <a:lnTo>
                  <a:pt x="2139" y="13057"/>
                </a:lnTo>
                <a:lnTo>
                  <a:pt x="2947" y="13158"/>
                </a:lnTo>
                <a:lnTo>
                  <a:pt x="3754" y="13198"/>
                </a:lnTo>
                <a:lnTo>
                  <a:pt x="4561" y="13239"/>
                </a:lnTo>
                <a:lnTo>
                  <a:pt x="6135" y="13239"/>
                </a:lnTo>
                <a:lnTo>
                  <a:pt x="6902" y="13219"/>
                </a:lnTo>
                <a:lnTo>
                  <a:pt x="8435" y="13138"/>
                </a:lnTo>
                <a:lnTo>
                  <a:pt x="9949" y="13017"/>
                </a:lnTo>
                <a:lnTo>
                  <a:pt x="11442" y="12896"/>
                </a:lnTo>
                <a:lnTo>
                  <a:pt x="12774" y="12775"/>
                </a:lnTo>
                <a:lnTo>
                  <a:pt x="14106" y="12674"/>
                </a:lnTo>
                <a:lnTo>
                  <a:pt x="15075" y="12613"/>
                </a:lnTo>
                <a:lnTo>
                  <a:pt x="16467" y="12512"/>
                </a:lnTo>
                <a:lnTo>
                  <a:pt x="17173" y="12452"/>
                </a:lnTo>
                <a:lnTo>
                  <a:pt x="17880" y="12371"/>
                </a:lnTo>
                <a:lnTo>
                  <a:pt x="18586" y="12290"/>
                </a:lnTo>
                <a:lnTo>
                  <a:pt x="19272" y="12169"/>
                </a:lnTo>
                <a:lnTo>
                  <a:pt x="19978" y="12028"/>
                </a:lnTo>
                <a:lnTo>
                  <a:pt x="20665" y="11867"/>
                </a:lnTo>
                <a:lnTo>
                  <a:pt x="21149" y="11705"/>
                </a:lnTo>
                <a:lnTo>
                  <a:pt x="21613" y="11544"/>
                </a:lnTo>
                <a:lnTo>
                  <a:pt x="22057" y="11362"/>
                </a:lnTo>
                <a:lnTo>
                  <a:pt x="22461" y="11180"/>
                </a:lnTo>
                <a:lnTo>
                  <a:pt x="22824" y="10958"/>
                </a:lnTo>
                <a:lnTo>
                  <a:pt x="23167" y="10736"/>
                </a:lnTo>
                <a:lnTo>
                  <a:pt x="23470" y="10474"/>
                </a:lnTo>
                <a:lnTo>
                  <a:pt x="23752" y="10212"/>
                </a:lnTo>
                <a:lnTo>
                  <a:pt x="23914" y="10030"/>
                </a:lnTo>
                <a:lnTo>
                  <a:pt x="24075" y="9849"/>
                </a:lnTo>
                <a:lnTo>
                  <a:pt x="24358" y="9445"/>
                </a:lnTo>
                <a:lnTo>
                  <a:pt x="24600" y="9021"/>
                </a:lnTo>
                <a:lnTo>
                  <a:pt x="24822" y="8597"/>
                </a:lnTo>
                <a:lnTo>
                  <a:pt x="25023" y="8133"/>
                </a:lnTo>
                <a:lnTo>
                  <a:pt x="25185" y="7669"/>
                </a:lnTo>
                <a:lnTo>
                  <a:pt x="25508" y="6741"/>
                </a:lnTo>
                <a:lnTo>
                  <a:pt x="25770" y="6014"/>
                </a:lnTo>
                <a:lnTo>
                  <a:pt x="26053" y="5268"/>
                </a:lnTo>
                <a:lnTo>
                  <a:pt x="26194" y="4925"/>
                </a:lnTo>
                <a:lnTo>
                  <a:pt x="26376" y="4561"/>
                </a:lnTo>
                <a:lnTo>
                  <a:pt x="26557" y="4238"/>
                </a:lnTo>
                <a:lnTo>
                  <a:pt x="26759" y="3895"/>
                </a:lnTo>
                <a:lnTo>
                  <a:pt x="27021" y="3532"/>
                </a:lnTo>
                <a:lnTo>
                  <a:pt x="27324" y="3169"/>
                </a:lnTo>
                <a:lnTo>
                  <a:pt x="27627" y="2826"/>
                </a:lnTo>
                <a:lnTo>
                  <a:pt x="27950" y="2503"/>
                </a:lnTo>
                <a:lnTo>
                  <a:pt x="28293" y="2120"/>
                </a:lnTo>
                <a:lnTo>
                  <a:pt x="28656" y="1736"/>
                </a:lnTo>
                <a:lnTo>
                  <a:pt x="28979" y="1333"/>
                </a:lnTo>
                <a:lnTo>
                  <a:pt x="29120" y="1111"/>
                </a:lnTo>
                <a:lnTo>
                  <a:pt x="29261" y="889"/>
                </a:lnTo>
                <a:lnTo>
                  <a:pt x="29362" y="727"/>
                </a:lnTo>
                <a:lnTo>
                  <a:pt x="29382" y="626"/>
                </a:lnTo>
                <a:lnTo>
                  <a:pt x="29382" y="545"/>
                </a:lnTo>
                <a:lnTo>
                  <a:pt x="29362" y="445"/>
                </a:lnTo>
                <a:lnTo>
                  <a:pt x="29322" y="364"/>
                </a:lnTo>
                <a:lnTo>
                  <a:pt x="29261" y="303"/>
                </a:lnTo>
                <a:lnTo>
                  <a:pt x="29201" y="243"/>
                </a:lnTo>
                <a:lnTo>
                  <a:pt x="29059" y="162"/>
                </a:lnTo>
                <a:lnTo>
                  <a:pt x="28918" y="122"/>
                </a:lnTo>
                <a:lnTo>
                  <a:pt x="28716" y="61"/>
                </a:lnTo>
                <a:lnTo>
                  <a:pt x="28494" y="21"/>
                </a:lnTo>
                <a:lnTo>
                  <a:pt x="282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16"/>
          <p:cNvSpPr/>
          <p:nvPr/>
        </p:nvSpPr>
        <p:spPr>
          <a:xfrm flipH="1">
            <a:off x="1698886" y="-233956"/>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16"/>
          <p:cNvSpPr/>
          <p:nvPr/>
        </p:nvSpPr>
        <p:spPr>
          <a:xfrm flipH="1">
            <a:off x="2934340" y="940525"/>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16"/>
          <p:cNvSpPr/>
          <p:nvPr/>
        </p:nvSpPr>
        <p:spPr>
          <a:xfrm flipH="1">
            <a:off x="3150469" y="3941603"/>
            <a:ext cx="1058329" cy="998564"/>
          </a:xfrm>
          <a:custGeom>
            <a:rect b="b" l="l" r="r" t="t"/>
            <a:pathLst>
              <a:path extrusionOk="0" h="17861" w="18930">
                <a:moveTo>
                  <a:pt x="3431" y="81"/>
                </a:moveTo>
                <a:lnTo>
                  <a:pt x="4117" y="102"/>
                </a:lnTo>
                <a:lnTo>
                  <a:pt x="4824" y="162"/>
                </a:lnTo>
                <a:lnTo>
                  <a:pt x="5510" y="263"/>
                </a:lnTo>
                <a:lnTo>
                  <a:pt x="6216" y="404"/>
                </a:lnTo>
                <a:lnTo>
                  <a:pt x="6882" y="566"/>
                </a:lnTo>
                <a:lnTo>
                  <a:pt x="7568" y="768"/>
                </a:lnTo>
                <a:lnTo>
                  <a:pt x="8234" y="1010"/>
                </a:lnTo>
                <a:lnTo>
                  <a:pt x="8880" y="1272"/>
                </a:lnTo>
                <a:lnTo>
                  <a:pt x="9505" y="1575"/>
                </a:lnTo>
                <a:lnTo>
                  <a:pt x="10131" y="1918"/>
                </a:lnTo>
                <a:lnTo>
                  <a:pt x="10736" y="2281"/>
                </a:lnTo>
                <a:lnTo>
                  <a:pt x="11301" y="2664"/>
                </a:lnTo>
                <a:lnTo>
                  <a:pt x="11866" y="3088"/>
                </a:lnTo>
                <a:lnTo>
                  <a:pt x="12391" y="3552"/>
                </a:lnTo>
                <a:lnTo>
                  <a:pt x="12896" y="4017"/>
                </a:lnTo>
                <a:lnTo>
                  <a:pt x="13380" y="4521"/>
                </a:lnTo>
                <a:lnTo>
                  <a:pt x="13824" y="5026"/>
                </a:lnTo>
                <a:lnTo>
                  <a:pt x="14248" y="5570"/>
                </a:lnTo>
                <a:lnTo>
                  <a:pt x="14651" y="6115"/>
                </a:lnTo>
                <a:lnTo>
                  <a:pt x="15035" y="6680"/>
                </a:lnTo>
                <a:lnTo>
                  <a:pt x="15418" y="7245"/>
                </a:lnTo>
                <a:lnTo>
                  <a:pt x="15761" y="7831"/>
                </a:lnTo>
                <a:lnTo>
                  <a:pt x="16084" y="8416"/>
                </a:lnTo>
                <a:lnTo>
                  <a:pt x="16387" y="9021"/>
                </a:lnTo>
                <a:lnTo>
                  <a:pt x="16689" y="9627"/>
                </a:lnTo>
                <a:lnTo>
                  <a:pt x="16972" y="10232"/>
                </a:lnTo>
                <a:lnTo>
                  <a:pt x="17497" y="11423"/>
                </a:lnTo>
                <a:lnTo>
                  <a:pt x="17981" y="12593"/>
                </a:lnTo>
                <a:lnTo>
                  <a:pt x="18183" y="13158"/>
                </a:lnTo>
                <a:lnTo>
                  <a:pt x="18385" y="13723"/>
                </a:lnTo>
                <a:lnTo>
                  <a:pt x="18566" y="14288"/>
                </a:lnTo>
                <a:lnTo>
                  <a:pt x="18707" y="14853"/>
                </a:lnTo>
                <a:lnTo>
                  <a:pt x="18768" y="15136"/>
                </a:lnTo>
                <a:lnTo>
                  <a:pt x="18808" y="15438"/>
                </a:lnTo>
                <a:lnTo>
                  <a:pt x="18829" y="15721"/>
                </a:lnTo>
                <a:lnTo>
                  <a:pt x="18849" y="16003"/>
                </a:lnTo>
                <a:lnTo>
                  <a:pt x="18849" y="16286"/>
                </a:lnTo>
                <a:lnTo>
                  <a:pt x="18829" y="16589"/>
                </a:lnTo>
                <a:lnTo>
                  <a:pt x="18788" y="16871"/>
                </a:lnTo>
                <a:lnTo>
                  <a:pt x="18728" y="17154"/>
                </a:lnTo>
                <a:lnTo>
                  <a:pt x="18687" y="17295"/>
                </a:lnTo>
                <a:lnTo>
                  <a:pt x="18647" y="17416"/>
                </a:lnTo>
                <a:lnTo>
                  <a:pt x="18586" y="17537"/>
                </a:lnTo>
                <a:lnTo>
                  <a:pt x="18486" y="17658"/>
                </a:lnTo>
                <a:lnTo>
                  <a:pt x="18405" y="17699"/>
                </a:lnTo>
                <a:lnTo>
                  <a:pt x="18324" y="17739"/>
                </a:lnTo>
                <a:lnTo>
                  <a:pt x="18243" y="17759"/>
                </a:lnTo>
                <a:lnTo>
                  <a:pt x="18163" y="17779"/>
                </a:lnTo>
                <a:lnTo>
                  <a:pt x="17981" y="17759"/>
                </a:lnTo>
                <a:lnTo>
                  <a:pt x="17799" y="17699"/>
                </a:lnTo>
                <a:lnTo>
                  <a:pt x="17638" y="17618"/>
                </a:lnTo>
                <a:lnTo>
                  <a:pt x="17477" y="17517"/>
                </a:lnTo>
                <a:lnTo>
                  <a:pt x="17234" y="17315"/>
                </a:lnTo>
                <a:lnTo>
                  <a:pt x="16346" y="16548"/>
                </a:lnTo>
                <a:lnTo>
                  <a:pt x="15418" y="15701"/>
                </a:lnTo>
                <a:lnTo>
                  <a:pt x="14429" y="14793"/>
                </a:lnTo>
                <a:lnTo>
                  <a:pt x="13319" y="13743"/>
                </a:lnTo>
                <a:lnTo>
                  <a:pt x="11140" y="11645"/>
                </a:lnTo>
                <a:lnTo>
                  <a:pt x="8860" y="9465"/>
                </a:lnTo>
                <a:lnTo>
                  <a:pt x="7709" y="8375"/>
                </a:lnTo>
                <a:lnTo>
                  <a:pt x="6539" y="7306"/>
                </a:lnTo>
                <a:lnTo>
                  <a:pt x="5611" y="6478"/>
                </a:lnTo>
                <a:lnTo>
                  <a:pt x="4703" y="5691"/>
                </a:lnTo>
                <a:lnTo>
                  <a:pt x="3835" y="4965"/>
                </a:lnTo>
                <a:lnTo>
                  <a:pt x="3007" y="4279"/>
                </a:lnTo>
                <a:lnTo>
                  <a:pt x="2644" y="4017"/>
                </a:lnTo>
                <a:lnTo>
                  <a:pt x="2220" y="3734"/>
                </a:lnTo>
                <a:lnTo>
                  <a:pt x="1575" y="3290"/>
                </a:lnTo>
                <a:lnTo>
                  <a:pt x="1252" y="3048"/>
                </a:lnTo>
                <a:lnTo>
                  <a:pt x="929" y="2806"/>
                </a:lnTo>
                <a:lnTo>
                  <a:pt x="667" y="2564"/>
                </a:lnTo>
                <a:lnTo>
                  <a:pt x="424" y="2301"/>
                </a:lnTo>
                <a:lnTo>
                  <a:pt x="323" y="2160"/>
                </a:lnTo>
                <a:lnTo>
                  <a:pt x="243" y="2019"/>
                </a:lnTo>
                <a:lnTo>
                  <a:pt x="182" y="1898"/>
                </a:lnTo>
                <a:lnTo>
                  <a:pt x="122" y="1756"/>
                </a:lnTo>
                <a:lnTo>
                  <a:pt x="81" y="1575"/>
                </a:lnTo>
                <a:lnTo>
                  <a:pt x="102" y="1413"/>
                </a:lnTo>
                <a:lnTo>
                  <a:pt x="122" y="1232"/>
                </a:lnTo>
                <a:lnTo>
                  <a:pt x="202" y="1070"/>
                </a:lnTo>
                <a:lnTo>
                  <a:pt x="283" y="909"/>
                </a:lnTo>
                <a:lnTo>
                  <a:pt x="384" y="768"/>
                </a:lnTo>
                <a:lnTo>
                  <a:pt x="505" y="646"/>
                </a:lnTo>
                <a:lnTo>
                  <a:pt x="646" y="546"/>
                </a:lnTo>
                <a:lnTo>
                  <a:pt x="808" y="445"/>
                </a:lnTo>
                <a:lnTo>
                  <a:pt x="969" y="384"/>
                </a:lnTo>
                <a:lnTo>
                  <a:pt x="1131" y="324"/>
                </a:lnTo>
                <a:lnTo>
                  <a:pt x="1312" y="263"/>
                </a:lnTo>
                <a:lnTo>
                  <a:pt x="1655" y="202"/>
                </a:lnTo>
                <a:lnTo>
                  <a:pt x="2019" y="142"/>
                </a:lnTo>
                <a:lnTo>
                  <a:pt x="2725" y="102"/>
                </a:lnTo>
                <a:lnTo>
                  <a:pt x="3431" y="81"/>
                </a:lnTo>
                <a:close/>
                <a:moveTo>
                  <a:pt x="3431" y="1"/>
                </a:moveTo>
                <a:lnTo>
                  <a:pt x="2725" y="21"/>
                </a:lnTo>
                <a:lnTo>
                  <a:pt x="2019" y="61"/>
                </a:lnTo>
                <a:lnTo>
                  <a:pt x="1655" y="122"/>
                </a:lnTo>
                <a:lnTo>
                  <a:pt x="1272" y="182"/>
                </a:lnTo>
                <a:lnTo>
                  <a:pt x="1111" y="243"/>
                </a:lnTo>
                <a:lnTo>
                  <a:pt x="929" y="303"/>
                </a:lnTo>
                <a:lnTo>
                  <a:pt x="767" y="384"/>
                </a:lnTo>
                <a:lnTo>
                  <a:pt x="606" y="485"/>
                </a:lnTo>
                <a:lnTo>
                  <a:pt x="465" y="586"/>
                </a:lnTo>
                <a:lnTo>
                  <a:pt x="323" y="727"/>
                </a:lnTo>
                <a:lnTo>
                  <a:pt x="223" y="868"/>
                </a:lnTo>
                <a:lnTo>
                  <a:pt x="122" y="1050"/>
                </a:lnTo>
                <a:lnTo>
                  <a:pt x="41" y="1211"/>
                </a:lnTo>
                <a:lnTo>
                  <a:pt x="21" y="1393"/>
                </a:lnTo>
                <a:lnTo>
                  <a:pt x="1" y="1595"/>
                </a:lnTo>
                <a:lnTo>
                  <a:pt x="41" y="1777"/>
                </a:lnTo>
                <a:lnTo>
                  <a:pt x="102" y="1918"/>
                </a:lnTo>
                <a:lnTo>
                  <a:pt x="162" y="2059"/>
                </a:lnTo>
                <a:lnTo>
                  <a:pt x="263" y="2200"/>
                </a:lnTo>
                <a:lnTo>
                  <a:pt x="364" y="2342"/>
                </a:lnTo>
                <a:lnTo>
                  <a:pt x="586" y="2604"/>
                </a:lnTo>
                <a:lnTo>
                  <a:pt x="868" y="2866"/>
                </a:lnTo>
                <a:lnTo>
                  <a:pt x="1191" y="3108"/>
                </a:lnTo>
                <a:lnTo>
                  <a:pt x="1514" y="3351"/>
                </a:lnTo>
                <a:lnTo>
                  <a:pt x="2180" y="3795"/>
                </a:lnTo>
                <a:lnTo>
                  <a:pt x="2604" y="4077"/>
                </a:lnTo>
                <a:lnTo>
                  <a:pt x="2947" y="4339"/>
                </a:lnTo>
                <a:lnTo>
                  <a:pt x="3794" y="5026"/>
                </a:lnTo>
                <a:lnTo>
                  <a:pt x="4662" y="5752"/>
                </a:lnTo>
                <a:lnTo>
                  <a:pt x="5550" y="6539"/>
                </a:lnTo>
                <a:lnTo>
                  <a:pt x="6499" y="7366"/>
                </a:lnTo>
                <a:lnTo>
                  <a:pt x="7649" y="8436"/>
                </a:lnTo>
                <a:lnTo>
                  <a:pt x="8799" y="9526"/>
                </a:lnTo>
                <a:lnTo>
                  <a:pt x="11079" y="11705"/>
                </a:lnTo>
                <a:lnTo>
                  <a:pt x="13279" y="13804"/>
                </a:lnTo>
                <a:lnTo>
                  <a:pt x="14369" y="14853"/>
                </a:lnTo>
                <a:lnTo>
                  <a:pt x="15358" y="15761"/>
                </a:lnTo>
                <a:lnTo>
                  <a:pt x="16286" y="16609"/>
                </a:lnTo>
                <a:lnTo>
                  <a:pt x="17174" y="17376"/>
                </a:lnTo>
                <a:lnTo>
                  <a:pt x="17355" y="17537"/>
                </a:lnTo>
                <a:lnTo>
                  <a:pt x="17598" y="17678"/>
                </a:lnTo>
                <a:lnTo>
                  <a:pt x="17719" y="17739"/>
                </a:lnTo>
                <a:lnTo>
                  <a:pt x="17860" y="17800"/>
                </a:lnTo>
                <a:lnTo>
                  <a:pt x="18001" y="17840"/>
                </a:lnTo>
                <a:lnTo>
                  <a:pt x="18142" y="17860"/>
                </a:lnTo>
                <a:lnTo>
                  <a:pt x="18243" y="17840"/>
                </a:lnTo>
                <a:lnTo>
                  <a:pt x="18344" y="17820"/>
                </a:lnTo>
                <a:lnTo>
                  <a:pt x="18445" y="17779"/>
                </a:lnTo>
                <a:lnTo>
                  <a:pt x="18526" y="17719"/>
                </a:lnTo>
                <a:lnTo>
                  <a:pt x="18647" y="17598"/>
                </a:lnTo>
                <a:lnTo>
                  <a:pt x="18707" y="17456"/>
                </a:lnTo>
                <a:lnTo>
                  <a:pt x="18768" y="17315"/>
                </a:lnTo>
                <a:lnTo>
                  <a:pt x="18808" y="17174"/>
                </a:lnTo>
                <a:lnTo>
                  <a:pt x="18869" y="16891"/>
                </a:lnTo>
                <a:lnTo>
                  <a:pt x="18909" y="16589"/>
                </a:lnTo>
                <a:lnTo>
                  <a:pt x="18929" y="16306"/>
                </a:lnTo>
                <a:lnTo>
                  <a:pt x="18929" y="16003"/>
                </a:lnTo>
                <a:lnTo>
                  <a:pt x="18909" y="15721"/>
                </a:lnTo>
                <a:lnTo>
                  <a:pt x="18889" y="15418"/>
                </a:lnTo>
                <a:lnTo>
                  <a:pt x="18849" y="15136"/>
                </a:lnTo>
                <a:lnTo>
                  <a:pt x="18788" y="14853"/>
                </a:lnTo>
                <a:lnTo>
                  <a:pt x="18647" y="14268"/>
                </a:lnTo>
                <a:lnTo>
                  <a:pt x="18465" y="13703"/>
                </a:lnTo>
                <a:lnTo>
                  <a:pt x="18264" y="13138"/>
                </a:lnTo>
                <a:lnTo>
                  <a:pt x="18042" y="12573"/>
                </a:lnTo>
                <a:lnTo>
                  <a:pt x="17577" y="11382"/>
                </a:lnTo>
                <a:lnTo>
                  <a:pt x="17053" y="10192"/>
                </a:lnTo>
                <a:lnTo>
                  <a:pt x="16770" y="9586"/>
                </a:lnTo>
                <a:lnTo>
                  <a:pt x="16468" y="8981"/>
                </a:lnTo>
                <a:lnTo>
                  <a:pt x="16145" y="8375"/>
                </a:lnTo>
                <a:lnTo>
                  <a:pt x="15822" y="7790"/>
                </a:lnTo>
                <a:lnTo>
                  <a:pt x="15479" y="7205"/>
                </a:lnTo>
                <a:lnTo>
                  <a:pt x="15115" y="6620"/>
                </a:lnTo>
                <a:lnTo>
                  <a:pt x="14732" y="6055"/>
                </a:lnTo>
                <a:lnTo>
                  <a:pt x="14308" y="5510"/>
                </a:lnTo>
                <a:lnTo>
                  <a:pt x="13884" y="4965"/>
                </a:lnTo>
                <a:lnTo>
                  <a:pt x="13441" y="4460"/>
                </a:lnTo>
                <a:lnTo>
                  <a:pt x="12956" y="3956"/>
                </a:lnTo>
                <a:lnTo>
                  <a:pt x="12452" y="3492"/>
                </a:lnTo>
                <a:lnTo>
                  <a:pt x="11927" y="3028"/>
                </a:lnTo>
                <a:lnTo>
                  <a:pt x="11362" y="2604"/>
                </a:lnTo>
                <a:lnTo>
                  <a:pt x="10777" y="2200"/>
                </a:lnTo>
                <a:lnTo>
                  <a:pt x="10171" y="1837"/>
                </a:lnTo>
                <a:lnTo>
                  <a:pt x="9546" y="1494"/>
                </a:lnTo>
                <a:lnTo>
                  <a:pt x="8900" y="1191"/>
                </a:lnTo>
                <a:lnTo>
                  <a:pt x="8254" y="929"/>
                </a:lnTo>
                <a:lnTo>
                  <a:pt x="7588" y="687"/>
                </a:lnTo>
                <a:lnTo>
                  <a:pt x="6902" y="485"/>
                </a:lnTo>
                <a:lnTo>
                  <a:pt x="6216" y="324"/>
                </a:lnTo>
                <a:lnTo>
                  <a:pt x="5530" y="182"/>
                </a:lnTo>
                <a:lnTo>
                  <a:pt x="4824" y="81"/>
                </a:lnTo>
                <a:lnTo>
                  <a:pt x="4138" y="21"/>
                </a:lnTo>
                <a:lnTo>
                  <a:pt x="34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16"/>
          <p:cNvSpPr/>
          <p:nvPr/>
        </p:nvSpPr>
        <p:spPr>
          <a:xfrm flipH="1">
            <a:off x="7141961" y="395094"/>
            <a:ext cx="235874" cy="188464"/>
          </a:xfrm>
          <a:custGeom>
            <a:rect b="b" l="l" r="r" t="t"/>
            <a:pathLst>
              <a:path extrusionOk="0" h="3371" w="4219">
                <a:moveTo>
                  <a:pt x="3875" y="81"/>
                </a:moveTo>
                <a:lnTo>
                  <a:pt x="3976" y="101"/>
                </a:lnTo>
                <a:lnTo>
                  <a:pt x="4057" y="182"/>
                </a:lnTo>
                <a:lnTo>
                  <a:pt x="4097" y="263"/>
                </a:lnTo>
                <a:lnTo>
                  <a:pt x="4137" y="363"/>
                </a:lnTo>
                <a:lnTo>
                  <a:pt x="4137" y="464"/>
                </a:lnTo>
                <a:lnTo>
                  <a:pt x="4137" y="585"/>
                </a:lnTo>
                <a:lnTo>
                  <a:pt x="4077" y="807"/>
                </a:lnTo>
                <a:lnTo>
                  <a:pt x="3936" y="1130"/>
                </a:lnTo>
                <a:lnTo>
                  <a:pt x="3794" y="1433"/>
                </a:lnTo>
                <a:lnTo>
                  <a:pt x="3613" y="1715"/>
                </a:lnTo>
                <a:lnTo>
                  <a:pt x="3411" y="1998"/>
                </a:lnTo>
                <a:lnTo>
                  <a:pt x="3189" y="2240"/>
                </a:lnTo>
                <a:lnTo>
                  <a:pt x="2947" y="2482"/>
                </a:lnTo>
                <a:lnTo>
                  <a:pt x="2684" y="2684"/>
                </a:lnTo>
                <a:lnTo>
                  <a:pt x="2422" y="2866"/>
                </a:lnTo>
                <a:lnTo>
                  <a:pt x="2180" y="2967"/>
                </a:lnTo>
                <a:lnTo>
                  <a:pt x="1897" y="3088"/>
                </a:lnTo>
                <a:lnTo>
                  <a:pt x="1575" y="3189"/>
                </a:lnTo>
                <a:lnTo>
                  <a:pt x="1252" y="3249"/>
                </a:lnTo>
                <a:lnTo>
                  <a:pt x="929" y="3290"/>
                </a:lnTo>
                <a:lnTo>
                  <a:pt x="626" y="3290"/>
                </a:lnTo>
                <a:lnTo>
                  <a:pt x="505" y="3269"/>
                </a:lnTo>
                <a:lnTo>
                  <a:pt x="384" y="3249"/>
                </a:lnTo>
                <a:lnTo>
                  <a:pt x="283" y="3209"/>
                </a:lnTo>
                <a:lnTo>
                  <a:pt x="202" y="3148"/>
                </a:lnTo>
                <a:lnTo>
                  <a:pt x="142" y="3088"/>
                </a:lnTo>
                <a:lnTo>
                  <a:pt x="122" y="3007"/>
                </a:lnTo>
                <a:lnTo>
                  <a:pt x="101" y="2926"/>
                </a:lnTo>
                <a:lnTo>
                  <a:pt x="81" y="2846"/>
                </a:lnTo>
                <a:lnTo>
                  <a:pt x="101" y="2745"/>
                </a:lnTo>
                <a:lnTo>
                  <a:pt x="122" y="2624"/>
                </a:lnTo>
                <a:lnTo>
                  <a:pt x="222" y="2381"/>
                </a:lnTo>
                <a:lnTo>
                  <a:pt x="344" y="2159"/>
                </a:lnTo>
                <a:lnTo>
                  <a:pt x="485" y="1958"/>
                </a:lnTo>
                <a:lnTo>
                  <a:pt x="666" y="1756"/>
                </a:lnTo>
                <a:lnTo>
                  <a:pt x="848" y="1574"/>
                </a:lnTo>
                <a:lnTo>
                  <a:pt x="1070" y="1393"/>
                </a:lnTo>
                <a:lnTo>
                  <a:pt x="1292" y="1231"/>
                </a:lnTo>
                <a:lnTo>
                  <a:pt x="1534" y="1070"/>
                </a:lnTo>
                <a:lnTo>
                  <a:pt x="1776" y="928"/>
                </a:lnTo>
                <a:lnTo>
                  <a:pt x="2261" y="666"/>
                </a:lnTo>
                <a:lnTo>
                  <a:pt x="2765" y="444"/>
                </a:lnTo>
                <a:lnTo>
                  <a:pt x="3229" y="263"/>
                </a:lnTo>
                <a:lnTo>
                  <a:pt x="3653" y="101"/>
                </a:lnTo>
                <a:lnTo>
                  <a:pt x="3774" y="81"/>
                </a:lnTo>
                <a:close/>
                <a:moveTo>
                  <a:pt x="3754" y="0"/>
                </a:moveTo>
                <a:lnTo>
                  <a:pt x="3633" y="41"/>
                </a:lnTo>
                <a:lnTo>
                  <a:pt x="3209" y="182"/>
                </a:lnTo>
                <a:lnTo>
                  <a:pt x="2725" y="363"/>
                </a:lnTo>
                <a:lnTo>
                  <a:pt x="2220" y="606"/>
                </a:lnTo>
                <a:lnTo>
                  <a:pt x="1716" y="868"/>
                </a:lnTo>
                <a:lnTo>
                  <a:pt x="1474" y="1009"/>
                </a:lnTo>
                <a:lnTo>
                  <a:pt x="1231" y="1171"/>
                </a:lnTo>
                <a:lnTo>
                  <a:pt x="1009" y="1352"/>
                </a:lnTo>
                <a:lnTo>
                  <a:pt x="787" y="1514"/>
                </a:lnTo>
                <a:lnTo>
                  <a:pt x="606" y="1715"/>
                </a:lnTo>
                <a:lnTo>
                  <a:pt x="424" y="1917"/>
                </a:lnTo>
                <a:lnTo>
                  <a:pt x="283" y="2119"/>
                </a:lnTo>
                <a:lnTo>
                  <a:pt x="142" y="2341"/>
                </a:lnTo>
                <a:lnTo>
                  <a:pt x="81" y="2482"/>
                </a:lnTo>
                <a:lnTo>
                  <a:pt x="41" y="2624"/>
                </a:lnTo>
                <a:lnTo>
                  <a:pt x="21" y="2745"/>
                </a:lnTo>
                <a:lnTo>
                  <a:pt x="0" y="2866"/>
                </a:lnTo>
                <a:lnTo>
                  <a:pt x="21" y="2967"/>
                </a:lnTo>
                <a:lnTo>
                  <a:pt x="41" y="3047"/>
                </a:lnTo>
                <a:lnTo>
                  <a:pt x="81" y="3128"/>
                </a:lnTo>
                <a:lnTo>
                  <a:pt x="142" y="3209"/>
                </a:lnTo>
                <a:lnTo>
                  <a:pt x="263" y="3290"/>
                </a:lnTo>
                <a:lnTo>
                  <a:pt x="404" y="3330"/>
                </a:lnTo>
                <a:lnTo>
                  <a:pt x="586" y="3370"/>
                </a:lnTo>
                <a:lnTo>
                  <a:pt x="989" y="3370"/>
                </a:lnTo>
                <a:lnTo>
                  <a:pt x="1211" y="3350"/>
                </a:lnTo>
                <a:lnTo>
                  <a:pt x="1453" y="3290"/>
                </a:lnTo>
                <a:lnTo>
                  <a:pt x="1675" y="3229"/>
                </a:lnTo>
                <a:lnTo>
                  <a:pt x="2119" y="3088"/>
                </a:lnTo>
                <a:lnTo>
                  <a:pt x="2301" y="3007"/>
                </a:lnTo>
                <a:lnTo>
                  <a:pt x="2462" y="2926"/>
                </a:lnTo>
                <a:lnTo>
                  <a:pt x="2745" y="2745"/>
                </a:lnTo>
                <a:lnTo>
                  <a:pt x="3007" y="2543"/>
                </a:lnTo>
                <a:lnTo>
                  <a:pt x="3249" y="2301"/>
                </a:lnTo>
                <a:lnTo>
                  <a:pt x="3471" y="2038"/>
                </a:lnTo>
                <a:lnTo>
                  <a:pt x="3673" y="1776"/>
                </a:lnTo>
                <a:lnTo>
                  <a:pt x="3855" y="1473"/>
                </a:lnTo>
                <a:lnTo>
                  <a:pt x="4016" y="1150"/>
                </a:lnTo>
                <a:lnTo>
                  <a:pt x="4137" y="828"/>
                </a:lnTo>
                <a:lnTo>
                  <a:pt x="4218" y="585"/>
                </a:lnTo>
                <a:lnTo>
                  <a:pt x="4218" y="464"/>
                </a:lnTo>
                <a:lnTo>
                  <a:pt x="4218" y="343"/>
                </a:lnTo>
                <a:lnTo>
                  <a:pt x="4178" y="222"/>
                </a:lnTo>
                <a:lnTo>
                  <a:pt x="4097" y="121"/>
                </a:lnTo>
                <a:lnTo>
                  <a:pt x="3996" y="41"/>
                </a:lnTo>
                <a:lnTo>
                  <a:pt x="39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16"/>
          <p:cNvSpPr/>
          <p:nvPr/>
        </p:nvSpPr>
        <p:spPr>
          <a:xfrm flipH="1">
            <a:off x="3447176" y="4052186"/>
            <a:ext cx="453633" cy="455870"/>
          </a:xfrm>
          <a:custGeom>
            <a:rect b="b" l="l" r="r" t="t"/>
            <a:pathLst>
              <a:path extrusionOk="0" h="8154" w="8114">
                <a:moveTo>
                  <a:pt x="1010" y="81"/>
                </a:moveTo>
                <a:lnTo>
                  <a:pt x="1151" y="101"/>
                </a:lnTo>
                <a:lnTo>
                  <a:pt x="1413" y="162"/>
                </a:lnTo>
                <a:lnTo>
                  <a:pt x="1696" y="263"/>
                </a:lnTo>
                <a:lnTo>
                  <a:pt x="1938" y="384"/>
                </a:lnTo>
                <a:lnTo>
                  <a:pt x="2200" y="545"/>
                </a:lnTo>
                <a:lnTo>
                  <a:pt x="2422" y="707"/>
                </a:lnTo>
                <a:lnTo>
                  <a:pt x="2644" y="888"/>
                </a:lnTo>
                <a:lnTo>
                  <a:pt x="3108" y="1251"/>
                </a:lnTo>
                <a:lnTo>
                  <a:pt x="3552" y="1635"/>
                </a:lnTo>
                <a:lnTo>
                  <a:pt x="3976" y="2039"/>
                </a:lnTo>
                <a:lnTo>
                  <a:pt x="4400" y="2422"/>
                </a:lnTo>
                <a:lnTo>
                  <a:pt x="4783" y="2826"/>
                </a:lnTo>
                <a:lnTo>
                  <a:pt x="5167" y="3229"/>
                </a:lnTo>
                <a:lnTo>
                  <a:pt x="5530" y="3653"/>
                </a:lnTo>
                <a:lnTo>
                  <a:pt x="5873" y="4077"/>
                </a:lnTo>
                <a:lnTo>
                  <a:pt x="6196" y="4500"/>
                </a:lnTo>
                <a:lnTo>
                  <a:pt x="6499" y="4924"/>
                </a:lnTo>
                <a:lnTo>
                  <a:pt x="6781" y="5348"/>
                </a:lnTo>
                <a:lnTo>
                  <a:pt x="7064" y="5792"/>
                </a:lnTo>
                <a:lnTo>
                  <a:pt x="7306" y="6236"/>
                </a:lnTo>
                <a:lnTo>
                  <a:pt x="7548" y="6680"/>
                </a:lnTo>
                <a:lnTo>
                  <a:pt x="7770" y="7144"/>
                </a:lnTo>
                <a:lnTo>
                  <a:pt x="7972" y="7588"/>
                </a:lnTo>
                <a:lnTo>
                  <a:pt x="8012" y="7729"/>
                </a:lnTo>
                <a:lnTo>
                  <a:pt x="8032" y="7871"/>
                </a:lnTo>
                <a:lnTo>
                  <a:pt x="8032" y="7931"/>
                </a:lnTo>
                <a:lnTo>
                  <a:pt x="8012" y="7992"/>
                </a:lnTo>
                <a:lnTo>
                  <a:pt x="7972" y="8032"/>
                </a:lnTo>
                <a:lnTo>
                  <a:pt x="7932" y="8052"/>
                </a:lnTo>
                <a:lnTo>
                  <a:pt x="7851" y="8072"/>
                </a:lnTo>
                <a:lnTo>
                  <a:pt x="7790" y="8072"/>
                </a:lnTo>
                <a:lnTo>
                  <a:pt x="7649" y="8012"/>
                </a:lnTo>
                <a:lnTo>
                  <a:pt x="7346" y="7830"/>
                </a:lnTo>
                <a:lnTo>
                  <a:pt x="7084" y="7628"/>
                </a:lnTo>
                <a:lnTo>
                  <a:pt x="6822" y="7386"/>
                </a:lnTo>
                <a:lnTo>
                  <a:pt x="6559" y="7164"/>
                </a:lnTo>
                <a:lnTo>
                  <a:pt x="2523" y="3310"/>
                </a:lnTo>
                <a:lnTo>
                  <a:pt x="2180" y="3007"/>
                </a:lnTo>
                <a:lnTo>
                  <a:pt x="1514" y="2462"/>
                </a:lnTo>
                <a:lnTo>
                  <a:pt x="1151" y="2119"/>
                </a:lnTo>
                <a:lnTo>
                  <a:pt x="808" y="1776"/>
                </a:lnTo>
                <a:lnTo>
                  <a:pt x="485" y="1413"/>
                </a:lnTo>
                <a:lnTo>
                  <a:pt x="364" y="1251"/>
                </a:lnTo>
                <a:lnTo>
                  <a:pt x="243" y="1070"/>
                </a:lnTo>
                <a:lnTo>
                  <a:pt x="162" y="908"/>
                </a:lnTo>
                <a:lnTo>
                  <a:pt x="102" y="767"/>
                </a:lnTo>
                <a:lnTo>
                  <a:pt x="81" y="626"/>
                </a:lnTo>
                <a:lnTo>
                  <a:pt x="81" y="485"/>
                </a:lnTo>
                <a:lnTo>
                  <a:pt x="122" y="424"/>
                </a:lnTo>
                <a:lnTo>
                  <a:pt x="142" y="364"/>
                </a:lnTo>
                <a:lnTo>
                  <a:pt x="243" y="263"/>
                </a:lnTo>
                <a:lnTo>
                  <a:pt x="404" y="182"/>
                </a:lnTo>
                <a:lnTo>
                  <a:pt x="606" y="101"/>
                </a:lnTo>
                <a:lnTo>
                  <a:pt x="747" y="81"/>
                </a:lnTo>
                <a:close/>
                <a:moveTo>
                  <a:pt x="727" y="0"/>
                </a:moveTo>
                <a:lnTo>
                  <a:pt x="586" y="41"/>
                </a:lnTo>
                <a:lnTo>
                  <a:pt x="364" y="101"/>
                </a:lnTo>
                <a:lnTo>
                  <a:pt x="203" y="202"/>
                </a:lnTo>
                <a:lnTo>
                  <a:pt x="122" y="263"/>
                </a:lnTo>
                <a:lnTo>
                  <a:pt x="81" y="323"/>
                </a:lnTo>
                <a:lnTo>
                  <a:pt x="41" y="384"/>
                </a:lnTo>
                <a:lnTo>
                  <a:pt x="21" y="464"/>
                </a:lnTo>
                <a:lnTo>
                  <a:pt x="1" y="606"/>
                </a:lnTo>
                <a:lnTo>
                  <a:pt x="21" y="767"/>
                </a:lnTo>
                <a:lnTo>
                  <a:pt x="81" y="908"/>
                </a:lnTo>
                <a:lnTo>
                  <a:pt x="162" y="1090"/>
                </a:lnTo>
                <a:lnTo>
                  <a:pt x="263" y="1251"/>
                </a:lnTo>
                <a:lnTo>
                  <a:pt x="404" y="1433"/>
                </a:lnTo>
                <a:lnTo>
                  <a:pt x="707" y="1796"/>
                </a:lnTo>
                <a:lnTo>
                  <a:pt x="1070" y="2139"/>
                </a:lnTo>
                <a:lnTo>
                  <a:pt x="1434" y="2482"/>
                </a:lnTo>
                <a:lnTo>
                  <a:pt x="2120" y="3088"/>
                </a:lnTo>
                <a:lnTo>
                  <a:pt x="2463" y="3370"/>
                </a:lnTo>
                <a:lnTo>
                  <a:pt x="6499" y="7225"/>
                </a:lnTo>
                <a:lnTo>
                  <a:pt x="6761" y="7467"/>
                </a:lnTo>
                <a:lnTo>
                  <a:pt x="7023" y="7689"/>
                </a:lnTo>
                <a:lnTo>
                  <a:pt x="7306" y="7911"/>
                </a:lnTo>
                <a:lnTo>
                  <a:pt x="7609" y="8093"/>
                </a:lnTo>
                <a:lnTo>
                  <a:pt x="7730" y="8133"/>
                </a:lnTo>
                <a:lnTo>
                  <a:pt x="7851" y="8153"/>
                </a:lnTo>
                <a:lnTo>
                  <a:pt x="7911" y="8153"/>
                </a:lnTo>
                <a:lnTo>
                  <a:pt x="7972" y="8133"/>
                </a:lnTo>
                <a:lnTo>
                  <a:pt x="8032" y="8093"/>
                </a:lnTo>
                <a:lnTo>
                  <a:pt x="8073" y="8032"/>
                </a:lnTo>
                <a:lnTo>
                  <a:pt x="8093" y="7971"/>
                </a:lnTo>
                <a:lnTo>
                  <a:pt x="8113" y="7891"/>
                </a:lnTo>
                <a:lnTo>
                  <a:pt x="8093" y="7729"/>
                </a:lnTo>
                <a:lnTo>
                  <a:pt x="8032" y="7568"/>
                </a:lnTo>
                <a:lnTo>
                  <a:pt x="7831" y="7104"/>
                </a:lnTo>
                <a:lnTo>
                  <a:pt x="7629" y="6640"/>
                </a:lnTo>
                <a:lnTo>
                  <a:pt x="7387" y="6196"/>
                </a:lnTo>
                <a:lnTo>
                  <a:pt x="7124" y="5752"/>
                </a:lnTo>
                <a:lnTo>
                  <a:pt x="6862" y="5308"/>
                </a:lnTo>
                <a:lnTo>
                  <a:pt x="6559" y="4884"/>
                </a:lnTo>
                <a:lnTo>
                  <a:pt x="6257" y="4440"/>
                </a:lnTo>
                <a:lnTo>
                  <a:pt x="5934" y="4016"/>
                </a:lnTo>
                <a:lnTo>
                  <a:pt x="5591" y="3592"/>
                </a:lnTo>
                <a:lnTo>
                  <a:pt x="5227" y="3189"/>
                </a:lnTo>
                <a:lnTo>
                  <a:pt x="4844" y="2785"/>
                </a:lnTo>
                <a:lnTo>
                  <a:pt x="4461" y="2382"/>
                </a:lnTo>
                <a:lnTo>
                  <a:pt x="4037" y="1978"/>
                </a:lnTo>
                <a:lnTo>
                  <a:pt x="3613" y="1574"/>
                </a:lnTo>
                <a:lnTo>
                  <a:pt x="3169" y="1191"/>
                </a:lnTo>
                <a:lnTo>
                  <a:pt x="2705" y="808"/>
                </a:lnTo>
                <a:lnTo>
                  <a:pt x="2463" y="646"/>
                </a:lnTo>
                <a:lnTo>
                  <a:pt x="2221" y="464"/>
                </a:lnTo>
                <a:lnTo>
                  <a:pt x="1978" y="323"/>
                </a:lnTo>
                <a:lnTo>
                  <a:pt x="1716" y="182"/>
                </a:lnTo>
                <a:lnTo>
                  <a:pt x="1434" y="81"/>
                </a:lnTo>
                <a:lnTo>
                  <a:pt x="1151" y="21"/>
                </a:lnTo>
                <a:lnTo>
                  <a:pt x="10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16"/>
          <p:cNvSpPr/>
          <p:nvPr/>
        </p:nvSpPr>
        <p:spPr>
          <a:xfrm flipH="1">
            <a:off x="2898133" y="4875300"/>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16"/>
          <p:cNvSpPr/>
          <p:nvPr/>
        </p:nvSpPr>
        <p:spPr>
          <a:xfrm flipH="1">
            <a:off x="6427987" y="76090"/>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16"/>
          <p:cNvSpPr/>
          <p:nvPr/>
        </p:nvSpPr>
        <p:spPr>
          <a:xfrm flipH="1" rot="7510477">
            <a:off x="6092453" y="4413042"/>
            <a:ext cx="101587" cy="101643"/>
          </a:xfrm>
          <a:custGeom>
            <a:rect b="b" l="l" r="r" t="t"/>
            <a:pathLst>
              <a:path extrusionOk="0" h="1818" w="1817">
                <a:moveTo>
                  <a:pt x="908" y="1"/>
                </a:moveTo>
                <a:lnTo>
                  <a:pt x="727" y="21"/>
                </a:lnTo>
                <a:lnTo>
                  <a:pt x="565" y="82"/>
                </a:lnTo>
                <a:lnTo>
                  <a:pt x="404" y="162"/>
                </a:lnTo>
                <a:lnTo>
                  <a:pt x="262" y="263"/>
                </a:lnTo>
                <a:lnTo>
                  <a:pt x="162" y="404"/>
                </a:lnTo>
                <a:lnTo>
                  <a:pt x="81" y="566"/>
                </a:lnTo>
                <a:lnTo>
                  <a:pt x="20" y="727"/>
                </a:lnTo>
                <a:lnTo>
                  <a:pt x="0" y="909"/>
                </a:lnTo>
                <a:lnTo>
                  <a:pt x="20" y="1091"/>
                </a:lnTo>
                <a:lnTo>
                  <a:pt x="81" y="1252"/>
                </a:lnTo>
                <a:lnTo>
                  <a:pt x="162" y="1413"/>
                </a:lnTo>
                <a:lnTo>
                  <a:pt x="262" y="1555"/>
                </a:lnTo>
                <a:lnTo>
                  <a:pt x="404" y="1656"/>
                </a:lnTo>
                <a:lnTo>
                  <a:pt x="565" y="1736"/>
                </a:lnTo>
                <a:lnTo>
                  <a:pt x="727" y="1797"/>
                </a:lnTo>
                <a:lnTo>
                  <a:pt x="908" y="1817"/>
                </a:lnTo>
                <a:lnTo>
                  <a:pt x="1090" y="1797"/>
                </a:lnTo>
                <a:lnTo>
                  <a:pt x="1251" y="1736"/>
                </a:lnTo>
                <a:lnTo>
                  <a:pt x="1413" y="1656"/>
                </a:lnTo>
                <a:lnTo>
                  <a:pt x="1534" y="1555"/>
                </a:lnTo>
                <a:lnTo>
                  <a:pt x="1655" y="1413"/>
                </a:lnTo>
                <a:lnTo>
                  <a:pt x="1736" y="1252"/>
                </a:lnTo>
                <a:lnTo>
                  <a:pt x="1796" y="1091"/>
                </a:lnTo>
                <a:lnTo>
                  <a:pt x="1816" y="909"/>
                </a:lnTo>
                <a:lnTo>
                  <a:pt x="1796" y="727"/>
                </a:lnTo>
                <a:lnTo>
                  <a:pt x="1736" y="566"/>
                </a:lnTo>
                <a:lnTo>
                  <a:pt x="1655" y="404"/>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16"/>
          <p:cNvSpPr/>
          <p:nvPr/>
        </p:nvSpPr>
        <p:spPr>
          <a:xfrm flipH="1">
            <a:off x="2994648" y="4130008"/>
            <a:ext cx="101584" cy="100466"/>
          </a:xfrm>
          <a:custGeom>
            <a:rect b="b" l="l" r="r" t="t"/>
            <a:pathLst>
              <a:path extrusionOk="0" h="1797" w="1817">
                <a:moveTo>
                  <a:pt x="909" y="1"/>
                </a:moveTo>
                <a:lnTo>
                  <a:pt x="727" y="21"/>
                </a:lnTo>
                <a:lnTo>
                  <a:pt x="566" y="61"/>
                </a:lnTo>
                <a:lnTo>
                  <a:pt x="404" y="142"/>
                </a:lnTo>
                <a:lnTo>
                  <a:pt x="283" y="263"/>
                </a:lnTo>
                <a:lnTo>
                  <a:pt x="162" y="384"/>
                </a:lnTo>
                <a:lnTo>
                  <a:pt x="81" y="546"/>
                </a:lnTo>
                <a:lnTo>
                  <a:pt x="21" y="707"/>
                </a:lnTo>
                <a:lnTo>
                  <a:pt x="1" y="889"/>
                </a:lnTo>
                <a:lnTo>
                  <a:pt x="21" y="1070"/>
                </a:lnTo>
                <a:lnTo>
                  <a:pt x="81" y="1252"/>
                </a:lnTo>
                <a:lnTo>
                  <a:pt x="162" y="1393"/>
                </a:lnTo>
                <a:lnTo>
                  <a:pt x="283" y="1534"/>
                </a:lnTo>
                <a:lnTo>
                  <a:pt x="404" y="1635"/>
                </a:lnTo>
                <a:lnTo>
                  <a:pt x="566" y="1716"/>
                </a:lnTo>
                <a:lnTo>
                  <a:pt x="727" y="1777"/>
                </a:lnTo>
                <a:lnTo>
                  <a:pt x="909" y="1797"/>
                </a:lnTo>
                <a:lnTo>
                  <a:pt x="1090" y="1777"/>
                </a:lnTo>
                <a:lnTo>
                  <a:pt x="1272" y="1716"/>
                </a:lnTo>
                <a:lnTo>
                  <a:pt x="1413" y="1635"/>
                </a:lnTo>
                <a:lnTo>
                  <a:pt x="1554" y="1534"/>
                </a:lnTo>
                <a:lnTo>
                  <a:pt x="1655" y="1393"/>
                </a:lnTo>
                <a:lnTo>
                  <a:pt x="1736" y="1252"/>
                </a:lnTo>
                <a:lnTo>
                  <a:pt x="1797" y="1070"/>
                </a:lnTo>
                <a:lnTo>
                  <a:pt x="1817" y="889"/>
                </a:lnTo>
                <a:lnTo>
                  <a:pt x="1797" y="707"/>
                </a:lnTo>
                <a:lnTo>
                  <a:pt x="1736" y="546"/>
                </a:lnTo>
                <a:lnTo>
                  <a:pt x="1655" y="384"/>
                </a:lnTo>
                <a:lnTo>
                  <a:pt x="1554" y="263"/>
                </a:lnTo>
                <a:lnTo>
                  <a:pt x="1413" y="142"/>
                </a:lnTo>
                <a:lnTo>
                  <a:pt x="1272" y="61"/>
                </a:lnTo>
                <a:lnTo>
                  <a:pt x="1090" y="21"/>
                </a:lnTo>
                <a:lnTo>
                  <a:pt x="9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16"/>
          <p:cNvSpPr/>
          <p:nvPr/>
        </p:nvSpPr>
        <p:spPr>
          <a:xfrm flipH="1">
            <a:off x="3334673" y="569675"/>
            <a:ext cx="4584" cy="51994"/>
          </a:xfrm>
          <a:custGeom>
            <a:rect b="b" l="l" r="r" t="t"/>
            <a:pathLst>
              <a:path extrusionOk="0" h="930" w="82">
                <a:moveTo>
                  <a:pt x="1" y="1"/>
                </a:moveTo>
                <a:lnTo>
                  <a:pt x="1" y="929"/>
                </a:lnTo>
                <a:lnTo>
                  <a:pt x="82" y="929"/>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16"/>
          <p:cNvSpPr/>
          <p:nvPr/>
        </p:nvSpPr>
        <p:spPr>
          <a:xfrm flipH="1">
            <a:off x="3310968" y="593380"/>
            <a:ext cx="51938" cy="4584"/>
          </a:xfrm>
          <a:custGeom>
            <a:rect b="b" l="l" r="r" t="t"/>
            <a:pathLst>
              <a:path extrusionOk="0" h="82" w="929">
                <a:moveTo>
                  <a:pt x="0" y="1"/>
                </a:moveTo>
                <a:lnTo>
                  <a:pt x="0" y="81"/>
                </a:lnTo>
                <a:lnTo>
                  <a:pt x="928" y="81"/>
                </a:lnTo>
                <a:lnTo>
                  <a:pt x="92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16"/>
          <p:cNvSpPr/>
          <p:nvPr/>
        </p:nvSpPr>
        <p:spPr>
          <a:xfrm flipH="1">
            <a:off x="4067690" y="5142025"/>
            <a:ext cx="4584" cy="55348"/>
          </a:xfrm>
          <a:custGeom>
            <a:rect b="b" l="l" r="r" t="t"/>
            <a:pathLst>
              <a:path extrusionOk="0" h="990" w="82">
                <a:moveTo>
                  <a:pt x="0" y="0"/>
                </a:moveTo>
                <a:lnTo>
                  <a:pt x="0"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16"/>
          <p:cNvSpPr/>
          <p:nvPr/>
        </p:nvSpPr>
        <p:spPr>
          <a:xfrm flipH="1">
            <a:off x="4042867" y="5166848"/>
            <a:ext cx="55348" cy="4529"/>
          </a:xfrm>
          <a:custGeom>
            <a:rect b="b" l="l" r="r" t="t"/>
            <a:pathLst>
              <a:path extrusionOk="0" h="81" w="990">
                <a:moveTo>
                  <a:pt x="0" y="0"/>
                </a:moveTo>
                <a:lnTo>
                  <a:pt x="0" y="81"/>
                </a:lnTo>
                <a:lnTo>
                  <a:pt x="989" y="81"/>
                </a:lnTo>
                <a:lnTo>
                  <a:pt x="9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08" name="Google Shape;1308;p16"/>
          <p:cNvGrpSpPr/>
          <p:nvPr/>
        </p:nvGrpSpPr>
        <p:grpSpPr>
          <a:xfrm>
            <a:off x="4143084" y="3504855"/>
            <a:ext cx="2393464" cy="2343623"/>
            <a:chOff x="3516837" y="3428655"/>
            <a:chExt cx="2393464" cy="2343623"/>
          </a:xfrm>
        </p:grpSpPr>
        <p:sp>
          <p:nvSpPr>
            <p:cNvPr id="1309" name="Google Shape;1309;p16"/>
            <p:cNvSpPr/>
            <p:nvPr/>
          </p:nvSpPr>
          <p:spPr>
            <a:xfrm flipH="1" rot="7510477">
              <a:off x="3915329" y="3698962"/>
              <a:ext cx="1596481" cy="1803008"/>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16"/>
            <p:cNvSpPr/>
            <p:nvPr/>
          </p:nvSpPr>
          <p:spPr>
            <a:xfrm flipH="1" rot="7510477">
              <a:off x="3995921" y="3784607"/>
              <a:ext cx="1395656" cy="1650712"/>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16"/>
            <p:cNvSpPr/>
            <p:nvPr/>
          </p:nvSpPr>
          <p:spPr>
            <a:xfrm flipH="1" rot="7510477">
              <a:off x="4097216" y="3895863"/>
              <a:ext cx="1193712" cy="1427300"/>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16"/>
            <p:cNvSpPr/>
            <p:nvPr/>
          </p:nvSpPr>
          <p:spPr>
            <a:xfrm flipH="1" rot="7510477">
              <a:off x="4251510" y="4078874"/>
              <a:ext cx="901532" cy="110459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16"/>
            <p:cNvSpPr/>
            <p:nvPr/>
          </p:nvSpPr>
          <p:spPr>
            <a:xfrm flipH="1" rot="7510477">
              <a:off x="5013466" y="4329445"/>
              <a:ext cx="130939" cy="39046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16"/>
            <p:cNvSpPr/>
            <p:nvPr/>
          </p:nvSpPr>
          <p:spPr>
            <a:xfrm flipH="1" rot="7510477">
              <a:off x="5095056" y="4516892"/>
              <a:ext cx="4585" cy="55350"/>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16"/>
            <p:cNvSpPr/>
            <p:nvPr/>
          </p:nvSpPr>
          <p:spPr>
            <a:xfrm flipH="1" rot="7510477">
              <a:off x="5070454" y="4542140"/>
              <a:ext cx="55350" cy="4585"/>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6" name="Google Shape;1316;p16"/>
          <p:cNvSpPr/>
          <p:nvPr/>
        </p:nvSpPr>
        <p:spPr>
          <a:xfrm>
            <a:off x="8433200" y="3849629"/>
            <a:ext cx="597600" cy="597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16"/>
          <p:cNvSpPr/>
          <p:nvPr/>
        </p:nvSpPr>
        <p:spPr>
          <a:xfrm rot="5400000">
            <a:off x="8431434" y="4454735"/>
            <a:ext cx="597600" cy="5976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16"/>
          <p:cNvSpPr/>
          <p:nvPr/>
        </p:nvSpPr>
        <p:spPr>
          <a:xfrm>
            <a:off x="144856" y="139885"/>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16"/>
          <p:cNvSpPr/>
          <p:nvPr/>
        </p:nvSpPr>
        <p:spPr>
          <a:xfrm flipH="1">
            <a:off x="3451848" y="4425283"/>
            <a:ext cx="101584" cy="100466"/>
          </a:xfrm>
          <a:custGeom>
            <a:rect b="b" l="l" r="r" t="t"/>
            <a:pathLst>
              <a:path extrusionOk="0" h="1797" w="1817">
                <a:moveTo>
                  <a:pt x="909" y="1"/>
                </a:moveTo>
                <a:lnTo>
                  <a:pt x="727" y="21"/>
                </a:lnTo>
                <a:lnTo>
                  <a:pt x="566" y="61"/>
                </a:lnTo>
                <a:lnTo>
                  <a:pt x="404" y="142"/>
                </a:lnTo>
                <a:lnTo>
                  <a:pt x="283" y="263"/>
                </a:lnTo>
                <a:lnTo>
                  <a:pt x="162" y="384"/>
                </a:lnTo>
                <a:lnTo>
                  <a:pt x="81" y="546"/>
                </a:lnTo>
                <a:lnTo>
                  <a:pt x="21" y="707"/>
                </a:lnTo>
                <a:lnTo>
                  <a:pt x="1" y="889"/>
                </a:lnTo>
                <a:lnTo>
                  <a:pt x="21" y="1070"/>
                </a:lnTo>
                <a:lnTo>
                  <a:pt x="81" y="1252"/>
                </a:lnTo>
                <a:lnTo>
                  <a:pt x="162" y="1393"/>
                </a:lnTo>
                <a:lnTo>
                  <a:pt x="283" y="1534"/>
                </a:lnTo>
                <a:lnTo>
                  <a:pt x="404" y="1635"/>
                </a:lnTo>
                <a:lnTo>
                  <a:pt x="566" y="1716"/>
                </a:lnTo>
                <a:lnTo>
                  <a:pt x="727" y="1777"/>
                </a:lnTo>
                <a:lnTo>
                  <a:pt x="909" y="1797"/>
                </a:lnTo>
                <a:lnTo>
                  <a:pt x="1090" y="1777"/>
                </a:lnTo>
                <a:lnTo>
                  <a:pt x="1272" y="1716"/>
                </a:lnTo>
                <a:lnTo>
                  <a:pt x="1413" y="1635"/>
                </a:lnTo>
                <a:lnTo>
                  <a:pt x="1554" y="1534"/>
                </a:lnTo>
                <a:lnTo>
                  <a:pt x="1655" y="1393"/>
                </a:lnTo>
                <a:lnTo>
                  <a:pt x="1736" y="1252"/>
                </a:lnTo>
                <a:lnTo>
                  <a:pt x="1797" y="1070"/>
                </a:lnTo>
                <a:lnTo>
                  <a:pt x="1817" y="889"/>
                </a:lnTo>
                <a:lnTo>
                  <a:pt x="1797" y="707"/>
                </a:lnTo>
                <a:lnTo>
                  <a:pt x="1736" y="546"/>
                </a:lnTo>
                <a:lnTo>
                  <a:pt x="1655" y="384"/>
                </a:lnTo>
                <a:lnTo>
                  <a:pt x="1554" y="263"/>
                </a:lnTo>
                <a:lnTo>
                  <a:pt x="1413" y="142"/>
                </a:lnTo>
                <a:lnTo>
                  <a:pt x="1272" y="61"/>
                </a:lnTo>
                <a:lnTo>
                  <a:pt x="1090" y="21"/>
                </a:lnTo>
                <a:lnTo>
                  <a:pt x="9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16"/>
          <p:cNvSpPr/>
          <p:nvPr/>
        </p:nvSpPr>
        <p:spPr>
          <a:xfrm flipH="1">
            <a:off x="4975848" y="3929983"/>
            <a:ext cx="101584" cy="100466"/>
          </a:xfrm>
          <a:custGeom>
            <a:rect b="b" l="l" r="r" t="t"/>
            <a:pathLst>
              <a:path extrusionOk="0" h="1797" w="1817">
                <a:moveTo>
                  <a:pt x="909" y="1"/>
                </a:moveTo>
                <a:lnTo>
                  <a:pt x="727" y="21"/>
                </a:lnTo>
                <a:lnTo>
                  <a:pt x="566" y="61"/>
                </a:lnTo>
                <a:lnTo>
                  <a:pt x="404" y="142"/>
                </a:lnTo>
                <a:lnTo>
                  <a:pt x="283" y="263"/>
                </a:lnTo>
                <a:lnTo>
                  <a:pt x="162" y="384"/>
                </a:lnTo>
                <a:lnTo>
                  <a:pt x="81" y="546"/>
                </a:lnTo>
                <a:lnTo>
                  <a:pt x="21" y="707"/>
                </a:lnTo>
                <a:lnTo>
                  <a:pt x="1" y="889"/>
                </a:lnTo>
                <a:lnTo>
                  <a:pt x="21" y="1070"/>
                </a:lnTo>
                <a:lnTo>
                  <a:pt x="81" y="1252"/>
                </a:lnTo>
                <a:lnTo>
                  <a:pt x="162" y="1393"/>
                </a:lnTo>
                <a:lnTo>
                  <a:pt x="283" y="1534"/>
                </a:lnTo>
                <a:lnTo>
                  <a:pt x="404" y="1635"/>
                </a:lnTo>
                <a:lnTo>
                  <a:pt x="566" y="1716"/>
                </a:lnTo>
                <a:lnTo>
                  <a:pt x="727" y="1777"/>
                </a:lnTo>
                <a:lnTo>
                  <a:pt x="909" y="1797"/>
                </a:lnTo>
                <a:lnTo>
                  <a:pt x="1090" y="1777"/>
                </a:lnTo>
                <a:lnTo>
                  <a:pt x="1272" y="1716"/>
                </a:lnTo>
                <a:lnTo>
                  <a:pt x="1413" y="1635"/>
                </a:lnTo>
                <a:lnTo>
                  <a:pt x="1554" y="1534"/>
                </a:lnTo>
                <a:lnTo>
                  <a:pt x="1655" y="1393"/>
                </a:lnTo>
                <a:lnTo>
                  <a:pt x="1736" y="1252"/>
                </a:lnTo>
                <a:lnTo>
                  <a:pt x="1797" y="1070"/>
                </a:lnTo>
                <a:lnTo>
                  <a:pt x="1817" y="889"/>
                </a:lnTo>
                <a:lnTo>
                  <a:pt x="1797" y="707"/>
                </a:lnTo>
                <a:lnTo>
                  <a:pt x="1736" y="546"/>
                </a:lnTo>
                <a:lnTo>
                  <a:pt x="1655" y="384"/>
                </a:lnTo>
                <a:lnTo>
                  <a:pt x="1554" y="263"/>
                </a:lnTo>
                <a:lnTo>
                  <a:pt x="1413" y="142"/>
                </a:lnTo>
                <a:lnTo>
                  <a:pt x="1272" y="61"/>
                </a:lnTo>
                <a:lnTo>
                  <a:pt x="1090" y="21"/>
                </a:lnTo>
                <a:lnTo>
                  <a:pt x="9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16"/>
          <p:cNvSpPr/>
          <p:nvPr/>
        </p:nvSpPr>
        <p:spPr>
          <a:xfrm>
            <a:off x="144856" y="622060"/>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16"/>
          <p:cNvSpPr/>
          <p:nvPr/>
        </p:nvSpPr>
        <p:spPr>
          <a:xfrm flipH="1">
            <a:off x="7094737" y="380890"/>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16"/>
          <p:cNvSpPr/>
          <p:nvPr/>
        </p:nvSpPr>
        <p:spPr>
          <a:xfrm flipH="1">
            <a:off x="8466337" y="609490"/>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16"/>
          <p:cNvSpPr/>
          <p:nvPr/>
        </p:nvSpPr>
        <p:spPr>
          <a:xfrm flipH="1">
            <a:off x="7780537" y="971440"/>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CUSTOM_10_1_1">
    <p:bg>
      <p:bgPr>
        <a:solidFill>
          <a:schemeClr val="lt2"/>
        </a:solidFill>
      </p:bgPr>
    </p:bg>
    <p:spTree>
      <p:nvGrpSpPr>
        <p:cNvPr id="1325" name="Shape 1325"/>
        <p:cNvGrpSpPr/>
        <p:nvPr/>
      </p:nvGrpSpPr>
      <p:grpSpPr>
        <a:xfrm>
          <a:off x="0" y="0"/>
          <a:ext cx="0" cy="0"/>
          <a:chOff x="0" y="0"/>
          <a:chExt cx="0" cy="0"/>
        </a:xfrm>
      </p:grpSpPr>
      <p:sp>
        <p:nvSpPr>
          <p:cNvPr id="1326" name="Google Shape;1326;p17"/>
          <p:cNvSpPr txBox="1"/>
          <p:nvPr>
            <p:ph type="title"/>
          </p:nvPr>
        </p:nvSpPr>
        <p:spPr>
          <a:xfrm>
            <a:off x="2514600" y="1484478"/>
            <a:ext cx="4114800" cy="4116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327" name="Google Shape;1327;p17"/>
          <p:cNvSpPr txBox="1"/>
          <p:nvPr>
            <p:ph idx="1" type="subTitle"/>
          </p:nvPr>
        </p:nvSpPr>
        <p:spPr>
          <a:xfrm>
            <a:off x="3037200" y="2100917"/>
            <a:ext cx="3069600" cy="395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600"/>
              <a:buNone/>
              <a:defRPr sz="1600"/>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1328" name="Google Shape;1328;p17"/>
          <p:cNvSpPr txBox="1"/>
          <p:nvPr>
            <p:ph hasCustomPrompt="1" idx="2" type="title"/>
          </p:nvPr>
        </p:nvSpPr>
        <p:spPr>
          <a:xfrm>
            <a:off x="4027950" y="2947572"/>
            <a:ext cx="1088100" cy="475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500">
                <a:solidFill>
                  <a:schemeClr val="lt1"/>
                </a:solidFill>
              </a:defRPr>
            </a:lvl1pPr>
            <a:lvl2pPr lvl="1" rtl="0" algn="ctr">
              <a:spcBef>
                <a:spcPts val="0"/>
              </a:spcBef>
              <a:spcAft>
                <a:spcPts val="0"/>
              </a:spcAft>
              <a:buClr>
                <a:schemeClr val="dk2"/>
              </a:buClr>
              <a:buSzPts val="6000"/>
              <a:buNone/>
              <a:defRPr sz="6000">
                <a:solidFill>
                  <a:schemeClr val="dk2"/>
                </a:solidFill>
              </a:defRPr>
            </a:lvl2pPr>
            <a:lvl3pPr lvl="2" rtl="0" algn="ctr">
              <a:spcBef>
                <a:spcPts val="0"/>
              </a:spcBef>
              <a:spcAft>
                <a:spcPts val="0"/>
              </a:spcAft>
              <a:buClr>
                <a:schemeClr val="dk2"/>
              </a:buClr>
              <a:buSzPts val="6000"/>
              <a:buNone/>
              <a:defRPr sz="6000">
                <a:solidFill>
                  <a:schemeClr val="dk2"/>
                </a:solidFill>
              </a:defRPr>
            </a:lvl3pPr>
            <a:lvl4pPr lvl="3" rtl="0" algn="ctr">
              <a:spcBef>
                <a:spcPts val="0"/>
              </a:spcBef>
              <a:spcAft>
                <a:spcPts val="0"/>
              </a:spcAft>
              <a:buClr>
                <a:schemeClr val="dk2"/>
              </a:buClr>
              <a:buSzPts val="6000"/>
              <a:buNone/>
              <a:defRPr sz="6000">
                <a:solidFill>
                  <a:schemeClr val="dk2"/>
                </a:solidFill>
              </a:defRPr>
            </a:lvl4pPr>
            <a:lvl5pPr lvl="4" rtl="0" algn="ctr">
              <a:spcBef>
                <a:spcPts val="0"/>
              </a:spcBef>
              <a:spcAft>
                <a:spcPts val="0"/>
              </a:spcAft>
              <a:buClr>
                <a:schemeClr val="dk2"/>
              </a:buClr>
              <a:buSzPts val="6000"/>
              <a:buNone/>
              <a:defRPr sz="6000">
                <a:solidFill>
                  <a:schemeClr val="dk2"/>
                </a:solidFill>
              </a:defRPr>
            </a:lvl5pPr>
            <a:lvl6pPr lvl="5" rtl="0" algn="ctr">
              <a:spcBef>
                <a:spcPts val="0"/>
              </a:spcBef>
              <a:spcAft>
                <a:spcPts val="0"/>
              </a:spcAft>
              <a:buClr>
                <a:schemeClr val="dk2"/>
              </a:buClr>
              <a:buSzPts val="6000"/>
              <a:buNone/>
              <a:defRPr sz="6000">
                <a:solidFill>
                  <a:schemeClr val="dk2"/>
                </a:solidFill>
              </a:defRPr>
            </a:lvl6pPr>
            <a:lvl7pPr lvl="6" rtl="0" algn="ctr">
              <a:spcBef>
                <a:spcPts val="0"/>
              </a:spcBef>
              <a:spcAft>
                <a:spcPts val="0"/>
              </a:spcAft>
              <a:buClr>
                <a:schemeClr val="dk2"/>
              </a:buClr>
              <a:buSzPts val="6000"/>
              <a:buNone/>
              <a:defRPr sz="6000">
                <a:solidFill>
                  <a:schemeClr val="dk2"/>
                </a:solidFill>
              </a:defRPr>
            </a:lvl7pPr>
            <a:lvl8pPr lvl="7" rtl="0" algn="ctr">
              <a:spcBef>
                <a:spcPts val="0"/>
              </a:spcBef>
              <a:spcAft>
                <a:spcPts val="0"/>
              </a:spcAft>
              <a:buClr>
                <a:schemeClr val="dk2"/>
              </a:buClr>
              <a:buSzPts val="6000"/>
              <a:buNone/>
              <a:defRPr sz="6000">
                <a:solidFill>
                  <a:schemeClr val="dk2"/>
                </a:solidFill>
              </a:defRPr>
            </a:lvl8pPr>
            <a:lvl9pPr lvl="8" rtl="0" algn="ctr">
              <a:spcBef>
                <a:spcPts val="0"/>
              </a:spcBef>
              <a:spcAft>
                <a:spcPts val="0"/>
              </a:spcAft>
              <a:buClr>
                <a:schemeClr val="dk2"/>
              </a:buClr>
              <a:buSzPts val="6000"/>
              <a:buNone/>
              <a:defRPr sz="6000">
                <a:solidFill>
                  <a:schemeClr val="dk2"/>
                </a:solidFill>
              </a:defRPr>
            </a:lvl9pPr>
          </a:lstStyle>
          <a:p>
            <a:r>
              <a:t>xx%</a:t>
            </a:r>
          </a:p>
        </p:txBody>
      </p:sp>
      <p:sp>
        <p:nvSpPr>
          <p:cNvPr id="1329" name="Google Shape;1329;p17"/>
          <p:cNvSpPr/>
          <p:nvPr/>
        </p:nvSpPr>
        <p:spPr>
          <a:xfrm>
            <a:off x="2530200" y="0"/>
            <a:ext cx="4083600" cy="51435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17"/>
          <p:cNvSpPr/>
          <p:nvPr/>
        </p:nvSpPr>
        <p:spPr>
          <a:xfrm>
            <a:off x="8133850" y="182191"/>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17"/>
          <p:cNvSpPr/>
          <p:nvPr/>
        </p:nvSpPr>
        <p:spPr>
          <a:xfrm rot="5400000">
            <a:off x="8133850" y="787293"/>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17"/>
          <p:cNvSpPr/>
          <p:nvPr/>
        </p:nvSpPr>
        <p:spPr>
          <a:xfrm rot="3449335">
            <a:off x="1473204" y="-1086091"/>
            <a:ext cx="1596402" cy="1802919"/>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17"/>
          <p:cNvSpPr/>
          <p:nvPr/>
        </p:nvSpPr>
        <p:spPr>
          <a:xfrm>
            <a:off x="7290020" y="98147"/>
            <a:ext cx="6754688" cy="4497143"/>
          </a:xfrm>
          <a:custGeom>
            <a:rect b="b" l="l" r="r" t="t"/>
            <a:pathLst>
              <a:path extrusionOk="0" h="80439" w="120819">
                <a:moveTo>
                  <a:pt x="94887" y="81"/>
                </a:moveTo>
                <a:lnTo>
                  <a:pt x="96400" y="122"/>
                </a:lnTo>
                <a:lnTo>
                  <a:pt x="97914" y="182"/>
                </a:lnTo>
                <a:lnTo>
                  <a:pt x="99427" y="283"/>
                </a:lnTo>
                <a:lnTo>
                  <a:pt x="100941" y="424"/>
                </a:lnTo>
                <a:lnTo>
                  <a:pt x="102454" y="586"/>
                </a:lnTo>
                <a:lnTo>
                  <a:pt x="103968" y="788"/>
                </a:lnTo>
                <a:lnTo>
                  <a:pt x="105481" y="1030"/>
                </a:lnTo>
                <a:lnTo>
                  <a:pt x="106894" y="1272"/>
                </a:lnTo>
                <a:lnTo>
                  <a:pt x="107620" y="1413"/>
                </a:lnTo>
                <a:lnTo>
                  <a:pt x="108367" y="1595"/>
                </a:lnTo>
                <a:lnTo>
                  <a:pt x="109114" y="1777"/>
                </a:lnTo>
                <a:lnTo>
                  <a:pt x="109860" y="1998"/>
                </a:lnTo>
                <a:lnTo>
                  <a:pt x="110607" y="2241"/>
                </a:lnTo>
                <a:lnTo>
                  <a:pt x="111354" y="2503"/>
                </a:lnTo>
                <a:lnTo>
                  <a:pt x="112100" y="2806"/>
                </a:lnTo>
                <a:lnTo>
                  <a:pt x="112827" y="3129"/>
                </a:lnTo>
                <a:lnTo>
                  <a:pt x="113533" y="3492"/>
                </a:lnTo>
                <a:lnTo>
                  <a:pt x="114219" y="3895"/>
                </a:lnTo>
                <a:lnTo>
                  <a:pt x="114562" y="4117"/>
                </a:lnTo>
                <a:lnTo>
                  <a:pt x="114885" y="4339"/>
                </a:lnTo>
                <a:lnTo>
                  <a:pt x="115208" y="4582"/>
                </a:lnTo>
                <a:lnTo>
                  <a:pt x="115531" y="4824"/>
                </a:lnTo>
                <a:lnTo>
                  <a:pt x="115834" y="5086"/>
                </a:lnTo>
                <a:lnTo>
                  <a:pt x="116136" y="5369"/>
                </a:lnTo>
                <a:lnTo>
                  <a:pt x="116419" y="5651"/>
                </a:lnTo>
                <a:lnTo>
                  <a:pt x="116701" y="5934"/>
                </a:lnTo>
                <a:lnTo>
                  <a:pt x="117044" y="6317"/>
                </a:lnTo>
                <a:lnTo>
                  <a:pt x="117367" y="6721"/>
                </a:lnTo>
                <a:lnTo>
                  <a:pt x="117690" y="7165"/>
                </a:lnTo>
                <a:lnTo>
                  <a:pt x="118033" y="7669"/>
                </a:lnTo>
                <a:lnTo>
                  <a:pt x="118336" y="8194"/>
                </a:lnTo>
                <a:lnTo>
                  <a:pt x="118659" y="8799"/>
                </a:lnTo>
                <a:lnTo>
                  <a:pt x="118941" y="9445"/>
                </a:lnTo>
                <a:lnTo>
                  <a:pt x="119224" y="10171"/>
                </a:lnTo>
                <a:lnTo>
                  <a:pt x="119486" y="10958"/>
                </a:lnTo>
                <a:lnTo>
                  <a:pt x="119728" y="11826"/>
                </a:lnTo>
                <a:lnTo>
                  <a:pt x="119950" y="12795"/>
                </a:lnTo>
                <a:lnTo>
                  <a:pt x="120152" y="13824"/>
                </a:lnTo>
                <a:lnTo>
                  <a:pt x="120334" y="14974"/>
                </a:lnTo>
                <a:lnTo>
                  <a:pt x="120475" y="16205"/>
                </a:lnTo>
                <a:lnTo>
                  <a:pt x="120576" y="17557"/>
                </a:lnTo>
                <a:lnTo>
                  <a:pt x="120657" y="19010"/>
                </a:lnTo>
                <a:lnTo>
                  <a:pt x="120697" y="20241"/>
                </a:lnTo>
                <a:lnTo>
                  <a:pt x="120717" y="21472"/>
                </a:lnTo>
                <a:lnTo>
                  <a:pt x="120737" y="22683"/>
                </a:lnTo>
                <a:lnTo>
                  <a:pt x="120737" y="23914"/>
                </a:lnTo>
                <a:lnTo>
                  <a:pt x="120717" y="25145"/>
                </a:lnTo>
                <a:lnTo>
                  <a:pt x="120697" y="26376"/>
                </a:lnTo>
                <a:lnTo>
                  <a:pt x="120657" y="27607"/>
                </a:lnTo>
                <a:lnTo>
                  <a:pt x="120616" y="28838"/>
                </a:lnTo>
                <a:lnTo>
                  <a:pt x="120536" y="30049"/>
                </a:lnTo>
                <a:lnTo>
                  <a:pt x="120455" y="31280"/>
                </a:lnTo>
                <a:lnTo>
                  <a:pt x="120374" y="32511"/>
                </a:lnTo>
                <a:lnTo>
                  <a:pt x="120253" y="33722"/>
                </a:lnTo>
                <a:lnTo>
                  <a:pt x="120152" y="34953"/>
                </a:lnTo>
                <a:lnTo>
                  <a:pt x="120011" y="36163"/>
                </a:lnTo>
                <a:lnTo>
                  <a:pt x="119870" y="37394"/>
                </a:lnTo>
                <a:lnTo>
                  <a:pt x="119708" y="38605"/>
                </a:lnTo>
                <a:lnTo>
                  <a:pt x="119567" y="39533"/>
                </a:lnTo>
                <a:lnTo>
                  <a:pt x="119405" y="40462"/>
                </a:lnTo>
                <a:lnTo>
                  <a:pt x="119224" y="41390"/>
                </a:lnTo>
                <a:lnTo>
                  <a:pt x="119103" y="41834"/>
                </a:lnTo>
                <a:lnTo>
                  <a:pt x="118982" y="42278"/>
                </a:lnTo>
                <a:lnTo>
                  <a:pt x="118820" y="42722"/>
                </a:lnTo>
                <a:lnTo>
                  <a:pt x="118659" y="43166"/>
                </a:lnTo>
                <a:lnTo>
                  <a:pt x="118497" y="43590"/>
                </a:lnTo>
                <a:lnTo>
                  <a:pt x="118296" y="43993"/>
                </a:lnTo>
                <a:lnTo>
                  <a:pt x="118074" y="44397"/>
                </a:lnTo>
                <a:lnTo>
                  <a:pt x="117831" y="44800"/>
                </a:lnTo>
                <a:lnTo>
                  <a:pt x="117549" y="45164"/>
                </a:lnTo>
                <a:lnTo>
                  <a:pt x="117266" y="45527"/>
                </a:lnTo>
                <a:lnTo>
                  <a:pt x="117105" y="45709"/>
                </a:lnTo>
                <a:lnTo>
                  <a:pt x="116943" y="45870"/>
                </a:lnTo>
                <a:lnTo>
                  <a:pt x="116782" y="45991"/>
                </a:lnTo>
                <a:lnTo>
                  <a:pt x="116621" y="46112"/>
                </a:lnTo>
                <a:lnTo>
                  <a:pt x="116459" y="46193"/>
                </a:lnTo>
                <a:lnTo>
                  <a:pt x="116298" y="46253"/>
                </a:lnTo>
                <a:lnTo>
                  <a:pt x="116136" y="46294"/>
                </a:lnTo>
                <a:lnTo>
                  <a:pt x="115975" y="46314"/>
                </a:lnTo>
                <a:lnTo>
                  <a:pt x="115813" y="46314"/>
                </a:lnTo>
                <a:lnTo>
                  <a:pt x="115632" y="46294"/>
                </a:lnTo>
                <a:lnTo>
                  <a:pt x="115490" y="46253"/>
                </a:lnTo>
                <a:lnTo>
                  <a:pt x="115349" y="46193"/>
                </a:lnTo>
                <a:lnTo>
                  <a:pt x="115228" y="46092"/>
                </a:lnTo>
                <a:lnTo>
                  <a:pt x="115107" y="45991"/>
                </a:lnTo>
                <a:lnTo>
                  <a:pt x="115006" y="45890"/>
                </a:lnTo>
                <a:lnTo>
                  <a:pt x="114905" y="45749"/>
                </a:lnTo>
                <a:lnTo>
                  <a:pt x="114724" y="45446"/>
                </a:lnTo>
                <a:lnTo>
                  <a:pt x="114562" y="45103"/>
                </a:lnTo>
                <a:lnTo>
                  <a:pt x="114441" y="44740"/>
                </a:lnTo>
                <a:lnTo>
                  <a:pt x="114300" y="44336"/>
                </a:lnTo>
                <a:lnTo>
                  <a:pt x="114360" y="44316"/>
                </a:lnTo>
                <a:lnTo>
                  <a:pt x="114199" y="43751"/>
                </a:lnTo>
                <a:lnTo>
                  <a:pt x="114017" y="43186"/>
                </a:lnTo>
                <a:lnTo>
                  <a:pt x="113816" y="42641"/>
                </a:lnTo>
                <a:lnTo>
                  <a:pt x="113594" y="42096"/>
                </a:lnTo>
                <a:lnTo>
                  <a:pt x="113331" y="41551"/>
                </a:lnTo>
                <a:lnTo>
                  <a:pt x="113049" y="41027"/>
                </a:lnTo>
                <a:lnTo>
                  <a:pt x="112746" y="40522"/>
                </a:lnTo>
                <a:lnTo>
                  <a:pt x="112403" y="40018"/>
                </a:lnTo>
                <a:lnTo>
                  <a:pt x="112040" y="39533"/>
                </a:lnTo>
                <a:lnTo>
                  <a:pt x="111656" y="39049"/>
                </a:lnTo>
                <a:lnTo>
                  <a:pt x="111253" y="38605"/>
                </a:lnTo>
                <a:lnTo>
                  <a:pt x="110829" y="38161"/>
                </a:lnTo>
                <a:lnTo>
                  <a:pt x="110365" y="37717"/>
                </a:lnTo>
                <a:lnTo>
                  <a:pt x="109901" y="37314"/>
                </a:lnTo>
                <a:lnTo>
                  <a:pt x="109396" y="36910"/>
                </a:lnTo>
                <a:lnTo>
                  <a:pt x="108892" y="36547"/>
                </a:lnTo>
                <a:lnTo>
                  <a:pt x="108367" y="36184"/>
                </a:lnTo>
                <a:lnTo>
                  <a:pt x="107822" y="35861"/>
                </a:lnTo>
                <a:lnTo>
                  <a:pt x="107277" y="35558"/>
                </a:lnTo>
                <a:lnTo>
                  <a:pt x="106712" y="35275"/>
                </a:lnTo>
                <a:lnTo>
                  <a:pt x="106147" y="35033"/>
                </a:lnTo>
                <a:lnTo>
                  <a:pt x="105582" y="34811"/>
                </a:lnTo>
                <a:lnTo>
                  <a:pt x="104997" y="34610"/>
                </a:lnTo>
                <a:lnTo>
                  <a:pt x="104412" y="34428"/>
                </a:lnTo>
                <a:lnTo>
                  <a:pt x="103826" y="34287"/>
                </a:lnTo>
                <a:lnTo>
                  <a:pt x="103241" y="34166"/>
                </a:lnTo>
                <a:lnTo>
                  <a:pt x="102636" y="34065"/>
                </a:lnTo>
                <a:lnTo>
                  <a:pt x="102051" y="34004"/>
                </a:lnTo>
                <a:lnTo>
                  <a:pt x="101445" y="33964"/>
                </a:lnTo>
                <a:lnTo>
                  <a:pt x="100860" y="33944"/>
                </a:lnTo>
                <a:lnTo>
                  <a:pt x="100255" y="33964"/>
                </a:lnTo>
                <a:lnTo>
                  <a:pt x="99669" y="34004"/>
                </a:lnTo>
                <a:lnTo>
                  <a:pt x="99084" y="34085"/>
                </a:lnTo>
                <a:lnTo>
                  <a:pt x="98499" y="34166"/>
                </a:lnTo>
                <a:lnTo>
                  <a:pt x="97914" y="34307"/>
                </a:lnTo>
                <a:lnTo>
                  <a:pt x="97349" y="34448"/>
                </a:lnTo>
                <a:lnTo>
                  <a:pt x="96763" y="34630"/>
                </a:lnTo>
                <a:lnTo>
                  <a:pt x="96198" y="34831"/>
                </a:lnTo>
                <a:lnTo>
                  <a:pt x="95654" y="35053"/>
                </a:lnTo>
                <a:lnTo>
                  <a:pt x="95109" y="35296"/>
                </a:lnTo>
                <a:lnTo>
                  <a:pt x="94564" y="35578"/>
                </a:lnTo>
                <a:lnTo>
                  <a:pt x="94019" y="35861"/>
                </a:lnTo>
                <a:lnTo>
                  <a:pt x="93494" y="36184"/>
                </a:lnTo>
                <a:lnTo>
                  <a:pt x="92990" y="36527"/>
                </a:lnTo>
                <a:lnTo>
                  <a:pt x="92485" y="36910"/>
                </a:lnTo>
                <a:lnTo>
                  <a:pt x="92001" y="37293"/>
                </a:lnTo>
                <a:lnTo>
                  <a:pt x="91517" y="37697"/>
                </a:lnTo>
                <a:lnTo>
                  <a:pt x="91052" y="38141"/>
                </a:lnTo>
                <a:lnTo>
                  <a:pt x="90609" y="38585"/>
                </a:lnTo>
                <a:lnTo>
                  <a:pt x="90185" y="39049"/>
                </a:lnTo>
                <a:lnTo>
                  <a:pt x="89781" y="39513"/>
                </a:lnTo>
                <a:lnTo>
                  <a:pt x="89398" y="40018"/>
                </a:lnTo>
                <a:lnTo>
                  <a:pt x="89055" y="40502"/>
                </a:lnTo>
                <a:lnTo>
                  <a:pt x="88712" y="41027"/>
                </a:lnTo>
                <a:lnTo>
                  <a:pt x="88389" y="41551"/>
                </a:lnTo>
                <a:lnTo>
                  <a:pt x="88086" y="42076"/>
                </a:lnTo>
                <a:lnTo>
                  <a:pt x="87824" y="42621"/>
                </a:lnTo>
                <a:lnTo>
                  <a:pt x="87561" y="43186"/>
                </a:lnTo>
                <a:lnTo>
                  <a:pt x="87339" y="43751"/>
                </a:lnTo>
                <a:lnTo>
                  <a:pt x="87138" y="44316"/>
                </a:lnTo>
                <a:lnTo>
                  <a:pt x="86956" y="44881"/>
                </a:lnTo>
                <a:lnTo>
                  <a:pt x="86815" y="45466"/>
                </a:lnTo>
                <a:lnTo>
                  <a:pt x="86673" y="46052"/>
                </a:lnTo>
                <a:lnTo>
                  <a:pt x="86573" y="46637"/>
                </a:lnTo>
                <a:lnTo>
                  <a:pt x="86492" y="47283"/>
                </a:lnTo>
                <a:lnTo>
                  <a:pt x="86411" y="47928"/>
                </a:lnTo>
                <a:lnTo>
                  <a:pt x="86290" y="49240"/>
                </a:lnTo>
                <a:lnTo>
                  <a:pt x="86209" y="50330"/>
                </a:lnTo>
                <a:lnTo>
                  <a:pt x="86088" y="51399"/>
                </a:lnTo>
                <a:lnTo>
                  <a:pt x="86007" y="51924"/>
                </a:lnTo>
                <a:lnTo>
                  <a:pt x="85927" y="52449"/>
                </a:lnTo>
                <a:lnTo>
                  <a:pt x="85806" y="52973"/>
                </a:lnTo>
                <a:lnTo>
                  <a:pt x="85685" y="53458"/>
                </a:lnTo>
                <a:lnTo>
                  <a:pt x="85543" y="53962"/>
                </a:lnTo>
                <a:lnTo>
                  <a:pt x="85362" y="54426"/>
                </a:lnTo>
                <a:lnTo>
                  <a:pt x="85160" y="54870"/>
                </a:lnTo>
                <a:lnTo>
                  <a:pt x="84918" y="55314"/>
                </a:lnTo>
                <a:lnTo>
                  <a:pt x="84655" y="55718"/>
                </a:lnTo>
                <a:lnTo>
                  <a:pt x="84353" y="56101"/>
                </a:lnTo>
                <a:lnTo>
                  <a:pt x="84171" y="56303"/>
                </a:lnTo>
                <a:lnTo>
                  <a:pt x="84010" y="56465"/>
                </a:lnTo>
                <a:lnTo>
                  <a:pt x="83808" y="56646"/>
                </a:lnTo>
                <a:lnTo>
                  <a:pt x="83606" y="56808"/>
                </a:lnTo>
                <a:lnTo>
                  <a:pt x="83344" y="56989"/>
                </a:lnTo>
                <a:lnTo>
                  <a:pt x="83041" y="57191"/>
                </a:lnTo>
                <a:lnTo>
                  <a:pt x="82658" y="57393"/>
                </a:lnTo>
                <a:lnTo>
                  <a:pt x="82173" y="57595"/>
                </a:lnTo>
                <a:lnTo>
                  <a:pt x="81628" y="57776"/>
                </a:lnTo>
                <a:lnTo>
                  <a:pt x="81326" y="57877"/>
                </a:lnTo>
                <a:lnTo>
                  <a:pt x="80983" y="57958"/>
                </a:lnTo>
                <a:lnTo>
                  <a:pt x="80599" y="58018"/>
                </a:lnTo>
                <a:lnTo>
                  <a:pt x="80216" y="58099"/>
                </a:lnTo>
                <a:lnTo>
                  <a:pt x="79792" y="58160"/>
                </a:lnTo>
                <a:lnTo>
                  <a:pt x="79328" y="58200"/>
                </a:lnTo>
                <a:lnTo>
                  <a:pt x="78642" y="58261"/>
                </a:lnTo>
                <a:lnTo>
                  <a:pt x="77935" y="58281"/>
                </a:lnTo>
                <a:lnTo>
                  <a:pt x="77249" y="58301"/>
                </a:lnTo>
                <a:lnTo>
                  <a:pt x="76543" y="58301"/>
                </a:lnTo>
                <a:lnTo>
                  <a:pt x="75837" y="58281"/>
                </a:lnTo>
                <a:lnTo>
                  <a:pt x="75151" y="58240"/>
                </a:lnTo>
                <a:lnTo>
                  <a:pt x="74444" y="58180"/>
                </a:lnTo>
                <a:lnTo>
                  <a:pt x="73758" y="58119"/>
                </a:lnTo>
                <a:lnTo>
                  <a:pt x="72366" y="57958"/>
                </a:lnTo>
                <a:lnTo>
                  <a:pt x="70994" y="57776"/>
                </a:lnTo>
                <a:lnTo>
                  <a:pt x="69601" y="57574"/>
                </a:lnTo>
                <a:lnTo>
                  <a:pt x="68249" y="57352"/>
                </a:lnTo>
                <a:lnTo>
                  <a:pt x="66937" y="57151"/>
                </a:lnTo>
                <a:lnTo>
                  <a:pt x="65605" y="56949"/>
                </a:lnTo>
                <a:lnTo>
                  <a:pt x="64294" y="56767"/>
                </a:lnTo>
                <a:lnTo>
                  <a:pt x="62962" y="56606"/>
                </a:lnTo>
                <a:lnTo>
                  <a:pt x="61771" y="56505"/>
                </a:lnTo>
                <a:lnTo>
                  <a:pt x="60581" y="56424"/>
                </a:lnTo>
                <a:lnTo>
                  <a:pt x="59390" y="56384"/>
                </a:lnTo>
                <a:lnTo>
                  <a:pt x="58179" y="56364"/>
                </a:lnTo>
                <a:lnTo>
                  <a:pt x="56968" y="56384"/>
                </a:lnTo>
                <a:lnTo>
                  <a:pt x="55778" y="56444"/>
                </a:lnTo>
                <a:lnTo>
                  <a:pt x="54567" y="56525"/>
                </a:lnTo>
                <a:lnTo>
                  <a:pt x="53356" y="56646"/>
                </a:lnTo>
                <a:lnTo>
                  <a:pt x="52145" y="56787"/>
                </a:lnTo>
                <a:lnTo>
                  <a:pt x="50935" y="56949"/>
                </a:lnTo>
                <a:lnTo>
                  <a:pt x="49744" y="57151"/>
                </a:lnTo>
                <a:lnTo>
                  <a:pt x="48553" y="57393"/>
                </a:lnTo>
                <a:lnTo>
                  <a:pt x="47343" y="57655"/>
                </a:lnTo>
                <a:lnTo>
                  <a:pt x="46172" y="57958"/>
                </a:lnTo>
                <a:lnTo>
                  <a:pt x="44981" y="58281"/>
                </a:lnTo>
                <a:lnTo>
                  <a:pt x="43811" y="58644"/>
                </a:lnTo>
                <a:lnTo>
                  <a:pt x="42661" y="59027"/>
                </a:lnTo>
                <a:lnTo>
                  <a:pt x="41510" y="59451"/>
                </a:lnTo>
                <a:lnTo>
                  <a:pt x="40380" y="59895"/>
                </a:lnTo>
                <a:lnTo>
                  <a:pt x="39250" y="60359"/>
                </a:lnTo>
                <a:lnTo>
                  <a:pt x="38140" y="60864"/>
                </a:lnTo>
                <a:lnTo>
                  <a:pt x="37031" y="61409"/>
                </a:lnTo>
                <a:lnTo>
                  <a:pt x="35961" y="61954"/>
                </a:lnTo>
                <a:lnTo>
                  <a:pt x="34891" y="62539"/>
                </a:lnTo>
                <a:lnTo>
                  <a:pt x="33842" y="63144"/>
                </a:lnTo>
                <a:lnTo>
                  <a:pt x="32813" y="63790"/>
                </a:lnTo>
                <a:lnTo>
                  <a:pt x="31784" y="64436"/>
                </a:lnTo>
                <a:lnTo>
                  <a:pt x="30795" y="65122"/>
                </a:lnTo>
                <a:lnTo>
                  <a:pt x="29826" y="65828"/>
                </a:lnTo>
                <a:lnTo>
                  <a:pt x="28878" y="66555"/>
                </a:lnTo>
                <a:lnTo>
                  <a:pt x="27950" y="67321"/>
                </a:lnTo>
                <a:lnTo>
                  <a:pt x="27041" y="68088"/>
                </a:lnTo>
                <a:lnTo>
                  <a:pt x="26113" y="68916"/>
                </a:lnTo>
                <a:lnTo>
                  <a:pt x="25205" y="69763"/>
                </a:lnTo>
                <a:lnTo>
                  <a:pt x="23429" y="71499"/>
                </a:lnTo>
                <a:lnTo>
                  <a:pt x="22279" y="72609"/>
                </a:lnTo>
                <a:lnTo>
                  <a:pt x="21129" y="73719"/>
                </a:lnTo>
                <a:lnTo>
                  <a:pt x="19938" y="74788"/>
                </a:lnTo>
                <a:lnTo>
                  <a:pt x="19333" y="75313"/>
                </a:lnTo>
                <a:lnTo>
                  <a:pt x="18707" y="75837"/>
                </a:lnTo>
                <a:lnTo>
                  <a:pt x="18081" y="76342"/>
                </a:lnTo>
                <a:lnTo>
                  <a:pt x="17456" y="76826"/>
                </a:lnTo>
                <a:lnTo>
                  <a:pt x="16810" y="77290"/>
                </a:lnTo>
                <a:lnTo>
                  <a:pt x="16144" y="77734"/>
                </a:lnTo>
                <a:lnTo>
                  <a:pt x="15458" y="78158"/>
                </a:lnTo>
                <a:lnTo>
                  <a:pt x="14772" y="78542"/>
                </a:lnTo>
                <a:lnTo>
                  <a:pt x="14066" y="78925"/>
                </a:lnTo>
                <a:lnTo>
                  <a:pt x="13339" y="79268"/>
                </a:lnTo>
                <a:lnTo>
                  <a:pt x="12915" y="79450"/>
                </a:lnTo>
                <a:lnTo>
                  <a:pt x="12492" y="79611"/>
                </a:lnTo>
                <a:lnTo>
                  <a:pt x="12048" y="79752"/>
                </a:lnTo>
                <a:lnTo>
                  <a:pt x="11604" y="79894"/>
                </a:lnTo>
                <a:lnTo>
                  <a:pt x="11160" y="79995"/>
                </a:lnTo>
                <a:lnTo>
                  <a:pt x="10716" y="80095"/>
                </a:lnTo>
                <a:lnTo>
                  <a:pt x="10252" y="80196"/>
                </a:lnTo>
                <a:lnTo>
                  <a:pt x="9787" y="80257"/>
                </a:lnTo>
                <a:lnTo>
                  <a:pt x="9344" y="80297"/>
                </a:lnTo>
                <a:lnTo>
                  <a:pt x="8879" y="80338"/>
                </a:lnTo>
                <a:lnTo>
                  <a:pt x="8415" y="80358"/>
                </a:lnTo>
                <a:lnTo>
                  <a:pt x="7951" y="80358"/>
                </a:lnTo>
                <a:lnTo>
                  <a:pt x="7507" y="80338"/>
                </a:lnTo>
                <a:lnTo>
                  <a:pt x="7063" y="80317"/>
                </a:lnTo>
                <a:lnTo>
                  <a:pt x="6619" y="80257"/>
                </a:lnTo>
                <a:lnTo>
                  <a:pt x="6175" y="80196"/>
                </a:lnTo>
                <a:lnTo>
                  <a:pt x="5691" y="80095"/>
                </a:lnTo>
                <a:lnTo>
                  <a:pt x="5247" y="79974"/>
                </a:lnTo>
                <a:lnTo>
                  <a:pt x="4803" y="79853"/>
                </a:lnTo>
                <a:lnTo>
                  <a:pt x="4379" y="79692"/>
                </a:lnTo>
                <a:lnTo>
                  <a:pt x="3955" y="79510"/>
                </a:lnTo>
                <a:lnTo>
                  <a:pt x="3572" y="79329"/>
                </a:lnTo>
                <a:lnTo>
                  <a:pt x="3189" y="79107"/>
                </a:lnTo>
                <a:lnTo>
                  <a:pt x="2846" y="78885"/>
                </a:lnTo>
                <a:lnTo>
                  <a:pt x="2502" y="78642"/>
                </a:lnTo>
                <a:lnTo>
                  <a:pt x="2180" y="78380"/>
                </a:lnTo>
                <a:lnTo>
                  <a:pt x="1897" y="78098"/>
                </a:lnTo>
                <a:lnTo>
                  <a:pt x="1615" y="77795"/>
                </a:lnTo>
                <a:lnTo>
                  <a:pt x="1352" y="77472"/>
                </a:lnTo>
                <a:lnTo>
                  <a:pt x="1130" y="77149"/>
                </a:lnTo>
                <a:lnTo>
                  <a:pt x="908" y="76806"/>
                </a:lnTo>
                <a:lnTo>
                  <a:pt x="727" y="76443"/>
                </a:lnTo>
                <a:lnTo>
                  <a:pt x="585" y="76180"/>
                </a:lnTo>
                <a:lnTo>
                  <a:pt x="484" y="75898"/>
                </a:lnTo>
                <a:lnTo>
                  <a:pt x="384" y="75636"/>
                </a:lnTo>
                <a:lnTo>
                  <a:pt x="303" y="75353"/>
                </a:lnTo>
                <a:lnTo>
                  <a:pt x="242" y="75050"/>
                </a:lnTo>
                <a:lnTo>
                  <a:pt x="182" y="74768"/>
                </a:lnTo>
                <a:lnTo>
                  <a:pt x="141" y="74465"/>
                </a:lnTo>
                <a:lnTo>
                  <a:pt x="101" y="74162"/>
                </a:lnTo>
                <a:lnTo>
                  <a:pt x="81" y="73860"/>
                </a:lnTo>
                <a:lnTo>
                  <a:pt x="81" y="73557"/>
                </a:lnTo>
                <a:lnTo>
                  <a:pt x="101" y="73254"/>
                </a:lnTo>
                <a:lnTo>
                  <a:pt x="121" y="72952"/>
                </a:lnTo>
                <a:lnTo>
                  <a:pt x="162" y="72629"/>
                </a:lnTo>
                <a:lnTo>
                  <a:pt x="202" y="72306"/>
                </a:lnTo>
                <a:lnTo>
                  <a:pt x="262" y="71983"/>
                </a:lnTo>
                <a:lnTo>
                  <a:pt x="343" y="71680"/>
                </a:lnTo>
                <a:lnTo>
                  <a:pt x="525" y="71075"/>
                </a:lnTo>
                <a:lnTo>
                  <a:pt x="727" y="70490"/>
                </a:lnTo>
                <a:lnTo>
                  <a:pt x="989" y="69925"/>
                </a:lnTo>
                <a:lnTo>
                  <a:pt x="1292" y="69380"/>
                </a:lnTo>
                <a:lnTo>
                  <a:pt x="1615" y="68835"/>
                </a:lnTo>
                <a:lnTo>
                  <a:pt x="1998" y="68330"/>
                </a:lnTo>
                <a:lnTo>
                  <a:pt x="2381" y="67846"/>
                </a:lnTo>
                <a:lnTo>
                  <a:pt x="2825" y="67382"/>
                </a:lnTo>
                <a:lnTo>
                  <a:pt x="3209" y="67019"/>
                </a:lnTo>
                <a:lnTo>
                  <a:pt x="3612" y="66676"/>
                </a:lnTo>
                <a:lnTo>
                  <a:pt x="4036" y="66353"/>
                </a:lnTo>
                <a:lnTo>
                  <a:pt x="4500" y="66030"/>
                </a:lnTo>
                <a:lnTo>
                  <a:pt x="4964" y="65727"/>
                </a:lnTo>
                <a:lnTo>
                  <a:pt x="5449" y="65445"/>
                </a:lnTo>
                <a:lnTo>
                  <a:pt x="5973" y="65162"/>
                </a:lnTo>
                <a:lnTo>
                  <a:pt x="6518" y="64900"/>
                </a:lnTo>
                <a:lnTo>
                  <a:pt x="7063" y="64658"/>
                </a:lnTo>
                <a:lnTo>
                  <a:pt x="7669" y="64415"/>
                </a:lnTo>
                <a:lnTo>
                  <a:pt x="8274" y="64194"/>
                </a:lnTo>
                <a:lnTo>
                  <a:pt x="8920" y="63992"/>
                </a:lnTo>
                <a:lnTo>
                  <a:pt x="9586" y="63790"/>
                </a:lnTo>
                <a:lnTo>
                  <a:pt x="10272" y="63608"/>
                </a:lnTo>
                <a:lnTo>
                  <a:pt x="10978" y="63427"/>
                </a:lnTo>
                <a:lnTo>
                  <a:pt x="11745" y="63265"/>
                </a:lnTo>
                <a:lnTo>
                  <a:pt x="12673" y="63084"/>
                </a:lnTo>
                <a:lnTo>
                  <a:pt x="13460" y="62942"/>
                </a:lnTo>
                <a:lnTo>
                  <a:pt x="14227" y="62781"/>
                </a:lnTo>
                <a:lnTo>
                  <a:pt x="15014" y="62579"/>
                </a:lnTo>
                <a:lnTo>
                  <a:pt x="15761" y="62377"/>
                </a:lnTo>
                <a:lnTo>
                  <a:pt x="16144" y="62256"/>
                </a:lnTo>
                <a:lnTo>
                  <a:pt x="16507" y="62115"/>
                </a:lnTo>
                <a:lnTo>
                  <a:pt x="16871" y="61974"/>
                </a:lnTo>
                <a:lnTo>
                  <a:pt x="17234" y="61812"/>
                </a:lnTo>
                <a:lnTo>
                  <a:pt x="17577" y="61631"/>
                </a:lnTo>
                <a:lnTo>
                  <a:pt x="17920" y="61429"/>
                </a:lnTo>
                <a:lnTo>
                  <a:pt x="18243" y="61227"/>
                </a:lnTo>
                <a:lnTo>
                  <a:pt x="18566" y="61005"/>
                </a:lnTo>
                <a:lnTo>
                  <a:pt x="18909" y="60723"/>
                </a:lnTo>
                <a:lnTo>
                  <a:pt x="19232" y="60420"/>
                </a:lnTo>
                <a:lnTo>
                  <a:pt x="19534" y="60097"/>
                </a:lnTo>
                <a:lnTo>
                  <a:pt x="19817" y="59754"/>
                </a:lnTo>
                <a:lnTo>
                  <a:pt x="20099" y="59391"/>
                </a:lnTo>
                <a:lnTo>
                  <a:pt x="20362" y="59007"/>
                </a:lnTo>
                <a:lnTo>
                  <a:pt x="20604" y="58604"/>
                </a:lnTo>
                <a:lnTo>
                  <a:pt x="20826" y="58160"/>
                </a:lnTo>
                <a:lnTo>
                  <a:pt x="21028" y="57716"/>
                </a:lnTo>
                <a:lnTo>
                  <a:pt x="21230" y="57252"/>
                </a:lnTo>
                <a:lnTo>
                  <a:pt x="21391" y="56767"/>
                </a:lnTo>
                <a:lnTo>
                  <a:pt x="21552" y="56263"/>
                </a:lnTo>
                <a:lnTo>
                  <a:pt x="21694" y="55738"/>
                </a:lnTo>
                <a:lnTo>
                  <a:pt x="21795" y="55213"/>
                </a:lnTo>
                <a:lnTo>
                  <a:pt x="21895" y="54648"/>
                </a:lnTo>
                <a:lnTo>
                  <a:pt x="21976" y="54083"/>
                </a:lnTo>
                <a:lnTo>
                  <a:pt x="22037" y="53478"/>
                </a:lnTo>
                <a:lnTo>
                  <a:pt x="22077" y="52872"/>
                </a:lnTo>
                <a:lnTo>
                  <a:pt x="22097" y="52267"/>
                </a:lnTo>
                <a:lnTo>
                  <a:pt x="22117" y="51662"/>
                </a:lnTo>
                <a:lnTo>
                  <a:pt x="22097" y="51056"/>
                </a:lnTo>
                <a:lnTo>
                  <a:pt x="22077" y="50451"/>
                </a:lnTo>
                <a:lnTo>
                  <a:pt x="21996" y="49240"/>
                </a:lnTo>
                <a:lnTo>
                  <a:pt x="21875" y="48029"/>
                </a:lnTo>
                <a:lnTo>
                  <a:pt x="21734" y="46818"/>
                </a:lnTo>
                <a:lnTo>
                  <a:pt x="21552" y="45608"/>
                </a:lnTo>
                <a:lnTo>
                  <a:pt x="21371" y="44417"/>
                </a:lnTo>
                <a:lnTo>
                  <a:pt x="21068" y="42359"/>
                </a:lnTo>
                <a:lnTo>
                  <a:pt x="20927" y="41309"/>
                </a:lnTo>
                <a:lnTo>
                  <a:pt x="20806" y="40280"/>
                </a:lnTo>
                <a:lnTo>
                  <a:pt x="20745" y="39493"/>
                </a:lnTo>
                <a:lnTo>
                  <a:pt x="20685" y="38706"/>
                </a:lnTo>
                <a:lnTo>
                  <a:pt x="20665" y="37879"/>
                </a:lnTo>
                <a:lnTo>
                  <a:pt x="20665" y="37031"/>
                </a:lnTo>
                <a:lnTo>
                  <a:pt x="20685" y="36184"/>
                </a:lnTo>
                <a:lnTo>
                  <a:pt x="20765" y="35316"/>
                </a:lnTo>
                <a:lnTo>
                  <a:pt x="20866" y="34448"/>
                </a:lnTo>
                <a:lnTo>
                  <a:pt x="21008" y="33560"/>
                </a:lnTo>
                <a:lnTo>
                  <a:pt x="21088" y="33136"/>
                </a:lnTo>
                <a:lnTo>
                  <a:pt x="21189" y="32713"/>
                </a:lnTo>
                <a:lnTo>
                  <a:pt x="21290" y="32269"/>
                </a:lnTo>
                <a:lnTo>
                  <a:pt x="21431" y="31845"/>
                </a:lnTo>
                <a:lnTo>
                  <a:pt x="21552" y="31441"/>
                </a:lnTo>
                <a:lnTo>
                  <a:pt x="21714" y="31017"/>
                </a:lnTo>
                <a:lnTo>
                  <a:pt x="21875" y="30614"/>
                </a:lnTo>
                <a:lnTo>
                  <a:pt x="22057" y="30210"/>
                </a:lnTo>
                <a:lnTo>
                  <a:pt x="22259" y="29807"/>
                </a:lnTo>
                <a:lnTo>
                  <a:pt x="22461" y="29423"/>
                </a:lnTo>
                <a:lnTo>
                  <a:pt x="22703" y="29040"/>
                </a:lnTo>
                <a:lnTo>
                  <a:pt x="22945" y="28677"/>
                </a:lnTo>
                <a:lnTo>
                  <a:pt x="23207" y="28313"/>
                </a:lnTo>
                <a:lnTo>
                  <a:pt x="23470" y="27950"/>
                </a:lnTo>
                <a:lnTo>
                  <a:pt x="23772" y="27607"/>
                </a:lnTo>
                <a:lnTo>
                  <a:pt x="24095" y="27284"/>
                </a:lnTo>
                <a:lnTo>
                  <a:pt x="24458" y="26921"/>
                </a:lnTo>
                <a:lnTo>
                  <a:pt x="24862" y="26578"/>
                </a:lnTo>
                <a:lnTo>
                  <a:pt x="25266" y="26275"/>
                </a:lnTo>
                <a:lnTo>
                  <a:pt x="25710" y="25972"/>
                </a:lnTo>
                <a:lnTo>
                  <a:pt x="26153" y="25690"/>
                </a:lnTo>
                <a:lnTo>
                  <a:pt x="26597" y="25448"/>
                </a:lnTo>
                <a:lnTo>
                  <a:pt x="27082" y="25226"/>
                </a:lnTo>
                <a:lnTo>
                  <a:pt x="27586" y="25004"/>
                </a:lnTo>
                <a:lnTo>
                  <a:pt x="28091" y="24822"/>
                </a:lnTo>
                <a:lnTo>
                  <a:pt x="28615" y="24661"/>
                </a:lnTo>
                <a:lnTo>
                  <a:pt x="29160" y="24519"/>
                </a:lnTo>
                <a:lnTo>
                  <a:pt x="29705" y="24398"/>
                </a:lnTo>
                <a:lnTo>
                  <a:pt x="30290" y="24297"/>
                </a:lnTo>
                <a:lnTo>
                  <a:pt x="30876" y="24217"/>
                </a:lnTo>
                <a:lnTo>
                  <a:pt x="31481" y="24176"/>
                </a:lnTo>
                <a:lnTo>
                  <a:pt x="32086" y="24136"/>
                </a:lnTo>
                <a:lnTo>
                  <a:pt x="33297" y="24136"/>
                </a:lnTo>
                <a:lnTo>
                  <a:pt x="33903" y="24176"/>
                </a:lnTo>
                <a:lnTo>
                  <a:pt x="34508" y="24217"/>
                </a:lnTo>
                <a:lnTo>
                  <a:pt x="35113" y="24277"/>
                </a:lnTo>
                <a:lnTo>
                  <a:pt x="35699" y="24358"/>
                </a:lnTo>
                <a:lnTo>
                  <a:pt x="36264" y="24459"/>
                </a:lnTo>
                <a:lnTo>
                  <a:pt x="36829" y="24580"/>
                </a:lnTo>
                <a:lnTo>
                  <a:pt x="37394" y="24681"/>
                </a:lnTo>
                <a:lnTo>
                  <a:pt x="38443" y="24943"/>
                </a:lnTo>
                <a:lnTo>
                  <a:pt x="39412" y="25246"/>
                </a:lnTo>
                <a:lnTo>
                  <a:pt x="40320" y="25549"/>
                </a:lnTo>
                <a:lnTo>
                  <a:pt x="41147" y="25851"/>
                </a:lnTo>
                <a:lnTo>
                  <a:pt x="41874" y="26134"/>
                </a:lnTo>
                <a:lnTo>
                  <a:pt x="42600" y="26437"/>
                </a:lnTo>
                <a:lnTo>
                  <a:pt x="43327" y="26759"/>
                </a:lnTo>
                <a:lnTo>
                  <a:pt x="44033" y="27082"/>
                </a:lnTo>
                <a:lnTo>
                  <a:pt x="45466" y="27768"/>
                </a:lnTo>
                <a:lnTo>
                  <a:pt x="46878" y="28495"/>
                </a:lnTo>
                <a:lnTo>
                  <a:pt x="48271" y="29242"/>
                </a:lnTo>
                <a:lnTo>
                  <a:pt x="49643" y="30008"/>
                </a:lnTo>
                <a:lnTo>
                  <a:pt x="52367" y="31542"/>
                </a:lnTo>
                <a:lnTo>
                  <a:pt x="54486" y="32753"/>
                </a:lnTo>
                <a:lnTo>
                  <a:pt x="56646" y="33944"/>
                </a:lnTo>
                <a:lnTo>
                  <a:pt x="57735" y="34529"/>
                </a:lnTo>
                <a:lnTo>
                  <a:pt x="58825" y="35094"/>
                </a:lnTo>
                <a:lnTo>
                  <a:pt x="59935" y="35639"/>
                </a:lnTo>
                <a:lnTo>
                  <a:pt x="61045" y="36163"/>
                </a:lnTo>
                <a:lnTo>
                  <a:pt x="61953" y="36547"/>
                </a:lnTo>
                <a:lnTo>
                  <a:pt x="62821" y="36890"/>
                </a:lnTo>
                <a:lnTo>
                  <a:pt x="63668" y="37193"/>
                </a:lnTo>
                <a:lnTo>
                  <a:pt x="64496" y="37435"/>
                </a:lnTo>
                <a:lnTo>
                  <a:pt x="65283" y="37637"/>
                </a:lnTo>
                <a:lnTo>
                  <a:pt x="66049" y="37798"/>
                </a:lnTo>
                <a:lnTo>
                  <a:pt x="66816" y="37899"/>
                </a:lnTo>
                <a:lnTo>
                  <a:pt x="67523" y="37959"/>
                </a:lnTo>
                <a:lnTo>
                  <a:pt x="68229" y="37980"/>
                </a:lnTo>
                <a:lnTo>
                  <a:pt x="68552" y="37959"/>
                </a:lnTo>
                <a:lnTo>
                  <a:pt x="68895" y="37939"/>
                </a:lnTo>
                <a:lnTo>
                  <a:pt x="69218" y="37899"/>
                </a:lnTo>
                <a:lnTo>
                  <a:pt x="69541" y="37859"/>
                </a:lnTo>
                <a:lnTo>
                  <a:pt x="69843" y="37798"/>
                </a:lnTo>
                <a:lnTo>
                  <a:pt x="70166" y="37737"/>
                </a:lnTo>
                <a:lnTo>
                  <a:pt x="70449" y="37657"/>
                </a:lnTo>
                <a:lnTo>
                  <a:pt x="70751" y="37556"/>
                </a:lnTo>
                <a:lnTo>
                  <a:pt x="71034" y="37455"/>
                </a:lnTo>
                <a:lnTo>
                  <a:pt x="71316" y="37334"/>
                </a:lnTo>
                <a:lnTo>
                  <a:pt x="71579" y="37193"/>
                </a:lnTo>
                <a:lnTo>
                  <a:pt x="71861" y="37051"/>
                </a:lnTo>
                <a:lnTo>
                  <a:pt x="72103" y="36890"/>
                </a:lnTo>
                <a:lnTo>
                  <a:pt x="72366" y="36728"/>
                </a:lnTo>
                <a:lnTo>
                  <a:pt x="72628" y="36547"/>
                </a:lnTo>
                <a:lnTo>
                  <a:pt x="72870" y="36345"/>
                </a:lnTo>
                <a:lnTo>
                  <a:pt x="73112" y="36143"/>
                </a:lnTo>
                <a:lnTo>
                  <a:pt x="73355" y="35921"/>
                </a:lnTo>
                <a:lnTo>
                  <a:pt x="73577" y="35679"/>
                </a:lnTo>
                <a:lnTo>
                  <a:pt x="73778" y="35437"/>
                </a:lnTo>
                <a:lnTo>
                  <a:pt x="74000" y="35195"/>
                </a:lnTo>
                <a:lnTo>
                  <a:pt x="74182" y="34912"/>
                </a:lnTo>
                <a:lnTo>
                  <a:pt x="74384" y="34650"/>
                </a:lnTo>
                <a:lnTo>
                  <a:pt x="74565" y="34347"/>
                </a:lnTo>
                <a:lnTo>
                  <a:pt x="74727" y="34065"/>
                </a:lnTo>
                <a:lnTo>
                  <a:pt x="74888" y="33742"/>
                </a:lnTo>
                <a:lnTo>
                  <a:pt x="75050" y="33419"/>
                </a:lnTo>
                <a:lnTo>
                  <a:pt x="75191" y="33096"/>
                </a:lnTo>
                <a:lnTo>
                  <a:pt x="75312" y="32753"/>
                </a:lnTo>
                <a:lnTo>
                  <a:pt x="75433" y="32410"/>
                </a:lnTo>
                <a:lnTo>
                  <a:pt x="75635" y="31784"/>
                </a:lnTo>
                <a:lnTo>
                  <a:pt x="75796" y="31139"/>
                </a:lnTo>
                <a:lnTo>
                  <a:pt x="75917" y="30473"/>
                </a:lnTo>
                <a:lnTo>
                  <a:pt x="76018" y="29786"/>
                </a:lnTo>
                <a:lnTo>
                  <a:pt x="76099" y="29080"/>
                </a:lnTo>
                <a:lnTo>
                  <a:pt x="76139" y="28374"/>
                </a:lnTo>
                <a:lnTo>
                  <a:pt x="76139" y="27627"/>
                </a:lnTo>
                <a:lnTo>
                  <a:pt x="76119" y="26901"/>
                </a:lnTo>
                <a:lnTo>
                  <a:pt x="76059" y="25791"/>
                </a:lnTo>
                <a:lnTo>
                  <a:pt x="75998" y="24721"/>
                </a:lnTo>
                <a:lnTo>
                  <a:pt x="75837" y="22703"/>
                </a:lnTo>
                <a:lnTo>
                  <a:pt x="75655" y="20786"/>
                </a:lnTo>
                <a:lnTo>
                  <a:pt x="75453" y="18950"/>
                </a:lnTo>
                <a:lnTo>
                  <a:pt x="75252" y="16932"/>
                </a:lnTo>
                <a:lnTo>
                  <a:pt x="75050" y="14833"/>
                </a:lnTo>
                <a:lnTo>
                  <a:pt x="74929" y="13642"/>
                </a:lnTo>
                <a:lnTo>
                  <a:pt x="74787" y="12452"/>
                </a:lnTo>
                <a:lnTo>
                  <a:pt x="74606" y="11140"/>
                </a:lnTo>
                <a:lnTo>
                  <a:pt x="74545" y="10494"/>
                </a:lnTo>
                <a:lnTo>
                  <a:pt x="74485" y="9849"/>
                </a:lnTo>
                <a:lnTo>
                  <a:pt x="74444" y="9203"/>
                </a:lnTo>
                <a:lnTo>
                  <a:pt x="74424" y="8577"/>
                </a:lnTo>
                <a:lnTo>
                  <a:pt x="74424" y="7952"/>
                </a:lnTo>
                <a:lnTo>
                  <a:pt x="74464" y="7346"/>
                </a:lnTo>
                <a:lnTo>
                  <a:pt x="74525" y="6741"/>
                </a:lnTo>
                <a:lnTo>
                  <a:pt x="74646" y="6176"/>
                </a:lnTo>
                <a:lnTo>
                  <a:pt x="74707" y="5893"/>
                </a:lnTo>
                <a:lnTo>
                  <a:pt x="74787" y="5611"/>
                </a:lnTo>
                <a:lnTo>
                  <a:pt x="74888" y="5348"/>
                </a:lnTo>
                <a:lnTo>
                  <a:pt x="74989" y="5066"/>
                </a:lnTo>
                <a:lnTo>
                  <a:pt x="75110" y="4824"/>
                </a:lnTo>
                <a:lnTo>
                  <a:pt x="75231" y="4561"/>
                </a:lnTo>
                <a:lnTo>
                  <a:pt x="75393" y="4319"/>
                </a:lnTo>
                <a:lnTo>
                  <a:pt x="75554" y="4077"/>
                </a:lnTo>
                <a:lnTo>
                  <a:pt x="75716" y="3835"/>
                </a:lnTo>
                <a:lnTo>
                  <a:pt x="75917" y="3613"/>
                </a:lnTo>
                <a:lnTo>
                  <a:pt x="76119" y="3391"/>
                </a:lnTo>
                <a:lnTo>
                  <a:pt x="76341" y="3189"/>
                </a:lnTo>
                <a:lnTo>
                  <a:pt x="76604" y="2967"/>
                </a:lnTo>
                <a:lnTo>
                  <a:pt x="76886" y="2765"/>
                </a:lnTo>
                <a:lnTo>
                  <a:pt x="77169" y="2584"/>
                </a:lnTo>
                <a:lnTo>
                  <a:pt x="77471" y="2422"/>
                </a:lnTo>
                <a:lnTo>
                  <a:pt x="77754" y="2261"/>
                </a:lnTo>
                <a:lnTo>
                  <a:pt x="78077" y="2120"/>
                </a:lnTo>
                <a:lnTo>
                  <a:pt x="78379" y="1998"/>
                </a:lnTo>
                <a:lnTo>
                  <a:pt x="78702" y="1877"/>
                </a:lnTo>
                <a:lnTo>
                  <a:pt x="79348" y="1676"/>
                </a:lnTo>
                <a:lnTo>
                  <a:pt x="80014" y="1514"/>
                </a:lnTo>
                <a:lnTo>
                  <a:pt x="80660" y="1373"/>
                </a:lnTo>
                <a:lnTo>
                  <a:pt x="81306" y="1232"/>
                </a:lnTo>
                <a:lnTo>
                  <a:pt x="82799" y="989"/>
                </a:lnTo>
                <a:lnTo>
                  <a:pt x="84312" y="747"/>
                </a:lnTo>
                <a:lnTo>
                  <a:pt x="85826" y="566"/>
                </a:lnTo>
                <a:lnTo>
                  <a:pt x="87319" y="404"/>
                </a:lnTo>
                <a:lnTo>
                  <a:pt x="88833" y="283"/>
                </a:lnTo>
                <a:lnTo>
                  <a:pt x="90346" y="182"/>
                </a:lnTo>
                <a:lnTo>
                  <a:pt x="91860" y="122"/>
                </a:lnTo>
                <a:lnTo>
                  <a:pt x="93373" y="81"/>
                </a:lnTo>
                <a:close/>
                <a:moveTo>
                  <a:pt x="93373" y="1"/>
                </a:moveTo>
                <a:lnTo>
                  <a:pt x="91860" y="41"/>
                </a:lnTo>
                <a:lnTo>
                  <a:pt x="90346" y="102"/>
                </a:lnTo>
                <a:lnTo>
                  <a:pt x="88833" y="202"/>
                </a:lnTo>
                <a:lnTo>
                  <a:pt x="87319" y="324"/>
                </a:lnTo>
                <a:lnTo>
                  <a:pt x="85806" y="485"/>
                </a:lnTo>
                <a:lnTo>
                  <a:pt x="84292" y="667"/>
                </a:lnTo>
                <a:lnTo>
                  <a:pt x="82799" y="909"/>
                </a:lnTo>
                <a:lnTo>
                  <a:pt x="81285" y="1171"/>
                </a:lnTo>
                <a:lnTo>
                  <a:pt x="80640" y="1292"/>
                </a:lnTo>
                <a:lnTo>
                  <a:pt x="79994" y="1433"/>
                </a:lnTo>
                <a:lnTo>
                  <a:pt x="79328" y="1595"/>
                </a:lnTo>
                <a:lnTo>
                  <a:pt x="78682" y="1797"/>
                </a:lnTo>
                <a:lnTo>
                  <a:pt x="78359" y="1918"/>
                </a:lnTo>
                <a:lnTo>
                  <a:pt x="78036" y="2059"/>
                </a:lnTo>
                <a:lnTo>
                  <a:pt x="77734" y="2200"/>
                </a:lnTo>
                <a:lnTo>
                  <a:pt x="77411" y="2342"/>
                </a:lnTo>
                <a:lnTo>
                  <a:pt x="77128" y="2523"/>
                </a:lnTo>
                <a:lnTo>
                  <a:pt x="76846" y="2705"/>
                </a:lnTo>
                <a:lnTo>
                  <a:pt x="76563" y="2907"/>
                </a:lnTo>
                <a:lnTo>
                  <a:pt x="76301" y="3129"/>
                </a:lnTo>
                <a:lnTo>
                  <a:pt x="76059" y="3330"/>
                </a:lnTo>
                <a:lnTo>
                  <a:pt x="75857" y="3552"/>
                </a:lnTo>
                <a:lnTo>
                  <a:pt x="75655" y="3795"/>
                </a:lnTo>
                <a:lnTo>
                  <a:pt x="75473" y="4017"/>
                </a:lnTo>
                <a:lnTo>
                  <a:pt x="75312" y="4259"/>
                </a:lnTo>
                <a:lnTo>
                  <a:pt x="75171" y="4521"/>
                </a:lnTo>
                <a:lnTo>
                  <a:pt x="75030" y="4763"/>
                </a:lnTo>
                <a:lnTo>
                  <a:pt x="74908" y="5026"/>
                </a:lnTo>
                <a:lnTo>
                  <a:pt x="74808" y="5308"/>
                </a:lnTo>
                <a:lnTo>
                  <a:pt x="74707" y="5570"/>
                </a:lnTo>
                <a:lnTo>
                  <a:pt x="74626" y="5853"/>
                </a:lnTo>
                <a:lnTo>
                  <a:pt x="74565" y="6135"/>
                </a:lnTo>
                <a:lnTo>
                  <a:pt x="74444" y="6721"/>
                </a:lnTo>
                <a:lnTo>
                  <a:pt x="74384" y="7326"/>
                </a:lnTo>
                <a:lnTo>
                  <a:pt x="74343" y="7931"/>
                </a:lnTo>
                <a:lnTo>
                  <a:pt x="74343" y="8557"/>
                </a:lnTo>
                <a:lnTo>
                  <a:pt x="74364" y="9203"/>
                </a:lnTo>
                <a:lnTo>
                  <a:pt x="74404" y="9849"/>
                </a:lnTo>
                <a:lnTo>
                  <a:pt x="74464" y="10494"/>
                </a:lnTo>
                <a:lnTo>
                  <a:pt x="74525" y="11160"/>
                </a:lnTo>
                <a:lnTo>
                  <a:pt x="74707" y="12472"/>
                </a:lnTo>
                <a:lnTo>
                  <a:pt x="74848" y="13663"/>
                </a:lnTo>
                <a:lnTo>
                  <a:pt x="74969" y="14833"/>
                </a:lnTo>
                <a:lnTo>
                  <a:pt x="75171" y="16932"/>
                </a:lnTo>
                <a:lnTo>
                  <a:pt x="75373" y="18950"/>
                </a:lnTo>
                <a:lnTo>
                  <a:pt x="75574" y="20806"/>
                </a:lnTo>
                <a:lnTo>
                  <a:pt x="75756" y="22703"/>
                </a:lnTo>
                <a:lnTo>
                  <a:pt x="75917" y="24741"/>
                </a:lnTo>
                <a:lnTo>
                  <a:pt x="75978" y="25791"/>
                </a:lnTo>
                <a:lnTo>
                  <a:pt x="76039" y="26901"/>
                </a:lnTo>
                <a:lnTo>
                  <a:pt x="76059" y="27627"/>
                </a:lnTo>
                <a:lnTo>
                  <a:pt x="76059" y="28354"/>
                </a:lnTo>
                <a:lnTo>
                  <a:pt x="76018" y="29080"/>
                </a:lnTo>
                <a:lnTo>
                  <a:pt x="75938" y="29766"/>
                </a:lnTo>
                <a:lnTo>
                  <a:pt x="75837" y="30452"/>
                </a:lnTo>
                <a:lnTo>
                  <a:pt x="75716" y="31118"/>
                </a:lnTo>
                <a:lnTo>
                  <a:pt x="75554" y="31764"/>
                </a:lnTo>
                <a:lnTo>
                  <a:pt x="75373" y="32370"/>
                </a:lnTo>
                <a:lnTo>
                  <a:pt x="75252" y="32733"/>
                </a:lnTo>
                <a:lnTo>
                  <a:pt x="75110" y="33056"/>
                </a:lnTo>
                <a:lnTo>
                  <a:pt x="74969" y="33399"/>
                </a:lnTo>
                <a:lnTo>
                  <a:pt x="74808" y="33701"/>
                </a:lnTo>
                <a:lnTo>
                  <a:pt x="74666" y="34024"/>
                </a:lnTo>
                <a:lnTo>
                  <a:pt x="74485" y="34307"/>
                </a:lnTo>
                <a:lnTo>
                  <a:pt x="74303" y="34589"/>
                </a:lnTo>
                <a:lnTo>
                  <a:pt x="74121" y="34872"/>
                </a:lnTo>
                <a:lnTo>
                  <a:pt x="73920" y="35134"/>
                </a:lnTo>
                <a:lnTo>
                  <a:pt x="73718" y="35397"/>
                </a:lnTo>
                <a:lnTo>
                  <a:pt x="73516" y="35639"/>
                </a:lnTo>
                <a:lnTo>
                  <a:pt x="73294" y="35861"/>
                </a:lnTo>
                <a:lnTo>
                  <a:pt x="73052" y="36083"/>
                </a:lnTo>
                <a:lnTo>
                  <a:pt x="72830" y="36284"/>
                </a:lnTo>
                <a:lnTo>
                  <a:pt x="72568" y="36486"/>
                </a:lnTo>
                <a:lnTo>
                  <a:pt x="72325" y="36668"/>
                </a:lnTo>
                <a:lnTo>
                  <a:pt x="72063" y="36829"/>
                </a:lnTo>
                <a:lnTo>
                  <a:pt x="71821" y="36991"/>
                </a:lnTo>
                <a:lnTo>
                  <a:pt x="71538" y="37132"/>
                </a:lnTo>
                <a:lnTo>
                  <a:pt x="71276" y="37253"/>
                </a:lnTo>
                <a:lnTo>
                  <a:pt x="70994" y="37374"/>
                </a:lnTo>
                <a:lnTo>
                  <a:pt x="70711" y="37475"/>
                </a:lnTo>
                <a:lnTo>
                  <a:pt x="70428" y="37576"/>
                </a:lnTo>
                <a:lnTo>
                  <a:pt x="70126" y="37657"/>
                </a:lnTo>
                <a:lnTo>
                  <a:pt x="69823" y="37717"/>
                </a:lnTo>
                <a:lnTo>
                  <a:pt x="69520" y="37778"/>
                </a:lnTo>
                <a:lnTo>
                  <a:pt x="69197" y="37838"/>
                </a:lnTo>
                <a:lnTo>
                  <a:pt x="68875" y="37859"/>
                </a:lnTo>
                <a:lnTo>
                  <a:pt x="68209" y="37899"/>
                </a:lnTo>
                <a:lnTo>
                  <a:pt x="67523" y="37879"/>
                </a:lnTo>
                <a:lnTo>
                  <a:pt x="66796" y="37818"/>
                </a:lnTo>
                <a:lnTo>
                  <a:pt x="66070" y="37717"/>
                </a:lnTo>
                <a:lnTo>
                  <a:pt x="65303" y="37556"/>
                </a:lnTo>
                <a:lnTo>
                  <a:pt x="64496" y="37354"/>
                </a:lnTo>
                <a:lnTo>
                  <a:pt x="63688" y="37112"/>
                </a:lnTo>
                <a:lnTo>
                  <a:pt x="62841" y="36829"/>
                </a:lnTo>
                <a:lnTo>
                  <a:pt x="61973" y="36486"/>
                </a:lnTo>
                <a:lnTo>
                  <a:pt x="61085" y="36083"/>
                </a:lnTo>
                <a:lnTo>
                  <a:pt x="59975" y="35558"/>
                </a:lnTo>
                <a:lnTo>
                  <a:pt x="58865" y="35013"/>
                </a:lnTo>
                <a:lnTo>
                  <a:pt x="57776" y="34448"/>
                </a:lnTo>
                <a:lnTo>
                  <a:pt x="56686" y="33863"/>
                </a:lnTo>
                <a:lnTo>
                  <a:pt x="54527" y="32672"/>
                </a:lnTo>
                <a:lnTo>
                  <a:pt x="52408" y="31461"/>
                </a:lnTo>
                <a:lnTo>
                  <a:pt x="49683" y="29928"/>
                </a:lnTo>
                <a:lnTo>
                  <a:pt x="48311" y="29161"/>
                </a:lnTo>
                <a:lnTo>
                  <a:pt x="46919" y="28414"/>
                </a:lnTo>
                <a:lnTo>
                  <a:pt x="45506" y="27708"/>
                </a:lnTo>
                <a:lnTo>
                  <a:pt x="44073" y="27022"/>
                </a:lnTo>
                <a:lnTo>
                  <a:pt x="43347" y="26679"/>
                </a:lnTo>
                <a:lnTo>
                  <a:pt x="42641" y="26376"/>
                </a:lnTo>
                <a:lnTo>
                  <a:pt x="41894" y="26053"/>
                </a:lnTo>
                <a:lnTo>
                  <a:pt x="41167" y="25771"/>
                </a:lnTo>
                <a:lnTo>
                  <a:pt x="40300" y="25448"/>
                </a:lnTo>
                <a:lnTo>
                  <a:pt x="39331" y="25125"/>
                </a:lnTo>
                <a:lnTo>
                  <a:pt x="38282" y="24822"/>
                </a:lnTo>
                <a:lnTo>
                  <a:pt x="37717" y="24681"/>
                </a:lnTo>
                <a:lnTo>
                  <a:pt x="37152" y="24560"/>
                </a:lnTo>
                <a:lnTo>
                  <a:pt x="36566" y="24439"/>
                </a:lnTo>
                <a:lnTo>
                  <a:pt x="35961" y="24318"/>
                </a:lnTo>
                <a:lnTo>
                  <a:pt x="35335" y="24237"/>
                </a:lnTo>
                <a:lnTo>
                  <a:pt x="34710" y="24156"/>
                </a:lnTo>
                <a:lnTo>
                  <a:pt x="34064" y="24096"/>
                </a:lnTo>
                <a:lnTo>
                  <a:pt x="33418" y="24055"/>
                </a:lnTo>
                <a:lnTo>
                  <a:pt x="32086" y="24055"/>
                </a:lnTo>
                <a:lnTo>
                  <a:pt x="31461" y="24096"/>
                </a:lnTo>
                <a:lnTo>
                  <a:pt x="30855" y="24136"/>
                </a:lnTo>
                <a:lnTo>
                  <a:pt x="30270" y="24217"/>
                </a:lnTo>
                <a:lnTo>
                  <a:pt x="29685" y="24318"/>
                </a:lnTo>
                <a:lnTo>
                  <a:pt x="29140" y="24439"/>
                </a:lnTo>
                <a:lnTo>
                  <a:pt x="28595" y="24580"/>
                </a:lnTo>
                <a:lnTo>
                  <a:pt x="28050" y="24741"/>
                </a:lnTo>
                <a:lnTo>
                  <a:pt x="27546" y="24943"/>
                </a:lnTo>
                <a:lnTo>
                  <a:pt x="27041" y="25145"/>
                </a:lnTo>
                <a:lnTo>
                  <a:pt x="26577" y="25367"/>
                </a:lnTo>
                <a:lnTo>
                  <a:pt x="26113" y="25629"/>
                </a:lnTo>
                <a:lnTo>
                  <a:pt x="25649" y="25912"/>
                </a:lnTo>
                <a:lnTo>
                  <a:pt x="25225" y="26194"/>
                </a:lnTo>
                <a:lnTo>
                  <a:pt x="24801" y="26517"/>
                </a:lnTo>
                <a:lnTo>
                  <a:pt x="24418" y="26860"/>
                </a:lnTo>
                <a:lnTo>
                  <a:pt x="24035" y="27224"/>
                </a:lnTo>
                <a:lnTo>
                  <a:pt x="23712" y="27546"/>
                </a:lnTo>
                <a:lnTo>
                  <a:pt x="23409" y="27890"/>
                </a:lnTo>
                <a:lnTo>
                  <a:pt x="23147" y="28253"/>
                </a:lnTo>
                <a:lnTo>
                  <a:pt x="22884" y="28616"/>
                </a:lnTo>
                <a:lnTo>
                  <a:pt x="22622" y="28999"/>
                </a:lnTo>
                <a:lnTo>
                  <a:pt x="22400" y="29383"/>
                </a:lnTo>
                <a:lnTo>
                  <a:pt x="22178" y="29766"/>
                </a:lnTo>
                <a:lnTo>
                  <a:pt x="21996" y="30170"/>
                </a:lnTo>
                <a:lnTo>
                  <a:pt x="21815" y="30573"/>
                </a:lnTo>
                <a:lnTo>
                  <a:pt x="21633" y="30977"/>
                </a:lnTo>
                <a:lnTo>
                  <a:pt x="21492" y="31401"/>
                </a:lnTo>
                <a:lnTo>
                  <a:pt x="21351" y="31825"/>
                </a:lnTo>
                <a:lnTo>
                  <a:pt x="21230" y="32248"/>
                </a:lnTo>
                <a:lnTo>
                  <a:pt x="21108" y="32672"/>
                </a:lnTo>
                <a:lnTo>
                  <a:pt x="21008" y="33116"/>
                </a:lnTo>
                <a:lnTo>
                  <a:pt x="20927" y="33540"/>
                </a:lnTo>
                <a:lnTo>
                  <a:pt x="20786" y="34428"/>
                </a:lnTo>
                <a:lnTo>
                  <a:pt x="20685" y="35296"/>
                </a:lnTo>
                <a:lnTo>
                  <a:pt x="20604" y="36163"/>
                </a:lnTo>
                <a:lnTo>
                  <a:pt x="20584" y="37031"/>
                </a:lnTo>
                <a:lnTo>
                  <a:pt x="20584" y="37879"/>
                </a:lnTo>
                <a:lnTo>
                  <a:pt x="20604" y="38706"/>
                </a:lnTo>
                <a:lnTo>
                  <a:pt x="20665" y="39513"/>
                </a:lnTo>
                <a:lnTo>
                  <a:pt x="20725" y="40280"/>
                </a:lnTo>
                <a:lnTo>
                  <a:pt x="20846" y="41329"/>
                </a:lnTo>
                <a:lnTo>
                  <a:pt x="20987" y="42359"/>
                </a:lnTo>
                <a:lnTo>
                  <a:pt x="21290" y="44437"/>
                </a:lnTo>
                <a:lnTo>
                  <a:pt x="21472" y="45628"/>
                </a:lnTo>
                <a:lnTo>
                  <a:pt x="21653" y="46818"/>
                </a:lnTo>
                <a:lnTo>
                  <a:pt x="21795" y="48029"/>
                </a:lnTo>
                <a:lnTo>
                  <a:pt x="21916" y="49240"/>
                </a:lnTo>
                <a:lnTo>
                  <a:pt x="21996" y="50451"/>
                </a:lnTo>
                <a:lnTo>
                  <a:pt x="22017" y="51056"/>
                </a:lnTo>
                <a:lnTo>
                  <a:pt x="22037" y="51662"/>
                </a:lnTo>
                <a:lnTo>
                  <a:pt x="22017" y="52267"/>
                </a:lnTo>
                <a:lnTo>
                  <a:pt x="21996" y="52872"/>
                </a:lnTo>
                <a:lnTo>
                  <a:pt x="21956" y="53478"/>
                </a:lnTo>
                <a:lnTo>
                  <a:pt x="21895" y="54083"/>
                </a:lnTo>
                <a:lnTo>
                  <a:pt x="21815" y="54648"/>
                </a:lnTo>
                <a:lnTo>
                  <a:pt x="21734" y="55193"/>
                </a:lnTo>
                <a:lnTo>
                  <a:pt x="21613" y="55718"/>
                </a:lnTo>
                <a:lnTo>
                  <a:pt x="21472" y="56243"/>
                </a:lnTo>
                <a:lnTo>
                  <a:pt x="21330" y="56727"/>
                </a:lnTo>
                <a:lnTo>
                  <a:pt x="21149" y="57211"/>
                </a:lnTo>
                <a:lnTo>
                  <a:pt x="20967" y="57675"/>
                </a:lnTo>
                <a:lnTo>
                  <a:pt x="20745" y="58119"/>
                </a:lnTo>
                <a:lnTo>
                  <a:pt x="20523" y="58543"/>
                </a:lnTo>
                <a:lnTo>
                  <a:pt x="20281" y="58967"/>
                </a:lnTo>
                <a:lnTo>
                  <a:pt x="20039" y="59350"/>
                </a:lnTo>
                <a:lnTo>
                  <a:pt x="19756" y="59714"/>
                </a:lnTo>
                <a:lnTo>
                  <a:pt x="19474" y="60057"/>
                </a:lnTo>
                <a:lnTo>
                  <a:pt x="19171" y="60359"/>
                </a:lnTo>
                <a:lnTo>
                  <a:pt x="18848" y="60662"/>
                </a:lnTo>
                <a:lnTo>
                  <a:pt x="18505" y="60945"/>
                </a:lnTo>
                <a:lnTo>
                  <a:pt x="18203" y="61167"/>
                </a:lnTo>
                <a:lnTo>
                  <a:pt x="17880" y="61368"/>
                </a:lnTo>
                <a:lnTo>
                  <a:pt x="17537" y="61570"/>
                </a:lnTo>
                <a:lnTo>
                  <a:pt x="17194" y="61732"/>
                </a:lnTo>
                <a:lnTo>
                  <a:pt x="16830" y="61893"/>
                </a:lnTo>
                <a:lnTo>
                  <a:pt x="16467" y="62034"/>
                </a:lnTo>
                <a:lnTo>
                  <a:pt x="16104" y="62176"/>
                </a:lnTo>
                <a:lnTo>
                  <a:pt x="15741" y="62297"/>
                </a:lnTo>
                <a:lnTo>
                  <a:pt x="14974" y="62519"/>
                </a:lnTo>
                <a:lnTo>
                  <a:pt x="14207" y="62700"/>
                </a:lnTo>
                <a:lnTo>
                  <a:pt x="13440" y="62862"/>
                </a:lnTo>
                <a:lnTo>
                  <a:pt x="12653" y="63003"/>
                </a:lnTo>
                <a:lnTo>
                  <a:pt x="11725" y="63185"/>
                </a:lnTo>
                <a:lnTo>
                  <a:pt x="10978" y="63346"/>
                </a:lnTo>
                <a:lnTo>
                  <a:pt x="10252" y="63528"/>
                </a:lnTo>
                <a:lnTo>
                  <a:pt x="9545" y="63709"/>
                </a:lnTo>
                <a:lnTo>
                  <a:pt x="8879" y="63911"/>
                </a:lnTo>
                <a:lnTo>
                  <a:pt x="8234" y="64113"/>
                </a:lnTo>
                <a:lnTo>
                  <a:pt x="7628" y="64335"/>
                </a:lnTo>
                <a:lnTo>
                  <a:pt x="7043" y="64577"/>
                </a:lnTo>
                <a:lnTo>
                  <a:pt x="6478" y="64819"/>
                </a:lnTo>
                <a:lnTo>
                  <a:pt x="5933" y="65081"/>
                </a:lnTo>
                <a:lnTo>
                  <a:pt x="5408" y="65364"/>
                </a:lnTo>
                <a:lnTo>
                  <a:pt x="4924" y="65646"/>
                </a:lnTo>
                <a:lnTo>
                  <a:pt x="4440" y="65969"/>
                </a:lnTo>
                <a:lnTo>
                  <a:pt x="3996" y="66272"/>
                </a:lnTo>
                <a:lnTo>
                  <a:pt x="3572" y="66615"/>
                </a:lnTo>
                <a:lnTo>
                  <a:pt x="3148" y="66958"/>
                </a:lnTo>
                <a:lnTo>
                  <a:pt x="2765" y="67321"/>
                </a:lnTo>
                <a:lnTo>
                  <a:pt x="2321" y="67786"/>
                </a:lnTo>
                <a:lnTo>
                  <a:pt x="1917" y="68270"/>
                </a:lnTo>
                <a:lnTo>
                  <a:pt x="1554" y="68795"/>
                </a:lnTo>
                <a:lnTo>
                  <a:pt x="1211" y="69339"/>
                </a:lnTo>
                <a:lnTo>
                  <a:pt x="928" y="69884"/>
                </a:lnTo>
                <a:lnTo>
                  <a:pt x="666" y="70470"/>
                </a:lnTo>
                <a:lnTo>
                  <a:pt x="444" y="71055"/>
                </a:lnTo>
                <a:lnTo>
                  <a:pt x="262" y="71660"/>
                </a:lnTo>
                <a:lnTo>
                  <a:pt x="182" y="71983"/>
                </a:lnTo>
                <a:lnTo>
                  <a:pt x="121" y="72306"/>
                </a:lnTo>
                <a:lnTo>
                  <a:pt x="81" y="72609"/>
                </a:lnTo>
                <a:lnTo>
                  <a:pt x="41" y="72931"/>
                </a:lnTo>
                <a:lnTo>
                  <a:pt x="20" y="73254"/>
                </a:lnTo>
                <a:lnTo>
                  <a:pt x="0" y="73557"/>
                </a:lnTo>
                <a:lnTo>
                  <a:pt x="0" y="73880"/>
                </a:lnTo>
                <a:lnTo>
                  <a:pt x="20" y="74183"/>
                </a:lnTo>
                <a:lnTo>
                  <a:pt x="61" y="74485"/>
                </a:lnTo>
                <a:lnTo>
                  <a:pt x="101" y="74788"/>
                </a:lnTo>
                <a:lnTo>
                  <a:pt x="162" y="75071"/>
                </a:lnTo>
                <a:lnTo>
                  <a:pt x="222" y="75373"/>
                </a:lnTo>
                <a:lnTo>
                  <a:pt x="323" y="75656"/>
                </a:lnTo>
                <a:lnTo>
                  <a:pt x="404" y="75938"/>
                </a:lnTo>
                <a:lnTo>
                  <a:pt x="525" y="76201"/>
                </a:lnTo>
                <a:lnTo>
                  <a:pt x="646" y="76483"/>
                </a:lnTo>
                <a:lnTo>
                  <a:pt x="828" y="76846"/>
                </a:lnTo>
                <a:lnTo>
                  <a:pt x="1050" y="77189"/>
                </a:lnTo>
                <a:lnTo>
                  <a:pt x="1292" y="77533"/>
                </a:lnTo>
                <a:lnTo>
                  <a:pt x="1554" y="77855"/>
                </a:lnTo>
                <a:lnTo>
                  <a:pt x="1837" y="78158"/>
                </a:lnTo>
                <a:lnTo>
                  <a:pt x="2139" y="78441"/>
                </a:lnTo>
                <a:lnTo>
                  <a:pt x="2462" y="78703"/>
                </a:lnTo>
                <a:lnTo>
                  <a:pt x="2785" y="78945"/>
                </a:lnTo>
                <a:lnTo>
                  <a:pt x="3148" y="79187"/>
                </a:lnTo>
                <a:lnTo>
                  <a:pt x="3532" y="79389"/>
                </a:lnTo>
                <a:lnTo>
                  <a:pt x="3935" y="79591"/>
                </a:lnTo>
                <a:lnTo>
                  <a:pt x="4339" y="79773"/>
                </a:lnTo>
                <a:lnTo>
                  <a:pt x="4763" y="79914"/>
                </a:lnTo>
                <a:lnTo>
                  <a:pt x="5227" y="80055"/>
                </a:lnTo>
                <a:lnTo>
                  <a:pt x="5691" y="80176"/>
                </a:lnTo>
                <a:lnTo>
                  <a:pt x="6155" y="80277"/>
                </a:lnTo>
                <a:lnTo>
                  <a:pt x="6660" y="80338"/>
                </a:lnTo>
                <a:lnTo>
                  <a:pt x="7144" y="80398"/>
                </a:lnTo>
                <a:lnTo>
                  <a:pt x="7648" y="80438"/>
                </a:lnTo>
                <a:lnTo>
                  <a:pt x="8153" y="80438"/>
                </a:lnTo>
                <a:lnTo>
                  <a:pt x="8819" y="80418"/>
                </a:lnTo>
                <a:lnTo>
                  <a:pt x="9485" y="80378"/>
                </a:lnTo>
                <a:lnTo>
                  <a:pt x="10171" y="80277"/>
                </a:lnTo>
                <a:lnTo>
                  <a:pt x="10817" y="80156"/>
                </a:lnTo>
                <a:lnTo>
                  <a:pt x="11483" y="80015"/>
                </a:lnTo>
                <a:lnTo>
                  <a:pt x="12128" y="79813"/>
                </a:lnTo>
                <a:lnTo>
                  <a:pt x="12754" y="79591"/>
                </a:lnTo>
                <a:lnTo>
                  <a:pt x="13380" y="79329"/>
                </a:lnTo>
                <a:lnTo>
                  <a:pt x="14106" y="78986"/>
                </a:lnTo>
                <a:lnTo>
                  <a:pt x="14812" y="78622"/>
                </a:lnTo>
                <a:lnTo>
                  <a:pt x="15498" y="78219"/>
                </a:lnTo>
                <a:lnTo>
                  <a:pt x="16185" y="77795"/>
                </a:lnTo>
                <a:lnTo>
                  <a:pt x="16850" y="77351"/>
                </a:lnTo>
                <a:lnTo>
                  <a:pt x="17496" y="76887"/>
                </a:lnTo>
                <a:lnTo>
                  <a:pt x="18142" y="76402"/>
                </a:lnTo>
                <a:lnTo>
                  <a:pt x="18768" y="75898"/>
                </a:lnTo>
                <a:lnTo>
                  <a:pt x="19373" y="75393"/>
                </a:lnTo>
                <a:lnTo>
                  <a:pt x="19978" y="74869"/>
                </a:lnTo>
                <a:lnTo>
                  <a:pt x="21169" y="73779"/>
                </a:lnTo>
                <a:lnTo>
                  <a:pt x="22339" y="72669"/>
                </a:lnTo>
                <a:lnTo>
                  <a:pt x="23490" y="71559"/>
                </a:lnTo>
                <a:lnTo>
                  <a:pt x="25266" y="69824"/>
                </a:lnTo>
                <a:lnTo>
                  <a:pt x="26174" y="68976"/>
                </a:lnTo>
                <a:lnTo>
                  <a:pt x="27102" y="68149"/>
                </a:lnTo>
                <a:lnTo>
                  <a:pt x="27990" y="67382"/>
                </a:lnTo>
                <a:lnTo>
                  <a:pt x="28918" y="66615"/>
                </a:lnTo>
                <a:lnTo>
                  <a:pt x="29867" y="65889"/>
                </a:lnTo>
                <a:lnTo>
                  <a:pt x="30855" y="65182"/>
                </a:lnTo>
                <a:lnTo>
                  <a:pt x="31844" y="64496"/>
                </a:lnTo>
                <a:lnTo>
                  <a:pt x="32853" y="63850"/>
                </a:lnTo>
                <a:lnTo>
                  <a:pt x="33882" y="63225"/>
                </a:lnTo>
                <a:lnTo>
                  <a:pt x="34932" y="62599"/>
                </a:lnTo>
                <a:lnTo>
                  <a:pt x="36001" y="62034"/>
                </a:lnTo>
                <a:lnTo>
                  <a:pt x="37071" y="61469"/>
                </a:lnTo>
                <a:lnTo>
                  <a:pt x="38161" y="60945"/>
                </a:lnTo>
                <a:lnTo>
                  <a:pt x="39271" y="60440"/>
                </a:lnTo>
                <a:lnTo>
                  <a:pt x="40401" y="59976"/>
                </a:lnTo>
                <a:lnTo>
                  <a:pt x="41531" y="59532"/>
                </a:lnTo>
                <a:lnTo>
                  <a:pt x="42681" y="59108"/>
                </a:lnTo>
                <a:lnTo>
                  <a:pt x="43851" y="58725"/>
                </a:lnTo>
                <a:lnTo>
                  <a:pt x="45002" y="58361"/>
                </a:lnTo>
                <a:lnTo>
                  <a:pt x="46192" y="58039"/>
                </a:lnTo>
                <a:lnTo>
                  <a:pt x="47363" y="57736"/>
                </a:lnTo>
                <a:lnTo>
                  <a:pt x="48553" y="57474"/>
                </a:lnTo>
                <a:lnTo>
                  <a:pt x="49764" y="57231"/>
                </a:lnTo>
                <a:lnTo>
                  <a:pt x="50955" y="57030"/>
                </a:lnTo>
                <a:lnTo>
                  <a:pt x="52166" y="56868"/>
                </a:lnTo>
                <a:lnTo>
                  <a:pt x="53356" y="56707"/>
                </a:lnTo>
                <a:lnTo>
                  <a:pt x="54567" y="56606"/>
                </a:lnTo>
                <a:lnTo>
                  <a:pt x="55778" y="56525"/>
                </a:lnTo>
                <a:lnTo>
                  <a:pt x="56989" y="56465"/>
                </a:lnTo>
                <a:lnTo>
                  <a:pt x="58179" y="56444"/>
                </a:lnTo>
                <a:lnTo>
                  <a:pt x="59390" y="56465"/>
                </a:lnTo>
                <a:lnTo>
                  <a:pt x="60581" y="56505"/>
                </a:lnTo>
                <a:lnTo>
                  <a:pt x="61771" y="56586"/>
                </a:lnTo>
                <a:lnTo>
                  <a:pt x="62962" y="56687"/>
                </a:lnTo>
                <a:lnTo>
                  <a:pt x="64274" y="56848"/>
                </a:lnTo>
                <a:lnTo>
                  <a:pt x="65605" y="57030"/>
                </a:lnTo>
                <a:lnTo>
                  <a:pt x="66917" y="57231"/>
                </a:lnTo>
                <a:lnTo>
                  <a:pt x="68229" y="57433"/>
                </a:lnTo>
                <a:lnTo>
                  <a:pt x="69601" y="57655"/>
                </a:lnTo>
                <a:lnTo>
                  <a:pt x="70973" y="57857"/>
                </a:lnTo>
                <a:lnTo>
                  <a:pt x="72366" y="58039"/>
                </a:lnTo>
                <a:lnTo>
                  <a:pt x="73758" y="58200"/>
                </a:lnTo>
                <a:lnTo>
                  <a:pt x="74444" y="58261"/>
                </a:lnTo>
                <a:lnTo>
                  <a:pt x="75151" y="58321"/>
                </a:lnTo>
                <a:lnTo>
                  <a:pt x="75837" y="58361"/>
                </a:lnTo>
                <a:lnTo>
                  <a:pt x="76543" y="58382"/>
                </a:lnTo>
                <a:lnTo>
                  <a:pt x="77249" y="58382"/>
                </a:lnTo>
                <a:lnTo>
                  <a:pt x="77935" y="58361"/>
                </a:lnTo>
                <a:lnTo>
                  <a:pt x="78642" y="58341"/>
                </a:lnTo>
                <a:lnTo>
                  <a:pt x="79328" y="58281"/>
                </a:lnTo>
                <a:lnTo>
                  <a:pt x="79812" y="58220"/>
                </a:lnTo>
                <a:lnTo>
                  <a:pt x="80337" y="58160"/>
                </a:lnTo>
                <a:lnTo>
                  <a:pt x="80882" y="58059"/>
                </a:lnTo>
                <a:lnTo>
                  <a:pt x="81467" y="57918"/>
                </a:lnTo>
                <a:lnTo>
                  <a:pt x="82032" y="57736"/>
                </a:lnTo>
                <a:lnTo>
                  <a:pt x="82315" y="57635"/>
                </a:lnTo>
                <a:lnTo>
                  <a:pt x="82597" y="57514"/>
                </a:lnTo>
                <a:lnTo>
                  <a:pt x="82880" y="57373"/>
                </a:lnTo>
                <a:lnTo>
                  <a:pt x="83142" y="57231"/>
                </a:lnTo>
                <a:lnTo>
                  <a:pt x="83404" y="57050"/>
                </a:lnTo>
                <a:lnTo>
                  <a:pt x="83667" y="56868"/>
                </a:lnTo>
                <a:lnTo>
                  <a:pt x="83868" y="56707"/>
                </a:lnTo>
                <a:lnTo>
                  <a:pt x="84050" y="56525"/>
                </a:lnTo>
                <a:lnTo>
                  <a:pt x="84232" y="56343"/>
                </a:lnTo>
                <a:lnTo>
                  <a:pt x="84413" y="56162"/>
                </a:lnTo>
                <a:lnTo>
                  <a:pt x="84716" y="55778"/>
                </a:lnTo>
                <a:lnTo>
                  <a:pt x="84998" y="55355"/>
                </a:lnTo>
                <a:lnTo>
                  <a:pt x="85220" y="54931"/>
                </a:lnTo>
                <a:lnTo>
                  <a:pt x="85442" y="54467"/>
                </a:lnTo>
                <a:lnTo>
                  <a:pt x="85604" y="53982"/>
                </a:lnTo>
                <a:lnTo>
                  <a:pt x="85765" y="53498"/>
                </a:lnTo>
                <a:lnTo>
                  <a:pt x="85886" y="52994"/>
                </a:lnTo>
                <a:lnTo>
                  <a:pt x="86007" y="52489"/>
                </a:lnTo>
                <a:lnTo>
                  <a:pt x="86088" y="51964"/>
                </a:lnTo>
                <a:lnTo>
                  <a:pt x="86169" y="51420"/>
                </a:lnTo>
                <a:lnTo>
                  <a:pt x="86290" y="50350"/>
                </a:lnTo>
                <a:lnTo>
                  <a:pt x="86371" y="49260"/>
                </a:lnTo>
                <a:lnTo>
                  <a:pt x="86492" y="47949"/>
                </a:lnTo>
                <a:lnTo>
                  <a:pt x="86573" y="47283"/>
                </a:lnTo>
                <a:lnTo>
                  <a:pt x="86653" y="46637"/>
                </a:lnTo>
                <a:lnTo>
                  <a:pt x="86754" y="46052"/>
                </a:lnTo>
                <a:lnTo>
                  <a:pt x="86895" y="45487"/>
                </a:lnTo>
                <a:lnTo>
                  <a:pt x="87037" y="44901"/>
                </a:lnTo>
                <a:lnTo>
                  <a:pt x="87218" y="44336"/>
                </a:lnTo>
                <a:lnTo>
                  <a:pt x="87420" y="43771"/>
                </a:lnTo>
                <a:lnTo>
                  <a:pt x="87642" y="43206"/>
                </a:lnTo>
                <a:lnTo>
                  <a:pt x="87884" y="42661"/>
                </a:lnTo>
                <a:lnTo>
                  <a:pt x="88167" y="42117"/>
                </a:lnTo>
                <a:lnTo>
                  <a:pt x="88449" y="41592"/>
                </a:lnTo>
                <a:lnTo>
                  <a:pt x="88772" y="41067"/>
                </a:lnTo>
                <a:lnTo>
                  <a:pt x="89115" y="40563"/>
                </a:lnTo>
                <a:lnTo>
                  <a:pt x="89478" y="40058"/>
                </a:lnTo>
                <a:lnTo>
                  <a:pt x="89842" y="39574"/>
                </a:lnTo>
                <a:lnTo>
                  <a:pt x="90245" y="39089"/>
                </a:lnTo>
                <a:lnTo>
                  <a:pt x="90669" y="38646"/>
                </a:lnTo>
                <a:lnTo>
                  <a:pt x="91113" y="38202"/>
                </a:lnTo>
                <a:lnTo>
                  <a:pt x="91577" y="37758"/>
                </a:lnTo>
                <a:lnTo>
                  <a:pt x="92041" y="37354"/>
                </a:lnTo>
                <a:lnTo>
                  <a:pt x="92526" y="36971"/>
                </a:lnTo>
                <a:lnTo>
                  <a:pt x="93030" y="36607"/>
                </a:lnTo>
                <a:lnTo>
                  <a:pt x="93535" y="36264"/>
                </a:lnTo>
                <a:lnTo>
                  <a:pt x="94059" y="35941"/>
                </a:lnTo>
                <a:lnTo>
                  <a:pt x="94584" y="35639"/>
                </a:lnTo>
                <a:lnTo>
                  <a:pt x="95129" y="35376"/>
                </a:lnTo>
                <a:lnTo>
                  <a:pt x="95674" y="35114"/>
                </a:lnTo>
                <a:lnTo>
                  <a:pt x="96239" y="34892"/>
                </a:lnTo>
                <a:lnTo>
                  <a:pt x="96804" y="34690"/>
                </a:lnTo>
                <a:lnTo>
                  <a:pt x="97369" y="34529"/>
                </a:lnTo>
                <a:lnTo>
                  <a:pt x="97934" y="34367"/>
                </a:lnTo>
                <a:lnTo>
                  <a:pt x="98519" y="34246"/>
                </a:lnTo>
                <a:lnTo>
                  <a:pt x="99084" y="34166"/>
                </a:lnTo>
                <a:lnTo>
                  <a:pt x="99669" y="34085"/>
                </a:lnTo>
                <a:lnTo>
                  <a:pt x="100255" y="34044"/>
                </a:lnTo>
                <a:lnTo>
                  <a:pt x="100860" y="34024"/>
                </a:lnTo>
                <a:lnTo>
                  <a:pt x="101445" y="34044"/>
                </a:lnTo>
                <a:lnTo>
                  <a:pt x="102051" y="34085"/>
                </a:lnTo>
                <a:lnTo>
                  <a:pt x="102636" y="34145"/>
                </a:lnTo>
                <a:lnTo>
                  <a:pt x="103221" y="34246"/>
                </a:lnTo>
                <a:lnTo>
                  <a:pt x="103806" y="34367"/>
                </a:lnTo>
                <a:lnTo>
                  <a:pt x="104391" y="34509"/>
                </a:lnTo>
                <a:lnTo>
                  <a:pt x="104977" y="34690"/>
                </a:lnTo>
                <a:lnTo>
                  <a:pt x="105542" y="34892"/>
                </a:lnTo>
                <a:lnTo>
                  <a:pt x="106127" y="35114"/>
                </a:lnTo>
                <a:lnTo>
                  <a:pt x="106672" y="35356"/>
                </a:lnTo>
                <a:lnTo>
                  <a:pt x="107237" y="35639"/>
                </a:lnTo>
                <a:lnTo>
                  <a:pt x="107782" y="35941"/>
                </a:lnTo>
                <a:lnTo>
                  <a:pt x="108306" y="36264"/>
                </a:lnTo>
                <a:lnTo>
                  <a:pt x="108831" y="36607"/>
                </a:lnTo>
                <a:lnTo>
                  <a:pt x="109336" y="36971"/>
                </a:lnTo>
                <a:lnTo>
                  <a:pt x="109820" y="37354"/>
                </a:lnTo>
                <a:lnTo>
                  <a:pt x="110284" y="37758"/>
                </a:lnTo>
                <a:lnTo>
                  <a:pt x="110728" y="38161"/>
                </a:lnTo>
                <a:lnTo>
                  <a:pt x="111152" y="38585"/>
                </a:lnTo>
                <a:lnTo>
                  <a:pt x="111535" y="39029"/>
                </a:lnTo>
                <a:lnTo>
                  <a:pt x="111919" y="39493"/>
                </a:lnTo>
                <a:lnTo>
                  <a:pt x="112262" y="39957"/>
                </a:lnTo>
                <a:lnTo>
                  <a:pt x="112605" y="40442"/>
                </a:lnTo>
                <a:lnTo>
                  <a:pt x="112907" y="40946"/>
                </a:lnTo>
                <a:lnTo>
                  <a:pt x="113190" y="41451"/>
                </a:lnTo>
                <a:lnTo>
                  <a:pt x="113452" y="41955"/>
                </a:lnTo>
                <a:lnTo>
                  <a:pt x="113674" y="42480"/>
                </a:lnTo>
                <a:lnTo>
                  <a:pt x="113876" y="43025"/>
                </a:lnTo>
                <a:lnTo>
                  <a:pt x="114058" y="43569"/>
                </a:lnTo>
                <a:lnTo>
                  <a:pt x="114219" y="44114"/>
                </a:lnTo>
                <a:lnTo>
                  <a:pt x="114038" y="43610"/>
                </a:lnTo>
                <a:lnTo>
                  <a:pt x="113937" y="43368"/>
                </a:lnTo>
                <a:lnTo>
                  <a:pt x="113816" y="43126"/>
                </a:lnTo>
                <a:lnTo>
                  <a:pt x="113694" y="42904"/>
                </a:lnTo>
                <a:lnTo>
                  <a:pt x="113573" y="42682"/>
                </a:lnTo>
                <a:lnTo>
                  <a:pt x="113432" y="42500"/>
                </a:lnTo>
                <a:lnTo>
                  <a:pt x="113251" y="42318"/>
                </a:lnTo>
                <a:lnTo>
                  <a:pt x="113210" y="42379"/>
                </a:lnTo>
                <a:lnTo>
                  <a:pt x="113372" y="42560"/>
                </a:lnTo>
                <a:lnTo>
                  <a:pt x="113533" y="42782"/>
                </a:lnTo>
                <a:lnTo>
                  <a:pt x="113674" y="43025"/>
                </a:lnTo>
                <a:lnTo>
                  <a:pt x="113816" y="43267"/>
                </a:lnTo>
                <a:lnTo>
                  <a:pt x="113916" y="43529"/>
                </a:lnTo>
                <a:lnTo>
                  <a:pt x="114017" y="43812"/>
                </a:lnTo>
                <a:lnTo>
                  <a:pt x="114219" y="44377"/>
                </a:lnTo>
                <a:lnTo>
                  <a:pt x="114360" y="44760"/>
                </a:lnTo>
                <a:lnTo>
                  <a:pt x="114502" y="45144"/>
                </a:lnTo>
                <a:lnTo>
                  <a:pt x="114663" y="45507"/>
                </a:lnTo>
                <a:lnTo>
                  <a:pt x="114744" y="45668"/>
                </a:lnTo>
                <a:lnTo>
                  <a:pt x="114845" y="45809"/>
                </a:lnTo>
                <a:lnTo>
                  <a:pt x="114946" y="45951"/>
                </a:lnTo>
                <a:lnTo>
                  <a:pt x="115067" y="46072"/>
                </a:lnTo>
                <a:lnTo>
                  <a:pt x="115188" y="46173"/>
                </a:lnTo>
                <a:lnTo>
                  <a:pt x="115309" y="46274"/>
                </a:lnTo>
                <a:lnTo>
                  <a:pt x="115470" y="46334"/>
                </a:lnTo>
                <a:lnTo>
                  <a:pt x="115632" y="46375"/>
                </a:lnTo>
                <a:lnTo>
                  <a:pt x="115793" y="46395"/>
                </a:lnTo>
                <a:lnTo>
                  <a:pt x="115995" y="46395"/>
                </a:lnTo>
                <a:lnTo>
                  <a:pt x="116156" y="46375"/>
                </a:lnTo>
                <a:lnTo>
                  <a:pt x="116318" y="46334"/>
                </a:lnTo>
                <a:lnTo>
                  <a:pt x="116479" y="46274"/>
                </a:lnTo>
                <a:lnTo>
                  <a:pt x="116641" y="46173"/>
                </a:lnTo>
                <a:lnTo>
                  <a:pt x="116822" y="46072"/>
                </a:lnTo>
                <a:lnTo>
                  <a:pt x="116984" y="45931"/>
                </a:lnTo>
                <a:lnTo>
                  <a:pt x="117145" y="45769"/>
                </a:lnTo>
                <a:lnTo>
                  <a:pt x="117327" y="45587"/>
                </a:lnTo>
                <a:lnTo>
                  <a:pt x="117630" y="45224"/>
                </a:lnTo>
                <a:lnTo>
                  <a:pt x="117892" y="44841"/>
                </a:lnTo>
                <a:lnTo>
                  <a:pt x="118134" y="44437"/>
                </a:lnTo>
                <a:lnTo>
                  <a:pt x="118356" y="44034"/>
                </a:lnTo>
                <a:lnTo>
                  <a:pt x="118558" y="43630"/>
                </a:lnTo>
                <a:lnTo>
                  <a:pt x="118739" y="43186"/>
                </a:lnTo>
                <a:lnTo>
                  <a:pt x="118901" y="42762"/>
                </a:lnTo>
                <a:lnTo>
                  <a:pt x="119042" y="42318"/>
                </a:lnTo>
                <a:lnTo>
                  <a:pt x="119183" y="41854"/>
                </a:lnTo>
                <a:lnTo>
                  <a:pt x="119284" y="41410"/>
                </a:lnTo>
                <a:lnTo>
                  <a:pt x="119486" y="40482"/>
                </a:lnTo>
                <a:lnTo>
                  <a:pt x="119648" y="39554"/>
                </a:lnTo>
                <a:lnTo>
                  <a:pt x="119789" y="38625"/>
                </a:lnTo>
                <a:lnTo>
                  <a:pt x="119950" y="37394"/>
                </a:lnTo>
                <a:lnTo>
                  <a:pt x="120092" y="36184"/>
                </a:lnTo>
                <a:lnTo>
                  <a:pt x="120233" y="34953"/>
                </a:lnTo>
                <a:lnTo>
                  <a:pt x="120334" y="33742"/>
                </a:lnTo>
                <a:lnTo>
                  <a:pt x="120455" y="32511"/>
                </a:lnTo>
                <a:lnTo>
                  <a:pt x="120536" y="31280"/>
                </a:lnTo>
                <a:lnTo>
                  <a:pt x="120616" y="30069"/>
                </a:lnTo>
                <a:lnTo>
                  <a:pt x="120697" y="28838"/>
                </a:lnTo>
                <a:lnTo>
                  <a:pt x="120737" y="27607"/>
                </a:lnTo>
                <a:lnTo>
                  <a:pt x="120778" y="26376"/>
                </a:lnTo>
                <a:lnTo>
                  <a:pt x="120798" y="25145"/>
                </a:lnTo>
                <a:lnTo>
                  <a:pt x="120818" y="23914"/>
                </a:lnTo>
                <a:lnTo>
                  <a:pt x="120818" y="22683"/>
                </a:lnTo>
                <a:lnTo>
                  <a:pt x="120798" y="21452"/>
                </a:lnTo>
                <a:lnTo>
                  <a:pt x="120778" y="20241"/>
                </a:lnTo>
                <a:lnTo>
                  <a:pt x="120737" y="19010"/>
                </a:lnTo>
                <a:lnTo>
                  <a:pt x="120697" y="18143"/>
                </a:lnTo>
                <a:lnTo>
                  <a:pt x="120636" y="17275"/>
                </a:lnTo>
                <a:lnTo>
                  <a:pt x="120576" y="16407"/>
                </a:lnTo>
                <a:lnTo>
                  <a:pt x="120495" y="15519"/>
                </a:lnTo>
                <a:lnTo>
                  <a:pt x="120374" y="14651"/>
                </a:lnTo>
                <a:lnTo>
                  <a:pt x="120233" y="13763"/>
                </a:lnTo>
                <a:lnTo>
                  <a:pt x="120071" y="12896"/>
                </a:lnTo>
                <a:lnTo>
                  <a:pt x="119870" y="12048"/>
                </a:lnTo>
                <a:lnTo>
                  <a:pt x="119648" y="11201"/>
                </a:lnTo>
                <a:lnTo>
                  <a:pt x="119365" y="10353"/>
                </a:lnTo>
                <a:lnTo>
                  <a:pt x="119062" y="9546"/>
                </a:lnTo>
                <a:lnTo>
                  <a:pt x="118881" y="9142"/>
                </a:lnTo>
                <a:lnTo>
                  <a:pt x="118699" y="8759"/>
                </a:lnTo>
                <a:lnTo>
                  <a:pt x="118497" y="8375"/>
                </a:lnTo>
                <a:lnTo>
                  <a:pt x="118296" y="7992"/>
                </a:lnTo>
                <a:lnTo>
                  <a:pt x="118074" y="7609"/>
                </a:lnTo>
                <a:lnTo>
                  <a:pt x="117831" y="7245"/>
                </a:lnTo>
                <a:lnTo>
                  <a:pt x="117589" y="6902"/>
                </a:lnTo>
                <a:lnTo>
                  <a:pt x="117327" y="6559"/>
                </a:lnTo>
                <a:lnTo>
                  <a:pt x="117044" y="6216"/>
                </a:lnTo>
                <a:lnTo>
                  <a:pt x="116762" y="5873"/>
                </a:lnTo>
                <a:lnTo>
                  <a:pt x="116257" y="5369"/>
                </a:lnTo>
                <a:lnTo>
                  <a:pt x="115712" y="4884"/>
                </a:lnTo>
                <a:lnTo>
                  <a:pt x="115127" y="4420"/>
                </a:lnTo>
                <a:lnTo>
                  <a:pt x="114502" y="3976"/>
                </a:lnTo>
                <a:lnTo>
                  <a:pt x="113836" y="3573"/>
                </a:lnTo>
                <a:lnTo>
                  <a:pt x="113129" y="3189"/>
                </a:lnTo>
                <a:lnTo>
                  <a:pt x="112403" y="2846"/>
                </a:lnTo>
                <a:lnTo>
                  <a:pt x="111596" y="2503"/>
                </a:lnTo>
                <a:lnTo>
                  <a:pt x="110970" y="2261"/>
                </a:lnTo>
                <a:lnTo>
                  <a:pt x="110284" y="2039"/>
                </a:lnTo>
                <a:lnTo>
                  <a:pt x="109578" y="1837"/>
                </a:lnTo>
                <a:lnTo>
                  <a:pt x="108851" y="1635"/>
                </a:lnTo>
                <a:lnTo>
                  <a:pt x="108064" y="1433"/>
                </a:lnTo>
                <a:lnTo>
                  <a:pt x="107257" y="1272"/>
                </a:lnTo>
                <a:lnTo>
                  <a:pt x="106389" y="1090"/>
                </a:lnTo>
                <a:lnTo>
                  <a:pt x="105481" y="949"/>
                </a:lnTo>
                <a:lnTo>
                  <a:pt x="103988" y="707"/>
                </a:lnTo>
                <a:lnTo>
                  <a:pt x="102474" y="505"/>
                </a:lnTo>
                <a:lnTo>
                  <a:pt x="100961" y="344"/>
                </a:lnTo>
                <a:lnTo>
                  <a:pt x="99447" y="202"/>
                </a:lnTo>
                <a:lnTo>
                  <a:pt x="97934" y="102"/>
                </a:lnTo>
                <a:lnTo>
                  <a:pt x="96420" y="41"/>
                </a:lnTo>
                <a:lnTo>
                  <a:pt x="948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17"/>
          <p:cNvSpPr/>
          <p:nvPr/>
        </p:nvSpPr>
        <p:spPr>
          <a:xfrm>
            <a:off x="9011602" y="-25"/>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17"/>
          <p:cNvSpPr/>
          <p:nvPr/>
        </p:nvSpPr>
        <p:spPr>
          <a:xfrm>
            <a:off x="7182848" y="1854781"/>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17"/>
          <p:cNvSpPr/>
          <p:nvPr/>
        </p:nvSpPr>
        <p:spPr>
          <a:xfrm>
            <a:off x="7364488" y="113968"/>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17"/>
          <p:cNvSpPr/>
          <p:nvPr/>
        </p:nvSpPr>
        <p:spPr>
          <a:xfrm>
            <a:off x="8605498" y="3630536"/>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17"/>
          <p:cNvSpPr/>
          <p:nvPr/>
        </p:nvSpPr>
        <p:spPr>
          <a:xfrm>
            <a:off x="7917290" y="1315452"/>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17"/>
          <p:cNvSpPr/>
          <p:nvPr/>
        </p:nvSpPr>
        <p:spPr>
          <a:xfrm>
            <a:off x="1573619" y="4469485"/>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17"/>
          <p:cNvSpPr/>
          <p:nvPr/>
        </p:nvSpPr>
        <p:spPr>
          <a:xfrm rot="3449335">
            <a:off x="1554254" y="-1020347"/>
            <a:ext cx="1395586" cy="1650631"/>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17"/>
          <p:cNvSpPr/>
          <p:nvPr/>
        </p:nvSpPr>
        <p:spPr>
          <a:xfrm>
            <a:off x="8938198" y="3915546"/>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17"/>
          <p:cNvSpPr/>
          <p:nvPr/>
        </p:nvSpPr>
        <p:spPr>
          <a:xfrm>
            <a:off x="1754085" y="4576657"/>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17"/>
          <p:cNvSpPr/>
          <p:nvPr/>
        </p:nvSpPr>
        <p:spPr>
          <a:xfrm>
            <a:off x="7475015" y="1977720"/>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17"/>
          <p:cNvSpPr/>
          <p:nvPr/>
        </p:nvSpPr>
        <p:spPr>
          <a:xfrm>
            <a:off x="7497601" y="258374"/>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17"/>
          <p:cNvSpPr/>
          <p:nvPr/>
        </p:nvSpPr>
        <p:spPr>
          <a:xfrm>
            <a:off x="7989465" y="1384273"/>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17"/>
          <p:cNvSpPr/>
          <p:nvPr/>
        </p:nvSpPr>
        <p:spPr>
          <a:xfrm rot="3449335">
            <a:off x="1655522" y="-908175"/>
            <a:ext cx="1193653" cy="1427229"/>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17"/>
          <p:cNvSpPr/>
          <p:nvPr/>
        </p:nvSpPr>
        <p:spPr>
          <a:xfrm>
            <a:off x="7611538" y="319256"/>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17"/>
          <p:cNvSpPr/>
          <p:nvPr/>
        </p:nvSpPr>
        <p:spPr>
          <a:xfrm>
            <a:off x="8093284" y="1493738"/>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17"/>
          <p:cNvSpPr/>
          <p:nvPr/>
        </p:nvSpPr>
        <p:spPr>
          <a:xfrm rot="3449335">
            <a:off x="1810805" y="-768073"/>
            <a:ext cx="901487" cy="1104539"/>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17"/>
          <p:cNvSpPr/>
          <p:nvPr/>
        </p:nvSpPr>
        <p:spPr>
          <a:xfrm>
            <a:off x="8740847" y="1813019"/>
            <a:ext cx="2960526" cy="1551321"/>
          </a:xfrm>
          <a:custGeom>
            <a:rect b="b" l="l" r="r" t="t"/>
            <a:pathLst>
              <a:path extrusionOk="0" h="27748" w="52954">
                <a:moveTo>
                  <a:pt x="8698" y="81"/>
                </a:moveTo>
                <a:lnTo>
                  <a:pt x="9162" y="121"/>
                </a:lnTo>
                <a:lnTo>
                  <a:pt x="9647" y="162"/>
                </a:lnTo>
                <a:lnTo>
                  <a:pt x="10111" y="243"/>
                </a:lnTo>
                <a:lnTo>
                  <a:pt x="10555" y="343"/>
                </a:lnTo>
                <a:lnTo>
                  <a:pt x="10999" y="444"/>
                </a:lnTo>
                <a:lnTo>
                  <a:pt x="11443" y="565"/>
                </a:lnTo>
                <a:lnTo>
                  <a:pt x="11887" y="707"/>
                </a:lnTo>
                <a:lnTo>
                  <a:pt x="12311" y="848"/>
                </a:lnTo>
                <a:lnTo>
                  <a:pt x="12734" y="1009"/>
                </a:lnTo>
                <a:lnTo>
                  <a:pt x="13582" y="1373"/>
                </a:lnTo>
                <a:lnTo>
                  <a:pt x="14389" y="1756"/>
                </a:lnTo>
                <a:lnTo>
                  <a:pt x="15176" y="2160"/>
                </a:lnTo>
                <a:lnTo>
                  <a:pt x="15943" y="2563"/>
                </a:lnTo>
                <a:lnTo>
                  <a:pt x="16669" y="2987"/>
                </a:lnTo>
                <a:lnTo>
                  <a:pt x="18021" y="3754"/>
                </a:lnTo>
                <a:lnTo>
                  <a:pt x="19353" y="4561"/>
                </a:lnTo>
                <a:lnTo>
                  <a:pt x="22017" y="6176"/>
                </a:lnTo>
                <a:lnTo>
                  <a:pt x="24439" y="7649"/>
                </a:lnTo>
                <a:lnTo>
                  <a:pt x="25670" y="8395"/>
                </a:lnTo>
                <a:lnTo>
                  <a:pt x="26901" y="9102"/>
                </a:lnTo>
                <a:lnTo>
                  <a:pt x="28152" y="9808"/>
                </a:lnTo>
                <a:lnTo>
                  <a:pt x="29403" y="10494"/>
                </a:lnTo>
                <a:lnTo>
                  <a:pt x="30654" y="11160"/>
                </a:lnTo>
                <a:lnTo>
                  <a:pt x="31925" y="11806"/>
                </a:lnTo>
                <a:lnTo>
                  <a:pt x="33217" y="12391"/>
                </a:lnTo>
                <a:lnTo>
                  <a:pt x="34509" y="12956"/>
                </a:lnTo>
                <a:lnTo>
                  <a:pt x="35820" y="13481"/>
                </a:lnTo>
                <a:lnTo>
                  <a:pt x="36486" y="13743"/>
                </a:lnTo>
                <a:lnTo>
                  <a:pt x="37152" y="13965"/>
                </a:lnTo>
                <a:lnTo>
                  <a:pt x="37818" y="14187"/>
                </a:lnTo>
                <a:lnTo>
                  <a:pt x="38484" y="14389"/>
                </a:lnTo>
                <a:lnTo>
                  <a:pt x="39170" y="14591"/>
                </a:lnTo>
                <a:lnTo>
                  <a:pt x="39856" y="14772"/>
                </a:lnTo>
                <a:lnTo>
                  <a:pt x="40542" y="14934"/>
                </a:lnTo>
                <a:lnTo>
                  <a:pt x="41228" y="15075"/>
                </a:lnTo>
                <a:lnTo>
                  <a:pt x="41935" y="15216"/>
                </a:lnTo>
                <a:lnTo>
                  <a:pt x="42621" y="15317"/>
                </a:lnTo>
                <a:lnTo>
                  <a:pt x="43246" y="15418"/>
                </a:lnTo>
                <a:lnTo>
                  <a:pt x="43852" y="15479"/>
                </a:lnTo>
                <a:lnTo>
                  <a:pt x="44437" y="15519"/>
                </a:lnTo>
                <a:lnTo>
                  <a:pt x="45002" y="15539"/>
                </a:lnTo>
                <a:lnTo>
                  <a:pt x="45567" y="15539"/>
                </a:lnTo>
                <a:lnTo>
                  <a:pt x="46092" y="15519"/>
                </a:lnTo>
                <a:lnTo>
                  <a:pt x="46596" y="15479"/>
                </a:lnTo>
                <a:lnTo>
                  <a:pt x="47081" y="15398"/>
                </a:lnTo>
                <a:lnTo>
                  <a:pt x="47565" y="15317"/>
                </a:lnTo>
                <a:lnTo>
                  <a:pt x="48009" y="15216"/>
                </a:lnTo>
                <a:lnTo>
                  <a:pt x="48453" y="15075"/>
                </a:lnTo>
                <a:lnTo>
                  <a:pt x="48877" y="14934"/>
                </a:lnTo>
                <a:lnTo>
                  <a:pt x="49280" y="14752"/>
                </a:lnTo>
                <a:lnTo>
                  <a:pt x="49664" y="14550"/>
                </a:lnTo>
                <a:lnTo>
                  <a:pt x="50027" y="14348"/>
                </a:lnTo>
                <a:lnTo>
                  <a:pt x="50390" y="14106"/>
                </a:lnTo>
                <a:lnTo>
                  <a:pt x="50612" y="13925"/>
                </a:lnTo>
                <a:lnTo>
                  <a:pt x="50814" y="13763"/>
                </a:lnTo>
                <a:lnTo>
                  <a:pt x="51036" y="13622"/>
                </a:lnTo>
                <a:lnTo>
                  <a:pt x="51258" y="13481"/>
                </a:lnTo>
                <a:lnTo>
                  <a:pt x="51500" y="13380"/>
                </a:lnTo>
                <a:lnTo>
                  <a:pt x="51662" y="13339"/>
                </a:lnTo>
                <a:lnTo>
                  <a:pt x="51823" y="13299"/>
                </a:lnTo>
                <a:lnTo>
                  <a:pt x="51984" y="13299"/>
                </a:lnTo>
                <a:lnTo>
                  <a:pt x="52146" y="13319"/>
                </a:lnTo>
                <a:lnTo>
                  <a:pt x="52307" y="13360"/>
                </a:lnTo>
                <a:lnTo>
                  <a:pt x="52449" y="13420"/>
                </a:lnTo>
                <a:lnTo>
                  <a:pt x="52570" y="13521"/>
                </a:lnTo>
                <a:lnTo>
                  <a:pt x="52691" y="13642"/>
                </a:lnTo>
                <a:lnTo>
                  <a:pt x="52771" y="13804"/>
                </a:lnTo>
                <a:lnTo>
                  <a:pt x="52832" y="13985"/>
                </a:lnTo>
                <a:lnTo>
                  <a:pt x="52852" y="14167"/>
                </a:lnTo>
                <a:lnTo>
                  <a:pt x="52872" y="14348"/>
                </a:lnTo>
                <a:lnTo>
                  <a:pt x="52872" y="14893"/>
                </a:lnTo>
                <a:lnTo>
                  <a:pt x="52832" y="15398"/>
                </a:lnTo>
                <a:lnTo>
                  <a:pt x="52751" y="15902"/>
                </a:lnTo>
                <a:lnTo>
                  <a:pt x="52630" y="16366"/>
                </a:lnTo>
                <a:lnTo>
                  <a:pt x="52489" y="16831"/>
                </a:lnTo>
                <a:lnTo>
                  <a:pt x="52307" y="17254"/>
                </a:lnTo>
                <a:lnTo>
                  <a:pt x="52085" y="17658"/>
                </a:lnTo>
                <a:lnTo>
                  <a:pt x="51823" y="18041"/>
                </a:lnTo>
                <a:lnTo>
                  <a:pt x="51540" y="18405"/>
                </a:lnTo>
                <a:lnTo>
                  <a:pt x="51238" y="18728"/>
                </a:lnTo>
                <a:lnTo>
                  <a:pt x="50895" y="19030"/>
                </a:lnTo>
                <a:lnTo>
                  <a:pt x="50511" y="19293"/>
                </a:lnTo>
                <a:lnTo>
                  <a:pt x="50128" y="19535"/>
                </a:lnTo>
                <a:lnTo>
                  <a:pt x="49684" y="19737"/>
                </a:lnTo>
                <a:lnTo>
                  <a:pt x="49240" y="19898"/>
                </a:lnTo>
                <a:lnTo>
                  <a:pt x="48756" y="20039"/>
                </a:lnTo>
                <a:lnTo>
                  <a:pt x="48211" y="20140"/>
                </a:lnTo>
                <a:lnTo>
                  <a:pt x="47666" y="20221"/>
                </a:lnTo>
                <a:lnTo>
                  <a:pt x="47121" y="20261"/>
                </a:lnTo>
                <a:lnTo>
                  <a:pt x="46031" y="20261"/>
                </a:lnTo>
                <a:lnTo>
                  <a:pt x="45507" y="20241"/>
                </a:lnTo>
                <a:lnTo>
                  <a:pt x="44437" y="20160"/>
                </a:lnTo>
                <a:lnTo>
                  <a:pt x="42924" y="20019"/>
                </a:lnTo>
                <a:lnTo>
                  <a:pt x="41410" y="19858"/>
                </a:lnTo>
                <a:lnTo>
                  <a:pt x="38403" y="19494"/>
                </a:lnTo>
                <a:lnTo>
                  <a:pt x="36183" y="19212"/>
                </a:lnTo>
                <a:lnTo>
                  <a:pt x="33964" y="18970"/>
                </a:lnTo>
                <a:lnTo>
                  <a:pt x="32834" y="18849"/>
                </a:lnTo>
                <a:lnTo>
                  <a:pt x="31724" y="18768"/>
                </a:lnTo>
                <a:lnTo>
                  <a:pt x="30614" y="18687"/>
                </a:lnTo>
                <a:lnTo>
                  <a:pt x="29484" y="18627"/>
                </a:lnTo>
                <a:lnTo>
                  <a:pt x="28374" y="18606"/>
                </a:lnTo>
                <a:lnTo>
                  <a:pt x="27264" y="18606"/>
                </a:lnTo>
                <a:lnTo>
                  <a:pt x="26134" y="18627"/>
                </a:lnTo>
                <a:lnTo>
                  <a:pt x="25024" y="18687"/>
                </a:lnTo>
                <a:lnTo>
                  <a:pt x="23914" y="18788"/>
                </a:lnTo>
                <a:lnTo>
                  <a:pt x="22824" y="18909"/>
                </a:lnTo>
                <a:lnTo>
                  <a:pt x="21714" y="19091"/>
                </a:lnTo>
                <a:lnTo>
                  <a:pt x="20625" y="19313"/>
                </a:lnTo>
                <a:lnTo>
                  <a:pt x="19555" y="19595"/>
                </a:lnTo>
                <a:lnTo>
                  <a:pt x="18486" y="19898"/>
                </a:lnTo>
                <a:lnTo>
                  <a:pt x="17456" y="20241"/>
                </a:lnTo>
                <a:lnTo>
                  <a:pt x="16407" y="20645"/>
                </a:lnTo>
                <a:lnTo>
                  <a:pt x="15398" y="21048"/>
                </a:lnTo>
                <a:lnTo>
                  <a:pt x="14389" y="21512"/>
                </a:lnTo>
                <a:lnTo>
                  <a:pt x="13400" y="21977"/>
                </a:lnTo>
                <a:lnTo>
                  <a:pt x="12411" y="22481"/>
                </a:lnTo>
                <a:lnTo>
                  <a:pt x="11423" y="23006"/>
                </a:lnTo>
                <a:lnTo>
                  <a:pt x="10454" y="23551"/>
                </a:lnTo>
                <a:lnTo>
                  <a:pt x="9505" y="24116"/>
                </a:lnTo>
                <a:lnTo>
                  <a:pt x="8537" y="24681"/>
                </a:lnTo>
                <a:lnTo>
                  <a:pt x="6660" y="25851"/>
                </a:lnTo>
                <a:lnTo>
                  <a:pt x="4783" y="27022"/>
                </a:lnTo>
                <a:lnTo>
                  <a:pt x="4703" y="27082"/>
                </a:lnTo>
                <a:lnTo>
                  <a:pt x="4339" y="27304"/>
                </a:lnTo>
                <a:lnTo>
                  <a:pt x="4017" y="27465"/>
                </a:lnTo>
                <a:lnTo>
                  <a:pt x="3694" y="27587"/>
                </a:lnTo>
                <a:lnTo>
                  <a:pt x="3411" y="27647"/>
                </a:lnTo>
                <a:lnTo>
                  <a:pt x="3149" y="27667"/>
                </a:lnTo>
                <a:lnTo>
                  <a:pt x="3028" y="27667"/>
                </a:lnTo>
                <a:lnTo>
                  <a:pt x="2907" y="27647"/>
                </a:lnTo>
                <a:lnTo>
                  <a:pt x="2806" y="27607"/>
                </a:lnTo>
                <a:lnTo>
                  <a:pt x="2685" y="27566"/>
                </a:lnTo>
                <a:lnTo>
                  <a:pt x="2584" y="27506"/>
                </a:lnTo>
                <a:lnTo>
                  <a:pt x="2503" y="27445"/>
                </a:lnTo>
                <a:lnTo>
                  <a:pt x="2382" y="27344"/>
                </a:lnTo>
                <a:lnTo>
                  <a:pt x="2301" y="27223"/>
                </a:lnTo>
                <a:lnTo>
                  <a:pt x="2220" y="27082"/>
                </a:lnTo>
                <a:lnTo>
                  <a:pt x="2140" y="26941"/>
                </a:lnTo>
                <a:lnTo>
                  <a:pt x="2039" y="26638"/>
                </a:lnTo>
                <a:lnTo>
                  <a:pt x="1958" y="26295"/>
                </a:lnTo>
                <a:lnTo>
                  <a:pt x="1716" y="25064"/>
                </a:lnTo>
                <a:lnTo>
                  <a:pt x="1474" y="23813"/>
                </a:lnTo>
                <a:lnTo>
                  <a:pt x="1232" y="22562"/>
                </a:lnTo>
                <a:lnTo>
                  <a:pt x="1030" y="21311"/>
                </a:lnTo>
                <a:lnTo>
                  <a:pt x="828" y="20059"/>
                </a:lnTo>
                <a:lnTo>
                  <a:pt x="667" y="18808"/>
                </a:lnTo>
                <a:lnTo>
                  <a:pt x="505" y="17537"/>
                </a:lnTo>
                <a:lnTo>
                  <a:pt x="364" y="16286"/>
                </a:lnTo>
                <a:lnTo>
                  <a:pt x="283" y="15378"/>
                </a:lnTo>
                <a:lnTo>
                  <a:pt x="202" y="14550"/>
                </a:lnTo>
                <a:lnTo>
                  <a:pt x="162" y="13743"/>
                </a:lnTo>
                <a:lnTo>
                  <a:pt x="122" y="13017"/>
                </a:lnTo>
                <a:lnTo>
                  <a:pt x="102" y="12310"/>
                </a:lnTo>
                <a:lnTo>
                  <a:pt x="81" y="11664"/>
                </a:lnTo>
                <a:lnTo>
                  <a:pt x="102" y="11059"/>
                </a:lnTo>
                <a:lnTo>
                  <a:pt x="102" y="10494"/>
                </a:lnTo>
                <a:lnTo>
                  <a:pt x="162" y="9485"/>
                </a:lnTo>
                <a:lnTo>
                  <a:pt x="263" y="8597"/>
                </a:lnTo>
                <a:lnTo>
                  <a:pt x="364" y="7810"/>
                </a:lnTo>
                <a:lnTo>
                  <a:pt x="505" y="7124"/>
                </a:lnTo>
                <a:lnTo>
                  <a:pt x="606" y="6680"/>
                </a:lnTo>
                <a:lnTo>
                  <a:pt x="707" y="6236"/>
                </a:lnTo>
                <a:lnTo>
                  <a:pt x="828" y="5812"/>
                </a:lnTo>
                <a:lnTo>
                  <a:pt x="969" y="5409"/>
                </a:lnTo>
                <a:lnTo>
                  <a:pt x="1111" y="5005"/>
                </a:lnTo>
                <a:lnTo>
                  <a:pt x="1252" y="4642"/>
                </a:lnTo>
                <a:lnTo>
                  <a:pt x="1413" y="4279"/>
                </a:lnTo>
                <a:lnTo>
                  <a:pt x="1595" y="3915"/>
                </a:lnTo>
                <a:lnTo>
                  <a:pt x="1777" y="3592"/>
                </a:lnTo>
                <a:lnTo>
                  <a:pt x="1978" y="3270"/>
                </a:lnTo>
                <a:lnTo>
                  <a:pt x="2180" y="2967"/>
                </a:lnTo>
                <a:lnTo>
                  <a:pt x="2402" y="2684"/>
                </a:lnTo>
                <a:lnTo>
                  <a:pt x="2624" y="2402"/>
                </a:lnTo>
                <a:lnTo>
                  <a:pt x="2866" y="2160"/>
                </a:lnTo>
                <a:lnTo>
                  <a:pt x="3108" y="1918"/>
                </a:lnTo>
                <a:lnTo>
                  <a:pt x="3371" y="1675"/>
                </a:lnTo>
                <a:lnTo>
                  <a:pt x="3613" y="1494"/>
                </a:lnTo>
                <a:lnTo>
                  <a:pt x="3855" y="1312"/>
                </a:lnTo>
                <a:lnTo>
                  <a:pt x="4117" y="1151"/>
                </a:lnTo>
                <a:lnTo>
                  <a:pt x="4400" y="989"/>
                </a:lnTo>
                <a:lnTo>
                  <a:pt x="4682" y="848"/>
                </a:lnTo>
                <a:lnTo>
                  <a:pt x="4965" y="707"/>
                </a:lnTo>
                <a:lnTo>
                  <a:pt x="5268" y="586"/>
                </a:lnTo>
                <a:lnTo>
                  <a:pt x="5570" y="485"/>
                </a:lnTo>
                <a:lnTo>
                  <a:pt x="5893" y="384"/>
                </a:lnTo>
                <a:lnTo>
                  <a:pt x="6196" y="303"/>
                </a:lnTo>
                <a:lnTo>
                  <a:pt x="6539" y="243"/>
                </a:lnTo>
                <a:lnTo>
                  <a:pt x="6862" y="182"/>
                </a:lnTo>
                <a:lnTo>
                  <a:pt x="7205" y="121"/>
                </a:lnTo>
                <a:lnTo>
                  <a:pt x="7548" y="101"/>
                </a:lnTo>
                <a:lnTo>
                  <a:pt x="7891" y="81"/>
                </a:lnTo>
                <a:close/>
                <a:moveTo>
                  <a:pt x="7730" y="0"/>
                </a:moveTo>
                <a:lnTo>
                  <a:pt x="7265" y="41"/>
                </a:lnTo>
                <a:lnTo>
                  <a:pt x="6801" y="101"/>
                </a:lnTo>
                <a:lnTo>
                  <a:pt x="6378" y="182"/>
                </a:lnTo>
                <a:lnTo>
                  <a:pt x="5934" y="283"/>
                </a:lnTo>
                <a:lnTo>
                  <a:pt x="5530" y="424"/>
                </a:lnTo>
                <a:lnTo>
                  <a:pt x="5106" y="565"/>
                </a:lnTo>
                <a:lnTo>
                  <a:pt x="4723" y="727"/>
                </a:lnTo>
                <a:lnTo>
                  <a:pt x="4339" y="929"/>
                </a:lnTo>
                <a:lnTo>
                  <a:pt x="3976" y="1130"/>
                </a:lnTo>
                <a:lnTo>
                  <a:pt x="3633" y="1373"/>
                </a:lnTo>
                <a:lnTo>
                  <a:pt x="3310" y="1615"/>
                </a:lnTo>
                <a:lnTo>
                  <a:pt x="3048" y="1857"/>
                </a:lnTo>
                <a:lnTo>
                  <a:pt x="2806" y="2099"/>
                </a:lnTo>
                <a:lnTo>
                  <a:pt x="2564" y="2361"/>
                </a:lnTo>
                <a:lnTo>
                  <a:pt x="2342" y="2624"/>
                </a:lnTo>
                <a:lnTo>
                  <a:pt x="2120" y="2927"/>
                </a:lnTo>
                <a:lnTo>
                  <a:pt x="1918" y="3229"/>
                </a:lnTo>
                <a:lnTo>
                  <a:pt x="1716" y="3552"/>
                </a:lnTo>
                <a:lnTo>
                  <a:pt x="1534" y="3875"/>
                </a:lnTo>
                <a:lnTo>
                  <a:pt x="1353" y="4238"/>
                </a:lnTo>
                <a:lnTo>
                  <a:pt x="1191" y="4601"/>
                </a:lnTo>
                <a:lnTo>
                  <a:pt x="1030" y="4985"/>
                </a:lnTo>
                <a:lnTo>
                  <a:pt x="889" y="5388"/>
                </a:lnTo>
                <a:lnTo>
                  <a:pt x="747" y="5792"/>
                </a:lnTo>
                <a:lnTo>
                  <a:pt x="626" y="6216"/>
                </a:lnTo>
                <a:lnTo>
                  <a:pt x="525" y="6660"/>
                </a:lnTo>
                <a:lnTo>
                  <a:pt x="424" y="7104"/>
                </a:lnTo>
                <a:lnTo>
                  <a:pt x="283" y="7810"/>
                </a:lnTo>
                <a:lnTo>
                  <a:pt x="182" y="8577"/>
                </a:lnTo>
                <a:lnTo>
                  <a:pt x="81" y="9485"/>
                </a:lnTo>
                <a:lnTo>
                  <a:pt x="21" y="10494"/>
                </a:lnTo>
                <a:lnTo>
                  <a:pt x="21" y="11059"/>
                </a:lnTo>
                <a:lnTo>
                  <a:pt x="1" y="11664"/>
                </a:lnTo>
                <a:lnTo>
                  <a:pt x="21" y="12310"/>
                </a:lnTo>
                <a:lnTo>
                  <a:pt x="41" y="13017"/>
                </a:lnTo>
                <a:lnTo>
                  <a:pt x="81" y="13743"/>
                </a:lnTo>
                <a:lnTo>
                  <a:pt x="122" y="14550"/>
                </a:lnTo>
                <a:lnTo>
                  <a:pt x="202" y="15398"/>
                </a:lnTo>
                <a:lnTo>
                  <a:pt x="283" y="16306"/>
                </a:lnTo>
                <a:lnTo>
                  <a:pt x="424" y="17557"/>
                </a:lnTo>
                <a:lnTo>
                  <a:pt x="586" y="18808"/>
                </a:lnTo>
                <a:lnTo>
                  <a:pt x="768" y="20080"/>
                </a:lnTo>
                <a:lnTo>
                  <a:pt x="949" y="21331"/>
                </a:lnTo>
                <a:lnTo>
                  <a:pt x="1151" y="22582"/>
                </a:lnTo>
                <a:lnTo>
                  <a:pt x="1393" y="23833"/>
                </a:lnTo>
                <a:lnTo>
                  <a:pt x="1635" y="25084"/>
                </a:lnTo>
                <a:lnTo>
                  <a:pt x="1877" y="26315"/>
                </a:lnTo>
                <a:lnTo>
                  <a:pt x="1978" y="26658"/>
                </a:lnTo>
                <a:lnTo>
                  <a:pt x="2079" y="26981"/>
                </a:lnTo>
                <a:lnTo>
                  <a:pt x="2140" y="27143"/>
                </a:lnTo>
                <a:lnTo>
                  <a:pt x="2241" y="27264"/>
                </a:lnTo>
                <a:lnTo>
                  <a:pt x="2342" y="27405"/>
                </a:lnTo>
                <a:lnTo>
                  <a:pt x="2442" y="27506"/>
                </a:lnTo>
                <a:lnTo>
                  <a:pt x="2604" y="27607"/>
                </a:lnTo>
                <a:lnTo>
                  <a:pt x="2786" y="27687"/>
                </a:lnTo>
                <a:lnTo>
                  <a:pt x="2967" y="27728"/>
                </a:lnTo>
                <a:lnTo>
                  <a:pt x="3169" y="27748"/>
                </a:lnTo>
                <a:lnTo>
                  <a:pt x="3330" y="27748"/>
                </a:lnTo>
                <a:lnTo>
                  <a:pt x="3512" y="27708"/>
                </a:lnTo>
                <a:lnTo>
                  <a:pt x="3694" y="27667"/>
                </a:lnTo>
                <a:lnTo>
                  <a:pt x="3875" y="27607"/>
                </a:lnTo>
                <a:lnTo>
                  <a:pt x="4077" y="27526"/>
                </a:lnTo>
                <a:lnTo>
                  <a:pt x="4299" y="27425"/>
                </a:lnTo>
                <a:lnTo>
                  <a:pt x="4743" y="27163"/>
                </a:lnTo>
                <a:lnTo>
                  <a:pt x="4844" y="27102"/>
                </a:lnTo>
                <a:lnTo>
                  <a:pt x="6700" y="25912"/>
                </a:lnTo>
                <a:lnTo>
                  <a:pt x="8577" y="24761"/>
                </a:lnTo>
                <a:lnTo>
                  <a:pt x="9546" y="24176"/>
                </a:lnTo>
                <a:lnTo>
                  <a:pt x="10494" y="23631"/>
                </a:lnTo>
                <a:lnTo>
                  <a:pt x="11463" y="23086"/>
                </a:lnTo>
                <a:lnTo>
                  <a:pt x="12432" y="22562"/>
                </a:lnTo>
                <a:lnTo>
                  <a:pt x="13420" y="22057"/>
                </a:lnTo>
                <a:lnTo>
                  <a:pt x="14429" y="21573"/>
                </a:lnTo>
                <a:lnTo>
                  <a:pt x="15418" y="21129"/>
                </a:lnTo>
                <a:lnTo>
                  <a:pt x="16447" y="20705"/>
                </a:lnTo>
                <a:lnTo>
                  <a:pt x="17477" y="20322"/>
                </a:lnTo>
                <a:lnTo>
                  <a:pt x="18506" y="19979"/>
                </a:lnTo>
                <a:lnTo>
                  <a:pt x="19575" y="19676"/>
                </a:lnTo>
                <a:lnTo>
                  <a:pt x="20645" y="19393"/>
                </a:lnTo>
                <a:lnTo>
                  <a:pt x="21735" y="19171"/>
                </a:lnTo>
                <a:lnTo>
                  <a:pt x="22824" y="18990"/>
                </a:lnTo>
                <a:lnTo>
                  <a:pt x="23934" y="18869"/>
                </a:lnTo>
                <a:lnTo>
                  <a:pt x="25044" y="18768"/>
                </a:lnTo>
                <a:lnTo>
                  <a:pt x="26154" y="18707"/>
                </a:lnTo>
                <a:lnTo>
                  <a:pt x="27264" y="18687"/>
                </a:lnTo>
                <a:lnTo>
                  <a:pt x="28374" y="18687"/>
                </a:lnTo>
                <a:lnTo>
                  <a:pt x="29484" y="18707"/>
                </a:lnTo>
                <a:lnTo>
                  <a:pt x="30614" y="18768"/>
                </a:lnTo>
                <a:lnTo>
                  <a:pt x="31724" y="18849"/>
                </a:lnTo>
                <a:lnTo>
                  <a:pt x="32834" y="18929"/>
                </a:lnTo>
                <a:lnTo>
                  <a:pt x="33944" y="19050"/>
                </a:lnTo>
                <a:lnTo>
                  <a:pt x="36183" y="19293"/>
                </a:lnTo>
                <a:lnTo>
                  <a:pt x="38383" y="19575"/>
                </a:lnTo>
                <a:lnTo>
                  <a:pt x="41390" y="19938"/>
                </a:lnTo>
                <a:lnTo>
                  <a:pt x="42924" y="20100"/>
                </a:lnTo>
                <a:lnTo>
                  <a:pt x="44437" y="20241"/>
                </a:lnTo>
                <a:lnTo>
                  <a:pt x="45507" y="20322"/>
                </a:lnTo>
                <a:lnTo>
                  <a:pt x="46031" y="20342"/>
                </a:lnTo>
                <a:lnTo>
                  <a:pt x="47141" y="20342"/>
                </a:lnTo>
                <a:lnTo>
                  <a:pt x="47686" y="20302"/>
                </a:lnTo>
                <a:lnTo>
                  <a:pt x="48231" y="20221"/>
                </a:lnTo>
                <a:lnTo>
                  <a:pt x="48776" y="20120"/>
                </a:lnTo>
                <a:lnTo>
                  <a:pt x="49260" y="19979"/>
                </a:lnTo>
                <a:lnTo>
                  <a:pt x="49724" y="19797"/>
                </a:lnTo>
                <a:lnTo>
                  <a:pt x="50168" y="19595"/>
                </a:lnTo>
                <a:lnTo>
                  <a:pt x="50572" y="19353"/>
                </a:lnTo>
                <a:lnTo>
                  <a:pt x="50955" y="19071"/>
                </a:lnTo>
                <a:lnTo>
                  <a:pt x="51319" y="18748"/>
                </a:lnTo>
                <a:lnTo>
                  <a:pt x="51641" y="18405"/>
                </a:lnTo>
                <a:lnTo>
                  <a:pt x="51924" y="18041"/>
                </a:lnTo>
                <a:lnTo>
                  <a:pt x="52186" y="17638"/>
                </a:lnTo>
                <a:lnTo>
                  <a:pt x="52388" y="17234"/>
                </a:lnTo>
                <a:lnTo>
                  <a:pt x="52570" y="16790"/>
                </a:lnTo>
                <a:lnTo>
                  <a:pt x="52731" y="16346"/>
                </a:lnTo>
                <a:lnTo>
                  <a:pt x="52832" y="15862"/>
                </a:lnTo>
                <a:lnTo>
                  <a:pt x="52913" y="15378"/>
                </a:lnTo>
                <a:lnTo>
                  <a:pt x="52953" y="14873"/>
                </a:lnTo>
                <a:lnTo>
                  <a:pt x="52953" y="14348"/>
                </a:lnTo>
                <a:lnTo>
                  <a:pt x="52933" y="14147"/>
                </a:lnTo>
                <a:lnTo>
                  <a:pt x="52913" y="13965"/>
                </a:lnTo>
                <a:lnTo>
                  <a:pt x="52852" y="13763"/>
                </a:lnTo>
                <a:lnTo>
                  <a:pt x="52812" y="13662"/>
                </a:lnTo>
                <a:lnTo>
                  <a:pt x="52751" y="13582"/>
                </a:lnTo>
                <a:lnTo>
                  <a:pt x="52630" y="13461"/>
                </a:lnTo>
                <a:lnTo>
                  <a:pt x="52489" y="13360"/>
                </a:lnTo>
                <a:lnTo>
                  <a:pt x="52348" y="13279"/>
                </a:lnTo>
                <a:lnTo>
                  <a:pt x="52166" y="13239"/>
                </a:lnTo>
                <a:lnTo>
                  <a:pt x="51984" y="13218"/>
                </a:lnTo>
                <a:lnTo>
                  <a:pt x="51823" y="13218"/>
                </a:lnTo>
                <a:lnTo>
                  <a:pt x="51641" y="13259"/>
                </a:lnTo>
                <a:lnTo>
                  <a:pt x="51480" y="13299"/>
                </a:lnTo>
                <a:lnTo>
                  <a:pt x="51238" y="13400"/>
                </a:lnTo>
                <a:lnTo>
                  <a:pt x="50996" y="13541"/>
                </a:lnTo>
                <a:lnTo>
                  <a:pt x="50774" y="13703"/>
                </a:lnTo>
                <a:lnTo>
                  <a:pt x="50572" y="13864"/>
                </a:lnTo>
                <a:lnTo>
                  <a:pt x="50330" y="14026"/>
                </a:lnTo>
                <a:lnTo>
                  <a:pt x="49987" y="14268"/>
                </a:lnTo>
                <a:lnTo>
                  <a:pt x="49623" y="14490"/>
                </a:lnTo>
                <a:lnTo>
                  <a:pt x="49240" y="14691"/>
                </a:lnTo>
                <a:lnTo>
                  <a:pt x="48836" y="14853"/>
                </a:lnTo>
                <a:lnTo>
                  <a:pt x="48433" y="15014"/>
                </a:lnTo>
                <a:lnTo>
                  <a:pt x="47989" y="15135"/>
                </a:lnTo>
                <a:lnTo>
                  <a:pt x="47545" y="15236"/>
                </a:lnTo>
                <a:lnTo>
                  <a:pt x="47061" y="15337"/>
                </a:lnTo>
                <a:lnTo>
                  <a:pt x="46576" y="15398"/>
                </a:lnTo>
                <a:lnTo>
                  <a:pt x="46072" y="15438"/>
                </a:lnTo>
                <a:lnTo>
                  <a:pt x="45547" y="15458"/>
                </a:lnTo>
                <a:lnTo>
                  <a:pt x="45002" y="15458"/>
                </a:lnTo>
                <a:lnTo>
                  <a:pt x="44437" y="15438"/>
                </a:lnTo>
                <a:lnTo>
                  <a:pt x="43872" y="15398"/>
                </a:lnTo>
                <a:lnTo>
                  <a:pt x="43267" y="15337"/>
                </a:lnTo>
                <a:lnTo>
                  <a:pt x="42641" y="15236"/>
                </a:lnTo>
                <a:lnTo>
                  <a:pt x="41935" y="15135"/>
                </a:lnTo>
                <a:lnTo>
                  <a:pt x="41249" y="14994"/>
                </a:lnTo>
                <a:lnTo>
                  <a:pt x="40563" y="14853"/>
                </a:lnTo>
                <a:lnTo>
                  <a:pt x="39876" y="14691"/>
                </a:lnTo>
                <a:lnTo>
                  <a:pt x="39190" y="14510"/>
                </a:lnTo>
                <a:lnTo>
                  <a:pt x="38504" y="14308"/>
                </a:lnTo>
                <a:lnTo>
                  <a:pt x="37838" y="14106"/>
                </a:lnTo>
                <a:lnTo>
                  <a:pt x="37172" y="13884"/>
                </a:lnTo>
                <a:lnTo>
                  <a:pt x="36506" y="13662"/>
                </a:lnTo>
                <a:lnTo>
                  <a:pt x="35840" y="13420"/>
                </a:lnTo>
                <a:lnTo>
                  <a:pt x="34529" y="12895"/>
                </a:lnTo>
                <a:lnTo>
                  <a:pt x="33237" y="12330"/>
                </a:lnTo>
                <a:lnTo>
                  <a:pt x="31966" y="11725"/>
                </a:lnTo>
                <a:lnTo>
                  <a:pt x="30695" y="11079"/>
                </a:lnTo>
                <a:lnTo>
                  <a:pt x="29423" y="10434"/>
                </a:lnTo>
                <a:lnTo>
                  <a:pt x="28172" y="9747"/>
                </a:lnTo>
                <a:lnTo>
                  <a:pt x="26941" y="9041"/>
                </a:lnTo>
                <a:lnTo>
                  <a:pt x="25710" y="8315"/>
                </a:lnTo>
                <a:lnTo>
                  <a:pt x="24479" y="7588"/>
                </a:lnTo>
                <a:lnTo>
                  <a:pt x="22057" y="6115"/>
                </a:lnTo>
                <a:lnTo>
                  <a:pt x="19394" y="4501"/>
                </a:lnTo>
                <a:lnTo>
                  <a:pt x="18062" y="3693"/>
                </a:lnTo>
                <a:lnTo>
                  <a:pt x="16710" y="2906"/>
                </a:lnTo>
                <a:lnTo>
                  <a:pt x="15983" y="2503"/>
                </a:lnTo>
                <a:lnTo>
                  <a:pt x="15216" y="2079"/>
                </a:lnTo>
                <a:lnTo>
                  <a:pt x="14429" y="1675"/>
                </a:lnTo>
                <a:lnTo>
                  <a:pt x="13602" y="1292"/>
                </a:lnTo>
                <a:lnTo>
                  <a:pt x="12775" y="949"/>
                </a:lnTo>
                <a:lnTo>
                  <a:pt x="12331" y="787"/>
                </a:lnTo>
                <a:lnTo>
                  <a:pt x="11907" y="626"/>
                </a:lnTo>
                <a:lnTo>
                  <a:pt x="11463" y="485"/>
                </a:lnTo>
                <a:lnTo>
                  <a:pt x="11019" y="364"/>
                </a:lnTo>
                <a:lnTo>
                  <a:pt x="10575" y="263"/>
                </a:lnTo>
                <a:lnTo>
                  <a:pt x="10131" y="162"/>
                </a:lnTo>
                <a:lnTo>
                  <a:pt x="9627" y="81"/>
                </a:lnTo>
                <a:lnTo>
                  <a:pt x="9142" y="41"/>
                </a:lnTo>
                <a:lnTo>
                  <a:pt x="865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17"/>
          <p:cNvSpPr/>
          <p:nvPr/>
        </p:nvSpPr>
        <p:spPr>
          <a:xfrm>
            <a:off x="7850706" y="3773824"/>
            <a:ext cx="530339" cy="361051"/>
          </a:xfrm>
          <a:custGeom>
            <a:rect b="b" l="l" r="r" t="t"/>
            <a:pathLst>
              <a:path extrusionOk="0" h="6458" w="9486">
                <a:moveTo>
                  <a:pt x="8880" y="81"/>
                </a:moveTo>
                <a:lnTo>
                  <a:pt x="9021" y="101"/>
                </a:lnTo>
                <a:lnTo>
                  <a:pt x="9142" y="142"/>
                </a:lnTo>
                <a:lnTo>
                  <a:pt x="9203" y="182"/>
                </a:lnTo>
                <a:lnTo>
                  <a:pt x="9263" y="243"/>
                </a:lnTo>
                <a:lnTo>
                  <a:pt x="9324" y="364"/>
                </a:lnTo>
                <a:lnTo>
                  <a:pt x="9364" y="505"/>
                </a:lnTo>
                <a:lnTo>
                  <a:pt x="9384" y="646"/>
                </a:lnTo>
                <a:lnTo>
                  <a:pt x="9405" y="868"/>
                </a:lnTo>
                <a:lnTo>
                  <a:pt x="9384" y="1070"/>
                </a:lnTo>
                <a:lnTo>
                  <a:pt x="9364" y="1272"/>
                </a:lnTo>
                <a:lnTo>
                  <a:pt x="9324" y="1474"/>
                </a:lnTo>
                <a:lnTo>
                  <a:pt x="9263" y="1675"/>
                </a:lnTo>
                <a:lnTo>
                  <a:pt x="9183" y="1877"/>
                </a:lnTo>
                <a:lnTo>
                  <a:pt x="9001" y="2261"/>
                </a:lnTo>
                <a:lnTo>
                  <a:pt x="8779" y="2624"/>
                </a:lnTo>
                <a:lnTo>
                  <a:pt x="8537" y="2967"/>
                </a:lnTo>
                <a:lnTo>
                  <a:pt x="8274" y="3290"/>
                </a:lnTo>
                <a:lnTo>
                  <a:pt x="8012" y="3592"/>
                </a:lnTo>
                <a:lnTo>
                  <a:pt x="7689" y="3936"/>
                </a:lnTo>
                <a:lnTo>
                  <a:pt x="7346" y="4299"/>
                </a:lnTo>
                <a:lnTo>
                  <a:pt x="6983" y="4662"/>
                </a:lnTo>
                <a:lnTo>
                  <a:pt x="6579" y="5005"/>
                </a:lnTo>
                <a:lnTo>
                  <a:pt x="6135" y="5348"/>
                </a:lnTo>
                <a:lnTo>
                  <a:pt x="5691" y="5651"/>
                </a:lnTo>
                <a:lnTo>
                  <a:pt x="5449" y="5772"/>
                </a:lnTo>
                <a:lnTo>
                  <a:pt x="5207" y="5913"/>
                </a:lnTo>
                <a:lnTo>
                  <a:pt x="4945" y="6014"/>
                </a:lnTo>
                <a:lnTo>
                  <a:pt x="4682" y="6115"/>
                </a:lnTo>
                <a:lnTo>
                  <a:pt x="4460" y="6196"/>
                </a:lnTo>
                <a:lnTo>
                  <a:pt x="4218" y="6256"/>
                </a:lnTo>
                <a:lnTo>
                  <a:pt x="3956" y="6317"/>
                </a:lnTo>
                <a:lnTo>
                  <a:pt x="3714" y="6357"/>
                </a:lnTo>
                <a:lnTo>
                  <a:pt x="3451" y="6377"/>
                </a:lnTo>
                <a:lnTo>
                  <a:pt x="2927" y="6377"/>
                </a:lnTo>
                <a:lnTo>
                  <a:pt x="2664" y="6337"/>
                </a:lnTo>
                <a:lnTo>
                  <a:pt x="2402" y="6297"/>
                </a:lnTo>
                <a:lnTo>
                  <a:pt x="2140" y="6236"/>
                </a:lnTo>
                <a:lnTo>
                  <a:pt x="1898" y="6155"/>
                </a:lnTo>
                <a:lnTo>
                  <a:pt x="1655" y="6054"/>
                </a:lnTo>
                <a:lnTo>
                  <a:pt x="1413" y="5933"/>
                </a:lnTo>
                <a:lnTo>
                  <a:pt x="1191" y="5792"/>
                </a:lnTo>
                <a:lnTo>
                  <a:pt x="969" y="5631"/>
                </a:lnTo>
                <a:lnTo>
                  <a:pt x="767" y="5429"/>
                </a:lnTo>
                <a:lnTo>
                  <a:pt x="586" y="5227"/>
                </a:lnTo>
                <a:lnTo>
                  <a:pt x="424" y="4985"/>
                </a:lnTo>
                <a:lnTo>
                  <a:pt x="303" y="4743"/>
                </a:lnTo>
                <a:lnTo>
                  <a:pt x="202" y="4501"/>
                </a:lnTo>
                <a:lnTo>
                  <a:pt x="122" y="4258"/>
                </a:lnTo>
                <a:lnTo>
                  <a:pt x="81" y="4016"/>
                </a:lnTo>
                <a:lnTo>
                  <a:pt x="81" y="3774"/>
                </a:lnTo>
                <a:lnTo>
                  <a:pt x="122" y="3532"/>
                </a:lnTo>
                <a:lnTo>
                  <a:pt x="182" y="3370"/>
                </a:lnTo>
                <a:lnTo>
                  <a:pt x="243" y="3189"/>
                </a:lnTo>
                <a:lnTo>
                  <a:pt x="344" y="3048"/>
                </a:lnTo>
                <a:lnTo>
                  <a:pt x="445" y="2906"/>
                </a:lnTo>
                <a:lnTo>
                  <a:pt x="586" y="2785"/>
                </a:lnTo>
                <a:lnTo>
                  <a:pt x="747" y="2664"/>
                </a:lnTo>
                <a:lnTo>
                  <a:pt x="909" y="2563"/>
                </a:lnTo>
                <a:lnTo>
                  <a:pt x="1111" y="2483"/>
                </a:lnTo>
                <a:lnTo>
                  <a:pt x="3310" y="1655"/>
                </a:lnTo>
                <a:lnTo>
                  <a:pt x="5530" y="868"/>
                </a:lnTo>
                <a:lnTo>
                  <a:pt x="6357" y="606"/>
                </a:lnTo>
                <a:lnTo>
                  <a:pt x="7165" y="364"/>
                </a:lnTo>
                <a:lnTo>
                  <a:pt x="7568" y="263"/>
                </a:lnTo>
                <a:lnTo>
                  <a:pt x="7972" y="182"/>
                </a:lnTo>
                <a:lnTo>
                  <a:pt x="8375" y="121"/>
                </a:lnTo>
                <a:lnTo>
                  <a:pt x="8779" y="81"/>
                </a:lnTo>
                <a:close/>
                <a:moveTo>
                  <a:pt x="8759" y="0"/>
                </a:moveTo>
                <a:lnTo>
                  <a:pt x="8355" y="41"/>
                </a:lnTo>
                <a:lnTo>
                  <a:pt x="7952" y="101"/>
                </a:lnTo>
                <a:lnTo>
                  <a:pt x="7548" y="182"/>
                </a:lnTo>
                <a:lnTo>
                  <a:pt x="7144" y="283"/>
                </a:lnTo>
                <a:lnTo>
                  <a:pt x="6337" y="525"/>
                </a:lnTo>
                <a:lnTo>
                  <a:pt x="5510" y="787"/>
                </a:lnTo>
                <a:lnTo>
                  <a:pt x="3290" y="1574"/>
                </a:lnTo>
                <a:lnTo>
                  <a:pt x="1070" y="2402"/>
                </a:lnTo>
                <a:lnTo>
                  <a:pt x="868" y="2503"/>
                </a:lnTo>
                <a:lnTo>
                  <a:pt x="687" y="2604"/>
                </a:lnTo>
                <a:lnTo>
                  <a:pt x="525" y="2725"/>
                </a:lnTo>
                <a:lnTo>
                  <a:pt x="384" y="2846"/>
                </a:lnTo>
                <a:lnTo>
                  <a:pt x="263" y="3007"/>
                </a:lnTo>
                <a:lnTo>
                  <a:pt x="182" y="3169"/>
                </a:lnTo>
                <a:lnTo>
                  <a:pt x="102" y="3330"/>
                </a:lnTo>
                <a:lnTo>
                  <a:pt x="41" y="3512"/>
                </a:lnTo>
                <a:lnTo>
                  <a:pt x="1" y="3754"/>
                </a:lnTo>
                <a:lnTo>
                  <a:pt x="1" y="4016"/>
                </a:lnTo>
                <a:lnTo>
                  <a:pt x="41" y="4279"/>
                </a:lnTo>
                <a:lnTo>
                  <a:pt x="122" y="4521"/>
                </a:lnTo>
                <a:lnTo>
                  <a:pt x="223" y="4783"/>
                </a:lnTo>
                <a:lnTo>
                  <a:pt x="364" y="5025"/>
                </a:lnTo>
                <a:lnTo>
                  <a:pt x="525" y="5267"/>
                </a:lnTo>
                <a:lnTo>
                  <a:pt x="707" y="5489"/>
                </a:lnTo>
                <a:lnTo>
                  <a:pt x="969" y="5732"/>
                </a:lnTo>
                <a:lnTo>
                  <a:pt x="1252" y="5933"/>
                </a:lnTo>
                <a:lnTo>
                  <a:pt x="1554" y="6095"/>
                </a:lnTo>
                <a:lnTo>
                  <a:pt x="1877" y="6236"/>
                </a:lnTo>
                <a:lnTo>
                  <a:pt x="2200" y="6337"/>
                </a:lnTo>
                <a:lnTo>
                  <a:pt x="2523" y="6397"/>
                </a:lnTo>
                <a:lnTo>
                  <a:pt x="2866" y="6438"/>
                </a:lnTo>
                <a:lnTo>
                  <a:pt x="3189" y="6458"/>
                </a:lnTo>
                <a:lnTo>
                  <a:pt x="3593" y="6438"/>
                </a:lnTo>
                <a:lnTo>
                  <a:pt x="3976" y="6397"/>
                </a:lnTo>
                <a:lnTo>
                  <a:pt x="4360" y="6317"/>
                </a:lnTo>
                <a:lnTo>
                  <a:pt x="4723" y="6196"/>
                </a:lnTo>
                <a:lnTo>
                  <a:pt x="4985" y="6095"/>
                </a:lnTo>
                <a:lnTo>
                  <a:pt x="5227" y="5974"/>
                </a:lnTo>
                <a:lnTo>
                  <a:pt x="5490" y="5853"/>
                </a:lnTo>
                <a:lnTo>
                  <a:pt x="5712" y="5711"/>
                </a:lnTo>
                <a:lnTo>
                  <a:pt x="6176" y="5409"/>
                </a:lnTo>
                <a:lnTo>
                  <a:pt x="6620" y="5066"/>
                </a:lnTo>
                <a:lnTo>
                  <a:pt x="7023" y="4723"/>
                </a:lnTo>
                <a:lnTo>
                  <a:pt x="7407" y="4359"/>
                </a:lnTo>
                <a:lnTo>
                  <a:pt x="7750" y="3996"/>
                </a:lnTo>
                <a:lnTo>
                  <a:pt x="8073" y="3653"/>
                </a:lnTo>
                <a:lnTo>
                  <a:pt x="8335" y="3330"/>
                </a:lnTo>
                <a:lnTo>
                  <a:pt x="8597" y="3007"/>
                </a:lnTo>
                <a:lnTo>
                  <a:pt x="8860" y="2664"/>
                </a:lnTo>
                <a:lnTo>
                  <a:pt x="9082" y="2281"/>
                </a:lnTo>
                <a:lnTo>
                  <a:pt x="9263" y="1897"/>
                </a:lnTo>
                <a:lnTo>
                  <a:pt x="9324" y="1696"/>
                </a:lnTo>
                <a:lnTo>
                  <a:pt x="9405" y="1494"/>
                </a:lnTo>
                <a:lnTo>
                  <a:pt x="9445" y="1292"/>
                </a:lnTo>
                <a:lnTo>
                  <a:pt x="9465" y="1070"/>
                </a:lnTo>
                <a:lnTo>
                  <a:pt x="9485" y="868"/>
                </a:lnTo>
                <a:lnTo>
                  <a:pt x="9465" y="646"/>
                </a:lnTo>
                <a:lnTo>
                  <a:pt x="9445" y="444"/>
                </a:lnTo>
                <a:lnTo>
                  <a:pt x="9384" y="283"/>
                </a:lnTo>
                <a:lnTo>
                  <a:pt x="9304" y="162"/>
                </a:lnTo>
                <a:lnTo>
                  <a:pt x="9183" y="61"/>
                </a:lnTo>
                <a:lnTo>
                  <a:pt x="9082" y="21"/>
                </a:lnTo>
                <a:lnTo>
                  <a:pt x="89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17"/>
          <p:cNvSpPr/>
          <p:nvPr/>
        </p:nvSpPr>
        <p:spPr>
          <a:xfrm rot="3449335">
            <a:off x="2567386" y="-287123"/>
            <a:ext cx="130932" cy="390449"/>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17"/>
          <p:cNvSpPr/>
          <p:nvPr/>
        </p:nvSpPr>
        <p:spPr>
          <a:xfrm>
            <a:off x="13470249" y="372312"/>
            <a:ext cx="206522" cy="1040271"/>
          </a:xfrm>
          <a:custGeom>
            <a:rect b="b" l="l" r="r" t="t"/>
            <a:pathLst>
              <a:path extrusionOk="0" h="18607" w="3694">
                <a:moveTo>
                  <a:pt x="2160" y="0"/>
                </a:moveTo>
                <a:lnTo>
                  <a:pt x="2099" y="61"/>
                </a:lnTo>
                <a:lnTo>
                  <a:pt x="2281" y="283"/>
                </a:lnTo>
                <a:lnTo>
                  <a:pt x="2462" y="545"/>
                </a:lnTo>
                <a:lnTo>
                  <a:pt x="2624" y="787"/>
                </a:lnTo>
                <a:lnTo>
                  <a:pt x="2765" y="1050"/>
                </a:lnTo>
                <a:lnTo>
                  <a:pt x="2886" y="1292"/>
                </a:lnTo>
                <a:lnTo>
                  <a:pt x="3007" y="1554"/>
                </a:lnTo>
                <a:lnTo>
                  <a:pt x="3209" y="2079"/>
                </a:lnTo>
                <a:lnTo>
                  <a:pt x="3350" y="2604"/>
                </a:lnTo>
                <a:lnTo>
                  <a:pt x="3471" y="3108"/>
                </a:lnTo>
                <a:lnTo>
                  <a:pt x="3532" y="3592"/>
                </a:lnTo>
                <a:lnTo>
                  <a:pt x="3572" y="4036"/>
                </a:lnTo>
                <a:lnTo>
                  <a:pt x="3613" y="4581"/>
                </a:lnTo>
                <a:lnTo>
                  <a:pt x="3613" y="5126"/>
                </a:lnTo>
                <a:lnTo>
                  <a:pt x="3592" y="5671"/>
                </a:lnTo>
                <a:lnTo>
                  <a:pt x="3552" y="6216"/>
                </a:lnTo>
                <a:lnTo>
                  <a:pt x="3431" y="7285"/>
                </a:lnTo>
                <a:lnTo>
                  <a:pt x="3290" y="8355"/>
                </a:lnTo>
                <a:lnTo>
                  <a:pt x="2684" y="12734"/>
                </a:lnTo>
                <a:lnTo>
                  <a:pt x="2604" y="13360"/>
                </a:lnTo>
                <a:lnTo>
                  <a:pt x="2503" y="14026"/>
                </a:lnTo>
                <a:lnTo>
                  <a:pt x="2361" y="14712"/>
                </a:lnTo>
                <a:lnTo>
                  <a:pt x="2281" y="15055"/>
                </a:lnTo>
                <a:lnTo>
                  <a:pt x="2180" y="15398"/>
                </a:lnTo>
                <a:lnTo>
                  <a:pt x="2059" y="15741"/>
                </a:lnTo>
                <a:lnTo>
                  <a:pt x="1938" y="16084"/>
                </a:lnTo>
                <a:lnTo>
                  <a:pt x="1796" y="16407"/>
                </a:lnTo>
                <a:lnTo>
                  <a:pt x="1635" y="16730"/>
                </a:lnTo>
                <a:lnTo>
                  <a:pt x="1453" y="17053"/>
                </a:lnTo>
                <a:lnTo>
                  <a:pt x="1252" y="17355"/>
                </a:lnTo>
                <a:lnTo>
                  <a:pt x="1030" y="17638"/>
                </a:lnTo>
                <a:lnTo>
                  <a:pt x="787" y="17900"/>
                </a:lnTo>
                <a:lnTo>
                  <a:pt x="606" y="18082"/>
                </a:lnTo>
                <a:lnTo>
                  <a:pt x="404" y="18243"/>
                </a:lnTo>
                <a:lnTo>
                  <a:pt x="202" y="18384"/>
                </a:lnTo>
                <a:lnTo>
                  <a:pt x="0" y="18526"/>
                </a:lnTo>
                <a:lnTo>
                  <a:pt x="41" y="18606"/>
                </a:lnTo>
                <a:lnTo>
                  <a:pt x="263" y="18465"/>
                </a:lnTo>
                <a:lnTo>
                  <a:pt x="465" y="18304"/>
                </a:lnTo>
                <a:lnTo>
                  <a:pt x="666" y="18142"/>
                </a:lnTo>
                <a:lnTo>
                  <a:pt x="848" y="17961"/>
                </a:lnTo>
                <a:lnTo>
                  <a:pt x="1090" y="17678"/>
                </a:lnTo>
                <a:lnTo>
                  <a:pt x="1332" y="17396"/>
                </a:lnTo>
                <a:lnTo>
                  <a:pt x="1534" y="17093"/>
                </a:lnTo>
                <a:lnTo>
                  <a:pt x="1716" y="16790"/>
                </a:lnTo>
                <a:lnTo>
                  <a:pt x="1877" y="16447"/>
                </a:lnTo>
                <a:lnTo>
                  <a:pt x="2018" y="16124"/>
                </a:lnTo>
                <a:lnTo>
                  <a:pt x="2139" y="15781"/>
                </a:lnTo>
                <a:lnTo>
                  <a:pt x="2240" y="15438"/>
                </a:lnTo>
                <a:lnTo>
                  <a:pt x="2341" y="15075"/>
                </a:lnTo>
                <a:lnTo>
                  <a:pt x="2442" y="14732"/>
                </a:lnTo>
                <a:lnTo>
                  <a:pt x="2563" y="14046"/>
                </a:lnTo>
                <a:lnTo>
                  <a:pt x="2684" y="13380"/>
                </a:lnTo>
                <a:lnTo>
                  <a:pt x="2765" y="12734"/>
                </a:lnTo>
                <a:lnTo>
                  <a:pt x="3370" y="8375"/>
                </a:lnTo>
                <a:lnTo>
                  <a:pt x="3512" y="7306"/>
                </a:lnTo>
                <a:lnTo>
                  <a:pt x="3633" y="6216"/>
                </a:lnTo>
                <a:lnTo>
                  <a:pt x="3673" y="5671"/>
                </a:lnTo>
                <a:lnTo>
                  <a:pt x="3693" y="5126"/>
                </a:lnTo>
                <a:lnTo>
                  <a:pt x="3693" y="4581"/>
                </a:lnTo>
                <a:lnTo>
                  <a:pt x="3653" y="4036"/>
                </a:lnTo>
                <a:lnTo>
                  <a:pt x="3613" y="3572"/>
                </a:lnTo>
                <a:lnTo>
                  <a:pt x="3532" y="3088"/>
                </a:lnTo>
                <a:lnTo>
                  <a:pt x="3431" y="2583"/>
                </a:lnTo>
                <a:lnTo>
                  <a:pt x="3290" y="2059"/>
                </a:lnTo>
                <a:lnTo>
                  <a:pt x="3088" y="1534"/>
                </a:lnTo>
                <a:lnTo>
                  <a:pt x="2967" y="1272"/>
                </a:lnTo>
                <a:lnTo>
                  <a:pt x="2826" y="1009"/>
                </a:lnTo>
                <a:lnTo>
                  <a:pt x="2684" y="747"/>
                </a:lnTo>
                <a:lnTo>
                  <a:pt x="2523" y="485"/>
                </a:lnTo>
                <a:lnTo>
                  <a:pt x="2341" y="243"/>
                </a:lnTo>
                <a:lnTo>
                  <a:pt x="216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17"/>
          <p:cNvSpPr/>
          <p:nvPr/>
        </p:nvSpPr>
        <p:spPr>
          <a:xfrm>
            <a:off x="8905548" y="1936013"/>
            <a:ext cx="1826666" cy="1093271"/>
          </a:xfrm>
          <a:custGeom>
            <a:rect b="b" l="l" r="r" t="t"/>
            <a:pathLst>
              <a:path extrusionOk="0" h="19555" w="32673">
                <a:moveTo>
                  <a:pt x="4340" y="81"/>
                </a:moveTo>
                <a:lnTo>
                  <a:pt x="4622" y="101"/>
                </a:lnTo>
                <a:lnTo>
                  <a:pt x="4885" y="121"/>
                </a:lnTo>
                <a:lnTo>
                  <a:pt x="5167" y="161"/>
                </a:lnTo>
                <a:lnTo>
                  <a:pt x="5450" y="222"/>
                </a:lnTo>
                <a:lnTo>
                  <a:pt x="5712" y="283"/>
                </a:lnTo>
                <a:lnTo>
                  <a:pt x="6216" y="444"/>
                </a:lnTo>
                <a:lnTo>
                  <a:pt x="6640" y="626"/>
                </a:lnTo>
                <a:lnTo>
                  <a:pt x="7003" y="787"/>
                </a:lnTo>
                <a:lnTo>
                  <a:pt x="7266" y="928"/>
                </a:lnTo>
                <a:lnTo>
                  <a:pt x="7629" y="1130"/>
                </a:lnTo>
                <a:lnTo>
                  <a:pt x="7972" y="1352"/>
                </a:lnTo>
                <a:lnTo>
                  <a:pt x="8315" y="1594"/>
                </a:lnTo>
                <a:lnTo>
                  <a:pt x="8658" y="1836"/>
                </a:lnTo>
                <a:lnTo>
                  <a:pt x="9324" y="2341"/>
                </a:lnTo>
                <a:lnTo>
                  <a:pt x="9950" y="2866"/>
                </a:lnTo>
                <a:lnTo>
                  <a:pt x="10918" y="3632"/>
                </a:lnTo>
                <a:lnTo>
                  <a:pt x="11746" y="4258"/>
                </a:lnTo>
                <a:lnTo>
                  <a:pt x="12613" y="4843"/>
                </a:lnTo>
                <a:lnTo>
                  <a:pt x="13481" y="5388"/>
                </a:lnTo>
                <a:lnTo>
                  <a:pt x="14369" y="5913"/>
                </a:lnTo>
                <a:lnTo>
                  <a:pt x="15297" y="6397"/>
                </a:lnTo>
                <a:lnTo>
                  <a:pt x="16226" y="6861"/>
                </a:lnTo>
                <a:lnTo>
                  <a:pt x="17174" y="7285"/>
                </a:lnTo>
                <a:lnTo>
                  <a:pt x="18143" y="7709"/>
                </a:lnTo>
                <a:lnTo>
                  <a:pt x="19132" y="8092"/>
                </a:lnTo>
                <a:lnTo>
                  <a:pt x="20120" y="8476"/>
                </a:lnTo>
                <a:lnTo>
                  <a:pt x="21129" y="8839"/>
                </a:lnTo>
                <a:lnTo>
                  <a:pt x="22138" y="9182"/>
                </a:lnTo>
                <a:lnTo>
                  <a:pt x="23168" y="9505"/>
                </a:lnTo>
                <a:lnTo>
                  <a:pt x="24217" y="9848"/>
                </a:lnTo>
                <a:lnTo>
                  <a:pt x="26316" y="10473"/>
                </a:lnTo>
                <a:lnTo>
                  <a:pt x="26376" y="10494"/>
                </a:lnTo>
                <a:lnTo>
                  <a:pt x="27627" y="10877"/>
                </a:lnTo>
                <a:lnTo>
                  <a:pt x="28253" y="11079"/>
                </a:lnTo>
                <a:lnTo>
                  <a:pt x="28879" y="11301"/>
                </a:lnTo>
                <a:lnTo>
                  <a:pt x="29484" y="11523"/>
                </a:lnTo>
                <a:lnTo>
                  <a:pt x="30089" y="11805"/>
                </a:lnTo>
                <a:lnTo>
                  <a:pt x="30675" y="12088"/>
                </a:lnTo>
                <a:lnTo>
                  <a:pt x="31240" y="12411"/>
                </a:lnTo>
                <a:lnTo>
                  <a:pt x="31583" y="12633"/>
                </a:lnTo>
                <a:lnTo>
                  <a:pt x="31744" y="12754"/>
                </a:lnTo>
                <a:lnTo>
                  <a:pt x="31906" y="12895"/>
                </a:lnTo>
                <a:lnTo>
                  <a:pt x="32067" y="13036"/>
                </a:lnTo>
                <a:lnTo>
                  <a:pt x="32208" y="13198"/>
                </a:lnTo>
                <a:lnTo>
                  <a:pt x="32329" y="13379"/>
                </a:lnTo>
                <a:lnTo>
                  <a:pt x="32450" y="13581"/>
                </a:lnTo>
                <a:lnTo>
                  <a:pt x="32511" y="13763"/>
                </a:lnTo>
                <a:lnTo>
                  <a:pt x="32572" y="13965"/>
                </a:lnTo>
                <a:lnTo>
                  <a:pt x="32592" y="14166"/>
                </a:lnTo>
                <a:lnTo>
                  <a:pt x="32592" y="14368"/>
                </a:lnTo>
                <a:lnTo>
                  <a:pt x="32551" y="14570"/>
                </a:lnTo>
                <a:lnTo>
                  <a:pt x="32471" y="14772"/>
                </a:lnTo>
                <a:lnTo>
                  <a:pt x="32370" y="14953"/>
                </a:lnTo>
                <a:lnTo>
                  <a:pt x="32289" y="15034"/>
                </a:lnTo>
                <a:lnTo>
                  <a:pt x="32208" y="15095"/>
                </a:lnTo>
                <a:lnTo>
                  <a:pt x="32067" y="15196"/>
                </a:lnTo>
                <a:lnTo>
                  <a:pt x="31926" y="15256"/>
                </a:lnTo>
                <a:lnTo>
                  <a:pt x="31764" y="15317"/>
                </a:lnTo>
                <a:lnTo>
                  <a:pt x="31603" y="15337"/>
                </a:lnTo>
                <a:lnTo>
                  <a:pt x="31421" y="15357"/>
                </a:lnTo>
                <a:lnTo>
                  <a:pt x="31240" y="15377"/>
                </a:lnTo>
                <a:lnTo>
                  <a:pt x="30876" y="15357"/>
                </a:lnTo>
                <a:lnTo>
                  <a:pt x="29625" y="15276"/>
                </a:lnTo>
                <a:lnTo>
                  <a:pt x="28354" y="15196"/>
                </a:lnTo>
                <a:lnTo>
                  <a:pt x="25872" y="14974"/>
                </a:lnTo>
                <a:lnTo>
                  <a:pt x="24116" y="14832"/>
                </a:lnTo>
                <a:lnTo>
                  <a:pt x="22360" y="14691"/>
                </a:lnTo>
                <a:lnTo>
                  <a:pt x="20585" y="14590"/>
                </a:lnTo>
                <a:lnTo>
                  <a:pt x="19697" y="14550"/>
                </a:lnTo>
                <a:lnTo>
                  <a:pt x="18809" y="14530"/>
                </a:lnTo>
                <a:lnTo>
                  <a:pt x="17073" y="14530"/>
                </a:lnTo>
                <a:lnTo>
                  <a:pt x="16226" y="14570"/>
                </a:lnTo>
                <a:lnTo>
                  <a:pt x="15398" y="14631"/>
                </a:lnTo>
                <a:lnTo>
                  <a:pt x="14591" y="14691"/>
                </a:lnTo>
                <a:lnTo>
                  <a:pt x="13824" y="14792"/>
                </a:lnTo>
                <a:lnTo>
                  <a:pt x="13057" y="14893"/>
                </a:lnTo>
                <a:lnTo>
                  <a:pt x="12311" y="15034"/>
                </a:lnTo>
                <a:lnTo>
                  <a:pt x="11584" y="15175"/>
                </a:lnTo>
                <a:lnTo>
                  <a:pt x="10878" y="15337"/>
                </a:lnTo>
                <a:lnTo>
                  <a:pt x="10192" y="15539"/>
                </a:lnTo>
                <a:lnTo>
                  <a:pt x="9526" y="15740"/>
                </a:lnTo>
                <a:lnTo>
                  <a:pt x="8880" y="15962"/>
                </a:lnTo>
                <a:lnTo>
                  <a:pt x="8255" y="16205"/>
                </a:lnTo>
                <a:lnTo>
                  <a:pt x="7629" y="16487"/>
                </a:lnTo>
                <a:lnTo>
                  <a:pt x="7024" y="16770"/>
                </a:lnTo>
                <a:lnTo>
                  <a:pt x="6539" y="17012"/>
                </a:lnTo>
                <a:lnTo>
                  <a:pt x="6055" y="17294"/>
                </a:lnTo>
                <a:lnTo>
                  <a:pt x="5086" y="17839"/>
                </a:lnTo>
                <a:lnTo>
                  <a:pt x="4441" y="18202"/>
                </a:lnTo>
                <a:lnTo>
                  <a:pt x="3775" y="18586"/>
                </a:lnTo>
                <a:lnTo>
                  <a:pt x="3089" y="18929"/>
                </a:lnTo>
                <a:lnTo>
                  <a:pt x="2382" y="19252"/>
                </a:lnTo>
                <a:lnTo>
                  <a:pt x="2160" y="19353"/>
                </a:lnTo>
                <a:lnTo>
                  <a:pt x="1918" y="19413"/>
                </a:lnTo>
                <a:lnTo>
                  <a:pt x="1676" y="19454"/>
                </a:lnTo>
                <a:lnTo>
                  <a:pt x="1434" y="19454"/>
                </a:lnTo>
                <a:lnTo>
                  <a:pt x="1333" y="19413"/>
                </a:lnTo>
                <a:lnTo>
                  <a:pt x="1212" y="19373"/>
                </a:lnTo>
                <a:lnTo>
                  <a:pt x="1030" y="19272"/>
                </a:lnTo>
                <a:lnTo>
                  <a:pt x="869" y="19111"/>
                </a:lnTo>
                <a:lnTo>
                  <a:pt x="748" y="18949"/>
                </a:lnTo>
                <a:lnTo>
                  <a:pt x="627" y="18788"/>
                </a:lnTo>
                <a:lnTo>
                  <a:pt x="546" y="18606"/>
                </a:lnTo>
                <a:lnTo>
                  <a:pt x="425" y="18324"/>
                </a:lnTo>
                <a:lnTo>
                  <a:pt x="324" y="18001"/>
                </a:lnTo>
                <a:lnTo>
                  <a:pt x="263" y="17678"/>
                </a:lnTo>
                <a:lnTo>
                  <a:pt x="203" y="17335"/>
                </a:lnTo>
                <a:lnTo>
                  <a:pt x="162" y="16992"/>
                </a:lnTo>
                <a:lnTo>
                  <a:pt x="122" y="16326"/>
                </a:lnTo>
                <a:lnTo>
                  <a:pt x="102" y="15660"/>
                </a:lnTo>
                <a:lnTo>
                  <a:pt x="102" y="14368"/>
                </a:lnTo>
                <a:lnTo>
                  <a:pt x="82" y="13137"/>
                </a:lnTo>
                <a:lnTo>
                  <a:pt x="102" y="11947"/>
                </a:lnTo>
                <a:lnTo>
                  <a:pt x="122" y="10756"/>
                </a:lnTo>
                <a:lnTo>
                  <a:pt x="203" y="9485"/>
                </a:lnTo>
                <a:lnTo>
                  <a:pt x="324" y="8274"/>
                </a:lnTo>
                <a:lnTo>
                  <a:pt x="405" y="7689"/>
                </a:lnTo>
                <a:lnTo>
                  <a:pt x="485" y="7124"/>
                </a:lnTo>
                <a:lnTo>
                  <a:pt x="586" y="6579"/>
                </a:lnTo>
                <a:lnTo>
                  <a:pt x="687" y="6054"/>
                </a:lnTo>
                <a:lnTo>
                  <a:pt x="808" y="5529"/>
                </a:lnTo>
                <a:lnTo>
                  <a:pt x="929" y="5025"/>
                </a:lnTo>
                <a:lnTo>
                  <a:pt x="1071" y="4541"/>
                </a:lnTo>
                <a:lnTo>
                  <a:pt x="1232" y="4056"/>
                </a:lnTo>
                <a:lnTo>
                  <a:pt x="1393" y="3592"/>
                </a:lnTo>
                <a:lnTo>
                  <a:pt x="1555" y="3128"/>
                </a:lnTo>
                <a:lnTo>
                  <a:pt x="1736" y="2684"/>
                </a:lnTo>
                <a:lnTo>
                  <a:pt x="1938" y="2260"/>
                </a:lnTo>
                <a:lnTo>
                  <a:pt x="2039" y="2038"/>
                </a:lnTo>
                <a:lnTo>
                  <a:pt x="2301" y="1493"/>
                </a:lnTo>
                <a:lnTo>
                  <a:pt x="2463" y="1231"/>
                </a:lnTo>
                <a:lnTo>
                  <a:pt x="2624" y="969"/>
                </a:lnTo>
                <a:lnTo>
                  <a:pt x="2806" y="727"/>
                </a:lnTo>
                <a:lnTo>
                  <a:pt x="3008" y="525"/>
                </a:lnTo>
                <a:lnTo>
                  <a:pt x="3129" y="444"/>
                </a:lnTo>
                <a:lnTo>
                  <a:pt x="3250" y="363"/>
                </a:lnTo>
                <a:lnTo>
                  <a:pt x="3391" y="283"/>
                </a:lnTo>
                <a:lnTo>
                  <a:pt x="3532" y="222"/>
                </a:lnTo>
                <a:lnTo>
                  <a:pt x="3795" y="161"/>
                </a:lnTo>
                <a:lnTo>
                  <a:pt x="4057" y="101"/>
                </a:lnTo>
                <a:lnTo>
                  <a:pt x="4340" y="81"/>
                </a:lnTo>
                <a:close/>
                <a:moveTo>
                  <a:pt x="4360" y="0"/>
                </a:moveTo>
                <a:lnTo>
                  <a:pt x="3997" y="40"/>
                </a:lnTo>
                <a:lnTo>
                  <a:pt x="3714" y="81"/>
                </a:lnTo>
                <a:lnTo>
                  <a:pt x="3492" y="161"/>
                </a:lnTo>
                <a:lnTo>
                  <a:pt x="3351" y="222"/>
                </a:lnTo>
                <a:lnTo>
                  <a:pt x="3210" y="283"/>
                </a:lnTo>
                <a:lnTo>
                  <a:pt x="3089" y="363"/>
                </a:lnTo>
                <a:lnTo>
                  <a:pt x="2967" y="464"/>
                </a:lnTo>
                <a:lnTo>
                  <a:pt x="2745" y="666"/>
                </a:lnTo>
                <a:lnTo>
                  <a:pt x="2564" y="908"/>
                </a:lnTo>
                <a:lnTo>
                  <a:pt x="2382" y="1170"/>
                </a:lnTo>
                <a:lnTo>
                  <a:pt x="2241" y="1453"/>
                </a:lnTo>
                <a:lnTo>
                  <a:pt x="1958" y="2018"/>
                </a:lnTo>
                <a:lnTo>
                  <a:pt x="1878" y="2220"/>
                </a:lnTo>
                <a:lnTo>
                  <a:pt x="1676" y="2664"/>
                </a:lnTo>
                <a:lnTo>
                  <a:pt x="1494" y="3108"/>
                </a:lnTo>
                <a:lnTo>
                  <a:pt x="1313" y="3552"/>
                </a:lnTo>
                <a:lnTo>
                  <a:pt x="1151" y="4036"/>
                </a:lnTo>
                <a:lnTo>
                  <a:pt x="990" y="4500"/>
                </a:lnTo>
                <a:lnTo>
                  <a:pt x="849" y="5005"/>
                </a:lnTo>
                <a:lnTo>
                  <a:pt x="727" y="5509"/>
                </a:lnTo>
                <a:lnTo>
                  <a:pt x="606" y="6034"/>
                </a:lnTo>
                <a:lnTo>
                  <a:pt x="505" y="6559"/>
                </a:lnTo>
                <a:lnTo>
                  <a:pt x="405" y="7103"/>
                </a:lnTo>
                <a:lnTo>
                  <a:pt x="324" y="7668"/>
                </a:lnTo>
                <a:lnTo>
                  <a:pt x="243" y="8254"/>
                </a:lnTo>
                <a:lnTo>
                  <a:pt x="122" y="9464"/>
                </a:lnTo>
                <a:lnTo>
                  <a:pt x="41" y="10756"/>
                </a:lnTo>
                <a:lnTo>
                  <a:pt x="21" y="11947"/>
                </a:lnTo>
                <a:lnTo>
                  <a:pt x="1" y="13137"/>
                </a:lnTo>
                <a:lnTo>
                  <a:pt x="21" y="14368"/>
                </a:lnTo>
                <a:lnTo>
                  <a:pt x="21" y="15660"/>
                </a:lnTo>
                <a:lnTo>
                  <a:pt x="41" y="16326"/>
                </a:lnTo>
                <a:lnTo>
                  <a:pt x="82" y="17012"/>
                </a:lnTo>
                <a:lnTo>
                  <a:pt x="122" y="17355"/>
                </a:lnTo>
                <a:lnTo>
                  <a:pt x="183" y="17678"/>
                </a:lnTo>
                <a:lnTo>
                  <a:pt x="263" y="18021"/>
                </a:lnTo>
                <a:lnTo>
                  <a:pt x="344" y="18344"/>
                </a:lnTo>
                <a:lnTo>
                  <a:pt x="405" y="18505"/>
                </a:lnTo>
                <a:lnTo>
                  <a:pt x="485" y="18687"/>
                </a:lnTo>
                <a:lnTo>
                  <a:pt x="586" y="18868"/>
                </a:lnTo>
                <a:lnTo>
                  <a:pt x="707" y="19030"/>
                </a:lnTo>
                <a:lnTo>
                  <a:pt x="849" y="19211"/>
                </a:lnTo>
                <a:lnTo>
                  <a:pt x="1010" y="19353"/>
                </a:lnTo>
                <a:lnTo>
                  <a:pt x="1192" y="19454"/>
                </a:lnTo>
                <a:lnTo>
                  <a:pt x="1313" y="19494"/>
                </a:lnTo>
                <a:lnTo>
                  <a:pt x="1414" y="19534"/>
                </a:lnTo>
                <a:lnTo>
                  <a:pt x="1615" y="19555"/>
                </a:lnTo>
                <a:lnTo>
                  <a:pt x="1817" y="19534"/>
                </a:lnTo>
                <a:lnTo>
                  <a:pt x="2039" y="19474"/>
                </a:lnTo>
                <a:lnTo>
                  <a:pt x="2241" y="19413"/>
                </a:lnTo>
                <a:lnTo>
                  <a:pt x="2423" y="19333"/>
                </a:lnTo>
                <a:lnTo>
                  <a:pt x="3129" y="19010"/>
                </a:lnTo>
                <a:lnTo>
                  <a:pt x="3795" y="18646"/>
                </a:lnTo>
                <a:lnTo>
                  <a:pt x="4481" y="18283"/>
                </a:lnTo>
                <a:lnTo>
                  <a:pt x="5127" y="17900"/>
                </a:lnTo>
                <a:lnTo>
                  <a:pt x="6095" y="17355"/>
                </a:lnTo>
                <a:lnTo>
                  <a:pt x="6580" y="17093"/>
                </a:lnTo>
                <a:lnTo>
                  <a:pt x="7064" y="16830"/>
                </a:lnTo>
                <a:lnTo>
                  <a:pt x="7669" y="16548"/>
                </a:lnTo>
                <a:lnTo>
                  <a:pt x="8275" y="16285"/>
                </a:lnTo>
                <a:lnTo>
                  <a:pt x="8900" y="16043"/>
                </a:lnTo>
                <a:lnTo>
                  <a:pt x="9566" y="15821"/>
                </a:lnTo>
                <a:lnTo>
                  <a:pt x="10232" y="15619"/>
                </a:lnTo>
                <a:lnTo>
                  <a:pt x="10898" y="15418"/>
                </a:lnTo>
                <a:lnTo>
                  <a:pt x="11604" y="15256"/>
                </a:lnTo>
                <a:lnTo>
                  <a:pt x="12331" y="15115"/>
                </a:lnTo>
                <a:lnTo>
                  <a:pt x="13078" y="14974"/>
                </a:lnTo>
                <a:lnTo>
                  <a:pt x="13824" y="14873"/>
                </a:lnTo>
                <a:lnTo>
                  <a:pt x="14611" y="14772"/>
                </a:lnTo>
                <a:lnTo>
                  <a:pt x="15419" y="14711"/>
                </a:lnTo>
                <a:lnTo>
                  <a:pt x="16226" y="14651"/>
                </a:lnTo>
                <a:lnTo>
                  <a:pt x="17073" y="14610"/>
                </a:lnTo>
                <a:lnTo>
                  <a:pt x="18809" y="14610"/>
                </a:lnTo>
                <a:lnTo>
                  <a:pt x="19697" y="14631"/>
                </a:lnTo>
                <a:lnTo>
                  <a:pt x="20585" y="14671"/>
                </a:lnTo>
                <a:lnTo>
                  <a:pt x="22360" y="14772"/>
                </a:lnTo>
                <a:lnTo>
                  <a:pt x="24116" y="14913"/>
                </a:lnTo>
                <a:lnTo>
                  <a:pt x="25852" y="15054"/>
                </a:lnTo>
                <a:lnTo>
                  <a:pt x="28354" y="15276"/>
                </a:lnTo>
                <a:lnTo>
                  <a:pt x="29605" y="15357"/>
                </a:lnTo>
                <a:lnTo>
                  <a:pt x="30876" y="15438"/>
                </a:lnTo>
                <a:lnTo>
                  <a:pt x="31240" y="15458"/>
                </a:lnTo>
                <a:lnTo>
                  <a:pt x="31441" y="15438"/>
                </a:lnTo>
                <a:lnTo>
                  <a:pt x="31623" y="15418"/>
                </a:lnTo>
                <a:lnTo>
                  <a:pt x="31785" y="15397"/>
                </a:lnTo>
                <a:lnTo>
                  <a:pt x="31966" y="15337"/>
                </a:lnTo>
                <a:lnTo>
                  <a:pt x="32128" y="15256"/>
                </a:lnTo>
                <a:lnTo>
                  <a:pt x="32269" y="15155"/>
                </a:lnTo>
                <a:lnTo>
                  <a:pt x="32350" y="15075"/>
                </a:lnTo>
                <a:lnTo>
                  <a:pt x="32430" y="14994"/>
                </a:lnTo>
                <a:lnTo>
                  <a:pt x="32551" y="14812"/>
                </a:lnTo>
                <a:lnTo>
                  <a:pt x="32612" y="14610"/>
                </a:lnTo>
                <a:lnTo>
                  <a:pt x="32672" y="14388"/>
                </a:lnTo>
                <a:lnTo>
                  <a:pt x="32672" y="14166"/>
                </a:lnTo>
                <a:lnTo>
                  <a:pt x="32652" y="13944"/>
                </a:lnTo>
                <a:lnTo>
                  <a:pt x="32592" y="13743"/>
                </a:lnTo>
                <a:lnTo>
                  <a:pt x="32511" y="13541"/>
                </a:lnTo>
                <a:lnTo>
                  <a:pt x="32410" y="13339"/>
                </a:lnTo>
                <a:lnTo>
                  <a:pt x="32269" y="13157"/>
                </a:lnTo>
                <a:lnTo>
                  <a:pt x="32128" y="12996"/>
                </a:lnTo>
                <a:lnTo>
                  <a:pt x="31966" y="12835"/>
                </a:lnTo>
                <a:lnTo>
                  <a:pt x="31805" y="12693"/>
                </a:lnTo>
                <a:lnTo>
                  <a:pt x="31623" y="12572"/>
                </a:lnTo>
                <a:lnTo>
                  <a:pt x="31280" y="12350"/>
                </a:lnTo>
                <a:lnTo>
                  <a:pt x="30715" y="12027"/>
                </a:lnTo>
                <a:lnTo>
                  <a:pt x="30130" y="11725"/>
                </a:lnTo>
                <a:lnTo>
                  <a:pt x="29524" y="11462"/>
                </a:lnTo>
                <a:lnTo>
                  <a:pt x="28919" y="11220"/>
                </a:lnTo>
                <a:lnTo>
                  <a:pt x="28293" y="10998"/>
                </a:lnTo>
                <a:lnTo>
                  <a:pt x="27648" y="10796"/>
                </a:lnTo>
                <a:lnTo>
                  <a:pt x="26396" y="10413"/>
                </a:lnTo>
                <a:lnTo>
                  <a:pt x="26336" y="10393"/>
                </a:lnTo>
                <a:lnTo>
                  <a:pt x="24237" y="9767"/>
                </a:lnTo>
                <a:lnTo>
                  <a:pt x="23208" y="9444"/>
                </a:lnTo>
                <a:lnTo>
                  <a:pt x="22179" y="9101"/>
                </a:lnTo>
                <a:lnTo>
                  <a:pt x="21170" y="8758"/>
                </a:lnTo>
                <a:lnTo>
                  <a:pt x="20161" y="8395"/>
                </a:lnTo>
                <a:lnTo>
                  <a:pt x="19152" y="8032"/>
                </a:lnTo>
                <a:lnTo>
                  <a:pt x="18183" y="7628"/>
                </a:lnTo>
                <a:lnTo>
                  <a:pt x="17215" y="7224"/>
                </a:lnTo>
                <a:lnTo>
                  <a:pt x="16266" y="6781"/>
                </a:lnTo>
                <a:lnTo>
                  <a:pt x="15338" y="6316"/>
                </a:lnTo>
                <a:lnTo>
                  <a:pt x="14410" y="5832"/>
                </a:lnTo>
                <a:lnTo>
                  <a:pt x="13522" y="5328"/>
                </a:lnTo>
                <a:lnTo>
                  <a:pt x="12654" y="4783"/>
                </a:lnTo>
                <a:lnTo>
                  <a:pt x="11806" y="4197"/>
                </a:lnTo>
                <a:lnTo>
                  <a:pt x="10979" y="3572"/>
                </a:lnTo>
                <a:lnTo>
                  <a:pt x="10010" y="2805"/>
                </a:lnTo>
                <a:lnTo>
                  <a:pt x="9365" y="2280"/>
                </a:lnTo>
                <a:lnTo>
                  <a:pt x="8699" y="1776"/>
                </a:lnTo>
                <a:lnTo>
                  <a:pt x="8356" y="1514"/>
                </a:lnTo>
                <a:lnTo>
                  <a:pt x="8012" y="1292"/>
                </a:lnTo>
                <a:lnTo>
                  <a:pt x="7669" y="1070"/>
                </a:lnTo>
                <a:lnTo>
                  <a:pt x="7306" y="848"/>
                </a:lnTo>
                <a:lnTo>
                  <a:pt x="6923" y="666"/>
                </a:lnTo>
                <a:lnTo>
                  <a:pt x="6559" y="505"/>
                </a:lnTo>
                <a:lnTo>
                  <a:pt x="6216" y="363"/>
                </a:lnTo>
                <a:lnTo>
                  <a:pt x="5894" y="242"/>
                </a:lnTo>
                <a:lnTo>
                  <a:pt x="5591" y="161"/>
                </a:lnTo>
                <a:lnTo>
                  <a:pt x="5308" y="101"/>
                </a:lnTo>
                <a:lnTo>
                  <a:pt x="5046" y="61"/>
                </a:lnTo>
                <a:lnTo>
                  <a:pt x="4804" y="20"/>
                </a:lnTo>
                <a:lnTo>
                  <a:pt x="45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17"/>
          <p:cNvSpPr/>
          <p:nvPr/>
        </p:nvSpPr>
        <p:spPr>
          <a:xfrm>
            <a:off x="9054482" y="2190947"/>
            <a:ext cx="794334" cy="541632"/>
          </a:xfrm>
          <a:custGeom>
            <a:rect b="b" l="l" r="r" t="t"/>
            <a:pathLst>
              <a:path extrusionOk="0" h="9688" w="14208">
                <a:moveTo>
                  <a:pt x="2765" y="81"/>
                </a:moveTo>
                <a:lnTo>
                  <a:pt x="2967" y="142"/>
                </a:lnTo>
                <a:lnTo>
                  <a:pt x="3189" y="223"/>
                </a:lnTo>
                <a:lnTo>
                  <a:pt x="3431" y="324"/>
                </a:lnTo>
                <a:lnTo>
                  <a:pt x="3694" y="465"/>
                </a:lnTo>
                <a:lnTo>
                  <a:pt x="3956" y="626"/>
                </a:lnTo>
                <a:lnTo>
                  <a:pt x="4218" y="828"/>
                </a:lnTo>
                <a:lnTo>
                  <a:pt x="4501" y="1070"/>
                </a:lnTo>
                <a:lnTo>
                  <a:pt x="5005" y="1474"/>
                </a:lnTo>
                <a:lnTo>
                  <a:pt x="5510" y="1837"/>
                </a:lnTo>
                <a:lnTo>
                  <a:pt x="6055" y="2200"/>
                </a:lnTo>
                <a:lnTo>
                  <a:pt x="6600" y="2523"/>
                </a:lnTo>
                <a:lnTo>
                  <a:pt x="7165" y="2826"/>
                </a:lnTo>
                <a:lnTo>
                  <a:pt x="7750" y="3088"/>
                </a:lnTo>
                <a:lnTo>
                  <a:pt x="8335" y="3330"/>
                </a:lnTo>
                <a:lnTo>
                  <a:pt x="8940" y="3532"/>
                </a:lnTo>
                <a:lnTo>
                  <a:pt x="9566" y="3714"/>
                </a:lnTo>
                <a:lnTo>
                  <a:pt x="10171" y="3895"/>
                </a:lnTo>
                <a:lnTo>
                  <a:pt x="11140" y="4158"/>
                </a:lnTo>
                <a:lnTo>
                  <a:pt x="11624" y="4319"/>
                </a:lnTo>
                <a:lnTo>
                  <a:pt x="12089" y="4481"/>
                </a:lnTo>
                <a:lnTo>
                  <a:pt x="12533" y="4683"/>
                </a:lnTo>
                <a:lnTo>
                  <a:pt x="12956" y="4904"/>
                </a:lnTo>
                <a:lnTo>
                  <a:pt x="13178" y="5046"/>
                </a:lnTo>
                <a:lnTo>
                  <a:pt x="13380" y="5167"/>
                </a:lnTo>
                <a:lnTo>
                  <a:pt x="13562" y="5328"/>
                </a:lnTo>
                <a:lnTo>
                  <a:pt x="13764" y="5490"/>
                </a:lnTo>
                <a:lnTo>
                  <a:pt x="13945" y="5671"/>
                </a:lnTo>
                <a:lnTo>
                  <a:pt x="14066" y="5853"/>
                </a:lnTo>
                <a:lnTo>
                  <a:pt x="14086" y="5934"/>
                </a:lnTo>
                <a:lnTo>
                  <a:pt x="14127" y="6014"/>
                </a:lnTo>
                <a:lnTo>
                  <a:pt x="14127" y="6095"/>
                </a:lnTo>
                <a:lnTo>
                  <a:pt x="14127" y="6176"/>
                </a:lnTo>
                <a:lnTo>
                  <a:pt x="14086" y="6317"/>
                </a:lnTo>
                <a:lnTo>
                  <a:pt x="14006" y="6458"/>
                </a:lnTo>
                <a:lnTo>
                  <a:pt x="13864" y="6579"/>
                </a:lnTo>
                <a:lnTo>
                  <a:pt x="13683" y="6721"/>
                </a:lnTo>
                <a:lnTo>
                  <a:pt x="13461" y="6842"/>
                </a:lnTo>
                <a:lnTo>
                  <a:pt x="13239" y="6963"/>
                </a:lnTo>
                <a:lnTo>
                  <a:pt x="12997" y="7064"/>
                </a:lnTo>
                <a:lnTo>
                  <a:pt x="12755" y="7165"/>
                </a:lnTo>
                <a:lnTo>
                  <a:pt x="12512" y="7225"/>
                </a:lnTo>
                <a:lnTo>
                  <a:pt x="12270" y="7286"/>
                </a:lnTo>
                <a:lnTo>
                  <a:pt x="11766" y="7387"/>
                </a:lnTo>
                <a:lnTo>
                  <a:pt x="11261" y="7447"/>
                </a:lnTo>
                <a:lnTo>
                  <a:pt x="10716" y="7467"/>
                </a:lnTo>
                <a:lnTo>
                  <a:pt x="9647" y="7488"/>
                </a:lnTo>
                <a:lnTo>
                  <a:pt x="8940" y="7508"/>
                </a:lnTo>
                <a:lnTo>
                  <a:pt x="8234" y="7528"/>
                </a:lnTo>
                <a:lnTo>
                  <a:pt x="7891" y="7548"/>
                </a:lnTo>
                <a:lnTo>
                  <a:pt x="7548" y="7588"/>
                </a:lnTo>
                <a:lnTo>
                  <a:pt x="7205" y="7649"/>
                </a:lnTo>
                <a:lnTo>
                  <a:pt x="6862" y="7710"/>
                </a:lnTo>
                <a:lnTo>
                  <a:pt x="6559" y="7790"/>
                </a:lnTo>
                <a:lnTo>
                  <a:pt x="6236" y="7891"/>
                </a:lnTo>
                <a:lnTo>
                  <a:pt x="5651" y="8113"/>
                </a:lnTo>
                <a:lnTo>
                  <a:pt x="5066" y="8375"/>
                </a:lnTo>
                <a:lnTo>
                  <a:pt x="4501" y="8658"/>
                </a:lnTo>
                <a:lnTo>
                  <a:pt x="3653" y="9041"/>
                </a:lnTo>
                <a:lnTo>
                  <a:pt x="3209" y="9223"/>
                </a:lnTo>
                <a:lnTo>
                  <a:pt x="2786" y="9384"/>
                </a:lnTo>
                <a:lnTo>
                  <a:pt x="2483" y="9485"/>
                </a:lnTo>
                <a:lnTo>
                  <a:pt x="2221" y="9546"/>
                </a:lnTo>
                <a:lnTo>
                  <a:pt x="1978" y="9586"/>
                </a:lnTo>
                <a:lnTo>
                  <a:pt x="1756" y="9606"/>
                </a:lnTo>
                <a:lnTo>
                  <a:pt x="1555" y="9606"/>
                </a:lnTo>
                <a:lnTo>
                  <a:pt x="1373" y="9586"/>
                </a:lnTo>
                <a:lnTo>
                  <a:pt x="1212" y="9566"/>
                </a:lnTo>
                <a:lnTo>
                  <a:pt x="1070" y="9526"/>
                </a:lnTo>
                <a:lnTo>
                  <a:pt x="929" y="9465"/>
                </a:lnTo>
                <a:lnTo>
                  <a:pt x="808" y="9405"/>
                </a:lnTo>
                <a:lnTo>
                  <a:pt x="626" y="9284"/>
                </a:lnTo>
                <a:lnTo>
                  <a:pt x="485" y="9162"/>
                </a:lnTo>
                <a:lnTo>
                  <a:pt x="404" y="9082"/>
                </a:lnTo>
                <a:lnTo>
                  <a:pt x="303" y="8920"/>
                </a:lnTo>
                <a:lnTo>
                  <a:pt x="243" y="8759"/>
                </a:lnTo>
                <a:lnTo>
                  <a:pt x="182" y="8597"/>
                </a:lnTo>
                <a:lnTo>
                  <a:pt x="142" y="8436"/>
                </a:lnTo>
                <a:lnTo>
                  <a:pt x="102" y="8073"/>
                </a:lnTo>
                <a:lnTo>
                  <a:pt x="81" y="7730"/>
                </a:lnTo>
                <a:lnTo>
                  <a:pt x="102" y="6983"/>
                </a:lnTo>
                <a:lnTo>
                  <a:pt x="142" y="6236"/>
                </a:lnTo>
                <a:lnTo>
                  <a:pt x="243" y="5470"/>
                </a:lnTo>
                <a:lnTo>
                  <a:pt x="364" y="4703"/>
                </a:lnTo>
                <a:lnTo>
                  <a:pt x="525" y="3895"/>
                </a:lnTo>
                <a:lnTo>
                  <a:pt x="727" y="3068"/>
                </a:lnTo>
                <a:lnTo>
                  <a:pt x="990" y="2200"/>
                </a:lnTo>
                <a:lnTo>
                  <a:pt x="1272" y="1292"/>
                </a:lnTo>
                <a:lnTo>
                  <a:pt x="1373" y="1050"/>
                </a:lnTo>
                <a:lnTo>
                  <a:pt x="1454" y="848"/>
                </a:lnTo>
                <a:lnTo>
                  <a:pt x="1575" y="667"/>
                </a:lnTo>
                <a:lnTo>
                  <a:pt x="1696" y="505"/>
                </a:lnTo>
                <a:lnTo>
                  <a:pt x="1817" y="364"/>
                </a:lnTo>
                <a:lnTo>
                  <a:pt x="1958" y="263"/>
                </a:lnTo>
                <a:lnTo>
                  <a:pt x="2099" y="162"/>
                </a:lnTo>
                <a:lnTo>
                  <a:pt x="2261" y="122"/>
                </a:lnTo>
                <a:lnTo>
                  <a:pt x="2402" y="81"/>
                </a:lnTo>
                <a:close/>
                <a:moveTo>
                  <a:pt x="2463" y="1"/>
                </a:moveTo>
                <a:lnTo>
                  <a:pt x="2241" y="41"/>
                </a:lnTo>
                <a:lnTo>
                  <a:pt x="2079" y="102"/>
                </a:lnTo>
                <a:lnTo>
                  <a:pt x="1918" y="182"/>
                </a:lnTo>
                <a:lnTo>
                  <a:pt x="1777" y="303"/>
                </a:lnTo>
                <a:lnTo>
                  <a:pt x="1635" y="445"/>
                </a:lnTo>
                <a:lnTo>
                  <a:pt x="1514" y="606"/>
                </a:lnTo>
                <a:lnTo>
                  <a:pt x="1393" y="808"/>
                </a:lnTo>
                <a:lnTo>
                  <a:pt x="1292" y="1030"/>
                </a:lnTo>
                <a:lnTo>
                  <a:pt x="1191" y="1272"/>
                </a:lnTo>
                <a:lnTo>
                  <a:pt x="909" y="2180"/>
                </a:lnTo>
                <a:lnTo>
                  <a:pt x="646" y="3048"/>
                </a:lnTo>
                <a:lnTo>
                  <a:pt x="445" y="3875"/>
                </a:lnTo>
                <a:lnTo>
                  <a:pt x="283" y="4683"/>
                </a:lnTo>
                <a:lnTo>
                  <a:pt x="162" y="5470"/>
                </a:lnTo>
                <a:lnTo>
                  <a:pt x="61" y="6236"/>
                </a:lnTo>
                <a:lnTo>
                  <a:pt x="21" y="6983"/>
                </a:lnTo>
                <a:lnTo>
                  <a:pt x="1" y="7730"/>
                </a:lnTo>
                <a:lnTo>
                  <a:pt x="21" y="8093"/>
                </a:lnTo>
                <a:lnTo>
                  <a:pt x="41" y="8275"/>
                </a:lnTo>
                <a:lnTo>
                  <a:pt x="61" y="8456"/>
                </a:lnTo>
                <a:lnTo>
                  <a:pt x="102" y="8638"/>
                </a:lnTo>
                <a:lnTo>
                  <a:pt x="162" y="8799"/>
                </a:lnTo>
                <a:lnTo>
                  <a:pt x="243" y="8961"/>
                </a:lnTo>
                <a:lnTo>
                  <a:pt x="344" y="9122"/>
                </a:lnTo>
                <a:lnTo>
                  <a:pt x="465" y="9263"/>
                </a:lnTo>
                <a:lnTo>
                  <a:pt x="606" y="9384"/>
                </a:lnTo>
                <a:lnTo>
                  <a:pt x="768" y="9485"/>
                </a:lnTo>
                <a:lnTo>
                  <a:pt x="929" y="9566"/>
                </a:lnTo>
                <a:lnTo>
                  <a:pt x="1111" y="9627"/>
                </a:lnTo>
                <a:lnTo>
                  <a:pt x="1272" y="9647"/>
                </a:lnTo>
                <a:lnTo>
                  <a:pt x="1454" y="9667"/>
                </a:lnTo>
                <a:lnTo>
                  <a:pt x="1635" y="9687"/>
                </a:lnTo>
                <a:lnTo>
                  <a:pt x="1999" y="9667"/>
                </a:lnTo>
                <a:lnTo>
                  <a:pt x="2321" y="9606"/>
                </a:lnTo>
                <a:lnTo>
                  <a:pt x="2604" y="9526"/>
                </a:lnTo>
                <a:lnTo>
                  <a:pt x="2806" y="9465"/>
                </a:lnTo>
                <a:lnTo>
                  <a:pt x="3250" y="9304"/>
                </a:lnTo>
                <a:lnTo>
                  <a:pt x="3673" y="9122"/>
                </a:lnTo>
                <a:lnTo>
                  <a:pt x="4521" y="8719"/>
                </a:lnTo>
                <a:lnTo>
                  <a:pt x="5106" y="8456"/>
                </a:lnTo>
                <a:lnTo>
                  <a:pt x="5671" y="8194"/>
                </a:lnTo>
                <a:lnTo>
                  <a:pt x="6277" y="7972"/>
                </a:lnTo>
                <a:lnTo>
                  <a:pt x="6579" y="7871"/>
                </a:lnTo>
                <a:lnTo>
                  <a:pt x="6882" y="7790"/>
                </a:lnTo>
                <a:lnTo>
                  <a:pt x="7205" y="7730"/>
                </a:lnTo>
                <a:lnTo>
                  <a:pt x="7548" y="7669"/>
                </a:lnTo>
                <a:lnTo>
                  <a:pt x="7891" y="7629"/>
                </a:lnTo>
                <a:lnTo>
                  <a:pt x="8254" y="7609"/>
                </a:lnTo>
                <a:lnTo>
                  <a:pt x="8940" y="7588"/>
                </a:lnTo>
                <a:lnTo>
                  <a:pt x="9647" y="7568"/>
                </a:lnTo>
                <a:lnTo>
                  <a:pt x="10716" y="7548"/>
                </a:lnTo>
                <a:lnTo>
                  <a:pt x="11241" y="7528"/>
                </a:lnTo>
                <a:lnTo>
                  <a:pt x="11766" y="7467"/>
                </a:lnTo>
                <a:lnTo>
                  <a:pt x="12290" y="7366"/>
                </a:lnTo>
                <a:lnTo>
                  <a:pt x="12533" y="7306"/>
                </a:lnTo>
                <a:lnTo>
                  <a:pt x="12775" y="7225"/>
                </a:lnTo>
                <a:lnTo>
                  <a:pt x="13037" y="7144"/>
                </a:lnTo>
                <a:lnTo>
                  <a:pt x="13259" y="7044"/>
                </a:lnTo>
                <a:lnTo>
                  <a:pt x="13501" y="6922"/>
                </a:lnTo>
                <a:lnTo>
                  <a:pt x="13723" y="6781"/>
                </a:lnTo>
                <a:lnTo>
                  <a:pt x="13885" y="6680"/>
                </a:lnTo>
                <a:lnTo>
                  <a:pt x="14026" y="6559"/>
                </a:lnTo>
                <a:lnTo>
                  <a:pt x="14086" y="6479"/>
                </a:lnTo>
                <a:lnTo>
                  <a:pt x="14147" y="6398"/>
                </a:lnTo>
                <a:lnTo>
                  <a:pt x="14187" y="6297"/>
                </a:lnTo>
                <a:lnTo>
                  <a:pt x="14207" y="6196"/>
                </a:lnTo>
                <a:lnTo>
                  <a:pt x="14207" y="6095"/>
                </a:lnTo>
                <a:lnTo>
                  <a:pt x="14207" y="6014"/>
                </a:lnTo>
                <a:lnTo>
                  <a:pt x="14167" y="5913"/>
                </a:lnTo>
                <a:lnTo>
                  <a:pt x="14127" y="5813"/>
                </a:lnTo>
                <a:lnTo>
                  <a:pt x="14086" y="5712"/>
                </a:lnTo>
                <a:lnTo>
                  <a:pt x="14006" y="5631"/>
                </a:lnTo>
                <a:lnTo>
                  <a:pt x="13804" y="5429"/>
                </a:lnTo>
                <a:lnTo>
                  <a:pt x="13622" y="5268"/>
                </a:lnTo>
                <a:lnTo>
                  <a:pt x="13420" y="5106"/>
                </a:lnTo>
                <a:lnTo>
                  <a:pt x="13219" y="4965"/>
                </a:lnTo>
                <a:lnTo>
                  <a:pt x="13017" y="4844"/>
                </a:lnTo>
                <a:lnTo>
                  <a:pt x="12573" y="4602"/>
                </a:lnTo>
                <a:lnTo>
                  <a:pt x="12109" y="4420"/>
                </a:lnTo>
                <a:lnTo>
                  <a:pt x="11645" y="4239"/>
                </a:lnTo>
                <a:lnTo>
                  <a:pt x="11160" y="4077"/>
                </a:lnTo>
                <a:lnTo>
                  <a:pt x="10192" y="3815"/>
                </a:lnTo>
                <a:lnTo>
                  <a:pt x="9586" y="3653"/>
                </a:lnTo>
                <a:lnTo>
                  <a:pt x="8961" y="3452"/>
                </a:lnTo>
                <a:lnTo>
                  <a:pt x="8375" y="3250"/>
                </a:lnTo>
                <a:lnTo>
                  <a:pt x="7770" y="3008"/>
                </a:lnTo>
                <a:lnTo>
                  <a:pt x="7205" y="2745"/>
                </a:lnTo>
                <a:lnTo>
                  <a:pt x="6640" y="2443"/>
                </a:lnTo>
                <a:lnTo>
                  <a:pt x="6095" y="2120"/>
                </a:lnTo>
                <a:lnTo>
                  <a:pt x="5570" y="1777"/>
                </a:lnTo>
                <a:lnTo>
                  <a:pt x="5046" y="1413"/>
                </a:lnTo>
                <a:lnTo>
                  <a:pt x="4561" y="1010"/>
                </a:lnTo>
                <a:lnTo>
                  <a:pt x="4218" y="727"/>
                </a:lnTo>
                <a:lnTo>
                  <a:pt x="3875" y="485"/>
                </a:lnTo>
                <a:lnTo>
                  <a:pt x="3573" y="303"/>
                </a:lnTo>
                <a:lnTo>
                  <a:pt x="3270" y="162"/>
                </a:lnTo>
                <a:lnTo>
                  <a:pt x="2987" y="61"/>
                </a:lnTo>
                <a:lnTo>
                  <a:pt x="27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17"/>
          <p:cNvSpPr/>
          <p:nvPr/>
        </p:nvSpPr>
        <p:spPr>
          <a:xfrm>
            <a:off x="8006405" y="3940817"/>
            <a:ext cx="152348" cy="92527"/>
          </a:xfrm>
          <a:custGeom>
            <a:rect b="b" l="l" r="r" t="t"/>
            <a:pathLst>
              <a:path extrusionOk="0" h="1655" w="2725">
                <a:moveTo>
                  <a:pt x="2099" y="81"/>
                </a:moveTo>
                <a:lnTo>
                  <a:pt x="2240" y="101"/>
                </a:lnTo>
                <a:lnTo>
                  <a:pt x="2382" y="121"/>
                </a:lnTo>
                <a:lnTo>
                  <a:pt x="2483" y="182"/>
                </a:lnTo>
                <a:lnTo>
                  <a:pt x="2563" y="262"/>
                </a:lnTo>
                <a:lnTo>
                  <a:pt x="2624" y="363"/>
                </a:lnTo>
                <a:lnTo>
                  <a:pt x="2644" y="424"/>
                </a:lnTo>
                <a:lnTo>
                  <a:pt x="2644" y="484"/>
                </a:lnTo>
                <a:lnTo>
                  <a:pt x="2644" y="565"/>
                </a:lnTo>
                <a:lnTo>
                  <a:pt x="2604" y="626"/>
                </a:lnTo>
                <a:lnTo>
                  <a:pt x="2503" y="767"/>
                </a:lnTo>
                <a:lnTo>
                  <a:pt x="2321" y="969"/>
                </a:lnTo>
                <a:lnTo>
                  <a:pt x="2099" y="1150"/>
                </a:lnTo>
                <a:lnTo>
                  <a:pt x="1857" y="1312"/>
                </a:lnTo>
                <a:lnTo>
                  <a:pt x="1595" y="1433"/>
                </a:lnTo>
                <a:lnTo>
                  <a:pt x="1332" y="1534"/>
                </a:lnTo>
                <a:lnTo>
                  <a:pt x="1191" y="1554"/>
                </a:lnTo>
                <a:lnTo>
                  <a:pt x="1050" y="1574"/>
                </a:lnTo>
                <a:lnTo>
                  <a:pt x="909" y="1574"/>
                </a:lnTo>
                <a:lnTo>
                  <a:pt x="767" y="1554"/>
                </a:lnTo>
                <a:lnTo>
                  <a:pt x="646" y="1514"/>
                </a:lnTo>
                <a:lnTo>
                  <a:pt x="505" y="1473"/>
                </a:lnTo>
                <a:lnTo>
                  <a:pt x="364" y="1392"/>
                </a:lnTo>
                <a:lnTo>
                  <a:pt x="263" y="1312"/>
                </a:lnTo>
                <a:lnTo>
                  <a:pt x="182" y="1231"/>
                </a:lnTo>
                <a:lnTo>
                  <a:pt x="122" y="1110"/>
                </a:lnTo>
                <a:lnTo>
                  <a:pt x="81" y="1009"/>
                </a:lnTo>
                <a:lnTo>
                  <a:pt x="101" y="868"/>
                </a:lnTo>
                <a:lnTo>
                  <a:pt x="142" y="747"/>
                </a:lnTo>
                <a:lnTo>
                  <a:pt x="222" y="646"/>
                </a:lnTo>
                <a:lnTo>
                  <a:pt x="364" y="505"/>
                </a:lnTo>
                <a:lnTo>
                  <a:pt x="566" y="404"/>
                </a:lnTo>
                <a:lnTo>
                  <a:pt x="787" y="303"/>
                </a:lnTo>
                <a:lnTo>
                  <a:pt x="1030" y="242"/>
                </a:lnTo>
                <a:lnTo>
                  <a:pt x="1252" y="182"/>
                </a:lnTo>
                <a:lnTo>
                  <a:pt x="1474" y="161"/>
                </a:lnTo>
                <a:lnTo>
                  <a:pt x="1655" y="121"/>
                </a:lnTo>
                <a:lnTo>
                  <a:pt x="1877" y="101"/>
                </a:lnTo>
                <a:lnTo>
                  <a:pt x="2099" y="81"/>
                </a:lnTo>
                <a:close/>
                <a:moveTo>
                  <a:pt x="2018" y="0"/>
                </a:moveTo>
                <a:lnTo>
                  <a:pt x="1837" y="20"/>
                </a:lnTo>
                <a:lnTo>
                  <a:pt x="1635" y="40"/>
                </a:lnTo>
                <a:lnTo>
                  <a:pt x="1474" y="81"/>
                </a:lnTo>
                <a:lnTo>
                  <a:pt x="1231" y="101"/>
                </a:lnTo>
                <a:lnTo>
                  <a:pt x="989" y="161"/>
                </a:lnTo>
                <a:lnTo>
                  <a:pt x="767" y="222"/>
                </a:lnTo>
                <a:lnTo>
                  <a:pt x="525" y="323"/>
                </a:lnTo>
                <a:lnTo>
                  <a:pt x="323" y="444"/>
                </a:lnTo>
                <a:lnTo>
                  <a:pt x="162" y="585"/>
                </a:lnTo>
                <a:lnTo>
                  <a:pt x="61" y="727"/>
                </a:lnTo>
                <a:lnTo>
                  <a:pt x="21" y="868"/>
                </a:lnTo>
                <a:lnTo>
                  <a:pt x="0" y="1009"/>
                </a:lnTo>
                <a:lnTo>
                  <a:pt x="41" y="1150"/>
                </a:lnTo>
                <a:lnTo>
                  <a:pt x="101" y="1271"/>
                </a:lnTo>
                <a:lnTo>
                  <a:pt x="202" y="1372"/>
                </a:lnTo>
                <a:lnTo>
                  <a:pt x="323" y="1473"/>
                </a:lnTo>
                <a:lnTo>
                  <a:pt x="465" y="1554"/>
                </a:lnTo>
                <a:lnTo>
                  <a:pt x="606" y="1594"/>
                </a:lnTo>
                <a:lnTo>
                  <a:pt x="727" y="1635"/>
                </a:lnTo>
                <a:lnTo>
                  <a:pt x="868" y="1635"/>
                </a:lnTo>
                <a:lnTo>
                  <a:pt x="989" y="1655"/>
                </a:lnTo>
                <a:lnTo>
                  <a:pt x="1211" y="1635"/>
                </a:lnTo>
                <a:lnTo>
                  <a:pt x="1433" y="1574"/>
                </a:lnTo>
                <a:lnTo>
                  <a:pt x="1655" y="1514"/>
                </a:lnTo>
                <a:lnTo>
                  <a:pt x="1857" y="1392"/>
                </a:lnTo>
                <a:lnTo>
                  <a:pt x="2059" y="1271"/>
                </a:lnTo>
                <a:lnTo>
                  <a:pt x="2240" y="1130"/>
                </a:lnTo>
                <a:lnTo>
                  <a:pt x="2422" y="969"/>
                </a:lnTo>
                <a:lnTo>
                  <a:pt x="2563" y="807"/>
                </a:lnTo>
                <a:lnTo>
                  <a:pt x="2684" y="666"/>
                </a:lnTo>
                <a:lnTo>
                  <a:pt x="2705" y="585"/>
                </a:lnTo>
                <a:lnTo>
                  <a:pt x="2725" y="484"/>
                </a:lnTo>
                <a:lnTo>
                  <a:pt x="2725" y="424"/>
                </a:lnTo>
                <a:lnTo>
                  <a:pt x="2705" y="343"/>
                </a:lnTo>
                <a:lnTo>
                  <a:pt x="2684" y="283"/>
                </a:lnTo>
                <a:lnTo>
                  <a:pt x="2644" y="222"/>
                </a:lnTo>
                <a:lnTo>
                  <a:pt x="2523" y="121"/>
                </a:lnTo>
                <a:lnTo>
                  <a:pt x="2402" y="40"/>
                </a:lnTo>
                <a:lnTo>
                  <a:pt x="222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17"/>
          <p:cNvSpPr/>
          <p:nvPr/>
        </p:nvSpPr>
        <p:spPr>
          <a:xfrm>
            <a:off x="8024463" y="3383486"/>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17"/>
          <p:cNvSpPr/>
          <p:nvPr/>
        </p:nvSpPr>
        <p:spPr>
          <a:xfrm>
            <a:off x="8022171" y="3381194"/>
            <a:ext cx="104994" cy="104994"/>
          </a:xfrm>
          <a:custGeom>
            <a:rect b="b" l="l" r="r" t="t"/>
            <a:pathLst>
              <a:path extrusionOk="0" h="1878" w="1878">
                <a:moveTo>
                  <a:pt x="949" y="81"/>
                </a:moveTo>
                <a:lnTo>
                  <a:pt x="1111" y="102"/>
                </a:lnTo>
                <a:lnTo>
                  <a:pt x="1272" y="142"/>
                </a:lnTo>
                <a:lnTo>
                  <a:pt x="1414" y="223"/>
                </a:lnTo>
                <a:lnTo>
                  <a:pt x="1555" y="324"/>
                </a:lnTo>
                <a:lnTo>
                  <a:pt x="1656" y="465"/>
                </a:lnTo>
                <a:lnTo>
                  <a:pt x="1736" y="606"/>
                </a:lnTo>
                <a:lnTo>
                  <a:pt x="1777" y="768"/>
                </a:lnTo>
                <a:lnTo>
                  <a:pt x="1797" y="949"/>
                </a:lnTo>
                <a:lnTo>
                  <a:pt x="1777" y="1111"/>
                </a:lnTo>
                <a:lnTo>
                  <a:pt x="1736" y="1272"/>
                </a:lnTo>
                <a:lnTo>
                  <a:pt x="1656" y="1413"/>
                </a:lnTo>
                <a:lnTo>
                  <a:pt x="1555" y="1555"/>
                </a:lnTo>
                <a:lnTo>
                  <a:pt x="1414" y="1655"/>
                </a:lnTo>
                <a:lnTo>
                  <a:pt x="1272" y="1736"/>
                </a:lnTo>
                <a:lnTo>
                  <a:pt x="1111" y="1777"/>
                </a:lnTo>
                <a:lnTo>
                  <a:pt x="949" y="1797"/>
                </a:lnTo>
                <a:lnTo>
                  <a:pt x="768" y="1777"/>
                </a:lnTo>
                <a:lnTo>
                  <a:pt x="606" y="1736"/>
                </a:lnTo>
                <a:lnTo>
                  <a:pt x="465" y="1655"/>
                </a:lnTo>
                <a:lnTo>
                  <a:pt x="344" y="1555"/>
                </a:lnTo>
                <a:lnTo>
                  <a:pt x="223" y="1413"/>
                </a:lnTo>
                <a:lnTo>
                  <a:pt x="142" y="1272"/>
                </a:lnTo>
                <a:lnTo>
                  <a:pt x="102" y="1111"/>
                </a:lnTo>
                <a:lnTo>
                  <a:pt x="82" y="949"/>
                </a:lnTo>
                <a:lnTo>
                  <a:pt x="102" y="768"/>
                </a:lnTo>
                <a:lnTo>
                  <a:pt x="142" y="606"/>
                </a:lnTo>
                <a:lnTo>
                  <a:pt x="223" y="465"/>
                </a:lnTo>
                <a:lnTo>
                  <a:pt x="344" y="324"/>
                </a:lnTo>
                <a:lnTo>
                  <a:pt x="465" y="223"/>
                </a:lnTo>
                <a:lnTo>
                  <a:pt x="606" y="142"/>
                </a:lnTo>
                <a:lnTo>
                  <a:pt x="768" y="102"/>
                </a:lnTo>
                <a:lnTo>
                  <a:pt x="949" y="81"/>
                </a:lnTo>
                <a:close/>
                <a:moveTo>
                  <a:pt x="949" y="1"/>
                </a:moveTo>
                <a:lnTo>
                  <a:pt x="748" y="21"/>
                </a:lnTo>
                <a:lnTo>
                  <a:pt x="586" y="81"/>
                </a:lnTo>
                <a:lnTo>
                  <a:pt x="425" y="162"/>
                </a:lnTo>
                <a:lnTo>
                  <a:pt x="284" y="283"/>
                </a:lnTo>
                <a:lnTo>
                  <a:pt x="162" y="404"/>
                </a:lnTo>
                <a:lnTo>
                  <a:pt x="82" y="566"/>
                </a:lnTo>
                <a:lnTo>
                  <a:pt x="21" y="747"/>
                </a:lnTo>
                <a:lnTo>
                  <a:pt x="1" y="949"/>
                </a:lnTo>
                <a:lnTo>
                  <a:pt x="21" y="1131"/>
                </a:lnTo>
                <a:lnTo>
                  <a:pt x="82" y="1312"/>
                </a:lnTo>
                <a:lnTo>
                  <a:pt x="162" y="1474"/>
                </a:lnTo>
                <a:lnTo>
                  <a:pt x="284" y="1615"/>
                </a:lnTo>
                <a:lnTo>
                  <a:pt x="425" y="1716"/>
                </a:lnTo>
                <a:lnTo>
                  <a:pt x="586" y="1817"/>
                </a:lnTo>
                <a:lnTo>
                  <a:pt x="748" y="1857"/>
                </a:lnTo>
                <a:lnTo>
                  <a:pt x="949" y="1877"/>
                </a:lnTo>
                <a:lnTo>
                  <a:pt x="1131" y="1857"/>
                </a:lnTo>
                <a:lnTo>
                  <a:pt x="1313" y="1817"/>
                </a:lnTo>
                <a:lnTo>
                  <a:pt x="1474" y="1716"/>
                </a:lnTo>
                <a:lnTo>
                  <a:pt x="1615" y="1615"/>
                </a:lnTo>
                <a:lnTo>
                  <a:pt x="1716" y="1474"/>
                </a:lnTo>
                <a:lnTo>
                  <a:pt x="1817" y="1312"/>
                </a:lnTo>
                <a:lnTo>
                  <a:pt x="1858" y="1131"/>
                </a:lnTo>
                <a:lnTo>
                  <a:pt x="1878" y="949"/>
                </a:lnTo>
                <a:lnTo>
                  <a:pt x="1858" y="747"/>
                </a:lnTo>
                <a:lnTo>
                  <a:pt x="1817" y="566"/>
                </a:lnTo>
                <a:lnTo>
                  <a:pt x="1716" y="404"/>
                </a:lnTo>
                <a:lnTo>
                  <a:pt x="1615" y="283"/>
                </a:lnTo>
                <a:lnTo>
                  <a:pt x="1474" y="162"/>
                </a:lnTo>
                <a:lnTo>
                  <a:pt x="1313" y="81"/>
                </a:lnTo>
                <a:lnTo>
                  <a:pt x="1131"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17"/>
          <p:cNvSpPr/>
          <p:nvPr/>
        </p:nvSpPr>
        <p:spPr>
          <a:xfrm>
            <a:off x="8252337" y="1963072"/>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17"/>
          <p:cNvSpPr/>
          <p:nvPr/>
        </p:nvSpPr>
        <p:spPr>
          <a:xfrm>
            <a:off x="8250101" y="1960780"/>
            <a:ext cx="104994" cy="106112"/>
          </a:xfrm>
          <a:custGeom>
            <a:rect b="b" l="l" r="r" t="t"/>
            <a:pathLst>
              <a:path extrusionOk="0" h="1898" w="1878">
                <a:moveTo>
                  <a:pt x="929" y="82"/>
                </a:moveTo>
                <a:lnTo>
                  <a:pt x="1110" y="102"/>
                </a:lnTo>
                <a:lnTo>
                  <a:pt x="1272" y="162"/>
                </a:lnTo>
                <a:lnTo>
                  <a:pt x="1413" y="243"/>
                </a:lnTo>
                <a:lnTo>
                  <a:pt x="1554" y="344"/>
                </a:lnTo>
                <a:lnTo>
                  <a:pt x="1655" y="465"/>
                </a:lnTo>
                <a:lnTo>
                  <a:pt x="1736" y="606"/>
                </a:lnTo>
                <a:lnTo>
                  <a:pt x="1776" y="768"/>
                </a:lnTo>
                <a:lnTo>
                  <a:pt x="1796" y="949"/>
                </a:lnTo>
                <a:lnTo>
                  <a:pt x="1776" y="1131"/>
                </a:lnTo>
                <a:lnTo>
                  <a:pt x="1736" y="1293"/>
                </a:lnTo>
                <a:lnTo>
                  <a:pt x="1655" y="1434"/>
                </a:lnTo>
                <a:lnTo>
                  <a:pt x="1554" y="1555"/>
                </a:lnTo>
                <a:lnTo>
                  <a:pt x="1413" y="1656"/>
                </a:lnTo>
                <a:lnTo>
                  <a:pt x="1272" y="1736"/>
                </a:lnTo>
                <a:lnTo>
                  <a:pt x="1110" y="1797"/>
                </a:lnTo>
                <a:lnTo>
                  <a:pt x="929" y="1817"/>
                </a:lnTo>
                <a:lnTo>
                  <a:pt x="767" y="1797"/>
                </a:lnTo>
                <a:lnTo>
                  <a:pt x="606" y="1736"/>
                </a:lnTo>
                <a:lnTo>
                  <a:pt x="465" y="1656"/>
                </a:lnTo>
                <a:lnTo>
                  <a:pt x="323" y="1555"/>
                </a:lnTo>
                <a:lnTo>
                  <a:pt x="222" y="1434"/>
                </a:lnTo>
                <a:lnTo>
                  <a:pt x="142" y="1293"/>
                </a:lnTo>
                <a:lnTo>
                  <a:pt x="101" y="1131"/>
                </a:lnTo>
                <a:lnTo>
                  <a:pt x="81" y="949"/>
                </a:lnTo>
                <a:lnTo>
                  <a:pt x="101" y="768"/>
                </a:lnTo>
                <a:lnTo>
                  <a:pt x="142" y="606"/>
                </a:lnTo>
                <a:lnTo>
                  <a:pt x="222" y="465"/>
                </a:lnTo>
                <a:lnTo>
                  <a:pt x="323" y="344"/>
                </a:lnTo>
                <a:lnTo>
                  <a:pt x="465" y="243"/>
                </a:lnTo>
                <a:lnTo>
                  <a:pt x="606" y="162"/>
                </a:lnTo>
                <a:lnTo>
                  <a:pt x="767" y="102"/>
                </a:lnTo>
                <a:lnTo>
                  <a:pt x="929" y="82"/>
                </a:lnTo>
                <a:close/>
                <a:moveTo>
                  <a:pt x="929" y="1"/>
                </a:moveTo>
                <a:lnTo>
                  <a:pt x="747" y="21"/>
                </a:lnTo>
                <a:lnTo>
                  <a:pt x="565" y="82"/>
                </a:lnTo>
                <a:lnTo>
                  <a:pt x="404" y="162"/>
                </a:lnTo>
                <a:lnTo>
                  <a:pt x="263" y="284"/>
                </a:lnTo>
                <a:lnTo>
                  <a:pt x="162" y="425"/>
                </a:lnTo>
                <a:lnTo>
                  <a:pt x="61" y="586"/>
                </a:lnTo>
                <a:lnTo>
                  <a:pt x="21" y="768"/>
                </a:lnTo>
                <a:lnTo>
                  <a:pt x="0" y="949"/>
                </a:lnTo>
                <a:lnTo>
                  <a:pt x="21" y="1131"/>
                </a:lnTo>
                <a:lnTo>
                  <a:pt x="61" y="1313"/>
                </a:lnTo>
                <a:lnTo>
                  <a:pt x="162" y="1474"/>
                </a:lnTo>
                <a:lnTo>
                  <a:pt x="263" y="1615"/>
                </a:lnTo>
                <a:lnTo>
                  <a:pt x="404" y="1736"/>
                </a:lnTo>
                <a:lnTo>
                  <a:pt x="565" y="1817"/>
                </a:lnTo>
                <a:lnTo>
                  <a:pt x="747" y="1878"/>
                </a:lnTo>
                <a:lnTo>
                  <a:pt x="929" y="1898"/>
                </a:lnTo>
                <a:lnTo>
                  <a:pt x="1130" y="1878"/>
                </a:lnTo>
                <a:lnTo>
                  <a:pt x="1312" y="1817"/>
                </a:lnTo>
                <a:lnTo>
                  <a:pt x="1453" y="1736"/>
                </a:lnTo>
                <a:lnTo>
                  <a:pt x="1595" y="1615"/>
                </a:lnTo>
                <a:lnTo>
                  <a:pt x="1716" y="1474"/>
                </a:lnTo>
                <a:lnTo>
                  <a:pt x="1796" y="1313"/>
                </a:lnTo>
                <a:lnTo>
                  <a:pt x="1857" y="1131"/>
                </a:lnTo>
                <a:lnTo>
                  <a:pt x="1877" y="949"/>
                </a:lnTo>
                <a:lnTo>
                  <a:pt x="1857" y="768"/>
                </a:lnTo>
                <a:lnTo>
                  <a:pt x="1796" y="586"/>
                </a:lnTo>
                <a:lnTo>
                  <a:pt x="1716" y="425"/>
                </a:lnTo>
                <a:lnTo>
                  <a:pt x="1595" y="284"/>
                </a:lnTo>
                <a:lnTo>
                  <a:pt x="1453" y="162"/>
                </a:lnTo>
                <a:lnTo>
                  <a:pt x="1312" y="82"/>
                </a:lnTo>
                <a:lnTo>
                  <a:pt x="1130"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17"/>
          <p:cNvSpPr/>
          <p:nvPr/>
        </p:nvSpPr>
        <p:spPr>
          <a:xfrm>
            <a:off x="8947481" y="1091884"/>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17"/>
          <p:cNvSpPr/>
          <p:nvPr/>
        </p:nvSpPr>
        <p:spPr>
          <a:xfrm>
            <a:off x="9048679" y="1373263"/>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17"/>
          <p:cNvSpPr/>
          <p:nvPr/>
        </p:nvSpPr>
        <p:spPr>
          <a:xfrm>
            <a:off x="9064657" y="3902409"/>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17"/>
          <p:cNvSpPr/>
          <p:nvPr/>
        </p:nvSpPr>
        <p:spPr>
          <a:xfrm>
            <a:off x="9062365" y="3900173"/>
            <a:ext cx="104994" cy="104994"/>
          </a:xfrm>
          <a:custGeom>
            <a:rect b="b" l="l" r="r" t="t"/>
            <a:pathLst>
              <a:path extrusionOk="0" h="1878" w="1878">
                <a:moveTo>
                  <a:pt x="929" y="81"/>
                </a:moveTo>
                <a:lnTo>
                  <a:pt x="1111" y="101"/>
                </a:lnTo>
                <a:lnTo>
                  <a:pt x="1272" y="142"/>
                </a:lnTo>
                <a:lnTo>
                  <a:pt x="1414" y="223"/>
                </a:lnTo>
                <a:lnTo>
                  <a:pt x="1535" y="344"/>
                </a:lnTo>
                <a:lnTo>
                  <a:pt x="1656" y="465"/>
                </a:lnTo>
                <a:lnTo>
                  <a:pt x="1736" y="606"/>
                </a:lnTo>
                <a:lnTo>
                  <a:pt x="1777" y="767"/>
                </a:lnTo>
                <a:lnTo>
                  <a:pt x="1797" y="949"/>
                </a:lnTo>
                <a:lnTo>
                  <a:pt x="1777" y="1110"/>
                </a:lnTo>
                <a:lnTo>
                  <a:pt x="1736" y="1272"/>
                </a:lnTo>
                <a:lnTo>
                  <a:pt x="1656" y="1433"/>
                </a:lnTo>
                <a:lnTo>
                  <a:pt x="1535" y="1554"/>
                </a:lnTo>
                <a:lnTo>
                  <a:pt x="1414" y="1655"/>
                </a:lnTo>
                <a:lnTo>
                  <a:pt x="1272" y="1736"/>
                </a:lnTo>
                <a:lnTo>
                  <a:pt x="1111" y="1797"/>
                </a:lnTo>
                <a:lnTo>
                  <a:pt x="768" y="1797"/>
                </a:lnTo>
                <a:lnTo>
                  <a:pt x="606" y="1736"/>
                </a:lnTo>
                <a:lnTo>
                  <a:pt x="445" y="1655"/>
                </a:lnTo>
                <a:lnTo>
                  <a:pt x="324" y="1554"/>
                </a:lnTo>
                <a:lnTo>
                  <a:pt x="223" y="1433"/>
                </a:lnTo>
                <a:lnTo>
                  <a:pt x="142" y="1272"/>
                </a:lnTo>
                <a:lnTo>
                  <a:pt x="82" y="1110"/>
                </a:lnTo>
                <a:lnTo>
                  <a:pt x="82" y="949"/>
                </a:lnTo>
                <a:lnTo>
                  <a:pt x="82" y="767"/>
                </a:lnTo>
                <a:lnTo>
                  <a:pt x="142" y="606"/>
                </a:lnTo>
                <a:lnTo>
                  <a:pt x="223" y="465"/>
                </a:lnTo>
                <a:lnTo>
                  <a:pt x="324" y="344"/>
                </a:lnTo>
                <a:lnTo>
                  <a:pt x="445" y="223"/>
                </a:lnTo>
                <a:lnTo>
                  <a:pt x="606" y="142"/>
                </a:lnTo>
                <a:lnTo>
                  <a:pt x="768" y="101"/>
                </a:lnTo>
                <a:lnTo>
                  <a:pt x="929" y="81"/>
                </a:lnTo>
                <a:close/>
                <a:moveTo>
                  <a:pt x="929" y="1"/>
                </a:moveTo>
                <a:lnTo>
                  <a:pt x="748" y="21"/>
                </a:lnTo>
                <a:lnTo>
                  <a:pt x="566" y="81"/>
                </a:lnTo>
                <a:lnTo>
                  <a:pt x="405" y="162"/>
                </a:lnTo>
                <a:lnTo>
                  <a:pt x="263" y="283"/>
                </a:lnTo>
                <a:lnTo>
                  <a:pt x="162" y="424"/>
                </a:lnTo>
                <a:lnTo>
                  <a:pt x="62" y="586"/>
                </a:lnTo>
                <a:lnTo>
                  <a:pt x="21" y="747"/>
                </a:lnTo>
                <a:lnTo>
                  <a:pt x="1" y="949"/>
                </a:lnTo>
                <a:lnTo>
                  <a:pt x="21" y="1131"/>
                </a:lnTo>
                <a:lnTo>
                  <a:pt x="62" y="1312"/>
                </a:lnTo>
                <a:lnTo>
                  <a:pt x="162" y="1474"/>
                </a:lnTo>
                <a:lnTo>
                  <a:pt x="263" y="1615"/>
                </a:lnTo>
                <a:lnTo>
                  <a:pt x="405" y="1716"/>
                </a:lnTo>
                <a:lnTo>
                  <a:pt x="566" y="1817"/>
                </a:lnTo>
                <a:lnTo>
                  <a:pt x="748" y="1857"/>
                </a:lnTo>
                <a:lnTo>
                  <a:pt x="929" y="1877"/>
                </a:lnTo>
                <a:lnTo>
                  <a:pt x="1131" y="1857"/>
                </a:lnTo>
                <a:lnTo>
                  <a:pt x="1293" y="1817"/>
                </a:lnTo>
                <a:lnTo>
                  <a:pt x="1454" y="1716"/>
                </a:lnTo>
                <a:lnTo>
                  <a:pt x="1595" y="1615"/>
                </a:lnTo>
                <a:lnTo>
                  <a:pt x="1716" y="1474"/>
                </a:lnTo>
                <a:lnTo>
                  <a:pt x="1797" y="1312"/>
                </a:lnTo>
                <a:lnTo>
                  <a:pt x="1858" y="1131"/>
                </a:lnTo>
                <a:lnTo>
                  <a:pt x="1878" y="949"/>
                </a:lnTo>
                <a:lnTo>
                  <a:pt x="1858" y="747"/>
                </a:lnTo>
                <a:lnTo>
                  <a:pt x="1797" y="586"/>
                </a:lnTo>
                <a:lnTo>
                  <a:pt x="1716" y="424"/>
                </a:lnTo>
                <a:lnTo>
                  <a:pt x="1595" y="283"/>
                </a:lnTo>
                <a:lnTo>
                  <a:pt x="1454" y="162"/>
                </a:lnTo>
                <a:lnTo>
                  <a:pt x="1293" y="81"/>
                </a:lnTo>
                <a:lnTo>
                  <a:pt x="1131"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17"/>
          <p:cNvSpPr/>
          <p:nvPr/>
        </p:nvSpPr>
        <p:spPr>
          <a:xfrm>
            <a:off x="7397129" y="4469477"/>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17"/>
          <p:cNvSpPr/>
          <p:nvPr/>
        </p:nvSpPr>
        <p:spPr>
          <a:xfrm>
            <a:off x="7665172" y="399370"/>
            <a:ext cx="101584" cy="100466"/>
          </a:xfrm>
          <a:custGeom>
            <a:rect b="b" l="l" r="r" t="t"/>
            <a:pathLst>
              <a:path extrusionOk="0" h="1797" w="1817">
                <a:moveTo>
                  <a:pt x="909" y="1"/>
                </a:moveTo>
                <a:lnTo>
                  <a:pt x="727" y="21"/>
                </a:lnTo>
                <a:lnTo>
                  <a:pt x="566" y="61"/>
                </a:lnTo>
                <a:lnTo>
                  <a:pt x="404" y="142"/>
                </a:lnTo>
                <a:lnTo>
                  <a:pt x="283" y="263"/>
                </a:lnTo>
                <a:lnTo>
                  <a:pt x="162" y="384"/>
                </a:lnTo>
                <a:lnTo>
                  <a:pt x="81" y="546"/>
                </a:lnTo>
                <a:lnTo>
                  <a:pt x="21" y="707"/>
                </a:lnTo>
                <a:lnTo>
                  <a:pt x="1" y="889"/>
                </a:lnTo>
                <a:lnTo>
                  <a:pt x="21" y="1070"/>
                </a:lnTo>
                <a:lnTo>
                  <a:pt x="81" y="1252"/>
                </a:lnTo>
                <a:lnTo>
                  <a:pt x="162" y="1393"/>
                </a:lnTo>
                <a:lnTo>
                  <a:pt x="283" y="1534"/>
                </a:lnTo>
                <a:lnTo>
                  <a:pt x="404" y="1635"/>
                </a:lnTo>
                <a:lnTo>
                  <a:pt x="566" y="1716"/>
                </a:lnTo>
                <a:lnTo>
                  <a:pt x="727" y="1777"/>
                </a:lnTo>
                <a:lnTo>
                  <a:pt x="909" y="1797"/>
                </a:lnTo>
                <a:lnTo>
                  <a:pt x="1090" y="1777"/>
                </a:lnTo>
                <a:lnTo>
                  <a:pt x="1272" y="1716"/>
                </a:lnTo>
                <a:lnTo>
                  <a:pt x="1413" y="1635"/>
                </a:lnTo>
                <a:lnTo>
                  <a:pt x="1554" y="1534"/>
                </a:lnTo>
                <a:lnTo>
                  <a:pt x="1655" y="1393"/>
                </a:lnTo>
                <a:lnTo>
                  <a:pt x="1736" y="1252"/>
                </a:lnTo>
                <a:lnTo>
                  <a:pt x="1797" y="1070"/>
                </a:lnTo>
                <a:lnTo>
                  <a:pt x="1817" y="889"/>
                </a:lnTo>
                <a:lnTo>
                  <a:pt x="1797" y="707"/>
                </a:lnTo>
                <a:lnTo>
                  <a:pt x="1736" y="546"/>
                </a:lnTo>
                <a:lnTo>
                  <a:pt x="1655" y="384"/>
                </a:lnTo>
                <a:lnTo>
                  <a:pt x="1554" y="263"/>
                </a:lnTo>
                <a:lnTo>
                  <a:pt x="1413" y="142"/>
                </a:lnTo>
                <a:lnTo>
                  <a:pt x="1272" y="61"/>
                </a:lnTo>
                <a:lnTo>
                  <a:pt x="1090" y="21"/>
                </a:lnTo>
                <a:lnTo>
                  <a:pt x="9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17"/>
          <p:cNvSpPr/>
          <p:nvPr/>
        </p:nvSpPr>
        <p:spPr>
          <a:xfrm>
            <a:off x="9325237" y="2442525"/>
            <a:ext cx="4584" cy="51994"/>
          </a:xfrm>
          <a:custGeom>
            <a:rect b="b" l="l" r="r" t="t"/>
            <a:pathLst>
              <a:path extrusionOk="0" h="930" w="82">
                <a:moveTo>
                  <a:pt x="1" y="1"/>
                </a:moveTo>
                <a:lnTo>
                  <a:pt x="1" y="929"/>
                </a:lnTo>
                <a:lnTo>
                  <a:pt x="82" y="929"/>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17"/>
          <p:cNvSpPr/>
          <p:nvPr/>
        </p:nvSpPr>
        <p:spPr>
          <a:xfrm>
            <a:off x="9301588" y="2466230"/>
            <a:ext cx="51938" cy="4584"/>
          </a:xfrm>
          <a:custGeom>
            <a:rect b="b" l="l" r="r" t="t"/>
            <a:pathLst>
              <a:path extrusionOk="0" h="82" w="929">
                <a:moveTo>
                  <a:pt x="0" y="1"/>
                </a:moveTo>
                <a:lnTo>
                  <a:pt x="0" y="81"/>
                </a:lnTo>
                <a:lnTo>
                  <a:pt x="928" y="81"/>
                </a:lnTo>
                <a:lnTo>
                  <a:pt x="92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17"/>
          <p:cNvSpPr/>
          <p:nvPr/>
        </p:nvSpPr>
        <p:spPr>
          <a:xfrm rot="3449335">
            <a:off x="2649872" y="-138575"/>
            <a:ext cx="4584" cy="55347"/>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17"/>
          <p:cNvSpPr/>
          <p:nvPr/>
        </p:nvSpPr>
        <p:spPr>
          <a:xfrm>
            <a:off x="-2003610" y="63728"/>
            <a:ext cx="2433600" cy="243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17"/>
          <p:cNvSpPr/>
          <p:nvPr/>
        </p:nvSpPr>
        <p:spPr>
          <a:xfrm rot="3449335">
            <a:off x="2625262" y="-113023"/>
            <a:ext cx="55347"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72" name="Google Shape;1372;p17"/>
          <p:cNvGrpSpPr/>
          <p:nvPr/>
        </p:nvGrpSpPr>
        <p:grpSpPr>
          <a:xfrm>
            <a:off x="3970982" y="4599416"/>
            <a:ext cx="1205112" cy="520243"/>
            <a:chOff x="3970982" y="4599416"/>
            <a:chExt cx="1205112" cy="520243"/>
          </a:xfrm>
        </p:grpSpPr>
        <p:sp>
          <p:nvSpPr>
            <p:cNvPr id="1373" name="Google Shape;1373;p17"/>
            <p:cNvSpPr/>
            <p:nvPr/>
          </p:nvSpPr>
          <p:spPr>
            <a:xfrm>
              <a:off x="4793927" y="506697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17"/>
            <p:cNvSpPr/>
            <p:nvPr/>
          </p:nvSpPr>
          <p:spPr>
            <a:xfrm>
              <a:off x="4465205"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17"/>
            <p:cNvSpPr/>
            <p:nvPr/>
          </p:nvSpPr>
          <p:spPr>
            <a:xfrm>
              <a:off x="4632225"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17"/>
            <p:cNvSpPr/>
            <p:nvPr/>
          </p:nvSpPr>
          <p:spPr>
            <a:xfrm>
              <a:off x="4466725"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17"/>
            <p:cNvSpPr/>
            <p:nvPr/>
          </p:nvSpPr>
          <p:spPr>
            <a:xfrm>
              <a:off x="4629946"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17"/>
            <p:cNvSpPr/>
            <p:nvPr/>
          </p:nvSpPr>
          <p:spPr>
            <a:xfrm>
              <a:off x="4796206"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17"/>
            <p:cNvSpPr/>
            <p:nvPr/>
          </p:nvSpPr>
          <p:spPr>
            <a:xfrm>
              <a:off x="4459090"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17"/>
            <p:cNvSpPr/>
            <p:nvPr/>
          </p:nvSpPr>
          <p:spPr>
            <a:xfrm>
              <a:off x="4631466"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17"/>
            <p:cNvSpPr/>
            <p:nvPr/>
          </p:nvSpPr>
          <p:spPr>
            <a:xfrm>
              <a:off x="4796206"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17"/>
            <p:cNvSpPr/>
            <p:nvPr/>
          </p:nvSpPr>
          <p:spPr>
            <a:xfrm>
              <a:off x="4462166" y="506545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17"/>
            <p:cNvSpPr/>
            <p:nvPr/>
          </p:nvSpPr>
          <p:spPr>
            <a:xfrm>
              <a:off x="4630706" y="506621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17"/>
            <p:cNvSpPr/>
            <p:nvPr/>
          </p:nvSpPr>
          <p:spPr>
            <a:xfrm>
              <a:off x="4797004"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17"/>
            <p:cNvSpPr/>
            <p:nvPr/>
          </p:nvSpPr>
          <p:spPr>
            <a:xfrm>
              <a:off x="4960985"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17"/>
            <p:cNvSpPr/>
            <p:nvPr/>
          </p:nvSpPr>
          <p:spPr>
            <a:xfrm>
              <a:off x="4303503"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17"/>
            <p:cNvSpPr/>
            <p:nvPr/>
          </p:nvSpPr>
          <p:spPr>
            <a:xfrm>
              <a:off x="4303503"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17"/>
            <p:cNvSpPr/>
            <p:nvPr/>
          </p:nvSpPr>
          <p:spPr>
            <a:xfrm>
              <a:off x="4959428" y="506697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17"/>
            <p:cNvSpPr/>
            <p:nvPr/>
          </p:nvSpPr>
          <p:spPr>
            <a:xfrm>
              <a:off x="4301984" y="506621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17"/>
            <p:cNvSpPr/>
            <p:nvPr/>
          </p:nvSpPr>
          <p:spPr>
            <a:xfrm>
              <a:off x="4960226"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17"/>
            <p:cNvSpPr/>
            <p:nvPr/>
          </p:nvSpPr>
          <p:spPr>
            <a:xfrm>
              <a:off x="4137243" y="506469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17"/>
            <p:cNvSpPr/>
            <p:nvPr/>
          </p:nvSpPr>
          <p:spPr>
            <a:xfrm>
              <a:off x="4959428"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17"/>
            <p:cNvSpPr/>
            <p:nvPr/>
          </p:nvSpPr>
          <p:spPr>
            <a:xfrm>
              <a:off x="4302743"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17"/>
            <p:cNvSpPr/>
            <p:nvPr/>
          </p:nvSpPr>
          <p:spPr>
            <a:xfrm>
              <a:off x="4138762"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17"/>
            <p:cNvSpPr/>
            <p:nvPr/>
          </p:nvSpPr>
          <p:spPr>
            <a:xfrm>
              <a:off x="3970982" y="506545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17"/>
            <p:cNvSpPr/>
            <p:nvPr/>
          </p:nvSpPr>
          <p:spPr>
            <a:xfrm>
              <a:off x="3973261"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17"/>
            <p:cNvSpPr/>
            <p:nvPr/>
          </p:nvSpPr>
          <p:spPr>
            <a:xfrm>
              <a:off x="5123447" y="506925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17"/>
            <p:cNvSpPr/>
            <p:nvPr/>
          </p:nvSpPr>
          <p:spPr>
            <a:xfrm>
              <a:off x="4137243"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17"/>
            <p:cNvSpPr/>
            <p:nvPr/>
          </p:nvSpPr>
          <p:spPr>
            <a:xfrm>
              <a:off x="4134964"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17"/>
            <p:cNvSpPr/>
            <p:nvPr/>
          </p:nvSpPr>
          <p:spPr>
            <a:xfrm>
              <a:off x="5121890"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17"/>
            <p:cNvSpPr/>
            <p:nvPr/>
          </p:nvSpPr>
          <p:spPr>
            <a:xfrm>
              <a:off x="5124207"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17"/>
            <p:cNvSpPr/>
            <p:nvPr/>
          </p:nvSpPr>
          <p:spPr>
            <a:xfrm>
              <a:off x="3974781"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17"/>
            <p:cNvSpPr/>
            <p:nvPr/>
          </p:nvSpPr>
          <p:spPr>
            <a:xfrm>
              <a:off x="3975541"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17"/>
            <p:cNvSpPr/>
            <p:nvPr/>
          </p:nvSpPr>
          <p:spPr>
            <a:xfrm>
              <a:off x="5124967"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5" name="Google Shape;1405;p17"/>
          <p:cNvGrpSpPr/>
          <p:nvPr/>
        </p:nvGrpSpPr>
        <p:grpSpPr>
          <a:xfrm>
            <a:off x="3969444" y="51341"/>
            <a:ext cx="1205112" cy="520243"/>
            <a:chOff x="3970982" y="4599416"/>
            <a:chExt cx="1205112" cy="520243"/>
          </a:xfrm>
        </p:grpSpPr>
        <p:sp>
          <p:nvSpPr>
            <p:cNvPr id="1406" name="Google Shape;1406;p17"/>
            <p:cNvSpPr/>
            <p:nvPr/>
          </p:nvSpPr>
          <p:spPr>
            <a:xfrm>
              <a:off x="4793927" y="506697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17"/>
            <p:cNvSpPr/>
            <p:nvPr/>
          </p:nvSpPr>
          <p:spPr>
            <a:xfrm>
              <a:off x="4465205"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17"/>
            <p:cNvSpPr/>
            <p:nvPr/>
          </p:nvSpPr>
          <p:spPr>
            <a:xfrm>
              <a:off x="4632225"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17"/>
            <p:cNvSpPr/>
            <p:nvPr/>
          </p:nvSpPr>
          <p:spPr>
            <a:xfrm>
              <a:off x="4466725"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17"/>
            <p:cNvSpPr/>
            <p:nvPr/>
          </p:nvSpPr>
          <p:spPr>
            <a:xfrm>
              <a:off x="4629946"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17"/>
            <p:cNvSpPr/>
            <p:nvPr/>
          </p:nvSpPr>
          <p:spPr>
            <a:xfrm>
              <a:off x="4796206"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17"/>
            <p:cNvSpPr/>
            <p:nvPr/>
          </p:nvSpPr>
          <p:spPr>
            <a:xfrm>
              <a:off x="4459090"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17"/>
            <p:cNvSpPr/>
            <p:nvPr/>
          </p:nvSpPr>
          <p:spPr>
            <a:xfrm>
              <a:off x="4631466"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17"/>
            <p:cNvSpPr/>
            <p:nvPr/>
          </p:nvSpPr>
          <p:spPr>
            <a:xfrm>
              <a:off x="4796206"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17"/>
            <p:cNvSpPr/>
            <p:nvPr/>
          </p:nvSpPr>
          <p:spPr>
            <a:xfrm>
              <a:off x="4462166" y="506545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17"/>
            <p:cNvSpPr/>
            <p:nvPr/>
          </p:nvSpPr>
          <p:spPr>
            <a:xfrm>
              <a:off x="4630706" y="506621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17"/>
            <p:cNvSpPr/>
            <p:nvPr/>
          </p:nvSpPr>
          <p:spPr>
            <a:xfrm>
              <a:off x="4797004"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17"/>
            <p:cNvSpPr/>
            <p:nvPr/>
          </p:nvSpPr>
          <p:spPr>
            <a:xfrm>
              <a:off x="4960985"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17"/>
            <p:cNvSpPr/>
            <p:nvPr/>
          </p:nvSpPr>
          <p:spPr>
            <a:xfrm>
              <a:off x="4303503"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17"/>
            <p:cNvSpPr/>
            <p:nvPr/>
          </p:nvSpPr>
          <p:spPr>
            <a:xfrm>
              <a:off x="4303503"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17"/>
            <p:cNvSpPr/>
            <p:nvPr/>
          </p:nvSpPr>
          <p:spPr>
            <a:xfrm>
              <a:off x="4959428" y="506697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17"/>
            <p:cNvSpPr/>
            <p:nvPr/>
          </p:nvSpPr>
          <p:spPr>
            <a:xfrm>
              <a:off x="4301984" y="506621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17"/>
            <p:cNvSpPr/>
            <p:nvPr/>
          </p:nvSpPr>
          <p:spPr>
            <a:xfrm>
              <a:off x="4960226"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17"/>
            <p:cNvSpPr/>
            <p:nvPr/>
          </p:nvSpPr>
          <p:spPr>
            <a:xfrm>
              <a:off x="4137243" y="506469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17"/>
            <p:cNvSpPr/>
            <p:nvPr/>
          </p:nvSpPr>
          <p:spPr>
            <a:xfrm>
              <a:off x="4959428"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17"/>
            <p:cNvSpPr/>
            <p:nvPr/>
          </p:nvSpPr>
          <p:spPr>
            <a:xfrm>
              <a:off x="4302743"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17"/>
            <p:cNvSpPr/>
            <p:nvPr/>
          </p:nvSpPr>
          <p:spPr>
            <a:xfrm>
              <a:off x="4138762"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17"/>
            <p:cNvSpPr/>
            <p:nvPr/>
          </p:nvSpPr>
          <p:spPr>
            <a:xfrm>
              <a:off x="3970982" y="506545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17"/>
            <p:cNvSpPr/>
            <p:nvPr/>
          </p:nvSpPr>
          <p:spPr>
            <a:xfrm>
              <a:off x="3973261"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17"/>
            <p:cNvSpPr/>
            <p:nvPr/>
          </p:nvSpPr>
          <p:spPr>
            <a:xfrm>
              <a:off x="5123447" y="506925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17"/>
            <p:cNvSpPr/>
            <p:nvPr/>
          </p:nvSpPr>
          <p:spPr>
            <a:xfrm>
              <a:off x="4137243"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17"/>
            <p:cNvSpPr/>
            <p:nvPr/>
          </p:nvSpPr>
          <p:spPr>
            <a:xfrm>
              <a:off x="4134964"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17"/>
            <p:cNvSpPr/>
            <p:nvPr/>
          </p:nvSpPr>
          <p:spPr>
            <a:xfrm>
              <a:off x="5121890"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17"/>
            <p:cNvSpPr/>
            <p:nvPr/>
          </p:nvSpPr>
          <p:spPr>
            <a:xfrm>
              <a:off x="5124207"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17"/>
            <p:cNvSpPr/>
            <p:nvPr/>
          </p:nvSpPr>
          <p:spPr>
            <a:xfrm>
              <a:off x="3974781"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17"/>
            <p:cNvSpPr/>
            <p:nvPr/>
          </p:nvSpPr>
          <p:spPr>
            <a:xfrm>
              <a:off x="3975541"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17"/>
            <p:cNvSpPr/>
            <p:nvPr/>
          </p:nvSpPr>
          <p:spPr>
            <a:xfrm>
              <a:off x="5124967"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38" name="Google Shape;1438;p17"/>
          <p:cNvGrpSpPr/>
          <p:nvPr/>
        </p:nvGrpSpPr>
        <p:grpSpPr>
          <a:xfrm>
            <a:off x="335952" y="4224312"/>
            <a:ext cx="754524" cy="750237"/>
            <a:chOff x="8523754" y="10"/>
            <a:chExt cx="516408" cy="513439"/>
          </a:xfrm>
        </p:grpSpPr>
        <p:sp>
          <p:nvSpPr>
            <p:cNvPr id="1439" name="Google Shape;1439;p17"/>
            <p:cNvSpPr/>
            <p:nvPr/>
          </p:nvSpPr>
          <p:spPr>
            <a:xfrm>
              <a:off x="8523754" y="255242"/>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17"/>
            <p:cNvSpPr/>
            <p:nvPr/>
          </p:nvSpPr>
          <p:spPr>
            <a:xfrm>
              <a:off x="8523754" y="10"/>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41" name="Google Shape;1441;p17"/>
          <p:cNvSpPr/>
          <p:nvPr/>
        </p:nvSpPr>
        <p:spPr>
          <a:xfrm>
            <a:off x="8202150" y="43847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17"/>
          <p:cNvSpPr/>
          <p:nvPr/>
        </p:nvSpPr>
        <p:spPr>
          <a:xfrm>
            <a:off x="484600" y="2807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43" name="Google Shape;1443;p17"/>
          <p:cNvGrpSpPr/>
          <p:nvPr/>
        </p:nvGrpSpPr>
        <p:grpSpPr>
          <a:xfrm flipH="1" rot="2700000">
            <a:off x="-2243747" y="347213"/>
            <a:ext cx="2946912" cy="1512954"/>
            <a:chOff x="-1306807" y="-1638114"/>
            <a:chExt cx="2946940" cy="1512969"/>
          </a:xfrm>
        </p:grpSpPr>
        <p:sp>
          <p:nvSpPr>
            <p:cNvPr id="1444" name="Google Shape;1444;p17"/>
            <p:cNvSpPr/>
            <p:nvPr/>
          </p:nvSpPr>
          <p:spPr>
            <a:xfrm flipH="1">
              <a:off x="-1306807" y="-1638114"/>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17"/>
            <p:cNvSpPr/>
            <p:nvPr/>
          </p:nvSpPr>
          <p:spPr>
            <a:xfrm flipH="1">
              <a:off x="-1104859" y="-1581704"/>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17"/>
            <p:cNvSpPr/>
            <p:nvPr/>
          </p:nvSpPr>
          <p:spPr>
            <a:xfrm flipH="1">
              <a:off x="-818271" y="-1474532"/>
              <a:ext cx="1642730" cy="740159"/>
            </a:xfrm>
            <a:custGeom>
              <a:rect b="b" l="l" r="r" t="t"/>
              <a:pathLst>
                <a:path extrusionOk="0" h="13239" w="29383">
                  <a:moveTo>
                    <a:pt x="28272" y="81"/>
                  </a:moveTo>
                  <a:lnTo>
                    <a:pt x="28474" y="102"/>
                  </a:lnTo>
                  <a:lnTo>
                    <a:pt x="28696" y="142"/>
                  </a:lnTo>
                  <a:lnTo>
                    <a:pt x="28898" y="202"/>
                  </a:lnTo>
                  <a:lnTo>
                    <a:pt x="29019" y="243"/>
                  </a:lnTo>
                  <a:lnTo>
                    <a:pt x="29140" y="303"/>
                  </a:lnTo>
                  <a:lnTo>
                    <a:pt x="29201" y="364"/>
                  </a:lnTo>
                  <a:lnTo>
                    <a:pt x="29261" y="404"/>
                  </a:lnTo>
                  <a:lnTo>
                    <a:pt x="29281" y="465"/>
                  </a:lnTo>
                  <a:lnTo>
                    <a:pt x="29302" y="545"/>
                  </a:lnTo>
                  <a:lnTo>
                    <a:pt x="29302" y="626"/>
                  </a:lnTo>
                  <a:lnTo>
                    <a:pt x="29281" y="707"/>
                  </a:lnTo>
                  <a:lnTo>
                    <a:pt x="29201" y="848"/>
                  </a:lnTo>
                  <a:lnTo>
                    <a:pt x="29059" y="1070"/>
                  </a:lnTo>
                  <a:lnTo>
                    <a:pt x="28918" y="1272"/>
                  </a:lnTo>
                  <a:lnTo>
                    <a:pt x="28595" y="1676"/>
                  </a:lnTo>
                  <a:lnTo>
                    <a:pt x="28232" y="2079"/>
                  </a:lnTo>
                  <a:lnTo>
                    <a:pt x="27889" y="2442"/>
                  </a:lnTo>
                  <a:lnTo>
                    <a:pt x="27566" y="2785"/>
                  </a:lnTo>
                  <a:lnTo>
                    <a:pt x="27263" y="3129"/>
                  </a:lnTo>
                  <a:lnTo>
                    <a:pt x="26961" y="3492"/>
                  </a:lnTo>
                  <a:lnTo>
                    <a:pt x="26698" y="3855"/>
                  </a:lnTo>
                  <a:lnTo>
                    <a:pt x="26476" y="4198"/>
                  </a:lnTo>
                  <a:lnTo>
                    <a:pt x="26295" y="4521"/>
                  </a:lnTo>
                  <a:lnTo>
                    <a:pt x="26133" y="4884"/>
                  </a:lnTo>
                  <a:lnTo>
                    <a:pt x="25972" y="5247"/>
                  </a:lnTo>
                  <a:lnTo>
                    <a:pt x="25689" y="5974"/>
                  </a:lnTo>
                  <a:lnTo>
                    <a:pt x="25447" y="6721"/>
                  </a:lnTo>
                  <a:lnTo>
                    <a:pt x="25124" y="7649"/>
                  </a:lnTo>
                  <a:lnTo>
                    <a:pt x="24943" y="8113"/>
                  </a:lnTo>
                  <a:lnTo>
                    <a:pt x="24741" y="8557"/>
                  </a:lnTo>
                  <a:lnTo>
                    <a:pt x="24539" y="8981"/>
                  </a:lnTo>
                  <a:lnTo>
                    <a:pt x="24297" y="9405"/>
                  </a:lnTo>
                  <a:lnTo>
                    <a:pt x="24014" y="9788"/>
                  </a:lnTo>
                  <a:lnTo>
                    <a:pt x="23853" y="9990"/>
                  </a:lnTo>
                  <a:lnTo>
                    <a:pt x="23692" y="10171"/>
                  </a:lnTo>
                  <a:lnTo>
                    <a:pt x="23409" y="10414"/>
                  </a:lnTo>
                  <a:lnTo>
                    <a:pt x="23106" y="10676"/>
                  </a:lnTo>
                  <a:lnTo>
                    <a:pt x="22784" y="10898"/>
                  </a:lnTo>
                  <a:lnTo>
                    <a:pt x="22420" y="11100"/>
                  </a:lnTo>
                  <a:lnTo>
                    <a:pt x="22017" y="11301"/>
                  </a:lnTo>
                  <a:lnTo>
                    <a:pt x="21593" y="11483"/>
                  </a:lnTo>
                  <a:lnTo>
                    <a:pt x="21129" y="11645"/>
                  </a:lnTo>
                  <a:lnTo>
                    <a:pt x="20644" y="11786"/>
                  </a:lnTo>
                  <a:lnTo>
                    <a:pt x="19958" y="11947"/>
                  </a:lnTo>
                  <a:lnTo>
                    <a:pt x="19272" y="12088"/>
                  </a:lnTo>
                  <a:lnTo>
                    <a:pt x="18566" y="12210"/>
                  </a:lnTo>
                  <a:lnTo>
                    <a:pt x="17880" y="12290"/>
                  </a:lnTo>
                  <a:lnTo>
                    <a:pt x="17173" y="12371"/>
                  </a:lnTo>
                  <a:lnTo>
                    <a:pt x="16467" y="12432"/>
                  </a:lnTo>
                  <a:lnTo>
                    <a:pt x="15075" y="12532"/>
                  </a:lnTo>
                  <a:lnTo>
                    <a:pt x="14106" y="12593"/>
                  </a:lnTo>
                  <a:lnTo>
                    <a:pt x="12774" y="12694"/>
                  </a:lnTo>
                  <a:lnTo>
                    <a:pt x="11442" y="12815"/>
                  </a:lnTo>
                  <a:lnTo>
                    <a:pt x="9142" y="12997"/>
                  </a:lnTo>
                  <a:lnTo>
                    <a:pt x="7971" y="13077"/>
                  </a:lnTo>
                  <a:lnTo>
                    <a:pt x="6801" y="13138"/>
                  </a:lnTo>
                  <a:lnTo>
                    <a:pt x="5630" y="13158"/>
                  </a:lnTo>
                  <a:lnTo>
                    <a:pt x="4480" y="13158"/>
                  </a:lnTo>
                  <a:lnTo>
                    <a:pt x="3895" y="13138"/>
                  </a:lnTo>
                  <a:lnTo>
                    <a:pt x="3310" y="13098"/>
                  </a:lnTo>
                  <a:lnTo>
                    <a:pt x="2725" y="13057"/>
                  </a:lnTo>
                  <a:lnTo>
                    <a:pt x="2139" y="12976"/>
                  </a:lnTo>
                  <a:lnTo>
                    <a:pt x="1857" y="12936"/>
                  </a:lnTo>
                  <a:lnTo>
                    <a:pt x="1554" y="12855"/>
                  </a:lnTo>
                  <a:lnTo>
                    <a:pt x="1251" y="12754"/>
                  </a:lnTo>
                  <a:lnTo>
                    <a:pt x="969" y="12613"/>
                  </a:lnTo>
                  <a:lnTo>
                    <a:pt x="707" y="12452"/>
                  </a:lnTo>
                  <a:lnTo>
                    <a:pt x="485" y="12270"/>
                  </a:lnTo>
                  <a:lnTo>
                    <a:pt x="384" y="12169"/>
                  </a:lnTo>
                  <a:lnTo>
                    <a:pt x="303" y="12048"/>
                  </a:lnTo>
                  <a:lnTo>
                    <a:pt x="222" y="11947"/>
                  </a:lnTo>
                  <a:lnTo>
                    <a:pt x="162" y="11826"/>
                  </a:lnTo>
                  <a:lnTo>
                    <a:pt x="121" y="11685"/>
                  </a:lnTo>
                  <a:lnTo>
                    <a:pt x="81" y="11544"/>
                  </a:lnTo>
                  <a:lnTo>
                    <a:pt x="81" y="11382"/>
                  </a:lnTo>
                  <a:lnTo>
                    <a:pt x="101" y="11241"/>
                  </a:lnTo>
                  <a:lnTo>
                    <a:pt x="142" y="11079"/>
                  </a:lnTo>
                  <a:lnTo>
                    <a:pt x="202" y="10938"/>
                  </a:lnTo>
                  <a:lnTo>
                    <a:pt x="283" y="10777"/>
                  </a:lnTo>
                  <a:lnTo>
                    <a:pt x="384" y="10615"/>
                  </a:lnTo>
                  <a:lnTo>
                    <a:pt x="646" y="10313"/>
                  </a:lnTo>
                  <a:lnTo>
                    <a:pt x="929" y="10010"/>
                  </a:lnTo>
                  <a:lnTo>
                    <a:pt x="1272" y="9727"/>
                  </a:lnTo>
                  <a:lnTo>
                    <a:pt x="1635" y="9465"/>
                  </a:lnTo>
                  <a:lnTo>
                    <a:pt x="2038" y="9203"/>
                  </a:lnTo>
                  <a:lnTo>
                    <a:pt x="2422" y="8940"/>
                  </a:lnTo>
                  <a:lnTo>
                    <a:pt x="3229" y="8476"/>
                  </a:lnTo>
                  <a:lnTo>
                    <a:pt x="4016" y="7992"/>
                  </a:lnTo>
                  <a:lnTo>
                    <a:pt x="5005" y="7407"/>
                  </a:lnTo>
                  <a:lnTo>
                    <a:pt x="6014" y="6821"/>
                  </a:lnTo>
                  <a:lnTo>
                    <a:pt x="7063" y="6277"/>
                  </a:lnTo>
                  <a:lnTo>
                    <a:pt x="8153" y="5732"/>
                  </a:lnTo>
                  <a:lnTo>
                    <a:pt x="9283" y="5207"/>
                  </a:lnTo>
                  <a:lnTo>
                    <a:pt x="10433" y="4682"/>
                  </a:lnTo>
                  <a:lnTo>
                    <a:pt x="11644" y="4198"/>
                  </a:lnTo>
                  <a:lnTo>
                    <a:pt x="12895" y="3714"/>
                  </a:lnTo>
                  <a:lnTo>
                    <a:pt x="14146" y="3250"/>
                  </a:lnTo>
                  <a:lnTo>
                    <a:pt x="15438" y="2826"/>
                  </a:lnTo>
                  <a:lnTo>
                    <a:pt x="16790" y="2382"/>
                  </a:lnTo>
                  <a:lnTo>
                    <a:pt x="18182" y="1958"/>
                  </a:lnTo>
                  <a:lnTo>
                    <a:pt x="19151" y="1676"/>
                  </a:lnTo>
                  <a:lnTo>
                    <a:pt x="20180" y="1393"/>
                  </a:lnTo>
                  <a:lnTo>
                    <a:pt x="21250" y="1111"/>
                  </a:lnTo>
                  <a:lnTo>
                    <a:pt x="22380" y="848"/>
                  </a:lnTo>
                  <a:lnTo>
                    <a:pt x="23550" y="606"/>
                  </a:lnTo>
                  <a:lnTo>
                    <a:pt x="24761" y="404"/>
                  </a:lnTo>
                  <a:lnTo>
                    <a:pt x="25972" y="223"/>
                  </a:lnTo>
                  <a:lnTo>
                    <a:pt x="26598" y="162"/>
                  </a:lnTo>
                  <a:lnTo>
                    <a:pt x="27223" y="102"/>
                  </a:lnTo>
                  <a:lnTo>
                    <a:pt x="27647" y="81"/>
                  </a:lnTo>
                  <a:close/>
                  <a:moveTo>
                    <a:pt x="27647" y="1"/>
                  </a:moveTo>
                  <a:lnTo>
                    <a:pt x="27223" y="21"/>
                  </a:lnTo>
                  <a:lnTo>
                    <a:pt x="26598" y="81"/>
                  </a:lnTo>
                  <a:lnTo>
                    <a:pt x="25972" y="142"/>
                  </a:lnTo>
                  <a:lnTo>
                    <a:pt x="24741" y="324"/>
                  </a:lnTo>
                  <a:lnTo>
                    <a:pt x="23550" y="525"/>
                  </a:lnTo>
                  <a:lnTo>
                    <a:pt x="22360" y="767"/>
                  </a:lnTo>
                  <a:lnTo>
                    <a:pt x="21230" y="1030"/>
                  </a:lnTo>
                  <a:lnTo>
                    <a:pt x="20160" y="1312"/>
                  </a:lnTo>
                  <a:lnTo>
                    <a:pt x="19131" y="1595"/>
                  </a:lnTo>
                  <a:lnTo>
                    <a:pt x="18162" y="1877"/>
                  </a:lnTo>
                  <a:lnTo>
                    <a:pt x="16750" y="2301"/>
                  </a:lnTo>
                  <a:lnTo>
                    <a:pt x="15418" y="2745"/>
                  </a:lnTo>
                  <a:lnTo>
                    <a:pt x="14106" y="3189"/>
                  </a:lnTo>
                  <a:lnTo>
                    <a:pt x="12855" y="3633"/>
                  </a:lnTo>
                  <a:lnTo>
                    <a:pt x="11604" y="4117"/>
                  </a:lnTo>
                  <a:lnTo>
                    <a:pt x="10413" y="4622"/>
                  </a:lnTo>
                  <a:lnTo>
                    <a:pt x="9243" y="5126"/>
                  </a:lnTo>
                  <a:lnTo>
                    <a:pt x="8113" y="5651"/>
                  </a:lnTo>
                  <a:lnTo>
                    <a:pt x="7023" y="6196"/>
                  </a:lnTo>
                  <a:lnTo>
                    <a:pt x="5974" y="6761"/>
                  </a:lnTo>
                  <a:lnTo>
                    <a:pt x="4965" y="7326"/>
                  </a:lnTo>
                  <a:lnTo>
                    <a:pt x="3976" y="7931"/>
                  </a:lnTo>
                  <a:lnTo>
                    <a:pt x="3189" y="8396"/>
                  </a:lnTo>
                  <a:lnTo>
                    <a:pt x="2381" y="8880"/>
                  </a:lnTo>
                  <a:lnTo>
                    <a:pt x="1978" y="9142"/>
                  </a:lnTo>
                  <a:lnTo>
                    <a:pt x="1594" y="9405"/>
                  </a:lnTo>
                  <a:lnTo>
                    <a:pt x="1211" y="9667"/>
                  </a:lnTo>
                  <a:lnTo>
                    <a:pt x="888" y="9949"/>
                  </a:lnTo>
                  <a:lnTo>
                    <a:pt x="585" y="10252"/>
                  </a:lnTo>
                  <a:lnTo>
                    <a:pt x="444" y="10414"/>
                  </a:lnTo>
                  <a:lnTo>
                    <a:pt x="323" y="10575"/>
                  </a:lnTo>
                  <a:lnTo>
                    <a:pt x="202" y="10736"/>
                  </a:lnTo>
                  <a:lnTo>
                    <a:pt x="121" y="10898"/>
                  </a:lnTo>
                  <a:lnTo>
                    <a:pt x="61" y="11059"/>
                  </a:lnTo>
                  <a:lnTo>
                    <a:pt x="20" y="11241"/>
                  </a:lnTo>
                  <a:lnTo>
                    <a:pt x="0" y="11382"/>
                  </a:lnTo>
                  <a:lnTo>
                    <a:pt x="0" y="11544"/>
                  </a:lnTo>
                  <a:lnTo>
                    <a:pt x="41" y="11705"/>
                  </a:lnTo>
                  <a:lnTo>
                    <a:pt x="101" y="11867"/>
                  </a:lnTo>
                  <a:lnTo>
                    <a:pt x="202" y="12048"/>
                  </a:lnTo>
                  <a:lnTo>
                    <a:pt x="343" y="12230"/>
                  </a:lnTo>
                  <a:lnTo>
                    <a:pt x="545" y="12411"/>
                  </a:lnTo>
                  <a:lnTo>
                    <a:pt x="787" y="12593"/>
                  </a:lnTo>
                  <a:lnTo>
                    <a:pt x="1070" y="12754"/>
                  </a:lnTo>
                  <a:lnTo>
                    <a:pt x="1393" y="12896"/>
                  </a:lnTo>
                  <a:lnTo>
                    <a:pt x="1736" y="12997"/>
                  </a:lnTo>
                  <a:lnTo>
                    <a:pt x="2139" y="13057"/>
                  </a:lnTo>
                  <a:lnTo>
                    <a:pt x="2947" y="13158"/>
                  </a:lnTo>
                  <a:lnTo>
                    <a:pt x="3754" y="13198"/>
                  </a:lnTo>
                  <a:lnTo>
                    <a:pt x="4561" y="13239"/>
                  </a:lnTo>
                  <a:lnTo>
                    <a:pt x="6135" y="13239"/>
                  </a:lnTo>
                  <a:lnTo>
                    <a:pt x="6902" y="13219"/>
                  </a:lnTo>
                  <a:lnTo>
                    <a:pt x="8435" y="13138"/>
                  </a:lnTo>
                  <a:lnTo>
                    <a:pt x="9949" y="13017"/>
                  </a:lnTo>
                  <a:lnTo>
                    <a:pt x="11442" y="12896"/>
                  </a:lnTo>
                  <a:lnTo>
                    <a:pt x="12774" y="12775"/>
                  </a:lnTo>
                  <a:lnTo>
                    <a:pt x="14106" y="12674"/>
                  </a:lnTo>
                  <a:lnTo>
                    <a:pt x="15075" y="12613"/>
                  </a:lnTo>
                  <a:lnTo>
                    <a:pt x="16467" y="12512"/>
                  </a:lnTo>
                  <a:lnTo>
                    <a:pt x="17173" y="12452"/>
                  </a:lnTo>
                  <a:lnTo>
                    <a:pt x="17880" y="12371"/>
                  </a:lnTo>
                  <a:lnTo>
                    <a:pt x="18586" y="12290"/>
                  </a:lnTo>
                  <a:lnTo>
                    <a:pt x="19272" y="12169"/>
                  </a:lnTo>
                  <a:lnTo>
                    <a:pt x="19978" y="12028"/>
                  </a:lnTo>
                  <a:lnTo>
                    <a:pt x="20665" y="11867"/>
                  </a:lnTo>
                  <a:lnTo>
                    <a:pt x="21149" y="11705"/>
                  </a:lnTo>
                  <a:lnTo>
                    <a:pt x="21613" y="11544"/>
                  </a:lnTo>
                  <a:lnTo>
                    <a:pt x="22057" y="11362"/>
                  </a:lnTo>
                  <a:lnTo>
                    <a:pt x="22461" y="11180"/>
                  </a:lnTo>
                  <a:lnTo>
                    <a:pt x="22824" y="10958"/>
                  </a:lnTo>
                  <a:lnTo>
                    <a:pt x="23167" y="10736"/>
                  </a:lnTo>
                  <a:lnTo>
                    <a:pt x="23470" y="10474"/>
                  </a:lnTo>
                  <a:lnTo>
                    <a:pt x="23752" y="10212"/>
                  </a:lnTo>
                  <a:lnTo>
                    <a:pt x="23914" y="10030"/>
                  </a:lnTo>
                  <a:lnTo>
                    <a:pt x="24075" y="9849"/>
                  </a:lnTo>
                  <a:lnTo>
                    <a:pt x="24358" y="9445"/>
                  </a:lnTo>
                  <a:lnTo>
                    <a:pt x="24600" y="9021"/>
                  </a:lnTo>
                  <a:lnTo>
                    <a:pt x="24822" y="8597"/>
                  </a:lnTo>
                  <a:lnTo>
                    <a:pt x="25023" y="8133"/>
                  </a:lnTo>
                  <a:lnTo>
                    <a:pt x="25185" y="7669"/>
                  </a:lnTo>
                  <a:lnTo>
                    <a:pt x="25508" y="6741"/>
                  </a:lnTo>
                  <a:lnTo>
                    <a:pt x="25770" y="6014"/>
                  </a:lnTo>
                  <a:lnTo>
                    <a:pt x="26053" y="5268"/>
                  </a:lnTo>
                  <a:lnTo>
                    <a:pt x="26194" y="4925"/>
                  </a:lnTo>
                  <a:lnTo>
                    <a:pt x="26376" y="4561"/>
                  </a:lnTo>
                  <a:lnTo>
                    <a:pt x="26557" y="4238"/>
                  </a:lnTo>
                  <a:lnTo>
                    <a:pt x="26759" y="3895"/>
                  </a:lnTo>
                  <a:lnTo>
                    <a:pt x="27021" y="3532"/>
                  </a:lnTo>
                  <a:lnTo>
                    <a:pt x="27324" y="3169"/>
                  </a:lnTo>
                  <a:lnTo>
                    <a:pt x="27627" y="2826"/>
                  </a:lnTo>
                  <a:lnTo>
                    <a:pt x="27950" y="2503"/>
                  </a:lnTo>
                  <a:lnTo>
                    <a:pt x="28293" y="2120"/>
                  </a:lnTo>
                  <a:lnTo>
                    <a:pt x="28656" y="1736"/>
                  </a:lnTo>
                  <a:lnTo>
                    <a:pt x="28979" y="1333"/>
                  </a:lnTo>
                  <a:lnTo>
                    <a:pt x="29120" y="1111"/>
                  </a:lnTo>
                  <a:lnTo>
                    <a:pt x="29261" y="889"/>
                  </a:lnTo>
                  <a:lnTo>
                    <a:pt x="29362" y="727"/>
                  </a:lnTo>
                  <a:lnTo>
                    <a:pt x="29382" y="626"/>
                  </a:lnTo>
                  <a:lnTo>
                    <a:pt x="29382" y="545"/>
                  </a:lnTo>
                  <a:lnTo>
                    <a:pt x="29362" y="445"/>
                  </a:lnTo>
                  <a:lnTo>
                    <a:pt x="29322" y="364"/>
                  </a:lnTo>
                  <a:lnTo>
                    <a:pt x="29261" y="303"/>
                  </a:lnTo>
                  <a:lnTo>
                    <a:pt x="29201" y="243"/>
                  </a:lnTo>
                  <a:lnTo>
                    <a:pt x="29059" y="162"/>
                  </a:lnTo>
                  <a:lnTo>
                    <a:pt x="28918" y="122"/>
                  </a:lnTo>
                  <a:lnTo>
                    <a:pt x="28716" y="61"/>
                  </a:lnTo>
                  <a:lnTo>
                    <a:pt x="28494" y="21"/>
                  </a:lnTo>
                  <a:lnTo>
                    <a:pt x="282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47" name="Google Shape;1447;p17"/>
          <p:cNvSpPr/>
          <p:nvPr/>
        </p:nvSpPr>
        <p:spPr>
          <a:xfrm>
            <a:off x="322954" y="2732577"/>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17"/>
          <p:cNvSpPr/>
          <p:nvPr/>
        </p:nvSpPr>
        <p:spPr>
          <a:xfrm>
            <a:off x="2337742" y="162452"/>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17"/>
          <p:cNvSpPr/>
          <p:nvPr/>
        </p:nvSpPr>
        <p:spPr>
          <a:xfrm>
            <a:off x="266642" y="1375840"/>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17"/>
          <p:cNvSpPr/>
          <p:nvPr/>
        </p:nvSpPr>
        <p:spPr>
          <a:xfrm>
            <a:off x="523842" y="1693465"/>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17"/>
          <p:cNvSpPr/>
          <p:nvPr/>
        </p:nvSpPr>
        <p:spPr>
          <a:xfrm>
            <a:off x="3174892" y="-10"/>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CUSTOM_10_1_1_1">
    <p:bg>
      <p:bgPr>
        <a:solidFill>
          <a:schemeClr val="lt2"/>
        </a:solidFill>
      </p:bgPr>
    </p:bg>
    <p:spTree>
      <p:nvGrpSpPr>
        <p:cNvPr id="1452" name="Shape 1452"/>
        <p:cNvGrpSpPr/>
        <p:nvPr/>
      </p:nvGrpSpPr>
      <p:grpSpPr>
        <a:xfrm>
          <a:off x="0" y="0"/>
          <a:ext cx="0" cy="0"/>
          <a:chOff x="0" y="0"/>
          <a:chExt cx="0" cy="0"/>
        </a:xfrm>
      </p:grpSpPr>
      <p:sp>
        <p:nvSpPr>
          <p:cNvPr id="1453" name="Google Shape;1453;p18"/>
          <p:cNvSpPr/>
          <p:nvPr/>
        </p:nvSpPr>
        <p:spPr>
          <a:xfrm>
            <a:off x="0" y="4075216"/>
            <a:ext cx="9144000" cy="1093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18"/>
          <p:cNvSpPr/>
          <p:nvPr/>
        </p:nvSpPr>
        <p:spPr>
          <a:xfrm>
            <a:off x="0" y="0"/>
            <a:ext cx="9144000" cy="1093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18"/>
          <p:cNvSpPr txBox="1"/>
          <p:nvPr>
            <p:ph type="title"/>
          </p:nvPr>
        </p:nvSpPr>
        <p:spPr>
          <a:xfrm>
            <a:off x="2514600" y="2671608"/>
            <a:ext cx="4114800" cy="4116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456" name="Google Shape;1456;p18"/>
          <p:cNvSpPr txBox="1"/>
          <p:nvPr>
            <p:ph idx="1" type="subTitle"/>
          </p:nvPr>
        </p:nvSpPr>
        <p:spPr>
          <a:xfrm>
            <a:off x="3037200" y="3288047"/>
            <a:ext cx="3069600" cy="395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600"/>
              <a:buNone/>
              <a:defRPr sz="1600"/>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1457" name="Google Shape;1457;p18"/>
          <p:cNvSpPr txBox="1"/>
          <p:nvPr>
            <p:ph hasCustomPrompt="1" idx="2" type="title"/>
          </p:nvPr>
        </p:nvSpPr>
        <p:spPr>
          <a:xfrm>
            <a:off x="4027950" y="1696303"/>
            <a:ext cx="1088100" cy="475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500">
                <a:solidFill>
                  <a:schemeClr val="lt1"/>
                </a:solidFill>
              </a:defRPr>
            </a:lvl1pPr>
            <a:lvl2pPr lvl="1" rtl="0" algn="ctr">
              <a:spcBef>
                <a:spcPts val="0"/>
              </a:spcBef>
              <a:spcAft>
                <a:spcPts val="0"/>
              </a:spcAft>
              <a:buClr>
                <a:schemeClr val="dk2"/>
              </a:buClr>
              <a:buSzPts val="6000"/>
              <a:buNone/>
              <a:defRPr sz="6000">
                <a:solidFill>
                  <a:schemeClr val="dk2"/>
                </a:solidFill>
              </a:defRPr>
            </a:lvl2pPr>
            <a:lvl3pPr lvl="2" rtl="0" algn="ctr">
              <a:spcBef>
                <a:spcPts val="0"/>
              </a:spcBef>
              <a:spcAft>
                <a:spcPts val="0"/>
              </a:spcAft>
              <a:buClr>
                <a:schemeClr val="dk2"/>
              </a:buClr>
              <a:buSzPts val="6000"/>
              <a:buNone/>
              <a:defRPr sz="6000">
                <a:solidFill>
                  <a:schemeClr val="dk2"/>
                </a:solidFill>
              </a:defRPr>
            </a:lvl3pPr>
            <a:lvl4pPr lvl="3" rtl="0" algn="ctr">
              <a:spcBef>
                <a:spcPts val="0"/>
              </a:spcBef>
              <a:spcAft>
                <a:spcPts val="0"/>
              </a:spcAft>
              <a:buClr>
                <a:schemeClr val="dk2"/>
              </a:buClr>
              <a:buSzPts val="6000"/>
              <a:buNone/>
              <a:defRPr sz="6000">
                <a:solidFill>
                  <a:schemeClr val="dk2"/>
                </a:solidFill>
              </a:defRPr>
            </a:lvl4pPr>
            <a:lvl5pPr lvl="4" rtl="0" algn="ctr">
              <a:spcBef>
                <a:spcPts val="0"/>
              </a:spcBef>
              <a:spcAft>
                <a:spcPts val="0"/>
              </a:spcAft>
              <a:buClr>
                <a:schemeClr val="dk2"/>
              </a:buClr>
              <a:buSzPts val="6000"/>
              <a:buNone/>
              <a:defRPr sz="6000">
                <a:solidFill>
                  <a:schemeClr val="dk2"/>
                </a:solidFill>
              </a:defRPr>
            </a:lvl5pPr>
            <a:lvl6pPr lvl="5" rtl="0" algn="ctr">
              <a:spcBef>
                <a:spcPts val="0"/>
              </a:spcBef>
              <a:spcAft>
                <a:spcPts val="0"/>
              </a:spcAft>
              <a:buClr>
                <a:schemeClr val="dk2"/>
              </a:buClr>
              <a:buSzPts val="6000"/>
              <a:buNone/>
              <a:defRPr sz="6000">
                <a:solidFill>
                  <a:schemeClr val="dk2"/>
                </a:solidFill>
              </a:defRPr>
            </a:lvl6pPr>
            <a:lvl7pPr lvl="6" rtl="0" algn="ctr">
              <a:spcBef>
                <a:spcPts val="0"/>
              </a:spcBef>
              <a:spcAft>
                <a:spcPts val="0"/>
              </a:spcAft>
              <a:buClr>
                <a:schemeClr val="dk2"/>
              </a:buClr>
              <a:buSzPts val="6000"/>
              <a:buNone/>
              <a:defRPr sz="6000">
                <a:solidFill>
                  <a:schemeClr val="dk2"/>
                </a:solidFill>
              </a:defRPr>
            </a:lvl7pPr>
            <a:lvl8pPr lvl="7" rtl="0" algn="ctr">
              <a:spcBef>
                <a:spcPts val="0"/>
              </a:spcBef>
              <a:spcAft>
                <a:spcPts val="0"/>
              </a:spcAft>
              <a:buClr>
                <a:schemeClr val="dk2"/>
              </a:buClr>
              <a:buSzPts val="6000"/>
              <a:buNone/>
              <a:defRPr sz="6000">
                <a:solidFill>
                  <a:schemeClr val="dk2"/>
                </a:solidFill>
              </a:defRPr>
            </a:lvl8pPr>
            <a:lvl9pPr lvl="8" rtl="0" algn="ctr">
              <a:spcBef>
                <a:spcPts val="0"/>
              </a:spcBef>
              <a:spcAft>
                <a:spcPts val="0"/>
              </a:spcAft>
              <a:buClr>
                <a:schemeClr val="dk2"/>
              </a:buClr>
              <a:buSzPts val="6000"/>
              <a:buNone/>
              <a:defRPr sz="6000">
                <a:solidFill>
                  <a:schemeClr val="dk2"/>
                </a:solidFill>
              </a:defRPr>
            </a:lvl9pPr>
          </a:lstStyle>
          <a:p>
            <a:r>
              <a:t>xx%</a:t>
            </a:r>
          </a:p>
        </p:txBody>
      </p:sp>
      <p:sp>
        <p:nvSpPr>
          <p:cNvPr id="1458" name="Google Shape;1458;p18"/>
          <p:cNvSpPr/>
          <p:nvPr/>
        </p:nvSpPr>
        <p:spPr>
          <a:xfrm>
            <a:off x="8133850" y="182191"/>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18"/>
          <p:cNvSpPr/>
          <p:nvPr/>
        </p:nvSpPr>
        <p:spPr>
          <a:xfrm rot="5400000">
            <a:off x="8133850" y="787293"/>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18"/>
          <p:cNvSpPr/>
          <p:nvPr/>
        </p:nvSpPr>
        <p:spPr>
          <a:xfrm rot="3449335">
            <a:off x="1473204" y="-1086091"/>
            <a:ext cx="1596402" cy="1802919"/>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18"/>
          <p:cNvSpPr/>
          <p:nvPr/>
        </p:nvSpPr>
        <p:spPr>
          <a:xfrm>
            <a:off x="7290020" y="98147"/>
            <a:ext cx="6754688" cy="4497143"/>
          </a:xfrm>
          <a:custGeom>
            <a:rect b="b" l="l" r="r" t="t"/>
            <a:pathLst>
              <a:path extrusionOk="0" h="80439" w="120819">
                <a:moveTo>
                  <a:pt x="94887" y="81"/>
                </a:moveTo>
                <a:lnTo>
                  <a:pt x="96400" y="122"/>
                </a:lnTo>
                <a:lnTo>
                  <a:pt x="97914" y="182"/>
                </a:lnTo>
                <a:lnTo>
                  <a:pt x="99427" y="283"/>
                </a:lnTo>
                <a:lnTo>
                  <a:pt x="100941" y="424"/>
                </a:lnTo>
                <a:lnTo>
                  <a:pt x="102454" y="586"/>
                </a:lnTo>
                <a:lnTo>
                  <a:pt x="103968" y="788"/>
                </a:lnTo>
                <a:lnTo>
                  <a:pt x="105481" y="1030"/>
                </a:lnTo>
                <a:lnTo>
                  <a:pt x="106894" y="1272"/>
                </a:lnTo>
                <a:lnTo>
                  <a:pt x="107620" y="1413"/>
                </a:lnTo>
                <a:lnTo>
                  <a:pt x="108367" y="1595"/>
                </a:lnTo>
                <a:lnTo>
                  <a:pt x="109114" y="1777"/>
                </a:lnTo>
                <a:lnTo>
                  <a:pt x="109860" y="1998"/>
                </a:lnTo>
                <a:lnTo>
                  <a:pt x="110607" y="2241"/>
                </a:lnTo>
                <a:lnTo>
                  <a:pt x="111354" y="2503"/>
                </a:lnTo>
                <a:lnTo>
                  <a:pt x="112100" y="2806"/>
                </a:lnTo>
                <a:lnTo>
                  <a:pt x="112827" y="3129"/>
                </a:lnTo>
                <a:lnTo>
                  <a:pt x="113533" y="3492"/>
                </a:lnTo>
                <a:lnTo>
                  <a:pt x="114219" y="3895"/>
                </a:lnTo>
                <a:lnTo>
                  <a:pt x="114562" y="4117"/>
                </a:lnTo>
                <a:lnTo>
                  <a:pt x="114885" y="4339"/>
                </a:lnTo>
                <a:lnTo>
                  <a:pt x="115208" y="4582"/>
                </a:lnTo>
                <a:lnTo>
                  <a:pt x="115531" y="4824"/>
                </a:lnTo>
                <a:lnTo>
                  <a:pt x="115834" y="5086"/>
                </a:lnTo>
                <a:lnTo>
                  <a:pt x="116136" y="5369"/>
                </a:lnTo>
                <a:lnTo>
                  <a:pt x="116419" y="5651"/>
                </a:lnTo>
                <a:lnTo>
                  <a:pt x="116701" y="5934"/>
                </a:lnTo>
                <a:lnTo>
                  <a:pt x="117044" y="6317"/>
                </a:lnTo>
                <a:lnTo>
                  <a:pt x="117367" y="6721"/>
                </a:lnTo>
                <a:lnTo>
                  <a:pt x="117690" y="7165"/>
                </a:lnTo>
                <a:lnTo>
                  <a:pt x="118033" y="7669"/>
                </a:lnTo>
                <a:lnTo>
                  <a:pt x="118336" y="8194"/>
                </a:lnTo>
                <a:lnTo>
                  <a:pt x="118659" y="8799"/>
                </a:lnTo>
                <a:lnTo>
                  <a:pt x="118941" y="9445"/>
                </a:lnTo>
                <a:lnTo>
                  <a:pt x="119224" y="10171"/>
                </a:lnTo>
                <a:lnTo>
                  <a:pt x="119486" y="10958"/>
                </a:lnTo>
                <a:lnTo>
                  <a:pt x="119728" y="11826"/>
                </a:lnTo>
                <a:lnTo>
                  <a:pt x="119950" y="12795"/>
                </a:lnTo>
                <a:lnTo>
                  <a:pt x="120152" y="13824"/>
                </a:lnTo>
                <a:lnTo>
                  <a:pt x="120334" y="14974"/>
                </a:lnTo>
                <a:lnTo>
                  <a:pt x="120475" y="16205"/>
                </a:lnTo>
                <a:lnTo>
                  <a:pt x="120576" y="17557"/>
                </a:lnTo>
                <a:lnTo>
                  <a:pt x="120657" y="19010"/>
                </a:lnTo>
                <a:lnTo>
                  <a:pt x="120697" y="20241"/>
                </a:lnTo>
                <a:lnTo>
                  <a:pt x="120717" y="21472"/>
                </a:lnTo>
                <a:lnTo>
                  <a:pt x="120737" y="22683"/>
                </a:lnTo>
                <a:lnTo>
                  <a:pt x="120737" y="23914"/>
                </a:lnTo>
                <a:lnTo>
                  <a:pt x="120717" y="25145"/>
                </a:lnTo>
                <a:lnTo>
                  <a:pt x="120697" y="26376"/>
                </a:lnTo>
                <a:lnTo>
                  <a:pt x="120657" y="27607"/>
                </a:lnTo>
                <a:lnTo>
                  <a:pt x="120616" y="28838"/>
                </a:lnTo>
                <a:lnTo>
                  <a:pt x="120536" y="30049"/>
                </a:lnTo>
                <a:lnTo>
                  <a:pt x="120455" y="31280"/>
                </a:lnTo>
                <a:lnTo>
                  <a:pt x="120374" y="32511"/>
                </a:lnTo>
                <a:lnTo>
                  <a:pt x="120253" y="33722"/>
                </a:lnTo>
                <a:lnTo>
                  <a:pt x="120152" y="34953"/>
                </a:lnTo>
                <a:lnTo>
                  <a:pt x="120011" y="36163"/>
                </a:lnTo>
                <a:lnTo>
                  <a:pt x="119870" y="37394"/>
                </a:lnTo>
                <a:lnTo>
                  <a:pt x="119708" y="38605"/>
                </a:lnTo>
                <a:lnTo>
                  <a:pt x="119567" y="39533"/>
                </a:lnTo>
                <a:lnTo>
                  <a:pt x="119405" y="40462"/>
                </a:lnTo>
                <a:lnTo>
                  <a:pt x="119224" y="41390"/>
                </a:lnTo>
                <a:lnTo>
                  <a:pt x="119103" y="41834"/>
                </a:lnTo>
                <a:lnTo>
                  <a:pt x="118982" y="42278"/>
                </a:lnTo>
                <a:lnTo>
                  <a:pt x="118820" y="42722"/>
                </a:lnTo>
                <a:lnTo>
                  <a:pt x="118659" y="43166"/>
                </a:lnTo>
                <a:lnTo>
                  <a:pt x="118497" y="43590"/>
                </a:lnTo>
                <a:lnTo>
                  <a:pt x="118296" y="43993"/>
                </a:lnTo>
                <a:lnTo>
                  <a:pt x="118074" y="44397"/>
                </a:lnTo>
                <a:lnTo>
                  <a:pt x="117831" y="44800"/>
                </a:lnTo>
                <a:lnTo>
                  <a:pt x="117549" y="45164"/>
                </a:lnTo>
                <a:lnTo>
                  <a:pt x="117266" y="45527"/>
                </a:lnTo>
                <a:lnTo>
                  <a:pt x="117105" y="45709"/>
                </a:lnTo>
                <a:lnTo>
                  <a:pt x="116943" y="45870"/>
                </a:lnTo>
                <a:lnTo>
                  <a:pt x="116782" y="45991"/>
                </a:lnTo>
                <a:lnTo>
                  <a:pt x="116621" y="46112"/>
                </a:lnTo>
                <a:lnTo>
                  <a:pt x="116459" y="46193"/>
                </a:lnTo>
                <a:lnTo>
                  <a:pt x="116298" y="46253"/>
                </a:lnTo>
                <a:lnTo>
                  <a:pt x="116136" y="46294"/>
                </a:lnTo>
                <a:lnTo>
                  <a:pt x="115975" y="46314"/>
                </a:lnTo>
                <a:lnTo>
                  <a:pt x="115813" y="46314"/>
                </a:lnTo>
                <a:lnTo>
                  <a:pt x="115632" y="46294"/>
                </a:lnTo>
                <a:lnTo>
                  <a:pt x="115490" y="46253"/>
                </a:lnTo>
                <a:lnTo>
                  <a:pt x="115349" y="46193"/>
                </a:lnTo>
                <a:lnTo>
                  <a:pt x="115228" y="46092"/>
                </a:lnTo>
                <a:lnTo>
                  <a:pt x="115107" y="45991"/>
                </a:lnTo>
                <a:lnTo>
                  <a:pt x="115006" y="45890"/>
                </a:lnTo>
                <a:lnTo>
                  <a:pt x="114905" y="45749"/>
                </a:lnTo>
                <a:lnTo>
                  <a:pt x="114724" y="45446"/>
                </a:lnTo>
                <a:lnTo>
                  <a:pt x="114562" y="45103"/>
                </a:lnTo>
                <a:lnTo>
                  <a:pt x="114441" y="44740"/>
                </a:lnTo>
                <a:lnTo>
                  <a:pt x="114300" y="44336"/>
                </a:lnTo>
                <a:lnTo>
                  <a:pt x="114360" y="44316"/>
                </a:lnTo>
                <a:lnTo>
                  <a:pt x="114199" y="43751"/>
                </a:lnTo>
                <a:lnTo>
                  <a:pt x="114017" y="43186"/>
                </a:lnTo>
                <a:lnTo>
                  <a:pt x="113816" y="42641"/>
                </a:lnTo>
                <a:lnTo>
                  <a:pt x="113594" y="42096"/>
                </a:lnTo>
                <a:lnTo>
                  <a:pt x="113331" y="41551"/>
                </a:lnTo>
                <a:lnTo>
                  <a:pt x="113049" y="41027"/>
                </a:lnTo>
                <a:lnTo>
                  <a:pt x="112746" y="40522"/>
                </a:lnTo>
                <a:lnTo>
                  <a:pt x="112403" y="40018"/>
                </a:lnTo>
                <a:lnTo>
                  <a:pt x="112040" y="39533"/>
                </a:lnTo>
                <a:lnTo>
                  <a:pt x="111656" y="39049"/>
                </a:lnTo>
                <a:lnTo>
                  <a:pt x="111253" y="38605"/>
                </a:lnTo>
                <a:lnTo>
                  <a:pt x="110829" y="38161"/>
                </a:lnTo>
                <a:lnTo>
                  <a:pt x="110365" y="37717"/>
                </a:lnTo>
                <a:lnTo>
                  <a:pt x="109901" y="37314"/>
                </a:lnTo>
                <a:lnTo>
                  <a:pt x="109396" y="36910"/>
                </a:lnTo>
                <a:lnTo>
                  <a:pt x="108892" y="36547"/>
                </a:lnTo>
                <a:lnTo>
                  <a:pt x="108367" y="36184"/>
                </a:lnTo>
                <a:lnTo>
                  <a:pt x="107822" y="35861"/>
                </a:lnTo>
                <a:lnTo>
                  <a:pt x="107277" y="35558"/>
                </a:lnTo>
                <a:lnTo>
                  <a:pt x="106712" y="35275"/>
                </a:lnTo>
                <a:lnTo>
                  <a:pt x="106147" y="35033"/>
                </a:lnTo>
                <a:lnTo>
                  <a:pt x="105582" y="34811"/>
                </a:lnTo>
                <a:lnTo>
                  <a:pt x="104997" y="34610"/>
                </a:lnTo>
                <a:lnTo>
                  <a:pt x="104412" y="34428"/>
                </a:lnTo>
                <a:lnTo>
                  <a:pt x="103826" y="34287"/>
                </a:lnTo>
                <a:lnTo>
                  <a:pt x="103241" y="34166"/>
                </a:lnTo>
                <a:lnTo>
                  <a:pt x="102636" y="34065"/>
                </a:lnTo>
                <a:lnTo>
                  <a:pt x="102051" y="34004"/>
                </a:lnTo>
                <a:lnTo>
                  <a:pt x="101445" y="33964"/>
                </a:lnTo>
                <a:lnTo>
                  <a:pt x="100860" y="33944"/>
                </a:lnTo>
                <a:lnTo>
                  <a:pt x="100255" y="33964"/>
                </a:lnTo>
                <a:lnTo>
                  <a:pt x="99669" y="34004"/>
                </a:lnTo>
                <a:lnTo>
                  <a:pt x="99084" y="34085"/>
                </a:lnTo>
                <a:lnTo>
                  <a:pt x="98499" y="34166"/>
                </a:lnTo>
                <a:lnTo>
                  <a:pt x="97914" y="34307"/>
                </a:lnTo>
                <a:lnTo>
                  <a:pt x="97349" y="34448"/>
                </a:lnTo>
                <a:lnTo>
                  <a:pt x="96763" y="34630"/>
                </a:lnTo>
                <a:lnTo>
                  <a:pt x="96198" y="34831"/>
                </a:lnTo>
                <a:lnTo>
                  <a:pt x="95654" y="35053"/>
                </a:lnTo>
                <a:lnTo>
                  <a:pt x="95109" y="35296"/>
                </a:lnTo>
                <a:lnTo>
                  <a:pt x="94564" y="35578"/>
                </a:lnTo>
                <a:lnTo>
                  <a:pt x="94019" y="35861"/>
                </a:lnTo>
                <a:lnTo>
                  <a:pt x="93494" y="36184"/>
                </a:lnTo>
                <a:lnTo>
                  <a:pt x="92990" y="36527"/>
                </a:lnTo>
                <a:lnTo>
                  <a:pt x="92485" y="36910"/>
                </a:lnTo>
                <a:lnTo>
                  <a:pt x="92001" y="37293"/>
                </a:lnTo>
                <a:lnTo>
                  <a:pt x="91517" y="37697"/>
                </a:lnTo>
                <a:lnTo>
                  <a:pt x="91052" y="38141"/>
                </a:lnTo>
                <a:lnTo>
                  <a:pt x="90609" y="38585"/>
                </a:lnTo>
                <a:lnTo>
                  <a:pt x="90185" y="39049"/>
                </a:lnTo>
                <a:lnTo>
                  <a:pt x="89781" y="39513"/>
                </a:lnTo>
                <a:lnTo>
                  <a:pt x="89398" y="40018"/>
                </a:lnTo>
                <a:lnTo>
                  <a:pt x="89055" y="40502"/>
                </a:lnTo>
                <a:lnTo>
                  <a:pt x="88712" y="41027"/>
                </a:lnTo>
                <a:lnTo>
                  <a:pt x="88389" y="41551"/>
                </a:lnTo>
                <a:lnTo>
                  <a:pt x="88086" y="42076"/>
                </a:lnTo>
                <a:lnTo>
                  <a:pt x="87824" y="42621"/>
                </a:lnTo>
                <a:lnTo>
                  <a:pt x="87561" y="43186"/>
                </a:lnTo>
                <a:lnTo>
                  <a:pt x="87339" y="43751"/>
                </a:lnTo>
                <a:lnTo>
                  <a:pt x="87138" y="44316"/>
                </a:lnTo>
                <a:lnTo>
                  <a:pt x="86956" y="44881"/>
                </a:lnTo>
                <a:lnTo>
                  <a:pt x="86815" y="45466"/>
                </a:lnTo>
                <a:lnTo>
                  <a:pt x="86673" y="46052"/>
                </a:lnTo>
                <a:lnTo>
                  <a:pt x="86573" y="46637"/>
                </a:lnTo>
                <a:lnTo>
                  <a:pt x="86492" y="47283"/>
                </a:lnTo>
                <a:lnTo>
                  <a:pt x="86411" y="47928"/>
                </a:lnTo>
                <a:lnTo>
                  <a:pt x="86290" y="49240"/>
                </a:lnTo>
                <a:lnTo>
                  <a:pt x="86209" y="50330"/>
                </a:lnTo>
                <a:lnTo>
                  <a:pt x="86088" y="51399"/>
                </a:lnTo>
                <a:lnTo>
                  <a:pt x="86007" y="51924"/>
                </a:lnTo>
                <a:lnTo>
                  <a:pt x="85927" y="52449"/>
                </a:lnTo>
                <a:lnTo>
                  <a:pt x="85806" y="52973"/>
                </a:lnTo>
                <a:lnTo>
                  <a:pt x="85685" y="53458"/>
                </a:lnTo>
                <a:lnTo>
                  <a:pt x="85543" y="53962"/>
                </a:lnTo>
                <a:lnTo>
                  <a:pt x="85362" y="54426"/>
                </a:lnTo>
                <a:lnTo>
                  <a:pt x="85160" y="54870"/>
                </a:lnTo>
                <a:lnTo>
                  <a:pt x="84918" y="55314"/>
                </a:lnTo>
                <a:lnTo>
                  <a:pt x="84655" y="55718"/>
                </a:lnTo>
                <a:lnTo>
                  <a:pt x="84353" y="56101"/>
                </a:lnTo>
                <a:lnTo>
                  <a:pt x="84171" y="56303"/>
                </a:lnTo>
                <a:lnTo>
                  <a:pt x="84010" y="56465"/>
                </a:lnTo>
                <a:lnTo>
                  <a:pt x="83808" y="56646"/>
                </a:lnTo>
                <a:lnTo>
                  <a:pt x="83606" y="56808"/>
                </a:lnTo>
                <a:lnTo>
                  <a:pt x="83344" y="56989"/>
                </a:lnTo>
                <a:lnTo>
                  <a:pt x="83041" y="57191"/>
                </a:lnTo>
                <a:lnTo>
                  <a:pt x="82658" y="57393"/>
                </a:lnTo>
                <a:lnTo>
                  <a:pt x="82173" y="57595"/>
                </a:lnTo>
                <a:lnTo>
                  <a:pt x="81628" y="57776"/>
                </a:lnTo>
                <a:lnTo>
                  <a:pt x="81326" y="57877"/>
                </a:lnTo>
                <a:lnTo>
                  <a:pt x="80983" y="57958"/>
                </a:lnTo>
                <a:lnTo>
                  <a:pt x="80599" y="58018"/>
                </a:lnTo>
                <a:lnTo>
                  <a:pt x="80216" y="58099"/>
                </a:lnTo>
                <a:lnTo>
                  <a:pt x="79792" y="58160"/>
                </a:lnTo>
                <a:lnTo>
                  <a:pt x="79328" y="58200"/>
                </a:lnTo>
                <a:lnTo>
                  <a:pt x="78642" y="58261"/>
                </a:lnTo>
                <a:lnTo>
                  <a:pt x="77935" y="58281"/>
                </a:lnTo>
                <a:lnTo>
                  <a:pt x="77249" y="58301"/>
                </a:lnTo>
                <a:lnTo>
                  <a:pt x="76543" y="58301"/>
                </a:lnTo>
                <a:lnTo>
                  <a:pt x="75837" y="58281"/>
                </a:lnTo>
                <a:lnTo>
                  <a:pt x="75151" y="58240"/>
                </a:lnTo>
                <a:lnTo>
                  <a:pt x="74444" y="58180"/>
                </a:lnTo>
                <a:lnTo>
                  <a:pt x="73758" y="58119"/>
                </a:lnTo>
                <a:lnTo>
                  <a:pt x="72366" y="57958"/>
                </a:lnTo>
                <a:lnTo>
                  <a:pt x="70994" y="57776"/>
                </a:lnTo>
                <a:lnTo>
                  <a:pt x="69601" y="57574"/>
                </a:lnTo>
                <a:lnTo>
                  <a:pt x="68249" y="57352"/>
                </a:lnTo>
                <a:lnTo>
                  <a:pt x="66937" y="57151"/>
                </a:lnTo>
                <a:lnTo>
                  <a:pt x="65605" y="56949"/>
                </a:lnTo>
                <a:lnTo>
                  <a:pt x="64294" y="56767"/>
                </a:lnTo>
                <a:lnTo>
                  <a:pt x="62962" y="56606"/>
                </a:lnTo>
                <a:lnTo>
                  <a:pt x="61771" y="56505"/>
                </a:lnTo>
                <a:lnTo>
                  <a:pt x="60581" y="56424"/>
                </a:lnTo>
                <a:lnTo>
                  <a:pt x="59390" y="56384"/>
                </a:lnTo>
                <a:lnTo>
                  <a:pt x="58179" y="56364"/>
                </a:lnTo>
                <a:lnTo>
                  <a:pt x="56968" y="56384"/>
                </a:lnTo>
                <a:lnTo>
                  <a:pt x="55778" y="56444"/>
                </a:lnTo>
                <a:lnTo>
                  <a:pt x="54567" y="56525"/>
                </a:lnTo>
                <a:lnTo>
                  <a:pt x="53356" y="56646"/>
                </a:lnTo>
                <a:lnTo>
                  <a:pt x="52145" y="56787"/>
                </a:lnTo>
                <a:lnTo>
                  <a:pt x="50935" y="56949"/>
                </a:lnTo>
                <a:lnTo>
                  <a:pt x="49744" y="57151"/>
                </a:lnTo>
                <a:lnTo>
                  <a:pt x="48553" y="57393"/>
                </a:lnTo>
                <a:lnTo>
                  <a:pt x="47343" y="57655"/>
                </a:lnTo>
                <a:lnTo>
                  <a:pt x="46172" y="57958"/>
                </a:lnTo>
                <a:lnTo>
                  <a:pt x="44981" y="58281"/>
                </a:lnTo>
                <a:lnTo>
                  <a:pt x="43811" y="58644"/>
                </a:lnTo>
                <a:lnTo>
                  <a:pt x="42661" y="59027"/>
                </a:lnTo>
                <a:lnTo>
                  <a:pt x="41510" y="59451"/>
                </a:lnTo>
                <a:lnTo>
                  <a:pt x="40380" y="59895"/>
                </a:lnTo>
                <a:lnTo>
                  <a:pt x="39250" y="60359"/>
                </a:lnTo>
                <a:lnTo>
                  <a:pt x="38140" y="60864"/>
                </a:lnTo>
                <a:lnTo>
                  <a:pt x="37031" y="61409"/>
                </a:lnTo>
                <a:lnTo>
                  <a:pt x="35961" y="61954"/>
                </a:lnTo>
                <a:lnTo>
                  <a:pt x="34891" y="62539"/>
                </a:lnTo>
                <a:lnTo>
                  <a:pt x="33842" y="63144"/>
                </a:lnTo>
                <a:lnTo>
                  <a:pt x="32813" y="63790"/>
                </a:lnTo>
                <a:lnTo>
                  <a:pt x="31784" y="64436"/>
                </a:lnTo>
                <a:lnTo>
                  <a:pt x="30795" y="65122"/>
                </a:lnTo>
                <a:lnTo>
                  <a:pt x="29826" y="65828"/>
                </a:lnTo>
                <a:lnTo>
                  <a:pt x="28878" y="66555"/>
                </a:lnTo>
                <a:lnTo>
                  <a:pt x="27950" y="67321"/>
                </a:lnTo>
                <a:lnTo>
                  <a:pt x="27041" y="68088"/>
                </a:lnTo>
                <a:lnTo>
                  <a:pt x="26113" y="68916"/>
                </a:lnTo>
                <a:lnTo>
                  <a:pt x="25205" y="69763"/>
                </a:lnTo>
                <a:lnTo>
                  <a:pt x="23429" y="71499"/>
                </a:lnTo>
                <a:lnTo>
                  <a:pt x="22279" y="72609"/>
                </a:lnTo>
                <a:lnTo>
                  <a:pt x="21129" y="73719"/>
                </a:lnTo>
                <a:lnTo>
                  <a:pt x="19938" y="74788"/>
                </a:lnTo>
                <a:lnTo>
                  <a:pt x="19333" y="75313"/>
                </a:lnTo>
                <a:lnTo>
                  <a:pt x="18707" y="75837"/>
                </a:lnTo>
                <a:lnTo>
                  <a:pt x="18081" y="76342"/>
                </a:lnTo>
                <a:lnTo>
                  <a:pt x="17456" y="76826"/>
                </a:lnTo>
                <a:lnTo>
                  <a:pt x="16810" y="77290"/>
                </a:lnTo>
                <a:lnTo>
                  <a:pt x="16144" y="77734"/>
                </a:lnTo>
                <a:lnTo>
                  <a:pt x="15458" y="78158"/>
                </a:lnTo>
                <a:lnTo>
                  <a:pt x="14772" y="78542"/>
                </a:lnTo>
                <a:lnTo>
                  <a:pt x="14066" y="78925"/>
                </a:lnTo>
                <a:lnTo>
                  <a:pt x="13339" y="79268"/>
                </a:lnTo>
                <a:lnTo>
                  <a:pt x="12915" y="79450"/>
                </a:lnTo>
                <a:lnTo>
                  <a:pt x="12492" y="79611"/>
                </a:lnTo>
                <a:lnTo>
                  <a:pt x="12048" y="79752"/>
                </a:lnTo>
                <a:lnTo>
                  <a:pt x="11604" y="79894"/>
                </a:lnTo>
                <a:lnTo>
                  <a:pt x="11160" y="79995"/>
                </a:lnTo>
                <a:lnTo>
                  <a:pt x="10716" y="80095"/>
                </a:lnTo>
                <a:lnTo>
                  <a:pt x="10252" y="80196"/>
                </a:lnTo>
                <a:lnTo>
                  <a:pt x="9787" y="80257"/>
                </a:lnTo>
                <a:lnTo>
                  <a:pt x="9344" y="80297"/>
                </a:lnTo>
                <a:lnTo>
                  <a:pt x="8879" y="80338"/>
                </a:lnTo>
                <a:lnTo>
                  <a:pt x="8415" y="80358"/>
                </a:lnTo>
                <a:lnTo>
                  <a:pt x="7951" y="80358"/>
                </a:lnTo>
                <a:lnTo>
                  <a:pt x="7507" y="80338"/>
                </a:lnTo>
                <a:lnTo>
                  <a:pt x="7063" y="80317"/>
                </a:lnTo>
                <a:lnTo>
                  <a:pt x="6619" y="80257"/>
                </a:lnTo>
                <a:lnTo>
                  <a:pt x="6175" y="80196"/>
                </a:lnTo>
                <a:lnTo>
                  <a:pt x="5691" y="80095"/>
                </a:lnTo>
                <a:lnTo>
                  <a:pt x="5247" y="79974"/>
                </a:lnTo>
                <a:lnTo>
                  <a:pt x="4803" y="79853"/>
                </a:lnTo>
                <a:lnTo>
                  <a:pt x="4379" y="79692"/>
                </a:lnTo>
                <a:lnTo>
                  <a:pt x="3955" y="79510"/>
                </a:lnTo>
                <a:lnTo>
                  <a:pt x="3572" y="79329"/>
                </a:lnTo>
                <a:lnTo>
                  <a:pt x="3189" y="79107"/>
                </a:lnTo>
                <a:lnTo>
                  <a:pt x="2846" y="78885"/>
                </a:lnTo>
                <a:lnTo>
                  <a:pt x="2502" y="78642"/>
                </a:lnTo>
                <a:lnTo>
                  <a:pt x="2180" y="78380"/>
                </a:lnTo>
                <a:lnTo>
                  <a:pt x="1897" y="78098"/>
                </a:lnTo>
                <a:lnTo>
                  <a:pt x="1615" y="77795"/>
                </a:lnTo>
                <a:lnTo>
                  <a:pt x="1352" y="77472"/>
                </a:lnTo>
                <a:lnTo>
                  <a:pt x="1130" y="77149"/>
                </a:lnTo>
                <a:lnTo>
                  <a:pt x="908" y="76806"/>
                </a:lnTo>
                <a:lnTo>
                  <a:pt x="727" y="76443"/>
                </a:lnTo>
                <a:lnTo>
                  <a:pt x="585" y="76180"/>
                </a:lnTo>
                <a:lnTo>
                  <a:pt x="484" y="75898"/>
                </a:lnTo>
                <a:lnTo>
                  <a:pt x="384" y="75636"/>
                </a:lnTo>
                <a:lnTo>
                  <a:pt x="303" y="75353"/>
                </a:lnTo>
                <a:lnTo>
                  <a:pt x="242" y="75050"/>
                </a:lnTo>
                <a:lnTo>
                  <a:pt x="182" y="74768"/>
                </a:lnTo>
                <a:lnTo>
                  <a:pt x="141" y="74465"/>
                </a:lnTo>
                <a:lnTo>
                  <a:pt x="101" y="74162"/>
                </a:lnTo>
                <a:lnTo>
                  <a:pt x="81" y="73860"/>
                </a:lnTo>
                <a:lnTo>
                  <a:pt x="81" y="73557"/>
                </a:lnTo>
                <a:lnTo>
                  <a:pt x="101" y="73254"/>
                </a:lnTo>
                <a:lnTo>
                  <a:pt x="121" y="72952"/>
                </a:lnTo>
                <a:lnTo>
                  <a:pt x="162" y="72629"/>
                </a:lnTo>
                <a:lnTo>
                  <a:pt x="202" y="72306"/>
                </a:lnTo>
                <a:lnTo>
                  <a:pt x="262" y="71983"/>
                </a:lnTo>
                <a:lnTo>
                  <a:pt x="343" y="71680"/>
                </a:lnTo>
                <a:lnTo>
                  <a:pt x="525" y="71075"/>
                </a:lnTo>
                <a:lnTo>
                  <a:pt x="727" y="70490"/>
                </a:lnTo>
                <a:lnTo>
                  <a:pt x="989" y="69925"/>
                </a:lnTo>
                <a:lnTo>
                  <a:pt x="1292" y="69380"/>
                </a:lnTo>
                <a:lnTo>
                  <a:pt x="1615" y="68835"/>
                </a:lnTo>
                <a:lnTo>
                  <a:pt x="1998" y="68330"/>
                </a:lnTo>
                <a:lnTo>
                  <a:pt x="2381" y="67846"/>
                </a:lnTo>
                <a:lnTo>
                  <a:pt x="2825" y="67382"/>
                </a:lnTo>
                <a:lnTo>
                  <a:pt x="3209" y="67019"/>
                </a:lnTo>
                <a:lnTo>
                  <a:pt x="3612" y="66676"/>
                </a:lnTo>
                <a:lnTo>
                  <a:pt x="4036" y="66353"/>
                </a:lnTo>
                <a:lnTo>
                  <a:pt x="4500" y="66030"/>
                </a:lnTo>
                <a:lnTo>
                  <a:pt x="4964" y="65727"/>
                </a:lnTo>
                <a:lnTo>
                  <a:pt x="5449" y="65445"/>
                </a:lnTo>
                <a:lnTo>
                  <a:pt x="5973" y="65162"/>
                </a:lnTo>
                <a:lnTo>
                  <a:pt x="6518" y="64900"/>
                </a:lnTo>
                <a:lnTo>
                  <a:pt x="7063" y="64658"/>
                </a:lnTo>
                <a:lnTo>
                  <a:pt x="7669" y="64415"/>
                </a:lnTo>
                <a:lnTo>
                  <a:pt x="8274" y="64194"/>
                </a:lnTo>
                <a:lnTo>
                  <a:pt x="8920" y="63992"/>
                </a:lnTo>
                <a:lnTo>
                  <a:pt x="9586" y="63790"/>
                </a:lnTo>
                <a:lnTo>
                  <a:pt x="10272" y="63608"/>
                </a:lnTo>
                <a:lnTo>
                  <a:pt x="10978" y="63427"/>
                </a:lnTo>
                <a:lnTo>
                  <a:pt x="11745" y="63265"/>
                </a:lnTo>
                <a:lnTo>
                  <a:pt x="12673" y="63084"/>
                </a:lnTo>
                <a:lnTo>
                  <a:pt x="13460" y="62942"/>
                </a:lnTo>
                <a:lnTo>
                  <a:pt x="14227" y="62781"/>
                </a:lnTo>
                <a:lnTo>
                  <a:pt x="15014" y="62579"/>
                </a:lnTo>
                <a:lnTo>
                  <a:pt x="15761" y="62377"/>
                </a:lnTo>
                <a:lnTo>
                  <a:pt x="16144" y="62256"/>
                </a:lnTo>
                <a:lnTo>
                  <a:pt x="16507" y="62115"/>
                </a:lnTo>
                <a:lnTo>
                  <a:pt x="16871" y="61974"/>
                </a:lnTo>
                <a:lnTo>
                  <a:pt x="17234" y="61812"/>
                </a:lnTo>
                <a:lnTo>
                  <a:pt x="17577" y="61631"/>
                </a:lnTo>
                <a:lnTo>
                  <a:pt x="17920" y="61429"/>
                </a:lnTo>
                <a:lnTo>
                  <a:pt x="18243" y="61227"/>
                </a:lnTo>
                <a:lnTo>
                  <a:pt x="18566" y="61005"/>
                </a:lnTo>
                <a:lnTo>
                  <a:pt x="18909" y="60723"/>
                </a:lnTo>
                <a:lnTo>
                  <a:pt x="19232" y="60420"/>
                </a:lnTo>
                <a:lnTo>
                  <a:pt x="19534" y="60097"/>
                </a:lnTo>
                <a:lnTo>
                  <a:pt x="19817" y="59754"/>
                </a:lnTo>
                <a:lnTo>
                  <a:pt x="20099" y="59391"/>
                </a:lnTo>
                <a:lnTo>
                  <a:pt x="20362" y="59007"/>
                </a:lnTo>
                <a:lnTo>
                  <a:pt x="20604" y="58604"/>
                </a:lnTo>
                <a:lnTo>
                  <a:pt x="20826" y="58160"/>
                </a:lnTo>
                <a:lnTo>
                  <a:pt x="21028" y="57716"/>
                </a:lnTo>
                <a:lnTo>
                  <a:pt x="21230" y="57252"/>
                </a:lnTo>
                <a:lnTo>
                  <a:pt x="21391" y="56767"/>
                </a:lnTo>
                <a:lnTo>
                  <a:pt x="21552" y="56263"/>
                </a:lnTo>
                <a:lnTo>
                  <a:pt x="21694" y="55738"/>
                </a:lnTo>
                <a:lnTo>
                  <a:pt x="21795" y="55213"/>
                </a:lnTo>
                <a:lnTo>
                  <a:pt x="21895" y="54648"/>
                </a:lnTo>
                <a:lnTo>
                  <a:pt x="21976" y="54083"/>
                </a:lnTo>
                <a:lnTo>
                  <a:pt x="22037" y="53478"/>
                </a:lnTo>
                <a:lnTo>
                  <a:pt x="22077" y="52872"/>
                </a:lnTo>
                <a:lnTo>
                  <a:pt x="22097" y="52267"/>
                </a:lnTo>
                <a:lnTo>
                  <a:pt x="22117" y="51662"/>
                </a:lnTo>
                <a:lnTo>
                  <a:pt x="22097" y="51056"/>
                </a:lnTo>
                <a:lnTo>
                  <a:pt x="22077" y="50451"/>
                </a:lnTo>
                <a:lnTo>
                  <a:pt x="21996" y="49240"/>
                </a:lnTo>
                <a:lnTo>
                  <a:pt x="21875" y="48029"/>
                </a:lnTo>
                <a:lnTo>
                  <a:pt x="21734" y="46818"/>
                </a:lnTo>
                <a:lnTo>
                  <a:pt x="21552" y="45608"/>
                </a:lnTo>
                <a:lnTo>
                  <a:pt x="21371" y="44417"/>
                </a:lnTo>
                <a:lnTo>
                  <a:pt x="21068" y="42359"/>
                </a:lnTo>
                <a:lnTo>
                  <a:pt x="20927" y="41309"/>
                </a:lnTo>
                <a:lnTo>
                  <a:pt x="20806" y="40280"/>
                </a:lnTo>
                <a:lnTo>
                  <a:pt x="20745" y="39493"/>
                </a:lnTo>
                <a:lnTo>
                  <a:pt x="20685" y="38706"/>
                </a:lnTo>
                <a:lnTo>
                  <a:pt x="20665" y="37879"/>
                </a:lnTo>
                <a:lnTo>
                  <a:pt x="20665" y="37031"/>
                </a:lnTo>
                <a:lnTo>
                  <a:pt x="20685" y="36184"/>
                </a:lnTo>
                <a:lnTo>
                  <a:pt x="20765" y="35316"/>
                </a:lnTo>
                <a:lnTo>
                  <a:pt x="20866" y="34448"/>
                </a:lnTo>
                <a:lnTo>
                  <a:pt x="21008" y="33560"/>
                </a:lnTo>
                <a:lnTo>
                  <a:pt x="21088" y="33136"/>
                </a:lnTo>
                <a:lnTo>
                  <a:pt x="21189" y="32713"/>
                </a:lnTo>
                <a:lnTo>
                  <a:pt x="21290" y="32269"/>
                </a:lnTo>
                <a:lnTo>
                  <a:pt x="21431" y="31845"/>
                </a:lnTo>
                <a:lnTo>
                  <a:pt x="21552" y="31441"/>
                </a:lnTo>
                <a:lnTo>
                  <a:pt x="21714" y="31017"/>
                </a:lnTo>
                <a:lnTo>
                  <a:pt x="21875" y="30614"/>
                </a:lnTo>
                <a:lnTo>
                  <a:pt x="22057" y="30210"/>
                </a:lnTo>
                <a:lnTo>
                  <a:pt x="22259" y="29807"/>
                </a:lnTo>
                <a:lnTo>
                  <a:pt x="22461" y="29423"/>
                </a:lnTo>
                <a:lnTo>
                  <a:pt x="22703" y="29040"/>
                </a:lnTo>
                <a:lnTo>
                  <a:pt x="22945" y="28677"/>
                </a:lnTo>
                <a:lnTo>
                  <a:pt x="23207" y="28313"/>
                </a:lnTo>
                <a:lnTo>
                  <a:pt x="23470" y="27950"/>
                </a:lnTo>
                <a:lnTo>
                  <a:pt x="23772" y="27607"/>
                </a:lnTo>
                <a:lnTo>
                  <a:pt x="24095" y="27284"/>
                </a:lnTo>
                <a:lnTo>
                  <a:pt x="24458" y="26921"/>
                </a:lnTo>
                <a:lnTo>
                  <a:pt x="24862" y="26578"/>
                </a:lnTo>
                <a:lnTo>
                  <a:pt x="25266" y="26275"/>
                </a:lnTo>
                <a:lnTo>
                  <a:pt x="25710" y="25972"/>
                </a:lnTo>
                <a:lnTo>
                  <a:pt x="26153" y="25690"/>
                </a:lnTo>
                <a:lnTo>
                  <a:pt x="26597" y="25448"/>
                </a:lnTo>
                <a:lnTo>
                  <a:pt x="27082" y="25226"/>
                </a:lnTo>
                <a:lnTo>
                  <a:pt x="27586" y="25004"/>
                </a:lnTo>
                <a:lnTo>
                  <a:pt x="28091" y="24822"/>
                </a:lnTo>
                <a:lnTo>
                  <a:pt x="28615" y="24661"/>
                </a:lnTo>
                <a:lnTo>
                  <a:pt x="29160" y="24519"/>
                </a:lnTo>
                <a:lnTo>
                  <a:pt x="29705" y="24398"/>
                </a:lnTo>
                <a:lnTo>
                  <a:pt x="30290" y="24297"/>
                </a:lnTo>
                <a:lnTo>
                  <a:pt x="30876" y="24217"/>
                </a:lnTo>
                <a:lnTo>
                  <a:pt x="31481" y="24176"/>
                </a:lnTo>
                <a:lnTo>
                  <a:pt x="32086" y="24136"/>
                </a:lnTo>
                <a:lnTo>
                  <a:pt x="33297" y="24136"/>
                </a:lnTo>
                <a:lnTo>
                  <a:pt x="33903" y="24176"/>
                </a:lnTo>
                <a:lnTo>
                  <a:pt x="34508" y="24217"/>
                </a:lnTo>
                <a:lnTo>
                  <a:pt x="35113" y="24277"/>
                </a:lnTo>
                <a:lnTo>
                  <a:pt x="35699" y="24358"/>
                </a:lnTo>
                <a:lnTo>
                  <a:pt x="36264" y="24459"/>
                </a:lnTo>
                <a:lnTo>
                  <a:pt x="36829" y="24580"/>
                </a:lnTo>
                <a:lnTo>
                  <a:pt x="37394" y="24681"/>
                </a:lnTo>
                <a:lnTo>
                  <a:pt x="38443" y="24943"/>
                </a:lnTo>
                <a:lnTo>
                  <a:pt x="39412" y="25246"/>
                </a:lnTo>
                <a:lnTo>
                  <a:pt x="40320" y="25549"/>
                </a:lnTo>
                <a:lnTo>
                  <a:pt x="41147" y="25851"/>
                </a:lnTo>
                <a:lnTo>
                  <a:pt x="41874" y="26134"/>
                </a:lnTo>
                <a:lnTo>
                  <a:pt x="42600" y="26437"/>
                </a:lnTo>
                <a:lnTo>
                  <a:pt x="43327" y="26759"/>
                </a:lnTo>
                <a:lnTo>
                  <a:pt x="44033" y="27082"/>
                </a:lnTo>
                <a:lnTo>
                  <a:pt x="45466" y="27768"/>
                </a:lnTo>
                <a:lnTo>
                  <a:pt x="46878" y="28495"/>
                </a:lnTo>
                <a:lnTo>
                  <a:pt x="48271" y="29242"/>
                </a:lnTo>
                <a:lnTo>
                  <a:pt x="49643" y="30008"/>
                </a:lnTo>
                <a:lnTo>
                  <a:pt x="52367" y="31542"/>
                </a:lnTo>
                <a:lnTo>
                  <a:pt x="54486" y="32753"/>
                </a:lnTo>
                <a:lnTo>
                  <a:pt x="56646" y="33944"/>
                </a:lnTo>
                <a:lnTo>
                  <a:pt x="57735" y="34529"/>
                </a:lnTo>
                <a:lnTo>
                  <a:pt x="58825" y="35094"/>
                </a:lnTo>
                <a:lnTo>
                  <a:pt x="59935" y="35639"/>
                </a:lnTo>
                <a:lnTo>
                  <a:pt x="61045" y="36163"/>
                </a:lnTo>
                <a:lnTo>
                  <a:pt x="61953" y="36547"/>
                </a:lnTo>
                <a:lnTo>
                  <a:pt x="62821" y="36890"/>
                </a:lnTo>
                <a:lnTo>
                  <a:pt x="63668" y="37193"/>
                </a:lnTo>
                <a:lnTo>
                  <a:pt x="64496" y="37435"/>
                </a:lnTo>
                <a:lnTo>
                  <a:pt x="65283" y="37637"/>
                </a:lnTo>
                <a:lnTo>
                  <a:pt x="66049" y="37798"/>
                </a:lnTo>
                <a:lnTo>
                  <a:pt x="66816" y="37899"/>
                </a:lnTo>
                <a:lnTo>
                  <a:pt x="67523" y="37959"/>
                </a:lnTo>
                <a:lnTo>
                  <a:pt x="68229" y="37980"/>
                </a:lnTo>
                <a:lnTo>
                  <a:pt x="68552" y="37959"/>
                </a:lnTo>
                <a:lnTo>
                  <a:pt x="68895" y="37939"/>
                </a:lnTo>
                <a:lnTo>
                  <a:pt x="69218" y="37899"/>
                </a:lnTo>
                <a:lnTo>
                  <a:pt x="69541" y="37859"/>
                </a:lnTo>
                <a:lnTo>
                  <a:pt x="69843" y="37798"/>
                </a:lnTo>
                <a:lnTo>
                  <a:pt x="70166" y="37737"/>
                </a:lnTo>
                <a:lnTo>
                  <a:pt x="70449" y="37657"/>
                </a:lnTo>
                <a:lnTo>
                  <a:pt x="70751" y="37556"/>
                </a:lnTo>
                <a:lnTo>
                  <a:pt x="71034" y="37455"/>
                </a:lnTo>
                <a:lnTo>
                  <a:pt x="71316" y="37334"/>
                </a:lnTo>
                <a:lnTo>
                  <a:pt x="71579" y="37193"/>
                </a:lnTo>
                <a:lnTo>
                  <a:pt x="71861" y="37051"/>
                </a:lnTo>
                <a:lnTo>
                  <a:pt x="72103" y="36890"/>
                </a:lnTo>
                <a:lnTo>
                  <a:pt x="72366" y="36728"/>
                </a:lnTo>
                <a:lnTo>
                  <a:pt x="72628" y="36547"/>
                </a:lnTo>
                <a:lnTo>
                  <a:pt x="72870" y="36345"/>
                </a:lnTo>
                <a:lnTo>
                  <a:pt x="73112" y="36143"/>
                </a:lnTo>
                <a:lnTo>
                  <a:pt x="73355" y="35921"/>
                </a:lnTo>
                <a:lnTo>
                  <a:pt x="73577" y="35679"/>
                </a:lnTo>
                <a:lnTo>
                  <a:pt x="73778" y="35437"/>
                </a:lnTo>
                <a:lnTo>
                  <a:pt x="74000" y="35195"/>
                </a:lnTo>
                <a:lnTo>
                  <a:pt x="74182" y="34912"/>
                </a:lnTo>
                <a:lnTo>
                  <a:pt x="74384" y="34650"/>
                </a:lnTo>
                <a:lnTo>
                  <a:pt x="74565" y="34347"/>
                </a:lnTo>
                <a:lnTo>
                  <a:pt x="74727" y="34065"/>
                </a:lnTo>
                <a:lnTo>
                  <a:pt x="74888" y="33742"/>
                </a:lnTo>
                <a:lnTo>
                  <a:pt x="75050" y="33419"/>
                </a:lnTo>
                <a:lnTo>
                  <a:pt x="75191" y="33096"/>
                </a:lnTo>
                <a:lnTo>
                  <a:pt x="75312" y="32753"/>
                </a:lnTo>
                <a:lnTo>
                  <a:pt x="75433" y="32410"/>
                </a:lnTo>
                <a:lnTo>
                  <a:pt x="75635" y="31784"/>
                </a:lnTo>
                <a:lnTo>
                  <a:pt x="75796" y="31139"/>
                </a:lnTo>
                <a:lnTo>
                  <a:pt x="75917" y="30473"/>
                </a:lnTo>
                <a:lnTo>
                  <a:pt x="76018" y="29786"/>
                </a:lnTo>
                <a:lnTo>
                  <a:pt x="76099" y="29080"/>
                </a:lnTo>
                <a:lnTo>
                  <a:pt x="76139" y="28374"/>
                </a:lnTo>
                <a:lnTo>
                  <a:pt x="76139" y="27627"/>
                </a:lnTo>
                <a:lnTo>
                  <a:pt x="76119" y="26901"/>
                </a:lnTo>
                <a:lnTo>
                  <a:pt x="76059" y="25791"/>
                </a:lnTo>
                <a:lnTo>
                  <a:pt x="75998" y="24721"/>
                </a:lnTo>
                <a:lnTo>
                  <a:pt x="75837" y="22703"/>
                </a:lnTo>
                <a:lnTo>
                  <a:pt x="75655" y="20786"/>
                </a:lnTo>
                <a:lnTo>
                  <a:pt x="75453" y="18950"/>
                </a:lnTo>
                <a:lnTo>
                  <a:pt x="75252" y="16932"/>
                </a:lnTo>
                <a:lnTo>
                  <a:pt x="75050" y="14833"/>
                </a:lnTo>
                <a:lnTo>
                  <a:pt x="74929" y="13642"/>
                </a:lnTo>
                <a:lnTo>
                  <a:pt x="74787" y="12452"/>
                </a:lnTo>
                <a:lnTo>
                  <a:pt x="74606" y="11140"/>
                </a:lnTo>
                <a:lnTo>
                  <a:pt x="74545" y="10494"/>
                </a:lnTo>
                <a:lnTo>
                  <a:pt x="74485" y="9849"/>
                </a:lnTo>
                <a:lnTo>
                  <a:pt x="74444" y="9203"/>
                </a:lnTo>
                <a:lnTo>
                  <a:pt x="74424" y="8577"/>
                </a:lnTo>
                <a:lnTo>
                  <a:pt x="74424" y="7952"/>
                </a:lnTo>
                <a:lnTo>
                  <a:pt x="74464" y="7346"/>
                </a:lnTo>
                <a:lnTo>
                  <a:pt x="74525" y="6741"/>
                </a:lnTo>
                <a:lnTo>
                  <a:pt x="74646" y="6176"/>
                </a:lnTo>
                <a:lnTo>
                  <a:pt x="74707" y="5893"/>
                </a:lnTo>
                <a:lnTo>
                  <a:pt x="74787" y="5611"/>
                </a:lnTo>
                <a:lnTo>
                  <a:pt x="74888" y="5348"/>
                </a:lnTo>
                <a:lnTo>
                  <a:pt x="74989" y="5066"/>
                </a:lnTo>
                <a:lnTo>
                  <a:pt x="75110" y="4824"/>
                </a:lnTo>
                <a:lnTo>
                  <a:pt x="75231" y="4561"/>
                </a:lnTo>
                <a:lnTo>
                  <a:pt x="75393" y="4319"/>
                </a:lnTo>
                <a:lnTo>
                  <a:pt x="75554" y="4077"/>
                </a:lnTo>
                <a:lnTo>
                  <a:pt x="75716" y="3835"/>
                </a:lnTo>
                <a:lnTo>
                  <a:pt x="75917" y="3613"/>
                </a:lnTo>
                <a:lnTo>
                  <a:pt x="76119" y="3391"/>
                </a:lnTo>
                <a:lnTo>
                  <a:pt x="76341" y="3189"/>
                </a:lnTo>
                <a:lnTo>
                  <a:pt x="76604" y="2967"/>
                </a:lnTo>
                <a:lnTo>
                  <a:pt x="76886" y="2765"/>
                </a:lnTo>
                <a:lnTo>
                  <a:pt x="77169" y="2584"/>
                </a:lnTo>
                <a:lnTo>
                  <a:pt x="77471" y="2422"/>
                </a:lnTo>
                <a:lnTo>
                  <a:pt x="77754" y="2261"/>
                </a:lnTo>
                <a:lnTo>
                  <a:pt x="78077" y="2120"/>
                </a:lnTo>
                <a:lnTo>
                  <a:pt x="78379" y="1998"/>
                </a:lnTo>
                <a:lnTo>
                  <a:pt x="78702" y="1877"/>
                </a:lnTo>
                <a:lnTo>
                  <a:pt x="79348" y="1676"/>
                </a:lnTo>
                <a:lnTo>
                  <a:pt x="80014" y="1514"/>
                </a:lnTo>
                <a:lnTo>
                  <a:pt x="80660" y="1373"/>
                </a:lnTo>
                <a:lnTo>
                  <a:pt x="81306" y="1232"/>
                </a:lnTo>
                <a:lnTo>
                  <a:pt x="82799" y="989"/>
                </a:lnTo>
                <a:lnTo>
                  <a:pt x="84312" y="747"/>
                </a:lnTo>
                <a:lnTo>
                  <a:pt x="85826" y="566"/>
                </a:lnTo>
                <a:lnTo>
                  <a:pt x="87319" y="404"/>
                </a:lnTo>
                <a:lnTo>
                  <a:pt x="88833" y="283"/>
                </a:lnTo>
                <a:lnTo>
                  <a:pt x="90346" y="182"/>
                </a:lnTo>
                <a:lnTo>
                  <a:pt x="91860" y="122"/>
                </a:lnTo>
                <a:lnTo>
                  <a:pt x="93373" y="81"/>
                </a:lnTo>
                <a:close/>
                <a:moveTo>
                  <a:pt x="93373" y="1"/>
                </a:moveTo>
                <a:lnTo>
                  <a:pt x="91860" y="41"/>
                </a:lnTo>
                <a:lnTo>
                  <a:pt x="90346" y="102"/>
                </a:lnTo>
                <a:lnTo>
                  <a:pt x="88833" y="202"/>
                </a:lnTo>
                <a:lnTo>
                  <a:pt x="87319" y="324"/>
                </a:lnTo>
                <a:lnTo>
                  <a:pt x="85806" y="485"/>
                </a:lnTo>
                <a:lnTo>
                  <a:pt x="84292" y="667"/>
                </a:lnTo>
                <a:lnTo>
                  <a:pt x="82799" y="909"/>
                </a:lnTo>
                <a:lnTo>
                  <a:pt x="81285" y="1171"/>
                </a:lnTo>
                <a:lnTo>
                  <a:pt x="80640" y="1292"/>
                </a:lnTo>
                <a:lnTo>
                  <a:pt x="79994" y="1433"/>
                </a:lnTo>
                <a:lnTo>
                  <a:pt x="79328" y="1595"/>
                </a:lnTo>
                <a:lnTo>
                  <a:pt x="78682" y="1797"/>
                </a:lnTo>
                <a:lnTo>
                  <a:pt x="78359" y="1918"/>
                </a:lnTo>
                <a:lnTo>
                  <a:pt x="78036" y="2059"/>
                </a:lnTo>
                <a:lnTo>
                  <a:pt x="77734" y="2200"/>
                </a:lnTo>
                <a:lnTo>
                  <a:pt x="77411" y="2342"/>
                </a:lnTo>
                <a:lnTo>
                  <a:pt x="77128" y="2523"/>
                </a:lnTo>
                <a:lnTo>
                  <a:pt x="76846" y="2705"/>
                </a:lnTo>
                <a:lnTo>
                  <a:pt x="76563" y="2907"/>
                </a:lnTo>
                <a:lnTo>
                  <a:pt x="76301" y="3129"/>
                </a:lnTo>
                <a:lnTo>
                  <a:pt x="76059" y="3330"/>
                </a:lnTo>
                <a:lnTo>
                  <a:pt x="75857" y="3552"/>
                </a:lnTo>
                <a:lnTo>
                  <a:pt x="75655" y="3795"/>
                </a:lnTo>
                <a:lnTo>
                  <a:pt x="75473" y="4017"/>
                </a:lnTo>
                <a:lnTo>
                  <a:pt x="75312" y="4259"/>
                </a:lnTo>
                <a:lnTo>
                  <a:pt x="75171" y="4521"/>
                </a:lnTo>
                <a:lnTo>
                  <a:pt x="75030" y="4763"/>
                </a:lnTo>
                <a:lnTo>
                  <a:pt x="74908" y="5026"/>
                </a:lnTo>
                <a:lnTo>
                  <a:pt x="74808" y="5308"/>
                </a:lnTo>
                <a:lnTo>
                  <a:pt x="74707" y="5570"/>
                </a:lnTo>
                <a:lnTo>
                  <a:pt x="74626" y="5853"/>
                </a:lnTo>
                <a:lnTo>
                  <a:pt x="74565" y="6135"/>
                </a:lnTo>
                <a:lnTo>
                  <a:pt x="74444" y="6721"/>
                </a:lnTo>
                <a:lnTo>
                  <a:pt x="74384" y="7326"/>
                </a:lnTo>
                <a:lnTo>
                  <a:pt x="74343" y="7931"/>
                </a:lnTo>
                <a:lnTo>
                  <a:pt x="74343" y="8557"/>
                </a:lnTo>
                <a:lnTo>
                  <a:pt x="74364" y="9203"/>
                </a:lnTo>
                <a:lnTo>
                  <a:pt x="74404" y="9849"/>
                </a:lnTo>
                <a:lnTo>
                  <a:pt x="74464" y="10494"/>
                </a:lnTo>
                <a:lnTo>
                  <a:pt x="74525" y="11160"/>
                </a:lnTo>
                <a:lnTo>
                  <a:pt x="74707" y="12472"/>
                </a:lnTo>
                <a:lnTo>
                  <a:pt x="74848" y="13663"/>
                </a:lnTo>
                <a:lnTo>
                  <a:pt x="74969" y="14833"/>
                </a:lnTo>
                <a:lnTo>
                  <a:pt x="75171" y="16932"/>
                </a:lnTo>
                <a:lnTo>
                  <a:pt x="75373" y="18950"/>
                </a:lnTo>
                <a:lnTo>
                  <a:pt x="75574" y="20806"/>
                </a:lnTo>
                <a:lnTo>
                  <a:pt x="75756" y="22703"/>
                </a:lnTo>
                <a:lnTo>
                  <a:pt x="75917" y="24741"/>
                </a:lnTo>
                <a:lnTo>
                  <a:pt x="75978" y="25791"/>
                </a:lnTo>
                <a:lnTo>
                  <a:pt x="76039" y="26901"/>
                </a:lnTo>
                <a:lnTo>
                  <a:pt x="76059" y="27627"/>
                </a:lnTo>
                <a:lnTo>
                  <a:pt x="76059" y="28354"/>
                </a:lnTo>
                <a:lnTo>
                  <a:pt x="76018" y="29080"/>
                </a:lnTo>
                <a:lnTo>
                  <a:pt x="75938" y="29766"/>
                </a:lnTo>
                <a:lnTo>
                  <a:pt x="75837" y="30452"/>
                </a:lnTo>
                <a:lnTo>
                  <a:pt x="75716" y="31118"/>
                </a:lnTo>
                <a:lnTo>
                  <a:pt x="75554" y="31764"/>
                </a:lnTo>
                <a:lnTo>
                  <a:pt x="75373" y="32370"/>
                </a:lnTo>
                <a:lnTo>
                  <a:pt x="75252" y="32733"/>
                </a:lnTo>
                <a:lnTo>
                  <a:pt x="75110" y="33056"/>
                </a:lnTo>
                <a:lnTo>
                  <a:pt x="74969" y="33399"/>
                </a:lnTo>
                <a:lnTo>
                  <a:pt x="74808" y="33701"/>
                </a:lnTo>
                <a:lnTo>
                  <a:pt x="74666" y="34024"/>
                </a:lnTo>
                <a:lnTo>
                  <a:pt x="74485" y="34307"/>
                </a:lnTo>
                <a:lnTo>
                  <a:pt x="74303" y="34589"/>
                </a:lnTo>
                <a:lnTo>
                  <a:pt x="74121" y="34872"/>
                </a:lnTo>
                <a:lnTo>
                  <a:pt x="73920" y="35134"/>
                </a:lnTo>
                <a:lnTo>
                  <a:pt x="73718" y="35397"/>
                </a:lnTo>
                <a:lnTo>
                  <a:pt x="73516" y="35639"/>
                </a:lnTo>
                <a:lnTo>
                  <a:pt x="73294" y="35861"/>
                </a:lnTo>
                <a:lnTo>
                  <a:pt x="73052" y="36083"/>
                </a:lnTo>
                <a:lnTo>
                  <a:pt x="72830" y="36284"/>
                </a:lnTo>
                <a:lnTo>
                  <a:pt x="72568" y="36486"/>
                </a:lnTo>
                <a:lnTo>
                  <a:pt x="72325" y="36668"/>
                </a:lnTo>
                <a:lnTo>
                  <a:pt x="72063" y="36829"/>
                </a:lnTo>
                <a:lnTo>
                  <a:pt x="71821" y="36991"/>
                </a:lnTo>
                <a:lnTo>
                  <a:pt x="71538" y="37132"/>
                </a:lnTo>
                <a:lnTo>
                  <a:pt x="71276" y="37253"/>
                </a:lnTo>
                <a:lnTo>
                  <a:pt x="70994" y="37374"/>
                </a:lnTo>
                <a:lnTo>
                  <a:pt x="70711" y="37475"/>
                </a:lnTo>
                <a:lnTo>
                  <a:pt x="70428" y="37576"/>
                </a:lnTo>
                <a:lnTo>
                  <a:pt x="70126" y="37657"/>
                </a:lnTo>
                <a:lnTo>
                  <a:pt x="69823" y="37717"/>
                </a:lnTo>
                <a:lnTo>
                  <a:pt x="69520" y="37778"/>
                </a:lnTo>
                <a:lnTo>
                  <a:pt x="69197" y="37838"/>
                </a:lnTo>
                <a:lnTo>
                  <a:pt x="68875" y="37859"/>
                </a:lnTo>
                <a:lnTo>
                  <a:pt x="68209" y="37899"/>
                </a:lnTo>
                <a:lnTo>
                  <a:pt x="67523" y="37879"/>
                </a:lnTo>
                <a:lnTo>
                  <a:pt x="66796" y="37818"/>
                </a:lnTo>
                <a:lnTo>
                  <a:pt x="66070" y="37717"/>
                </a:lnTo>
                <a:lnTo>
                  <a:pt x="65303" y="37556"/>
                </a:lnTo>
                <a:lnTo>
                  <a:pt x="64496" y="37354"/>
                </a:lnTo>
                <a:lnTo>
                  <a:pt x="63688" y="37112"/>
                </a:lnTo>
                <a:lnTo>
                  <a:pt x="62841" y="36829"/>
                </a:lnTo>
                <a:lnTo>
                  <a:pt x="61973" y="36486"/>
                </a:lnTo>
                <a:lnTo>
                  <a:pt x="61085" y="36083"/>
                </a:lnTo>
                <a:lnTo>
                  <a:pt x="59975" y="35558"/>
                </a:lnTo>
                <a:lnTo>
                  <a:pt x="58865" y="35013"/>
                </a:lnTo>
                <a:lnTo>
                  <a:pt x="57776" y="34448"/>
                </a:lnTo>
                <a:lnTo>
                  <a:pt x="56686" y="33863"/>
                </a:lnTo>
                <a:lnTo>
                  <a:pt x="54527" y="32672"/>
                </a:lnTo>
                <a:lnTo>
                  <a:pt x="52408" y="31461"/>
                </a:lnTo>
                <a:lnTo>
                  <a:pt x="49683" y="29928"/>
                </a:lnTo>
                <a:lnTo>
                  <a:pt x="48311" y="29161"/>
                </a:lnTo>
                <a:lnTo>
                  <a:pt x="46919" y="28414"/>
                </a:lnTo>
                <a:lnTo>
                  <a:pt x="45506" y="27708"/>
                </a:lnTo>
                <a:lnTo>
                  <a:pt x="44073" y="27022"/>
                </a:lnTo>
                <a:lnTo>
                  <a:pt x="43347" y="26679"/>
                </a:lnTo>
                <a:lnTo>
                  <a:pt x="42641" y="26376"/>
                </a:lnTo>
                <a:lnTo>
                  <a:pt x="41894" y="26053"/>
                </a:lnTo>
                <a:lnTo>
                  <a:pt x="41167" y="25771"/>
                </a:lnTo>
                <a:lnTo>
                  <a:pt x="40300" y="25448"/>
                </a:lnTo>
                <a:lnTo>
                  <a:pt x="39331" y="25125"/>
                </a:lnTo>
                <a:lnTo>
                  <a:pt x="38282" y="24822"/>
                </a:lnTo>
                <a:lnTo>
                  <a:pt x="37717" y="24681"/>
                </a:lnTo>
                <a:lnTo>
                  <a:pt x="37152" y="24560"/>
                </a:lnTo>
                <a:lnTo>
                  <a:pt x="36566" y="24439"/>
                </a:lnTo>
                <a:lnTo>
                  <a:pt x="35961" y="24318"/>
                </a:lnTo>
                <a:lnTo>
                  <a:pt x="35335" y="24237"/>
                </a:lnTo>
                <a:lnTo>
                  <a:pt x="34710" y="24156"/>
                </a:lnTo>
                <a:lnTo>
                  <a:pt x="34064" y="24096"/>
                </a:lnTo>
                <a:lnTo>
                  <a:pt x="33418" y="24055"/>
                </a:lnTo>
                <a:lnTo>
                  <a:pt x="32086" y="24055"/>
                </a:lnTo>
                <a:lnTo>
                  <a:pt x="31461" y="24096"/>
                </a:lnTo>
                <a:lnTo>
                  <a:pt x="30855" y="24136"/>
                </a:lnTo>
                <a:lnTo>
                  <a:pt x="30270" y="24217"/>
                </a:lnTo>
                <a:lnTo>
                  <a:pt x="29685" y="24318"/>
                </a:lnTo>
                <a:lnTo>
                  <a:pt x="29140" y="24439"/>
                </a:lnTo>
                <a:lnTo>
                  <a:pt x="28595" y="24580"/>
                </a:lnTo>
                <a:lnTo>
                  <a:pt x="28050" y="24741"/>
                </a:lnTo>
                <a:lnTo>
                  <a:pt x="27546" y="24943"/>
                </a:lnTo>
                <a:lnTo>
                  <a:pt x="27041" y="25145"/>
                </a:lnTo>
                <a:lnTo>
                  <a:pt x="26577" y="25367"/>
                </a:lnTo>
                <a:lnTo>
                  <a:pt x="26113" y="25629"/>
                </a:lnTo>
                <a:lnTo>
                  <a:pt x="25649" y="25912"/>
                </a:lnTo>
                <a:lnTo>
                  <a:pt x="25225" y="26194"/>
                </a:lnTo>
                <a:lnTo>
                  <a:pt x="24801" y="26517"/>
                </a:lnTo>
                <a:lnTo>
                  <a:pt x="24418" y="26860"/>
                </a:lnTo>
                <a:lnTo>
                  <a:pt x="24035" y="27224"/>
                </a:lnTo>
                <a:lnTo>
                  <a:pt x="23712" y="27546"/>
                </a:lnTo>
                <a:lnTo>
                  <a:pt x="23409" y="27890"/>
                </a:lnTo>
                <a:lnTo>
                  <a:pt x="23147" y="28253"/>
                </a:lnTo>
                <a:lnTo>
                  <a:pt x="22884" y="28616"/>
                </a:lnTo>
                <a:lnTo>
                  <a:pt x="22622" y="28999"/>
                </a:lnTo>
                <a:lnTo>
                  <a:pt x="22400" y="29383"/>
                </a:lnTo>
                <a:lnTo>
                  <a:pt x="22178" y="29766"/>
                </a:lnTo>
                <a:lnTo>
                  <a:pt x="21996" y="30170"/>
                </a:lnTo>
                <a:lnTo>
                  <a:pt x="21815" y="30573"/>
                </a:lnTo>
                <a:lnTo>
                  <a:pt x="21633" y="30977"/>
                </a:lnTo>
                <a:lnTo>
                  <a:pt x="21492" y="31401"/>
                </a:lnTo>
                <a:lnTo>
                  <a:pt x="21351" y="31825"/>
                </a:lnTo>
                <a:lnTo>
                  <a:pt x="21230" y="32248"/>
                </a:lnTo>
                <a:lnTo>
                  <a:pt x="21108" y="32672"/>
                </a:lnTo>
                <a:lnTo>
                  <a:pt x="21008" y="33116"/>
                </a:lnTo>
                <a:lnTo>
                  <a:pt x="20927" y="33540"/>
                </a:lnTo>
                <a:lnTo>
                  <a:pt x="20786" y="34428"/>
                </a:lnTo>
                <a:lnTo>
                  <a:pt x="20685" y="35296"/>
                </a:lnTo>
                <a:lnTo>
                  <a:pt x="20604" y="36163"/>
                </a:lnTo>
                <a:lnTo>
                  <a:pt x="20584" y="37031"/>
                </a:lnTo>
                <a:lnTo>
                  <a:pt x="20584" y="37879"/>
                </a:lnTo>
                <a:lnTo>
                  <a:pt x="20604" y="38706"/>
                </a:lnTo>
                <a:lnTo>
                  <a:pt x="20665" y="39513"/>
                </a:lnTo>
                <a:lnTo>
                  <a:pt x="20725" y="40280"/>
                </a:lnTo>
                <a:lnTo>
                  <a:pt x="20846" y="41329"/>
                </a:lnTo>
                <a:lnTo>
                  <a:pt x="20987" y="42359"/>
                </a:lnTo>
                <a:lnTo>
                  <a:pt x="21290" y="44437"/>
                </a:lnTo>
                <a:lnTo>
                  <a:pt x="21472" y="45628"/>
                </a:lnTo>
                <a:lnTo>
                  <a:pt x="21653" y="46818"/>
                </a:lnTo>
                <a:lnTo>
                  <a:pt x="21795" y="48029"/>
                </a:lnTo>
                <a:lnTo>
                  <a:pt x="21916" y="49240"/>
                </a:lnTo>
                <a:lnTo>
                  <a:pt x="21996" y="50451"/>
                </a:lnTo>
                <a:lnTo>
                  <a:pt x="22017" y="51056"/>
                </a:lnTo>
                <a:lnTo>
                  <a:pt x="22037" y="51662"/>
                </a:lnTo>
                <a:lnTo>
                  <a:pt x="22017" y="52267"/>
                </a:lnTo>
                <a:lnTo>
                  <a:pt x="21996" y="52872"/>
                </a:lnTo>
                <a:lnTo>
                  <a:pt x="21956" y="53478"/>
                </a:lnTo>
                <a:lnTo>
                  <a:pt x="21895" y="54083"/>
                </a:lnTo>
                <a:lnTo>
                  <a:pt x="21815" y="54648"/>
                </a:lnTo>
                <a:lnTo>
                  <a:pt x="21734" y="55193"/>
                </a:lnTo>
                <a:lnTo>
                  <a:pt x="21613" y="55718"/>
                </a:lnTo>
                <a:lnTo>
                  <a:pt x="21472" y="56243"/>
                </a:lnTo>
                <a:lnTo>
                  <a:pt x="21330" y="56727"/>
                </a:lnTo>
                <a:lnTo>
                  <a:pt x="21149" y="57211"/>
                </a:lnTo>
                <a:lnTo>
                  <a:pt x="20967" y="57675"/>
                </a:lnTo>
                <a:lnTo>
                  <a:pt x="20745" y="58119"/>
                </a:lnTo>
                <a:lnTo>
                  <a:pt x="20523" y="58543"/>
                </a:lnTo>
                <a:lnTo>
                  <a:pt x="20281" y="58967"/>
                </a:lnTo>
                <a:lnTo>
                  <a:pt x="20039" y="59350"/>
                </a:lnTo>
                <a:lnTo>
                  <a:pt x="19756" y="59714"/>
                </a:lnTo>
                <a:lnTo>
                  <a:pt x="19474" y="60057"/>
                </a:lnTo>
                <a:lnTo>
                  <a:pt x="19171" y="60359"/>
                </a:lnTo>
                <a:lnTo>
                  <a:pt x="18848" y="60662"/>
                </a:lnTo>
                <a:lnTo>
                  <a:pt x="18505" y="60945"/>
                </a:lnTo>
                <a:lnTo>
                  <a:pt x="18203" y="61167"/>
                </a:lnTo>
                <a:lnTo>
                  <a:pt x="17880" y="61368"/>
                </a:lnTo>
                <a:lnTo>
                  <a:pt x="17537" y="61570"/>
                </a:lnTo>
                <a:lnTo>
                  <a:pt x="17194" y="61732"/>
                </a:lnTo>
                <a:lnTo>
                  <a:pt x="16830" y="61893"/>
                </a:lnTo>
                <a:lnTo>
                  <a:pt x="16467" y="62034"/>
                </a:lnTo>
                <a:lnTo>
                  <a:pt x="16104" y="62176"/>
                </a:lnTo>
                <a:lnTo>
                  <a:pt x="15741" y="62297"/>
                </a:lnTo>
                <a:lnTo>
                  <a:pt x="14974" y="62519"/>
                </a:lnTo>
                <a:lnTo>
                  <a:pt x="14207" y="62700"/>
                </a:lnTo>
                <a:lnTo>
                  <a:pt x="13440" y="62862"/>
                </a:lnTo>
                <a:lnTo>
                  <a:pt x="12653" y="63003"/>
                </a:lnTo>
                <a:lnTo>
                  <a:pt x="11725" y="63185"/>
                </a:lnTo>
                <a:lnTo>
                  <a:pt x="10978" y="63346"/>
                </a:lnTo>
                <a:lnTo>
                  <a:pt x="10252" y="63528"/>
                </a:lnTo>
                <a:lnTo>
                  <a:pt x="9545" y="63709"/>
                </a:lnTo>
                <a:lnTo>
                  <a:pt x="8879" y="63911"/>
                </a:lnTo>
                <a:lnTo>
                  <a:pt x="8234" y="64113"/>
                </a:lnTo>
                <a:lnTo>
                  <a:pt x="7628" y="64335"/>
                </a:lnTo>
                <a:lnTo>
                  <a:pt x="7043" y="64577"/>
                </a:lnTo>
                <a:lnTo>
                  <a:pt x="6478" y="64819"/>
                </a:lnTo>
                <a:lnTo>
                  <a:pt x="5933" y="65081"/>
                </a:lnTo>
                <a:lnTo>
                  <a:pt x="5408" y="65364"/>
                </a:lnTo>
                <a:lnTo>
                  <a:pt x="4924" y="65646"/>
                </a:lnTo>
                <a:lnTo>
                  <a:pt x="4440" y="65969"/>
                </a:lnTo>
                <a:lnTo>
                  <a:pt x="3996" y="66272"/>
                </a:lnTo>
                <a:lnTo>
                  <a:pt x="3572" y="66615"/>
                </a:lnTo>
                <a:lnTo>
                  <a:pt x="3148" y="66958"/>
                </a:lnTo>
                <a:lnTo>
                  <a:pt x="2765" y="67321"/>
                </a:lnTo>
                <a:lnTo>
                  <a:pt x="2321" y="67786"/>
                </a:lnTo>
                <a:lnTo>
                  <a:pt x="1917" y="68270"/>
                </a:lnTo>
                <a:lnTo>
                  <a:pt x="1554" y="68795"/>
                </a:lnTo>
                <a:lnTo>
                  <a:pt x="1211" y="69339"/>
                </a:lnTo>
                <a:lnTo>
                  <a:pt x="928" y="69884"/>
                </a:lnTo>
                <a:lnTo>
                  <a:pt x="666" y="70470"/>
                </a:lnTo>
                <a:lnTo>
                  <a:pt x="444" y="71055"/>
                </a:lnTo>
                <a:lnTo>
                  <a:pt x="262" y="71660"/>
                </a:lnTo>
                <a:lnTo>
                  <a:pt x="182" y="71983"/>
                </a:lnTo>
                <a:lnTo>
                  <a:pt x="121" y="72306"/>
                </a:lnTo>
                <a:lnTo>
                  <a:pt x="81" y="72609"/>
                </a:lnTo>
                <a:lnTo>
                  <a:pt x="41" y="72931"/>
                </a:lnTo>
                <a:lnTo>
                  <a:pt x="20" y="73254"/>
                </a:lnTo>
                <a:lnTo>
                  <a:pt x="0" y="73557"/>
                </a:lnTo>
                <a:lnTo>
                  <a:pt x="0" y="73880"/>
                </a:lnTo>
                <a:lnTo>
                  <a:pt x="20" y="74183"/>
                </a:lnTo>
                <a:lnTo>
                  <a:pt x="61" y="74485"/>
                </a:lnTo>
                <a:lnTo>
                  <a:pt x="101" y="74788"/>
                </a:lnTo>
                <a:lnTo>
                  <a:pt x="162" y="75071"/>
                </a:lnTo>
                <a:lnTo>
                  <a:pt x="222" y="75373"/>
                </a:lnTo>
                <a:lnTo>
                  <a:pt x="323" y="75656"/>
                </a:lnTo>
                <a:lnTo>
                  <a:pt x="404" y="75938"/>
                </a:lnTo>
                <a:lnTo>
                  <a:pt x="525" y="76201"/>
                </a:lnTo>
                <a:lnTo>
                  <a:pt x="646" y="76483"/>
                </a:lnTo>
                <a:lnTo>
                  <a:pt x="828" y="76846"/>
                </a:lnTo>
                <a:lnTo>
                  <a:pt x="1050" y="77189"/>
                </a:lnTo>
                <a:lnTo>
                  <a:pt x="1292" y="77533"/>
                </a:lnTo>
                <a:lnTo>
                  <a:pt x="1554" y="77855"/>
                </a:lnTo>
                <a:lnTo>
                  <a:pt x="1837" y="78158"/>
                </a:lnTo>
                <a:lnTo>
                  <a:pt x="2139" y="78441"/>
                </a:lnTo>
                <a:lnTo>
                  <a:pt x="2462" y="78703"/>
                </a:lnTo>
                <a:lnTo>
                  <a:pt x="2785" y="78945"/>
                </a:lnTo>
                <a:lnTo>
                  <a:pt x="3148" y="79187"/>
                </a:lnTo>
                <a:lnTo>
                  <a:pt x="3532" y="79389"/>
                </a:lnTo>
                <a:lnTo>
                  <a:pt x="3935" y="79591"/>
                </a:lnTo>
                <a:lnTo>
                  <a:pt x="4339" y="79773"/>
                </a:lnTo>
                <a:lnTo>
                  <a:pt x="4763" y="79914"/>
                </a:lnTo>
                <a:lnTo>
                  <a:pt x="5227" y="80055"/>
                </a:lnTo>
                <a:lnTo>
                  <a:pt x="5691" y="80176"/>
                </a:lnTo>
                <a:lnTo>
                  <a:pt x="6155" y="80277"/>
                </a:lnTo>
                <a:lnTo>
                  <a:pt x="6660" y="80338"/>
                </a:lnTo>
                <a:lnTo>
                  <a:pt x="7144" y="80398"/>
                </a:lnTo>
                <a:lnTo>
                  <a:pt x="7648" y="80438"/>
                </a:lnTo>
                <a:lnTo>
                  <a:pt x="8153" y="80438"/>
                </a:lnTo>
                <a:lnTo>
                  <a:pt x="8819" y="80418"/>
                </a:lnTo>
                <a:lnTo>
                  <a:pt x="9485" y="80378"/>
                </a:lnTo>
                <a:lnTo>
                  <a:pt x="10171" y="80277"/>
                </a:lnTo>
                <a:lnTo>
                  <a:pt x="10817" y="80156"/>
                </a:lnTo>
                <a:lnTo>
                  <a:pt x="11483" y="80015"/>
                </a:lnTo>
                <a:lnTo>
                  <a:pt x="12128" y="79813"/>
                </a:lnTo>
                <a:lnTo>
                  <a:pt x="12754" y="79591"/>
                </a:lnTo>
                <a:lnTo>
                  <a:pt x="13380" y="79329"/>
                </a:lnTo>
                <a:lnTo>
                  <a:pt x="14106" y="78986"/>
                </a:lnTo>
                <a:lnTo>
                  <a:pt x="14812" y="78622"/>
                </a:lnTo>
                <a:lnTo>
                  <a:pt x="15498" y="78219"/>
                </a:lnTo>
                <a:lnTo>
                  <a:pt x="16185" y="77795"/>
                </a:lnTo>
                <a:lnTo>
                  <a:pt x="16850" y="77351"/>
                </a:lnTo>
                <a:lnTo>
                  <a:pt x="17496" y="76887"/>
                </a:lnTo>
                <a:lnTo>
                  <a:pt x="18142" y="76402"/>
                </a:lnTo>
                <a:lnTo>
                  <a:pt x="18768" y="75898"/>
                </a:lnTo>
                <a:lnTo>
                  <a:pt x="19373" y="75393"/>
                </a:lnTo>
                <a:lnTo>
                  <a:pt x="19978" y="74869"/>
                </a:lnTo>
                <a:lnTo>
                  <a:pt x="21169" y="73779"/>
                </a:lnTo>
                <a:lnTo>
                  <a:pt x="22339" y="72669"/>
                </a:lnTo>
                <a:lnTo>
                  <a:pt x="23490" y="71559"/>
                </a:lnTo>
                <a:lnTo>
                  <a:pt x="25266" y="69824"/>
                </a:lnTo>
                <a:lnTo>
                  <a:pt x="26174" y="68976"/>
                </a:lnTo>
                <a:lnTo>
                  <a:pt x="27102" y="68149"/>
                </a:lnTo>
                <a:lnTo>
                  <a:pt x="27990" y="67382"/>
                </a:lnTo>
                <a:lnTo>
                  <a:pt x="28918" y="66615"/>
                </a:lnTo>
                <a:lnTo>
                  <a:pt x="29867" y="65889"/>
                </a:lnTo>
                <a:lnTo>
                  <a:pt x="30855" y="65182"/>
                </a:lnTo>
                <a:lnTo>
                  <a:pt x="31844" y="64496"/>
                </a:lnTo>
                <a:lnTo>
                  <a:pt x="32853" y="63850"/>
                </a:lnTo>
                <a:lnTo>
                  <a:pt x="33882" y="63225"/>
                </a:lnTo>
                <a:lnTo>
                  <a:pt x="34932" y="62599"/>
                </a:lnTo>
                <a:lnTo>
                  <a:pt x="36001" y="62034"/>
                </a:lnTo>
                <a:lnTo>
                  <a:pt x="37071" y="61469"/>
                </a:lnTo>
                <a:lnTo>
                  <a:pt x="38161" y="60945"/>
                </a:lnTo>
                <a:lnTo>
                  <a:pt x="39271" y="60440"/>
                </a:lnTo>
                <a:lnTo>
                  <a:pt x="40401" y="59976"/>
                </a:lnTo>
                <a:lnTo>
                  <a:pt x="41531" y="59532"/>
                </a:lnTo>
                <a:lnTo>
                  <a:pt x="42681" y="59108"/>
                </a:lnTo>
                <a:lnTo>
                  <a:pt x="43851" y="58725"/>
                </a:lnTo>
                <a:lnTo>
                  <a:pt x="45002" y="58361"/>
                </a:lnTo>
                <a:lnTo>
                  <a:pt x="46192" y="58039"/>
                </a:lnTo>
                <a:lnTo>
                  <a:pt x="47363" y="57736"/>
                </a:lnTo>
                <a:lnTo>
                  <a:pt x="48553" y="57474"/>
                </a:lnTo>
                <a:lnTo>
                  <a:pt x="49764" y="57231"/>
                </a:lnTo>
                <a:lnTo>
                  <a:pt x="50955" y="57030"/>
                </a:lnTo>
                <a:lnTo>
                  <a:pt x="52166" y="56868"/>
                </a:lnTo>
                <a:lnTo>
                  <a:pt x="53356" y="56707"/>
                </a:lnTo>
                <a:lnTo>
                  <a:pt x="54567" y="56606"/>
                </a:lnTo>
                <a:lnTo>
                  <a:pt x="55778" y="56525"/>
                </a:lnTo>
                <a:lnTo>
                  <a:pt x="56989" y="56465"/>
                </a:lnTo>
                <a:lnTo>
                  <a:pt x="58179" y="56444"/>
                </a:lnTo>
                <a:lnTo>
                  <a:pt x="59390" y="56465"/>
                </a:lnTo>
                <a:lnTo>
                  <a:pt x="60581" y="56505"/>
                </a:lnTo>
                <a:lnTo>
                  <a:pt x="61771" y="56586"/>
                </a:lnTo>
                <a:lnTo>
                  <a:pt x="62962" y="56687"/>
                </a:lnTo>
                <a:lnTo>
                  <a:pt x="64274" y="56848"/>
                </a:lnTo>
                <a:lnTo>
                  <a:pt x="65605" y="57030"/>
                </a:lnTo>
                <a:lnTo>
                  <a:pt x="66917" y="57231"/>
                </a:lnTo>
                <a:lnTo>
                  <a:pt x="68229" y="57433"/>
                </a:lnTo>
                <a:lnTo>
                  <a:pt x="69601" y="57655"/>
                </a:lnTo>
                <a:lnTo>
                  <a:pt x="70973" y="57857"/>
                </a:lnTo>
                <a:lnTo>
                  <a:pt x="72366" y="58039"/>
                </a:lnTo>
                <a:lnTo>
                  <a:pt x="73758" y="58200"/>
                </a:lnTo>
                <a:lnTo>
                  <a:pt x="74444" y="58261"/>
                </a:lnTo>
                <a:lnTo>
                  <a:pt x="75151" y="58321"/>
                </a:lnTo>
                <a:lnTo>
                  <a:pt x="75837" y="58361"/>
                </a:lnTo>
                <a:lnTo>
                  <a:pt x="76543" y="58382"/>
                </a:lnTo>
                <a:lnTo>
                  <a:pt x="77249" y="58382"/>
                </a:lnTo>
                <a:lnTo>
                  <a:pt x="77935" y="58361"/>
                </a:lnTo>
                <a:lnTo>
                  <a:pt x="78642" y="58341"/>
                </a:lnTo>
                <a:lnTo>
                  <a:pt x="79328" y="58281"/>
                </a:lnTo>
                <a:lnTo>
                  <a:pt x="79812" y="58220"/>
                </a:lnTo>
                <a:lnTo>
                  <a:pt x="80337" y="58160"/>
                </a:lnTo>
                <a:lnTo>
                  <a:pt x="80882" y="58059"/>
                </a:lnTo>
                <a:lnTo>
                  <a:pt x="81467" y="57918"/>
                </a:lnTo>
                <a:lnTo>
                  <a:pt x="82032" y="57736"/>
                </a:lnTo>
                <a:lnTo>
                  <a:pt x="82315" y="57635"/>
                </a:lnTo>
                <a:lnTo>
                  <a:pt x="82597" y="57514"/>
                </a:lnTo>
                <a:lnTo>
                  <a:pt x="82880" y="57373"/>
                </a:lnTo>
                <a:lnTo>
                  <a:pt x="83142" y="57231"/>
                </a:lnTo>
                <a:lnTo>
                  <a:pt x="83404" y="57050"/>
                </a:lnTo>
                <a:lnTo>
                  <a:pt x="83667" y="56868"/>
                </a:lnTo>
                <a:lnTo>
                  <a:pt x="83868" y="56707"/>
                </a:lnTo>
                <a:lnTo>
                  <a:pt x="84050" y="56525"/>
                </a:lnTo>
                <a:lnTo>
                  <a:pt x="84232" y="56343"/>
                </a:lnTo>
                <a:lnTo>
                  <a:pt x="84413" y="56162"/>
                </a:lnTo>
                <a:lnTo>
                  <a:pt x="84716" y="55778"/>
                </a:lnTo>
                <a:lnTo>
                  <a:pt x="84998" y="55355"/>
                </a:lnTo>
                <a:lnTo>
                  <a:pt x="85220" y="54931"/>
                </a:lnTo>
                <a:lnTo>
                  <a:pt x="85442" y="54467"/>
                </a:lnTo>
                <a:lnTo>
                  <a:pt x="85604" y="53982"/>
                </a:lnTo>
                <a:lnTo>
                  <a:pt x="85765" y="53498"/>
                </a:lnTo>
                <a:lnTo>
                  <a:pt x="85886" y="52994"/>
                </a:lnTo>
                <a:lnTo>
                  <a:pt x="86007" y="52489"/>
                </a:lnTo>
                <a:lnTo>
                  <a:pt x="86088" y="51964"/>
                </a:lnTo>
                <a:lnTo>
                  <a:pt x="86169" y="51420"/>
                </a:lnTo>
                <a:lnTo>
                  <a:pt x="86290" y="50350"/>
                </a:lnTo>
                <a:lnTo>
                  <a:pt x="86371" y="49260"/>
                </a:lnTo>
                <a:lnTo>
                  <a:pt x="86492" y="47949"/>
                </a:lnTo>
                <a:lnTo>
                  <a:pt x="86573" y="47283"/>
                </a:lnTo>
                <a:lnTo>
                  <a:pt x="86653" y="46637"/>
                </a:lnTo>
                <a:lnTo>
                  <a:pt x="86754" y="46052"/>
                </a:lnTo>
                <a:lnTo>
                  <a:pt x="86895" y="45487"/>
                </a:lnTo>
                <a:lnTo>
                  <a:pt x="87037" y="44901"/>
                </a:lnTo>
                <a:lnTo>
                  <a:pt x="87218" y="44336"/>
                </a:lnTo>
                <a:lnTo>
                  <a:pt x="87420" y="43771"/>
                </a:lnTo>
                <a:lnTo>
                  <a:pt x="87642" y="43206"/>
                </a:lnTo>
                <a:lnTo>
                  <a:pt x="87884" y="42661"/>
                </a:lnTo>
                <a:lnTo>
                  <a:pt x="88167" y="42117"/>
                </a:lnTo>
                <a:lnTo>
                  <a:pt x="88449" y="41592"/>
                </a:lnTo>
                <a:lnTo>
                  <a:pt x="88772" y="41067"/>
                </a:lnTo>
                <a:lnTo>
                  <a:pt x="89115" y="40563"/>
                </a:lnTo>
                <a:lnTo>
                  <a:pt x="89478" y="40058"/>
                </a:lnTo>
                <a:lnTo>
                  <a:pt x="89842" y="39574"/>
                </a:lnTo>
                <a:lnTo>
                  <a:pt x="90245" y="39089"/>
                </a:lnTo>
                <a:lnTo>
                  <a:pt x="90669" y="38646"/>
                </a:lnTo>
                <a:lnTo>
                  <a:pt x="91113" y="38202"/>
                </a:lnTo>
                <a:lnTo>
                  <a:pt x="91577" y="37758"/>
                </a:lnTo>
                <a:lnTo>
                  <a:pt x="92041" y="37354"/>
                </a:lnTo>
                <a:lnTo>
                  <a:pt x="92526" y="36971"/>
                </a:lnTo>
                <a:lnTo>
                  <a:pt x="93030" y="36607"/>
                </a:lnTo>
                <a:lnTo>
                  <a:pt x="93535" y="36264"/>
                </a:lnTo>
                <a:lnTo>
                  <a:pt x="94059" y="35941"/>
                </a:lnTo>
                <a:lnTo>
                  <a:pt x="94584" y="35639"/>
                </a:lnTo>
                <a:lnTo>
                  <a:pt x="95129" y="35376"/>
                </a:lnTo>
                <a:lnTo>
                  <a:pt x="95674" y="35114"/>
                </a:lnTo>
                <a:lnTo>
                  <a:pt x="96239" y="34892"/>
                </a:lnTo>
                <a:lnTo>
                  <a:pt x="96804" y="34690"/>
                </a:lnTo>
                <a:lnTo>
                  <a:pt x="97369" y="34529"/>
                </a:lnTo>
                <a:lnTo>
                  <a:pt x="97934" y="34367"/>
                </a:lnTo>
                <a:lnTo>
                  <a:pt x="98519" y="34246"/>
                </a:lnTo>
                <a:lnTo>
                  <a:pt x="99084" y="34166"/>
                </a:lnTo>
                <a:lnTo>
                  <a:pt x="99669" y="34085"/>
                </a:lnTo>
                <a:lnTo>
                  <a:pt x="100255" y="34044"/>
                </a:lnTo>
                <a:lnTo>
                  <a:pt x="100860" y="34024"/>
                </a:lnTo>
                <a:lnTo>
                  <a:pt x="101445" y="34044"/>
                </a:lnTo>
                <a:lnTo>
                  <a:pt x="102051" y="34085"/>
                </a:lnTo>
                <a:lnTo>
                  <a:pt x="102636" y="34145"/>
                </a:lnTo>
                <a:lnTo>
                  <a:pt x="103221" y="34246"/>
                </a:lnTo>
                <a:lnTo>
                  <a:pt x="103806" y="34367"/>
                </a:lnTo>
                <a:lnTo>
                  <a:pt x="104391" y="34509"/>
                </a:lnTo>
                <a:lnTo>
                  <a:pt x="104977" y="34690"/>
                </a:lnTo>
                <a:lnTo>
                  <a:pt x="105542" y="34892"/>
                </a:lnTo>
                <a:lnTo>
                  <a:pt x="106127" y="35114"/>
                </a:lnTo>
                <a:lnTo>
                  <a:pt x="106672" y="35356"/>
                </a:lnTo>
                <a:lnTo>
                  <a:pt x="107237" y="35639"/>
                </a:lnTo>
                <a:lnTo>
                  <a:pt x="107782" y="35941"/>
                </a:lnTo>
                <a:lnTo>
                  <a:pt x="108306" y="36264"/>
                </a:lnTo>
                <a:lnTo>
                  <a:pt x="108831" y="36607"/>
                </a:lnTo>
                <a:lnTo>
                  <a:pt x="109336" y="36971"/>
                </a:lnTo>
                <a:lnTo>
                  <a:pt x="109820" y="37354"/>
                </a:lnTo>
                <a:lnTo>
                  <a:pt x="110284" y="37758"/>
                </a:lnTo>
                <a:lnTo>
                  <a:pt x="110728" y="38161"/>
                </a:lnTo>
                <a:lnTo>
                  <a:pt x="111152" y="38585"/>
                </a:lnTo>
                <a:lnTo>
                  <a:pt x="111535" y="39029"/>
                </a:lnTo>
                <a:lnTo>
                  <a:pt x="111919" y="39493"/>
                </a:lnTo>
                <a:lnTo>
                  <a:pt x="112262" y="39957"/>
                </a:lnTo>
                <a:lnTo>
                  <a:pt x="112605" y="40442"/>
                </a:lnTo>
                <a:lnTo>
                  <a:pt x="112907" y="40946"/>
                </a:lnTo>
                <a:lnTo>
                  <a:pt x="113190" y="41451"/>
                </a:lnTo>
                <a:lnTo>
                  <a:pt x="113452" y="41955"/>
                </a:lnTo>
                <a:lnTo>
                  <a:pt x="113674" y="42480"/>
                </a:lnTo>
                <a:lnTo>
                  <a:pt x="113876" y="43025"/>
                </a:lnTo>
                <a:lnTo>
                  <a:pt x="114058" y="43569"/>
                </a:lnTo>
                <a:lnTo>
                  <a:pt x="114219" y="44114"/>
                </a:lnTo>
                <a:lnTo>
                  <a:pt x="114038" y="43610"/>
                </a:lnTo>
                <a:lnTo>
                  <a:pt x="113937" y="43368"/>
                </a:lnTo>
                <a:lnTo>
                  <a:pt x="113816" y="43126"/>
                </a:lnTo>
                <a:lnTo>
                  <a:pt x="113694" y="42904"/>
                </a:lnTo>
                <a:lnTo>
                  <a:pt x="113573" y="42682"/>
                </a:lnTo>
                <a:lnTo>
                  <a:pt x="113432" y="42500"/>
                </a:lnTo>
                <a:lnTo>
                  <a:pt x="113251" y="42318"/>
                </a:lnTo>
                <a:lnTo>
                  <a:pt x="113210" y="42379"/>
                </a:lnTo>
                <a:lnTo>
                  <a:pt x="113372" y="42560"/>
                </a:lnTo>
                <a:lnTo>
                  <a:pt x="113533" y="42782"/>
                </a:lnTo>
                <a:lnTo>
                  <a:pt x="113674" y="43025"/>
                </a:lnTo>
                <a:lnTo>
                  <a:pt x="113816" y="43267"/>
                </a:lnTo>
                <a:lnTo>
                  <a:pt x="113916" y="43529"/>
                </a:lnTo>
                <a:lnTo>
                  <a:pt x="114017" y="43812"/>
                </a:lnTo>
                <a:lnTo>
                  <a:pt x="114219" y="44377"/>
                </a:lnTo>
                <a:lnTo>
                  <a:pt x="114360" y="44760"/>
                </a:lnTo>
                <a:lnTo>
                  <a:pt x="114502" y="45144"/>
                </a:lnTo>
                <a:lnTo>
                  <a:pt x="114663" y="45507"/>
                </a:lnTo>
                <a:lnTo>
                  <a:pt x="114744" y="45668"/>
                </a:lnTo>
                <a:lnTo>
                  <a:pt x="114845" y="45809"/>
                </a:lnTo>
                <a:lnTo>
                  <a:pt x="114946" y="45951"/>
                </a:lnTo>
                <a:lnTo>
                  <a:pt x="115067" y="46072"/>
                </a:lnTo>
                <a:lnTo>
                  <a:pt x="115188" y="46173"/>
                </a:lnTo>
                <a:lnTo>
                  <a:pt x="115309" y="46274"/>
                </a:lnTo>
                <a:lnTo>
                  <a:pt x="115470" y="46334"/>
                </a:lnTo>
                <a:lnTo>
                  <a:pt x="115632" y="46375"/>
                </a:lnTo>
                <a:lnTo>
                  <a:pt x="115793" y="46395"/>
                </a:lnTo>
                <a:lnTo>
                  <a:pt x="115995" y="46395"/>
                </a:lnTo>
                <a:lnTo>
                  <a:pt x="116156" y="46375"/>
                </a:lnTo>
                <a:lnTo>
                  <a:pt x="116318" y="46334"/>
                </a:lnTo>
                <a:lnTo>
                  <a:pt x="116479" y="46274"/>
                </a:lnTo>
                <a:lnTo>
                  <a:pt x="116641" y="46173"/>
                </a:lnTo>
                <a:lnTo>
                  <a:pt x="116822" y="46072"/>
                </a:lnTo>
                <a:lnTo>
                  <a:pt x="116984" y="45931"/>
                </a:lnTo>
                <a:lnTo>
                  <a:pt x="117145" y="45769"/>
                </a:lnTo>
                <a:lnTo>
                  <a:pt x="117327" y="45587"/>
                </a:lnTo>
                <a:lnTo>
                  <a:pt x="117630" y="45224"/>
                </a:lnTo>
                <a:lnTo>
                  <a:pt x="117892" y="44841"/>
                </a:lnTo>
                <a:lnTo>
                  <a:pt x="118134" y="44437"/>
                </a:lnTo>
                <a:lnTo>
                  <a:pt x="118356" y="44034"/>
                </a:lnTo>
                <a:lnTo>
                  <a:pt x="118558" y="43630"/>
                </a:lnTo>
                <a:lnTo>
                  <a:pt x="118739" y="43186"/>
                </a:lnTo>
                <a:lnTo>
                  <a:pt x="118901" y="42762"/>
                </a:lnTo>
                <a:lnTo>
                  <a:pt x="119042" y="42318"/>
                </a:lnTo>
                <a:lnTo>
                  <a:pt x="119183" y="41854"/>
                </a:lnTo>
                <a:lnTo>
                  <a:pt x="119284" y="41410"/>
                </a:lnTo>
                <a:lnTo>
                  <a:pt x="119486" y="40482"/>
                </a:lnTo>
                <a:lnTo>
                  <a:pt x="119648" y="39554"/>
                </a:lnTo>
                <a:lnTo>
                  <a:pt x="119789" y="38625"/>
                </a:lnTo>
                <a:lnTo>
                  <a:pt x="119950" y="37394"/>
                </a:lnTo>
                <a:lnTo>
                  <a:pt x="120092" y="36184"/>
                </a:lnTo>
                <a:lnTo>
                  <a:pt x="120233" y="34953"/>
                </a:lnTo>
                <a:lnTo>
                  <a:pt x="120334" y="33742"/>
                </a:lnTo>
                <a:lnTo>
                  <a:pt x="120455" y="32511"/>
                </a:lnTo>
                <a:lnTo>
                  <a:pt x="120536" y="31280"/>
                </a:lnTo>
                <a:lnTo>
                  <a:pt x="120616" y="30069"/>
                </a:lnTo>
                <a:lnTo>
                  <a:pt x="120697" y="28838"/>
                </a:lnTo>
                <a:lnTo>
                  <a:pt x="120737" y="27607"/>
                </a:lnTo>
                <a:lnTo>
                  <a:pt x="120778" y="26376"/>
                </a:lnTo>
                <a:lnTo>
                  <a:pt x="120798" y="25145"/>
                </a:lnTo>
                <a:lnTo>
                  <a:pt x="120818" y="23914"/>
                </a:lnTo>
                <a:lnTo>
                  <a:pt x="120818" y="22683"/>
                </a:lnTo>
                <a:lnTo>
                  <a:pt x="120798" y="21452"/>
                </a:lnTo>
                <a:lnTo>
                  <a:pt x="120778" y="20241"/>
                </a:lnTo>
                <a:lnTo>
                  <a:pt x="120737" y="19010"/>
                </a:lnTo>
                <a:lnTo>
                  <a:pt x="120697" y="18143"/>
                </a:lnTo>
                <a:lnTo>
                  <a:pt x="120636" y="17275"/>
                </a:lnTo>
                <a:lnTo>
                  <a:pt x="120576" y="16407"/>
                </a:lnTo>
                <a:lnTo>
                  <a:pt x="120495" y="15519"/>
                </a:lnTo>
                <a:lnTo>
                  <a:pt x="120374" y="14651"/>
                </a:lnTo>
                <a:lnTo>
                  <a:pt x="120233" y="13763"/>
                </a:lnTo>
                <a:lnTo>
                  <a:pt x="120071" y="12896"/>
                </a:lnTo>
                <a:lnTo>
                  <a:pt x="119870" y="12048"/>
                </a:lnTo>
                <a:lnTo>
                  <a:pt x="119648" y="11201"/>
                </a:lnTo>
                <a:lnTo>
                  <a:pt x="119365" y="10353"/>
                </a:lnTo>
                <a:lnTo>
                  <a:pt x="119062" y="9546"/>
                </a:lnTo>
                <a:lnTo>
                  <a:pt x="118881" y="9142"/>
                </a:lnTo>
                <a:lnTo>
                  <a:pt x="118699" y="8759"/>
                </a:lnTo>
                <a:lnTo>
                  <a:pt x="118497" y="8375"/>
                </a:lnTo>
                <a:lnTo>
                  <a:pt x="118296" y="7992"/>
                </a:lnTo>
                <a:lnTo>
                  <a:pt x="118074" y="7609"/>
                </a:lnTo>
                <a:lnTo>
                  <a:pt x="117831" y="7245"/>
                </a:lnTo>
                <a:lnTo>
                  <a:pt x="117589" y="6902"/>
                </a:lnTo>
                <a:lnTo>
                  <a:pt x="117327" y="6559"/>
                </a:lnTo>
                <a:lnTo>
                  <a:pt x="117044" y="6216"/>
                </a:lnTo>
                <a:lnTo>
                  <a:pt x="116762" y="5873"/>
                </a:lnTo>
                <a:lnTo>
                  <a:pt x="116257" y="5369"/>
                </a:lnTo>
                <a:lnTo>
                  <a:pt x="115712" y="4884"/>
                </a:lnTo>
                <a:lnTo>
                  <a:pt x="115127" y="4420"/>
                </a:lnTo>
                <a:lnTo>
                  <a:pt x="114502" y="3976"/>
                </a:lnTo>
                <a:lnTo>
                  <a:pt x="113836" y="3573"/>
                </a:lnTo>
                <a:lnTo>
                  <a:pt x="113129" y="3189"/>
                </a:lnTo>
                <a:lnTo>
                  <a:pt x="112403" y="2846"/>
                </a:lnTo>
                <a:lnTo>
                  <a:pt x="111596" y="2503"/>
                </a:lnTo>
                <a:lnTo>
                  <a:pt x="110970" y="2261"/>
                </a:lnTo>
                <a:lnTo>
                  <a:pt x="110284" y="2039"/>
                </a:lnTo>
                <a:lnTo>
                  <a:pt x="109578" y="1837"/>
                </a:lnTo>
                <a:lnTo>
                  <a:pt x="108851" y="1635"/>
                </a:lnTo>
                <a:lnTo>
                  <a:pt x="108064" y="1433"/>
                </a:lnTo>
                <a:lnTo>
                  <a:pt x="107257" y="1272"/>
                </a:lnTo>
                <a:lnTo>
                  <a:pt x="106389" y="1090"/>
                </a:lnTo>
                <a:lnTo>
                  <a:pt x="105481" y="949"/>
                </a:lnTo>
                <a:lnTo>
                  <a:pt x="103988" y="707"/>
                </a:lnTo>
                <a:lnTo>
                  <a:pt x="102474" y="505"/>
                </a:lnTo>
                <a:lnTo>
                  <a:pt x="100961" y="344"/>
                </a:lnTo>
                <a:lnTo>
                  <a:pt x="99447" y="202"/>
                </a:lnTo>
                <a:lnTo>
                  <a:pt x="97934" y="102"/>
                </a:lnTo>
                <a:lnTo>
                  <a:pt x="96420" y="41"/>
                </a:lnTo>
                <a:lnTo>
                  <a:pt x="948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18"/>
          <p:cNvSpPr/>
          <p:nvPr/>
        </p:nvSpPr>
        <p:spPr>
          <a:xfrm>
            <a:off x="9011602" y="-25"/>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18"/>
          <p:cNvSpPr/>
          <p:nvPr/>
        </p:nvSpPr>
        <p:spPr>
          <a:xfrm>
            <a:off x="7182848" y="1854781"/>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18"/>
          <p:cNvSpPr/>
          <p:nvPr/>
        </p:nvSpPr>
        <p:spPr>
          <a:xfrm>
            <a:off x="7364488" y="113968"/>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18"/>
          <p:cNvSpPr/>
          <p:nvPr/>
        </p:nvSpPr>
        <p:spPr>
          <a:xfrm>
            <a:off x="8605498" y="3630536"/>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18"/>
          <p:cNvSpPr/>
          <p:nvPr/>
        </p:nvSpPr>
        <p:spPr>
          <a:xfrm>
            <a:off x="7917290" y="1315452"/>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18"/>
          <p:cNvSpPr/>
          <p:nvPr/>
        </p:nvSpPr>
        <p:spPr>
          <a:xfrm>
            <a:off x="1573619" y="4469485"/>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18"/>
          <p:cNvSpPr/>
          <p:nvPr/>
        </p:nvSpPr>
        <p:spPr>
          <a:xfrm rot="3449335">
            <a:off x="1554254" y="-1020347"/>
            <a:ext cx="1395586" cy="1650631"/>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18"/>
          <p:cNvSpPr/>
          <p:nvPr/>
        </p:nvSpPr>
        <p:spPr>
          <a:xfrm>
            <a:off x="8938198" y="3915546"/>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18"/>
          <p:cNvSpPr/>
          <p:nvPr/>
        </p:nvSpPr>
        <p:spPr>
          <a:xfrm>
            <a:off x="1754085" y="4576657"/>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18"/>
          <p:cNvSpPr/>
          <p:nvPr/>
        </p:nvSpPr>
        <p:spPr>
          <a:xfrm>
            <a:off x="7475015" y="1977720"/>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18"/>
          <p:cNvSpPr/>
          <p:nvPr/>
        </p:nvSpPr>
        <p:spPr>
          <a:xfrm>
            <a:off x="7497601" y="258374"/>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18"/>
          <p:cNvSpPr/>
          <p:nvPr/>
        </p:nvSpPr>
        <p:spPr>
          <a:xfrm>
            <a:off x="7989465" y="1384273"/>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18"/>
          <p:cNvSpPr/>
          <p:nvPr/>
        </p:nvSpPr>
        <p:spPr>
          <a:xfrm rot="3449335">
            <a:off x="1655522" y="-908175"/>
            <a:ext cx="1193653" cy="1427229"/>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18"/>
          <p:cNvSpPr/>
          <p:nvPr/>
        </p:nvSpPr>
        <p:spPr>
          <a:xfrm>
            <a:off x="7611538" y="319256"/>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18"/>
          <p:cNvSpPr/>
          <p:nvPr/>
        </p:nvSpPr>
        <p:spPr>
          <a:xfrm>
            <a:off x="8093284" y="1493738"/>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18"/>
          <p:cNvSpPr/>
          <p:nvPr/>
        </p:nvSpPr>
        <p:spPr>
          <a:xfrm rot="3449335">
            <a:off x="1810805" y="-768073"/>
            <a:ext cx="901487" cy="1104539"/>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18"/>
          <p:cNvSpPr/>
          <p:nvPr/>
        </p:nvSpPr>
        <p:spPr>
          <a:xfrm>
            <a:off x="8740847" y="1813019"/>
            <a:ext cx="2960526" cy="1551321"/>
          </a:xfrm>
          <a:custGeom>
            <a:rect b="b" l="l" r="r" t="t"/>
            <a:pathLst>
              <a:path extrusionOk="0" h="27748" w="52954">
                <a:moveTo>
                  <a:pt x="8698" y="81"/>
                </a:moveTo>
                <a:lnTo>
                  <a:pt x="9162" y="121"/>
                </a:lnTo>
                <a:lnTo>
                  <a:pt x="9647" y="162"/>
                </a:lnTo>
                <a:lnTo>
                  <a:pt x="10111" y="243"/>
                </a:lnTo>
                <a:lnTo>
                  <a:pt x="10555" y="343"/>
                </a:lnTo>
                <a:lnTo>
                  <a:pt x="10999" y="444"/>
                </a:lnTo>
                <a:lnTo>
                  <a:pt x="11443" y="565"/>
                </a:lnTo>
                <a:lnTo>
                  <a:pt x="11887" y="707"/>
                </a:lnTo>
                <a:lnTo>
                  <a:pt x="12311" y="848"/>
                </a:lnTo>
                <a:lnTo>
                  <a:pt x="12734" y="1009"/>
                </a:lnTo>
                <a:lnTo>
                  <a:pt x="13582" y="1373"/>
                </a:lnTo>
                <a:lnTo>
                  <a:pt x="14389" y="1756"/>
                </a:lnTo>
                <a:lnTo>
                  <a:pt x="15176" y="2160"/>
                </a:lnTo>
                <a:lnTo>
                  <a:pt x="15943" y="2563"/>
                </a:lnTo>
                <a:lnTo>
                  <a:pt x="16669" y="2987"/>
                </a:lnTo>
                <a:lnTo>
                  <a:pt x="18021" y="3754"/>
                </a:lnTo>
                <a:lnTo>
                  <a:pt x="19353" y="4561"/>
                </a:lnTo>
                <a:lnTo>
                  <a:pt x="22017" y="6176"/>
                </a:lnTo>
                <a:lnTo>
                  <a:pt x="24439" y="7649"/>
                </a:lnTo>
                <a:lnTo>
                  <a:pt x="25670" y="8395"/>
                </a:lnTo>
                <a:lnTo>
                  <a:pt x="26901" y="9102"/>
                </a:lnTo>
                <a:lnTo>
                  <a:pt x="28152" y="9808"/>
                </a:lnTo>
                <a:lnTo>
                  <a:pt x="29403" y="10494"/>
                </a:lnTo>
                <a:lnTo>
                  <a:pt x="30654" y="11160"/>
                </a:lnTo>
                <a:lnTo>
                  <a:pt x="31925" y="11806"/>
                </a:lnTo>
                <a:lnTo>
                  <a:pt x="33217" y="12391"/>
                </a:lnTo>
                <a:lnTo>
                  <a:pt x="34509" y="12956"/>
                </a:lnTo>
                <a:lnTo>
                  <a:pt x="35820" y="13481"/>
                </a:lnTo>
                <a:lnTo>
                  <a:pt x="36486" y="13743"/>
                </a:lnTo>
                <a:lnTo>
                  <a:pt x="37152" y="13965"/>
                </a:lnTo>
                <a:lnTo>
                  <a:pt x="37818" y="14187"/>
                </a:lnTo>
                <a:lnTo>
                  <a:pt x="38484" y="14389"/>
                </a:lnTo>
                <a:lnTo>
                  <a:pt x="39170" y="14591"/>
                </a:lnTo>
                <a:lnTo>
                  <a:pt x="39856" y="14772"/>
                </a:lnTo>
                <a:lnTo>
                  <a:pt x="40542" y="14934"/>
                </a:lnTo>
                <a:lnTo>
                  <a:pt x="41228" y="15075"/>
                </a:lnTo>
                <a:lnTo>
                  <a:pt x="41935" y="15216"/>
                </a:lnTo>
                <a:lnTo>
                  <a:pt x="42621" y="15317"/>
                </a:lnTo>
                <a:lnTo>
                  <a:pt x="43246" y="15418"/>
                </a:lnTo>
                <a:lnTo>
                  <a:pt x="43852" y="15479"/>
                </a:lnTo>
                <a:lnTo>
                  <a:pt x="44437" y="15519"/>
                </a:lnTo>
                <a:lnTo>
                  <a:pt x="45002" y="15539"/>
                </a:lnTo>
                <a:lnTo>
                  <a:pt x="45567" y="15539"/>
                </a:lnTo>
                <a:lnTo>
                  <a:pt x="46092" y="15519"/>
                </a:lnTo>
                <a:lnTo>
                  <a:pt x="46596" y="15479"/>
                </a:lnTo>
                <a:lnTo>
                  <a:pt x="47081" y="15398"/>
                </a:lnTo>
                <a:lnTo>
                  <a:pt x="47565" y="15317"/>
                </a:lnTo>
                <a:lnTo>
                  <a:pt x="48009" y="15216"/>
                </a:lnTo>
                <a:lnTo>
                  <a:pt x="48453" y="15075"/>
                </a:lnTo>
                <a:lnTo>
                  <a:pt x="48877" y="14934"/>
                </a:lnTo>
                <a:lnTo>
                  <a:pt x="49280" y="14752"/>
                </a:lnTo>
                <a:lnTo>
                  <a:pt x="49664" y="14550"/>
                </a:lnTo>
                <a:lnTo>
                  <a:pt x="50027" y="14348"/>
                </a:lnTo>
                <a:lnTo>
                  <a:pt x="50390" y="14106"/>
                </a:lnTo>
                <a:lnTo>
                  <a:pt x="50612" y="13925"/>
                </a:lnTo>
                <a:lnTo>
                  <a:pt x="50814" y="13763"/>
                </a:lnTo>
                <a:lnTo>
                  <a:pt x="51036" y="13622"/>
                </a:lnTo>
                <a:lnTo>
                  <a:pt x="51258" y="13481"/>
                </a:lnTo>
                <a:lnTo>
                  <a:pt x="51500" y="13380"/>
                </a:lnTo>
                <a:lnTo>
                  <a:pt x="51662" y="13339"/>
                </a:lnTo>
                <a:lnTo>
                  <a:pt x="51823" y="13299"/>
                </a:lnTo>
                <a:lnTo>
                  <a:pt x="51984" y="13299"/>
                </a:lnTo>
                <a:lnTo>
                  <a:pt x="52146" y="13319"/>
                </a:lnTo>
                <a:lnTo>
                  <a:pt x="52307" y="13360"/>
                </a:lnTo>
                <a:lnTo>
                  <a:pt x="52449" y="13420"/>
                </a:lnTo>
                <a:lnTo>
                  <a:pt x="52570" y="13521"/>
                </a:lnTo>
                <a:lnTo>
                  <a:pt x="52691" y="13642"/>
                </a:lnTo>
                <a:lnTo>
                  <a:pt x="52771" y="13804"/>
                </a:lnTo>
                <a:lnTo>
                  <a:pt x="52832" y="13985"/>
                </a:lnTo>
                <a:lnTo>
                  <a:pt x="52852" y="14167"/>
                </a:lnTo>
                <a:lnTo>
                  <a:pt x="52872" y="14348"/>
                </a:lnTo>
                <a:lnTo>
                  <a:pt x="52872" y="14893"/>
                </a:lnTo>
                <a:lnTo>
                  <a:pt x="52832" y="15398"/>
                </a:lnTo>
                <a:lnTo>
                  <a:pt x="52751" y="15902"/>
                </a:lnTo>
                <a:lnTo>
                  <a:pt x="52630" y="16366"/>
                </a:lnTo>
                <a:lnTo>
                  <a:pt x="52489" y="16831"/>
                </a:lnTo>
                <a:lnTo>
                  <a:pt x="52307" y="17254"/>
                </a:lnTo>
                <a:lnTo>
                  <a:pt x="52085" y="17658"/>
                </a:lnTo>
                <a:lnTo>
                  <a:pt x="51823" y="18041"/>
                </a:lnTo>
                <a:lnTo>
                  <a:pt x="51540" y="18405"/>
                </a:lnTo>
                <a:lnTo>
                  <a:pt x="51238" y="18728"/>
                </a:lnTo>
                <a:lnTo>
                  <a:pt x="50895" y="19030"/>
                </a:lnTo>
                <a:lnTo>
                  <a:pt x="50511" y="19293"/>
                </a:lnTo>
                <a:lnTo>
                  <a:pt x="50128" y="19535"/>
                </a:lnTo>
                <a:lnTo>
                  <a:pt x="49684" y="19737"/>
                </a:lnTo>
                <a:lnTo>
                  <a:pt x="49240" y="19898"/>
                </a:lnTo>
                <a:lnTo>
                  <a:pt x="48756" y="20039"/>
                </a:lnTo>
                <a:lnTo>
                  <a:pt x="48211" y="20140"/>
                </a:lnTo>
                <a:lnTo>
                  <a:pt x="47666" y="20221"/>
                </a:lnTo>
                <a:lnTo>
                  <a:pt x="47121" y="20261"/>
                </a:lnTo>
                <a:lnTo>
                  <a:pt x="46031" y="20261"/>
                </a:lnTo>
                <a:lnTo>
                  <a:pt x="45507" y="20241"/>
                </a:lnTo>
                <a:lnTo>
                  <a:pt x="44437" y="20160"/>
                </a:lnTo>
                <a:lnTo>
                  <a:pt x="42924" y="20019"/>
                </a:lnTo>
                <a:lnTo>
                  <a:pt x="41410" y="19858"/>
                </a:lnTo>
                <a:lnTo>
                  <a:pt x="38403" y="19494"/>
                </a:lnTo>
                <a:lnTo>
                  <a:pt x="36183" y="19212"/>
                </a:lnTo>
                <a:lnTo>
                  <a:pt x="33964" y="18970"/>
                </a:lnTo>
                <a:lnTo>
                  <a:pt x="32834" y="18849"/>
                </a:lnTo>
                <a:lnTo>
                  <a:pt x="31724" y="18768"/>
                </a:lnTo>
                <a:lnTo>
                  <a:pt x="30614" y="18687"/>
                </a:lnTo>
                <a:lnTo>
                  <a:pt x="29484" y="18627"/>
                </a:lnTo>
                <a:lnTo>
                  <a:pt x="28374" y="18606"/>
                </a:lnTo>
                <a:lnTo>
                  <a:pt x="27264" y="18606"/>
                </a:lnTo>
                <a:lnTo>
                  <a:pt x="26134" y="18627"/>
                </a:lnTo>
                <a:lnTo>
                  <a:pt x="25024" y="18687"/>
                </a:lnTo>
                <a:lnTo>
                  <a:pt x="23914" y="18788"/>
                </a:lnTo>
                <a:lnTo>
                  <a:pt x="22824" y="18909"/>
                </a:lnTo>
                <a:lnTo>
                  <a:pt x="21714" y="19091"/>
                </a:lnTo>
                <a:lnTo>
                  <a:pt x="20625" y="19313"/>
                </a:lnTo>
                <a:lnTo>
                  <a:pt x="19555" y="19595"/>
                </a:lnTo>
                <a:lnTo>
                  <a:pt x="18486" y="19898"/>
                </a:lnTo>
                <a:lnTo>
                  <a:pt x="17456" y="20241"/>
                </a:lnTo>
                <a:lnTo>
                  <a:pt x="16407" y="20645"/>
                </a:lnTo>
                <a:lnTo>
                  <a:pt x="15398" y="21048"/>
                </a:lnTo>
                <a:lnTo>
                  <a:pt x="14389" y="21512"/>
                </a:lnTo>
                <a:lnTo>
                  <a:pt x="13400" y="21977"/>
                </a:lnTo>
                <a:lnTo>
                  <a:pt x="12411" y="22481"/>
                </a:lnTo>
                <a:lnTo>
                  <a:pt x="11423" y="23006"/>
                </a:lnTo>
                <a:lnTo>
                  <a:pt x="10454" y="23551"/>
                </a:lnTo>
                <a:lnTo>
                  <a:pt x="9505" y="24116"/>
                </a:lnTo>
                <a:lnTo>
                  <a:pt x="8537" y="24681"/>
                </a:lnTo>
                <a:lnTo>
                  <a:pt x="6660" y="25851"/>
                </a:lnTo>
                <a:lnTo>
                  <a:pt x="4783" y="27022"/>
                </a:lnTo>
                <a:lnTo>
                  <a:pt x="4703" y="27082"/>
                </a:lnTo>
                <a:lnTo>
                  <a:pt x="4339" y="27304"/>
                </a:lnTo>
                <a:lnTo>
                  <a:pt x="4017" y="27465"/>
                </a:lnTo>
                <a:lnTo>
                  <a:pt x="3694" y="27587"/>
                </a:lnTo>
                <a:lnTo>
                  <a:pt x="3411" y="27647"/>
                </a:lnTo>
                <a:lnTo>
                  <a:pt x="3149" y="27667"/>
                </a:lnTo>
                <a:lnTo>
                  <a:pt x="3028" y="27667"/>
                </a:lnTo>
                <a:lnTo>
                  <a:pt x="2907" y="27647"/>
                </a:lnTo>
                <a:lnTo>
                  <a:pt x="2806" y="27607"/>
                </a:lnTo>
                <a:lnTo>
                  <a:pt x="2685" y="27566"/>
                </a:lnTo>
                <a:lnTo>
                  <a:pt x="2584" y="27506"/>
                </a:lnTo>
                <a:lnTo>
                  <a:pt x="2503" y="27445"/>
                </a:lnTo>
                <a:lnTo>
                  <a:pt x="2382" y="27344"/>
                </a:lnTo>
                <a:lnTo>
                  <a:pt x="2301" y="27223"/>
                </a:lnTo>
                <a:lnTo>
                  <a:pt x="2220" y="27082"/>
                </a:lnTo>
                <a:lnTo>
                  <a:pt x="2140" y="26941"/>
                </a:lnTo>
                <a:lnTo>
                  <a:pt x="2039" y="26638"/>
                </a:lnTo>
                <a:lnTo>
                  <a:pt x="1958" y="26295"/>
                </a:lnTo>
                <a:lnTo>
                  <a:pt x="1716" y="25064"/>
                </a:lnTo>
                <a:lnTo>
                  <a:pt x="1474" y="23813"/>
                </a:lnTo>
                <a:lnTo>
                  <a:pt x="1232" y="22562"/>
                </a:lnTo>
                <a:lnTo>
                  <a:pt x="1030" y="21311"/>
                </a:lnTo>
                <a:lnTo>
                  <a:pt x="828" y="20059"/>
                </a:lnTo>
                <a:lnTo>
                  <a:pt x="667" y="18808"/>
                </a:lnTo>
                <a:lnTo>
                  <a:pt x="505" y="17537"/>
                </a:lnTo>
                <a:lnTo>
                  <a:pt x="364" y="16286"/>
                </a:lnTo>
                <a:lnTo>
                  <a:pt x="283" y="15378"/>
                </a:lnTo>
                <a:lnTo>
                  <a:pt x="202" y="14550"/>
                </a:lnTo>
                <a:lnTo>
                  <a:pt x="162" y="13743"/>
                </a:lnTo>
                <a:lnTo>
                  <a:pt x="122" y="13017"/>
                </a:lnTo>
                <a:lnTo>
                  <a:pt x="102" y="12310"/>
                </a:lnTo>
                <a:lnTo>
                  <a:pt x="81" y="11664"/>
                </a:lnTo>
                <a:lnTo>
                  <a:pt x="102" y="11059"/>
                </a:lnTo>
                <a:lnTo>
                  <a:pt x="102" y="10494"/>
                </a:lnTo>
                <a:lnTo>
                  <a:pt x="162" y="9485"/>
                </a:lnTo>
                <a:lnTo>
                  <a:pt x="263" y="8597"/>
                </a:lnTo>
                <a:lnTo>
                  <a:pt x="364" y="7810"/>
                </a:lnTo>
                <a:lnTo>
                  <a:pt x="505" y="7124"/>
                </a:lnTo>
                <a:lnTo>
                  <a:pt x="606" y="6680"/>
                </a:lnTo>
                <a:lnTo>
                  <a:pt x="707" y="6236"/>
                </a:lnTo>
                <a:lnTo>
                  <a:pt x="828" y="5812"/>
                </a:lnTo>
                <a:lnTo>
                  <a:pt x="969" y="5409"/>
                </a:lnTo>
                <a:lnTo>
                  <a:pt x="1111" y="5005"/>
                </a:lnTo>
                <a:lnTo>
                  <a:pt x="1252" y="4642"/>
                </a:lnTo>
                <a:lnTo>
                  <a:pt x="1413" y="4279"/>
                </a:lnTo>
                <a:lnTo>
                  <a:pt x="1595" y="3915"/>
                </a:lnTo>
                <a:lnTo>
                  <a:pt x="1777" y="3592"/>
                </a:lnTo>
                <a:lnTo>
                  <a:pt x="1978" y="3270"/>
                </a:lnTo>
                <a:lnTo>
                  <a:pt x="2180" y="2967"/>
                </a:lnTo>
                <a:lnTo>
                  <a:pt x="2402" y="2684"/>
                </a:lnTo>
                <a:lnTo>
                  <a:pt x="2624" y="2402"/>
                </a:lnTo>
                <a:lnTo>
                  <a:pt x="2866" y="2160"/>
                </a:lnTo>
                <a:lnTo>
                  <a:pt x="3108" y="1918"/>
                </a:lnTo>
                <a:lnTo>
                  <a:pt x="3371" y="1675"/>
                </a:lnTo>
                <a:lnTo>
                  <a:pt x="3613" y="1494"/>
                </a:lnTo>
                <a:lnTo>
                  <a:pt x="3855" y="1312"/>
                </a:lnTo>
                <a:lnTo>
                  <a:pt x="4117" y="1151"/>
                </a:lnTo>
                <a:lnTo>
                  <a:pt x="4400" y="989"/>
                </a:lnTo>
                <a:lnTo>
                  <a:pt x="4682" y="848"/>
                </a:lnTo>
                <a:lnTo>
                  <a:pt x="4965" y="707"/>
                </a:lnTo>
                <a:lnTo>
                  <a:pt x="5268" y="586"/>
                </a:lnTo>
                <a:lnTo>
                  <a:pt x="5570" y="485"/>
                </a:lnTo>
                <a:lnTo>
                  <a:pt x="5893" y="384"/>
                </a:lnTo>
                <a:lnTo>
                  <a:pt x="6196" y="303"/>
                </a:lnTo>
                <a:lnTo>
                  <a:pt x="6539" y="243"/>
                </a:lnTo>
                <a:lnTo>
                  <a:pt x="6862" y="182"/>
                </a:lnTo>
                <a:lnTo>
                  <a:pt x="7205" y="121"/>
                </a:lnTo>
                <a:lnTo>
                  <a:pt x="7548" y="101"/>
                </a:lnTo>
                <a:lnTo>
                  <a:pt x="7891" y="81"/>
                </a:lnTo>
                <a:close/>
                <a:moveTo>
                  <a:pt x="7730" y="0"/>
                </a:moveTo>
                <a:lnTo>
                  <a:pt x="7265" y="41"/>
                </a:lnTo>
                <a:lnTo>
                  <a:pt x="6801" y="101"/>
                </a:lnTo>
                <a:lnTo>
                  <a:pt x="6378" y="182"/>
                </a:lnTo>
                <a:lnTo>
                  <a:pt x="5934" y="283"/>
                </a:lnTo>
                <a:lnTo>
                  <a:pt x="5530" y="424"/>
                </a:lnTo>
                <a:lnTo>
                  <a:pt x="5106" y="565"/>
                </a:lnTo>
                <a:lnTo>
                  <a:pt x="4723" y="727"/>
                </a:lnTo>
                <a:lnTo>
                  <a:pt x="4339" y="929"/>
                </a:lnTo>
                <a:lnTo>
                  <a:pt x="3976" y="1130"/>
                </a:lnTo>
                <a:lnTo>
                  <a:pt x="3633" y="1373"/>
                </a:lnTo>
                <a:lnTo>
                  <a:pt x="3310" y="1615"/>
                </a:lnTo>
                <a:lnTo>
                  <a:pt x="3048" y="1857"/>
                </a:lnTo>
                <a:lnTo>
                  <a:pt x="2806" y="2099"/>
                </a:lnTo>
                <a:lnTo>
                  <a:pt x="2564" y="2361"/>
                </a:lnTo>
                <a:lnTo>
                  <a:pt x="2342" y="2624"/>
                </a:lnTo>
                <a:lnTo>
                  <a:pt x="2120" y="2927"/>
                </a:lnTo>
                <a:lnTo>
                  <a:pt x="1918" y="3229"/>
                </a:lnTo>
                <a:lnTo>
                  <a:pt x="1716" y="3552"/>
                </a:lnTo>
                <a:lnTo>
                  <a:pt x="1534" y="3875"/>
                </a:lnTo>
                <a:lnTo>
                  <a:pt x="1353" y="4238"/>
                </a:lnTo>
                <a:lnTo>
                  <a:pt x="1191" y="4601"/>
                </a:lnTo>
                <a:lnTo>
                  <a:pt x="1030" y="4985"/>
                </a:lnTo>
                <a:lnTo>
                  <a:pt x="889" y="5388"/>
                </a:lnTo>
                <a:lnTo>
                  <a:pt x="747" y="5792"/>
                </a:lnTo>
                <a:lnTo>
                  <a:pt x="626" y="6216"/>
                </a:lnTo>
                <a:lnTo>
                  <a:pt x="525" y="6660"/>
                </a:lnTo>
                <a:lnTo>
                  <a:pt x="424" y="7104"/>
                </a:lnTo>
                <a:lnTo>
                  <a:pt x="283" y="7810"/>
                </a:lnTo>
                <a:lnTo>
                  <a:pt x="182" y="8577"/>
                </a:lnTo>
                <a:lnTo>
                  <a:pt x="81" y="9485"/>
                </a:lnTo>
                <a:lnTo>
                  <a:pt x="21" y="10494"/>
                </a:lnTo>
                <a:lnTo>
                  <a:pt x="21" y="11059"/>
                </a:lnTo>
                <a:lnTo>
                  <a:pt x="1" y="11664"/>
                </a:lnTo>
                <a:lnTo>
                  <a:pt x="21" y="12310"/>
                </a:lnTo>
                <a:lnTo>
                  <a:pt x="41" y="13017"/>
                </a:lnTo>
                <a:lnTo>
                  <a:pt x="81" y="13743"/>
                </a:lnTo>
                <a:lnTo>
                  <a:pt x="122" y="14550"/>
                </a:lnTo>
                <a:lnTo>
                  <a:pt x="202" y="15398"/>
                </a:lnTo>
                <a:lnTo>
                  <a:pt x="283" y="16306"/>
                </a:lnTo>
                <a:lnTo>
                  <a:pt x="424" y="17557"/>
                </a:lnTo>
                <a:lnTo>
                  <a:pt x="586" y="18808"/>
                </a:lnTo>
                <a:lnTo>
                  <a:pt x="768" y="20080"/>
                </a:lnTo>
                <a:lnTo>
                  <a:pt x="949" y="21331"/>
                </a:lnTo>
                <a:lnTo>
                  <a:pt x="1151" y="22582"/>
                </a:lnTo>
                <a:lnTo>
                  <a:pt x="1393" y="23833"/>
                </a:lnTo>
                <a:lnTo>
                  <a:pt x="1635" y="25084"/>
                </a:lnTo>
                <a:lnTo>
                  <a:pt x="1877" y="26315"/>
                </a:lnTo>
                <a:lnTo>
                  <a:pt x="1978" y="26658"/>
                </a:lnTo>
                <a:lnTo>
                  <a:pt x="2079" y="26981"/>
                </a:lnTo>
                <a:lnTo>
                  <a:pt x="2140" y="27143"/>
                </a:lnTo>
                <a:lnTo>
                  <a:pt x="2241" y="27264"/>
                </a:lnTo>
                <a:lnTo>
                  <a:pt x="2342" y="27405"/>
                </a:lnTo>
                <a:lnTo>
                  <a:pt x="2442" y="27506"/>
                </a:lnTo>
                <a:lnTo>
                  <a:pt x="2604" y="27607"/>
                </a:lnTo>
                <a:lnTo>
                  <a:pt x="2786" y="27687"/>
                </a:lnTo>
                <a:lnTo>
                  <a:pt x="2967" y="27728"/>
                </a:lnTo>
                <a:lnTo>
                  <a:pt x="3169" y="27748"/>
                </a:lnTo>
                <a:lnTo>
                  <a:pt x="3330" y="27748"/>
                </a:lnTo>
                <a:lnTo>
                  <a:pt x="3512" y="27708"/>
                </a:lnTo>
                <a:lnTo>
                  <a:pt x="3694" y="27667"/>
                </a:lnTo>
                <a:lnTo>
                  <a:pt x="3875" y="27607"/>
                </a:lnTo>
                <a:lnTo>
                  <a:pt x="4077" y="27526"/>
                </a:lnTo>
                <a:lnTo>
                  <a:pt x="4299" y="27425"/>
                </a:lnTo>
                <a:lnTo>
                  <a:pt x="4743" y="27163"/>
                </a:lnTo>
                <a:lnTo>
                  <a:pt x="4844" y="27102"/>
                </a:lnTo>
                <a:lnTo>
                  <a:pt x="6700" y="25912"/>
                </a:lnTo>
                <a:lnTo>
                  <a:pt x="8577" y="24761"/>
                </a:lnTo>
                <a:lnTo>
                  <a:pt x="9546" y="24176"/>
                </a:lnTo>
                <a:lnTo>
                  <a:pt x="10494" y="23631"/>
                </a:lnTo>
                <a:lnTo>
                  <a:pt x="11463" y="23086"/>
                </a:lnTo>
                <a:lnTo>
                  <a:pt x="12432" y="22562"/>
                </a:lnTo>
                <a:lnTo>
                  <a:pt x="13420" y="22057"/>
                </a:lnTo>
                <a:lnTo>
                  <a:pt x="14429" y="21573"/>
                </a:lnTo>
                <a:lnTo>
                  <a:pt x="15418" y="21129"/>
                </a:lnTo>
                <a:lnTo>
                  <a:pt x="16447" y="20705"/>
                </a:lnTo>
                <a:lnTo>
                  <a:pt x="17477" y="20322"/>
                </a:lnTo>
                <a:lnTo>
                  <a:pt x="18506" y="19979"/>
                </a:lnTo>
                <a:lnTo>
                  <a:pt x="19575" y="19676"/>
                </a:lnTo>
                <a:lnTo>
                  <a:pt x="20645" y="19393"/>
                </a:lnTo>
                <a:lnTo>
                  <a:pt x="21735" y="19171"/>
                </a:lnTo>
                <a:lnTo>
                  <a:pt x="22824" y="18990"/>
                </a:lnTo>
                <a:lnTo>
                  <a:pt x="23934" y="18869"/>
                </a:lnTo>
                <a:lnTo>
                  <a:pt x="25044" y="18768"/>
                </a:lnTo>
                <a:lnTo>
                  <a:pt x="26154" y="18707"/>
                </a:lnTo>
                <a:lnTo>
                  <a:pt x="27264" y="18687"/>
                </a:lnTo>
                <a:lnTo>
                  <a:pt x="28374" y="18687"/>
                </a:lnTo>
                <a:lnTo>
                  <a:pt x="29484" y="18707"/>
                </a:lnTo>
                <a:lnTo>
                  <a:pt x="30614" y="18768"/>
                </a:lnTo>
                <a:lnTo>
                  <a:pt x="31724" y="18849"/>
                </a:lnTo>
                <a:lnTo>
                  <a:pt x="32834" y="18929"/>
                </a:lnTo>
                <a:lnTo>
                  <a:pt x="33944" y="19050"/>
                </a:lnTo>
                <a:lnTo>
                  <a:pt x="36183" y="19293"/>
                </a:lnTo>
                <a:lnTo>
                  <a:pt x="38383" y="19575"/>
                </a:lnTo>
                <a:lnTo>
                  <a:pt x="41390" y="19938"/>
                </a:lnTo>
                <a:lnTo>
                  <a:pt x="42924" y="20100"/>
                </a:lnTo>
                <a:lnTo>
                  <a:pt x="44437" y="20241"/>
                </a:lnTo>
                <a:lnTo>
                  <a:pt x="45507" y="20322"/>
                </a:lnTo>
                <a:lnTo>
                  <a:pt x="46031" y="20342"/>
                </a:lnTo>
                <a:lnTo>
                  <a:pt x="47141" y="20342"/>
                </a:lnTo>
                <a:lnTo>
                  <a:pt x="47686" y="20302"/>
                </a:lnTo>
                <a:lnTo>
                  <a:pt x="48231" y="20221"/>
                </a:lnTo>
                <a:lnTo>
                  <a:pt x="48776" y="20120"/>
                </a:lnTo>
                <a:lnTo>
                  <a:pt x="49260" y="19979"/>
                </a:lnTo>
                <a:lnTo>
                  <a:pt x="49724" y="19797"/>
                </a:lnTo>
                <a:lnTo>
                  <a:pt x="50168" y="19595"/>
                </a:lnTo>
                <a:lnTo>
                  <a:pt x="50572" y="19353"/>
                </a:lnTo>
                <a:lnTo>
                  <a:pt x="50955" y="19071"/>
                </a:lnTo>
                <a:lnTo>
                  <a:pt x="51319" y="18748"/>
                </a:lnTo>
                <a:lnTo>
                  <a:pt x="51641" y="18405"/>
                </a:lnTo>
                <a:lnTo>
                  <a:pt x="51924" y="18041"/>
                </a:lnTo>
                <a:lnTo>
                  <a:pt x="52186" y="17638"/>
                </a:lnTo>
                <a:lnTo>
                  <a:pt x="52388" y="17234"/>
                </a:lnTo>
                <a:lnTo>
                  <a:pt x="52570" y="16790"/>
                </a:lnTo>
                <a:lnTo>
                  <a:pt x="52731" y="16346"/>
                </a:lnTo>
                <a:lnTo>
                  <a:pt x="52832" y="15862"/>
                </a:lnTo>
                <a:lnTo>
                  <a:pt x="52913" y="15378"/>
                </a:lnTo>
                <a:lnTo>
                  <a:pt x="52953" y="14873"/>
                </a:lnTo>
                <a:lnTo>
                  <a:pt x="52953" y="14348"/>
                </a:lnTo>
                <a:lnTo>
                  <a:pt x="52933" y="14147"/>
                </a:lnTo>
                <a:lnTo>
                  <a:pt x="52913" y="13965"/>
                </a:lnTo>
                <a:lnTo>
                  <a:pt x="52852" y="13763"/>
                </a:lnTo>
                <a:lnTo>
                  <a:pt x="52812" y="13662"/>
                </a:lnTo>
                <a:lnTo>
                  <a:pt x="52751" y="13582"/>
                </a:lnTo>
                <a:lnTo>
                  <a:pt x="52630" y="13461"/>
                </a:lnTo>
                <a:lnTo>
                  <a:pt x="52489" y="13360"/>
                </a:lnTo>
                <a:lnTo>
                  <a:pt x="52348" y="13279"/>
                </a:lnTo>
                <a:lnTo>
                  <a:pt x="52166" y="13239"/>
                </a:lnTo>
                <a:lnTo>
                  <a:pt x="51984" y="13218"/>
                </a:lnTo>
                <a:lnTo>
                  <a:pt x="51823" y="13218"/>
                </a:lnTo>
                <a:lnTo>
                  <a:pt x="51641" y="13259"/>
                </a:lnTo>
                <a:lnTo>
                  <a:pt x="51480" y="13299"/>
                </a:lnTo>
                <a:lnTo>
                  <a:pt x="51238" y="13400"/>
                </a:lnTo>
                <a:lnTo>
                  <a:pt x="50996" y="13541"/>
                </a:lnTo>
                <a:lnTo>
                  <a:pt x="50774" y="13703"/>
                </a:lnTo>
                <a:lnTo>
                  <a:pt x="50572" y="13864"/>
                </a:lnTo>
                <a:lnTo>
                  <a:pt x="50330" y="14026"/>
                </a:lnTo>
                <a:lnTo>
                  <a:pt x="49987" y="14268"/>
                </a:lnTo>
                <a:lnTo>
                  <a:pt x="49623" y="14490"/>
                </a:lnTo>
                <a:lnTo>
                  <a:pt x="49240" y="14691"/>
                </a:lnTo>
                <a:lnTo>
                  <a:pt x="48836" y="14853"/>
                </a:lnTo>
                <a:lnTo>
                  <a:pt x="48433" y="15014"/>
                </a:lnTo>
                <a:lnTo>
                  <a:pt x="47989" y="15135"/>
                </a:lnTo>
                <a:lnTo>
                  <a:pt x="47545" y="15236"/>
                </a:lnTo>
                <a:lnTo>
                  <a:pt x="47061" y="15337"/>
                </a:lnTo>
                <a:lnTo>
                  <a:pt x="46576" y="15398"/>
                </a:lnTo>
                <a:lnTo>
                  <a:pt x="46072" y="15438"/>
                </a:lnTo>
                <a:lnTo>
                  <a:pt x="45547" y="15458"/>
                </a:lnTo>
                <a:lnTo>
                  <a:pt x="45002" y="15458"/>
                </a:lnTo>
                <a:lnTo>
                  <a:pt x="44437" y="15438"/>
                </a:lnTo>
                <a:lnTo>
                  <a:pt x="43872" y="15398"/>
                </a:lnTo>
                <a:lnTo>
                  <a:pt x="43267" y="15337"/>
                </a:lnTo>
                <a:lnTo>
                  <a:pt x="42641" y="15236"/>
                </a:lnTo>
                <a:lnTo>
                  <a:pt x="41935" y="15135"/>
                </a:lnTo>
                <a:lnTo>
                  <a:pt x="41249" y="14994"/>
                </a:lnTo>
                <a:lnTo>
                  <a:pt x="40563" y="14853"/>
                </a:lnTo>
                <a:lnTo>
                  <a:pt x="39876" y="14691"/>
                </a:lnTo>
                <a:lnTo>
                  <a:pt x="39190" y="14510"/>
                </a:lnTo>
                <a:lnTo>
                  <a:pt x="38504" y="14308"/>
                </a:lnTo>
                <a:lnTo>
                  <a:pt x="37838" y="14106"/>
                </a:lnTo>
                <a:lnTo>
                  <a:pt x="37172" y="13884"/>
                </a:lnTo>
                <a:lnTo>
                  <a:pt x="36506" y="13662"/>
                </a:lnTo>
                <a:lnTo>
                  <a:pt x="35840" y="13420"/>
                </a:lnTo>
                <a:lnTo>
                  <a:pt x="34529" y="12895"/>
                </a:lnTo>
                <a:lnTo>
                  <a:pt x="33237" y="12330"/>
                </a:lnTo>
                <a:lnTo>
                  <a:pt x="31966" y="11725"/>
                </a:lnTo>
                <a:lnTo>
                  <a:pt x="30695" y="11079"/>
                </a:lnTo>
                <a:lnTo>
                  <a:pt x="29423" y="10434"/>
                </a:lnTo>
                <a:lnTo>
                  <a:pt x="28172" y="9747"/>
                </a:lnTo>
                <a:lnTo>
                  <a:pt x="26941" y="9041"/>
                </a:lnTo>
                <a:lnTo>
                  <a:pt x="25710" y="8315"/>
                </a:lnTo>
                <a:lnTo>
                  <a:pt x="24479" y="7588"/>
                </a:lnTo>
                <a:lnTo>
                  <a:pt x="22057" y="6115"/>
                </a:lnTo>
                <a:lnTo>
                  <a:pt x="19394" y="4501"/>
                </a:lnTo>
                <a:lnTo>
                  <a:pt x="18062" y="3693"/>
                </a:lnTo>
                <a:lnTo>
                  <a:pt x="16710" y="2906"/>
                </a:lnTo>
                <a:lnTo>
                  <a:pt x="15983" y="2503"/>
                </a:lnTo>
                <a:lnTo>
                  <a:pt x="15216" y="2079"/>
                </a:lnTo>
                <a:lnTo>
                  <a:pt x="14429" y="1675"/>
                </a:lnTo>
                <a:lnTo>
                  <a:pt x="13602" y="1292"/>
                </a:lnTo>
                <a:lnTo>
                  <a:pt x="12775" y="949"/>
                </a:lnTo>
                <a:lnTo>
                  <a:pt x="12331" y="787"/>
                </a:lnTo>
                <a:lnTo>
                  <a:pt x="11907" y="626"/>
                </a:lnTo>
                <a:lnTo>
                  <a:pt x="11463" y="485"/>
                </a:lnTo>
                <a:lnTo>
                  <a:pt x="11019" y="364"/>
                </a:lnTo>
                <a:lnTo>
                  <a:pt x="10575" y="263"/>
                </a:lnTo>
                <a:lnTo>
                  <a:pt x="10131" y="162"/>
                </a:lnTo>
                <a:lnTo>
                  <a:pt x="9627" y="81"/>
                </a:lnTo>
                <a:lnTo>
                  <a:pt x="9142" y="41"/>
                </a:lnTo>
                <a:lnTo>
                  <a:pt x="865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18"/>
          <p:cNvSpPr/>
          <p:nvPr/>
        </p:nvSpPr>
        <p:spPr>
          <a:xfrm>
            <a:off x="7850706" y="3773824"/>
            <a:ext cx="530339" cy="361051"/>
          </a:xfrm>
          <a:custGeom>
            <a:rect b="b" l="l" r="r" t="t"/>
            <a:pathLst>
              <a:path extrusionOk="0" h="6458" w="9486">
                <a:moveTo>
                  <a:pt x="8880" y="81"/>
                </a:moveTo>
                <a:lnTo>
                  <a:pt x="9021" y="101"/>
                </a:lnTo>
                <a:lnTo>
                  <a:pt x="9142" y="142"/>
                </a:lnTo>
                <a:lnTo>
                  <a:pt x="9203" y="182"/>
                </a:lnTo>
                <a:lnTo>
                  <a:pt x="9263" y="243"/>
                </a:lnTo>
                <a:lnTo>
                  <a:pt x="9324" y="364"/>
                </a:lnTo>
                <a:lnTo>
                  <a:pt x="9364" y="505"/>
                </a:lnTo>
                <a:lnTo>
                  <a:pt x="9384" y="646"/>
                </a:lnTo>
                <a:lnTo>
                  <a:pt x="9405" y="868"/>
                </a:lnTo>
                <a:lnTo>
                  <a:pt x="9384" y="1070"/>
                </a:lnTo>
                <a:lnTo>
                  <a:pt x="9364" y="1272"/>
                </a:lnTo>
                <a:lnTo>
                  <a:pt x="9324" y="1474"/>
                </a:lnTo>
                <a:lnTo>
                  <a:pt x="9263" y="1675"/>
                </a:lnTo>
                <a:lnTo>
                  <a:pt x="9183" y="1877"/>
                </a:lnTo>
                <a:lnTo>
                  <a:pt x="9001" y="2261"/>
                </a:lnTo>
                <a:lnTo>
                  <a:pt x="8779" y="2624"/>
                </a:lnTo>
                <a:lnTo>
                  <a:pt x="8537" y="2967"/>
                </a:lnTo>
                <a:lnTo>
                  <a:pt x="8274" y="3290"/>
                </a:lnTo>
                <a:lnTo>
                  <a:pt x="8012" y="3592"/>
                </a:lnTo>
                <a:lnTo>
                  <a:pt x="7689" y="3936"/>
                </a:lnTo>
                <a:lnTo>
                  <a:pt x="7346" y="4299"/>
                </a:lnTo>
                <a:lnTo>
                  <a:pt x="6983" y="4662"/>
                </a:lnTo>
                <a:lnTo>
                  <a:pt x="6579" y="5005"/>
                </a:lnTo>
                <a:lnTo>
                  <a:pt x="6135" y="5348"/>
                </a:lnTo>
                <a:lnTo>
                  <a:pt x="5691" y="5651"/>
                </a:lnTo>
                <a:lnTo>
                  <a:pt x="5449" y="5772"/>
                </a:lnTo>
                <a:lnTo>
                  <a:pt x="5207" y="5913"/>
                </a:lnTo>
                <a:lnTo>
                  <a:pt x="4945" y="6014"/>
                </a:lnTo>
                <a:lnTo>
                  <a:pt x="4682" y="6115"/>
                </a:lnTo>
                <a:lnTo>
                  <a:pt x="4460" y="6196"/>
                </a:lnTo>
                <a:lnTo>
                  <a:pt x="4218" y="6256"/>
                </a:lnTo>
                <a:lnTo>
                  <a:pt x="3956" y="6317"/>
                </a:lnTo>
                <a:lnTo>
                  <a:pt x="3714" y="6357"/>
                </a:lnTo>
                <a:lnTo>
                  <a:pt x="3451" y="6377"/>
                </a:lnTo>
                <a:lnTo>
                  <a:pt x="2927" y="6377"/>
                </a:lnTo>
                <a:lnTo>
                  <a:pt x="2664" y="6337"/>
                </a:lnTo>
                <a:lnTo>
                  <a:pt x="2402" y="6297"/>
                </a:lnTo>
                <a:lnTo>
                  <a:pt x="2140" y="6236"/>
                </a:lnTo>
                <a:lnTo>
                  <a:pt x="1898" y="6155"/>
                </a:lnTo>
                <a:lnTo>
                  <a:pt x="1655" y="6054"/>
                </a:lnTo>
                <a:lnTo>
                  <a:pt x="1413" y="5933"/>
                </a:lnTo>
                <a:lnTo>
                  <a:pt x="1191" y="5792"/>
                </a:lnTo>
                <a:lnTo>
                  <a:pt x="969" y="5631"/>
                </a:lnTo>
                <a:lnTo>
                  <a:pt x="767" y="5429"/>
                </a:lnTo>
                <a:lnTo>
                  <a:pt x="586" y="5227"/>
                </a:lnTo>
                <a:lnTo>
                  <a:pt x="424" y="4985"/>
                </a:lnTo>
                <a:lnTo>
                  <a:pt x="303" y="4743"/>
                </a:lnTo>
                <a:lnTo>
                  <a:pt x="202" y="4501"/>
                </a:lnTo>
                <a:lnTo>
                  <a:pt x="122" y="4258"/>
                </a:lnTo>
                <a:lnTo>
                  <a:pt x="81" y="4016"/>
                </a:lnTo>
                <a:lnTo>
                  <a:pt x="81" y="3774"/>
                </a:lnTo>
                <a:lnTo>
                  <a:pt x="122" y="3532"/>
                </a:lnTo>
                <a:lnTo>
                  <a:pt x="182" y="3370"/>
                </a:lnTo>
                <a:lnTo>
                  <a:pt x="243" y="3189"/>
                </a:lnTo>
                <a:lnTo>
                  <a:pt x="344" y="3048"/>
                </a:lnTo>
                <a:lnTo>
                  <a:pt x="445" y="2906"/>
                </a:lnTo>
                <a:lnTo>
                  <a:pt x="586" y="2785"/>
                </a:lnTo>
                <a:lnTo>
                  <a:pt x="747" y="2664"/>
                </a:lnTo>
                <a:lnTo>
                  <a:pt x="909" y="2563"/>
                </a:lnTo>
                <a:lnTo>
                  <a:pt x="1111" y="2483"/>
                </a:lnTo>
                <a:lnTo>
                  <a:pt x="3310" y="1655"/>
                </a:lnTo>
                <a:lnTo>
                  <a:pt x="5530" y="868"/>
                </a:lnTo>
                <a:lnTo>
                  <a:pt x="6357" y="606"/>
                </a:lnTo>
                <a:lnTo>
                  <a:pt x="7165" y="364"/>
                </a:lnTo>
                <a:lnTo>
                  <a:pt x="7568" y="263"/>
                </a:lnTo>
                <a:lnTo>
                  <a:pt x="7972" y="182"/>
                </a:lnTo>
                <a:lnTo>
                  <a:pt x="8375" y="121"/>
                </a:lnTo>
                <a:lnTo>
                  <a:pt x="8779" y="81"/>
                </a:lnTo>
                <a:close/>
                <a:moveTo>
                  <a:pt x="8759" y="0"/>
                </a:moveTo>
                <a:lnTo>
                  <a:pt x="8355" y="41"/>
                </a:lnTo>
                <a:lnTo>
                  <a:pt x="7952" y="101"/>
                </a:lnTo>
                <a:lnTo>
                  <a:pt x="7548" y="182"/>
                </a:lnTo>
                <a:lnTo>
                  <a:pt x="7144" y="283"/>
                </a:lnTo>
                <a:lnTo>
                  <a:pt x="6337" y="525"/>
                </a:lnTo>
                <a:lnTo>
                  <a:pt x="5510" y="787"/>
                </a:lnTo>
                <a:lnTo>
                  <a:pt x="3290" y="1574"/>
                </a:lnTo>
                <a:lnTo>
                  <a:pt x="1070" y="2402"/>
                </a:lnTo>
                <a:lnTo>
                  <a:pt x="868" y="2503"/>
                </a:lnTo>
                <a:lnTo>
                  <a:pt x="687" y="2604"/>
                </a:lnTo>
                <a:lnTo>
                  <a:pt x="525" y="2725"/>
                </a:lnTo>
                <a:lnTo>
                  <a:pt x="384" y="2846"/>
                </a:lnTo>
                <a:lnTo>
                  <a:pt x="263" y="3007"/>
                </a:lnTo>
                <a:lnTo>
                  <a:pt x="182" y="3169"/>
                </a:lnTo>
                <a:lnTo>
                  <a:pt x="102" y="3330"/>
                </a:lnTo>
                <a:lnTo>
                  <a:pt x="41" y="3512"/>
                </a:lnTo>
                <a:lnTo>
                  <a:pt x="1" y="3754"/>
                </a:lnTo>
                <a:lnTo>
                  <a:pt x="1" y="4016"/>
                </a:lnTo>
                <a:lnTo>
                  <a:pt x="41" y="4279"/>
                </a:lnTo>
                <a:lnTo>
                  <a:pt x="122" y="4521"/>
                </a:lnTo>
                <a:lnTo>
                  <a:pt x="223" y="4783"/>
                </a:lnTo>
                <a:lnTo>
                  <a:pt x="364" y="5025"/>
                </a:lnTo>
                <a:lnTo>
                  <a:pt x="525" y="5267"/>
                </a:lnTo>
                <a:lnTo>
                  <a:pt x="707" y="5489"/>
                </a:lnTo>
                <a:lnTo>
                  <a:pt x="969" y="5732"/>
                </a:lnTo>
                <a:lnTo>
                  <a:pt x="1252" y="5933"/>
                </a:lnTo>
                <a:lnTo>
                  <a:pt x="1554" y="6095"/>
                </a:lnTo>
                <a:lnTo>
                  <a:pt x="1877" y="6236"/>
                </a:lnTo>
                <a:lnTo>
                  <a:pt x="2200" y="6337"/>
                </a:lnTo>
                <a:lnTo>
                  <a:pt x="2523" y="6397"/>
                </a:lnTo>
                <a:lnTo>
                  <a:pt x="2866" y="6438"/>
                </a:lnTo>
                <a:lnTo>
                  <a:pt x="3189" y="6458"/>
                </a:lnTo>
                <a:lnTo>
                  <a:pt x="3593" y="6438"/>
                </a:lnTo>
                <a:lnTo>
                  <a:pt x="3976" y="6397"/>
                </a:lnTo>
                <a:lnTo>
                  <a:pt x="4360" y="6317"/>
                </a:lnTo>
                <a:lnTo>
                  <a:pt x="4723" y="6196"/>
                </a:lnTo>
                <a:lnTo>
                  <a:pt x="4985" y="6095"/>
                </a:lnTo>
                <a:lnTo>
                  <a:pt x="5227" y="5974"/>
                </a:lnTo>
                <a:lnTo>
                  <a:pt x="5490" y="5853"/>
                </a:lnTo>
                <a:lnTo>
                  <a:pt x="5712" y="5711"/>
                </a:lnTo>
                <a:lnTo>
                  <a:pt x="6176" y="5409"/>
                </a:lnTo>
                <a:lnTo>
                  <a:pt x="6620" y="5066"/>
                </a:lnTo>
                <a:lnTo>
                  <a:pt x="7023" y="4723"/>
                </a:lnTo>
                <a:lnTo>
                  <a:pt x="7407" y="4359"/>
                </a:lnTo>
                <a:lnTo>
                  <a:pt x="7750" y="3996"/>
                </a:lnTo>
                <a:lnTo>
                  <a:pt x="8073" y="3653"/>
                </a:lnTo>
                <a:lnTo>
                  <a:pt x="8335" y="3330"/>
                </a:lnTo>
                <a:lnTo>
                  <a:pt x="8597" y="3007"/>
                </a:lnTo>
                <a:lnTo>
                  <a:pt x="8860" y="2664"/>
                </a:lnTo>
                <a:lnTo>
                  <a:pt x="9082" y="2281"/>
                </a:lnTo>
                <a:lnTo>
                  <a:pt x="9263" y="1897"/>
                </a:lnTo>
                <a:lnTo>
                  <a:pt x="9324" y="1696"/>
                </a:lnTo>
                <a:lnTo>
                  <a:pt x="9405" y="1494"/>
                </a:lnTo>
                <a:lnTo>
                  <a:pt x="9445" y="1292"/>
                </a:lnTo>
                <a:lnTo>
                  <a:pt x="9465" y="1070"/>
                </a:lnTo>
                <a:lnTo>
                  <a:pt x="9485" y="868"/>
                </a:lnTo>
                <a:lnTo>
                  <a:pt x="9465" y="646"/>
                </a:lnTo>
                <a:lnTo>
                  <a:pt x="9445" y="444"/>
                </a:lnTo>
                <a:lnTo>
                  <a:pt x="9384" y="283"/>
                </a:lnTo>
                <a:lnTo>
                  <a:pt x="9304" y="162"/>
                </a:lnTo>
                <a:lnTo>
                  <a:pt x="9183" y="61"/>
                </a:lnTo>
                <a:lnTo>
                  <a:pt x="9082" y="21"/>
                </a:lnTo>
                <a:lnTo>
                  <a:pt x="89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18"/>
          <p:cNvSpPr/>
          <p:nvPr/>
        </p:nvSpPr>
        <p:spPr>
          <a:xfrm rot="3449335">
            <a:off x="2567386" y="-287123"/>
            <a:ext cx="130932" cy="390449"/>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18"/>
          <p:cNvSpPr/>
          <p:nvPr/>
        </p:nvSpPr>
        <p:spPr>
          <a:xfrm>
            <a:off x="13470249" y="372312"/>
            <a:ext cx="206522" cy="1040271"/>
          </a:xfrm>
          <a:custGeom>
            <a:rect b="b" l="l" r="r" t="t"/>
            <a:pathLst>
              <a:path extrusionOk="0" h="18607" w="3694">
                <a:moveTo>
                  <a:pt x="2160" y="0"/>
                </a:moveTo>
                <a:lnTo>
                  <a:pt x="2099" y="61"/>
                </a:lnTo>
                <a:lnTo>
                  <a:pt x="2281" y="283"/>
                </a:lnTo>
                <a:lnTo>
                  <a:pt x="2462" y="545"/>
                </a:lnTo>
                <a:lnTo>
                  <a:pt x="2624" y="787"/>
                </a:lnTo>
                <a:lnTo>
                  <a:pt x="2765" y="1050"/>
                </a:lnTo>
                <a:lnTo>
                  <a:pt x="2886" y="1292"/>
                </a:lnTo>
                <a:lnTo>
                  <a:pt x="3007" y="1554"/>
                </a:lnTo>
                <a:lnTo>
                  <a:pt x="3209" y="2079"/>
                </a:lnTo>
                <a:lnTo>
                  <a:pt x="3350" y="2604"/>
                </a:lnTo>
                <a:lnTo>
                  <a:pt x="3471" y="3108"/>
                </a:lnTo>
                <a:lnTo>
                  <a:pt x="3532" y="3592"/>
                </a:lnTo>
                <a:lnTo>
                  <a:pt x="3572" y="4036"/>
                </a:lnTo>
                <a:lnTo>
                  <a:pt x="3613" y="4581"/>
                </a:lnTo>
                <a:lnTo>
                  <a:pt x="3613" y="5126"/>
                </a:lnTo>
                <a:lnTo>
                  <a:pt x="3592" y="5671"/>
                </a:lnTo>
                <a:lnTo>
                  <a:pt x="3552" y="6216"/>
                </a:lnTo>
                <a:lnTo>
                  <a:pt x="3431" y="7285"/>
                </a:lnTo>
                <a:lnTo>
                  <a:pt x="3290" y="8355"/>
                </a:lnTo>
                <a:lnTo>
                  <a:pt x="2684" y="12734"/>
                </a:lnTo>
                <a:lnTo>
                  <a:pt x="2604" y="13360"/>
                </a:lnTo>
                <a:lnTo>
                  <a:pt x="2503" y="14026"/>
                </a:lnTo>
                <a:lnTo>
                  <a:pt x="2361" y="14712"/>
                </a:lnTo>
                <a:lnTo>
                  <a:pt x="2281" y="15055"/>
                </a:lnTo>
                <a:lnTo>
                  <a:pt x="2180" y="15398"/>
                </a:lnTo>
                <a:lnTo>
                  <a:pt x="2059" y="15741"/>
                </a:lnTo>
                <a:lnTo>
                  <a:pt x="1938" y="16084"/>
                </a:lnTo>
                <a:lnTo>
                  <a:pt x="1796" y="16407"/>
                </a:lnTo>
                <a:lnTo>
                  <a:pt x="1635" y="16730"/>
                </a:lnTo>
                <a:lnTo>
                  <a:pt x="1453" y="17053"/>
                </a:lnTo>
                <a:lnTo>
                  <a:pt x="1252" y="17355"/>
                </a:lnTo>
                <a:lnTo>
                  <a:pt x="1030" y="17638"/>
                </a:lnTo>
                <a:lnTo>
                  <a:pt x="787" y="17900"/>
                </a:lnTo>
                <a:lnTo>
                  <a:pt x="606" y="18082"/>
                </a:lnTo>
                <a:lnTo>
                  <a:pt x="404" y="18243"/>
                </a:lnTo>
                <a:lnTo>
                  <a:pt x="202" y="18384"/>
                </a:lnTo>
                <a:lnTo>
                  <a:pt x="0" y="18526"/>
                </a:lnTo>
                <a:lnTo>
                  <a:pt x="41" y="18606"/>
                </a:lnTo>
                <a:lnTo>
                  <a:pt x="263" y="18465"/>
                </a:lnTo>
                <a:lnTo>
                  <a:pt x="465" y="18304"/>
                </a:lnTo>
                <a:lnTo>
                  <a:pt x="666" y="18142"/>
                </a:lnTo>
                <a:lnTo>
                  <a:pt x="848" y="17961"/>
                </a:lnTo>
                <a:lnTo>
                  <a:pt x="1090" y="17678"/>
                </a:lnTo>
                <a:lnTo>
                  <a:pt x="1332" y="17396"/>
                </a:lnTo>
                <a:lnTo>
                  <a:pt x="1534" y="17093"/>
                </a:lnTo>
                <a:lnTo>
                  <a:pt x="1716" y="16790"/>
                </a:lnTo>
                <a:lnTo>
                  <a:pt x="1877" y="16447"/>
                </a:lnTo>
                <a:lnTo>
                  <a:pt x="2018" y="16124"/>
                </a:lnTo>
                <a:lnTo>
                  <a:pt x="2139" y="15781"/>
                </a:lnTo>
                <a:lnTo>
                  <a:pt x="2240" y="15438"/>
                </a:lnTo>
                <a:lnTo>
                  <a:pt x="2341" y="15075"/>
                </a:lnTo>
                <a:lnTo>
                  <a:pt x="2442" y="14732"/>
                </a:lnTo>
                <a:lnTo>
                  <a:pt x="2563" y="14046"/>
                </a:lnTo>
                <a:lnTo>
                  <a:pt x="2684" y="13380"/>
                </a:lnTo>
                <a:lnTo>
                  <a:pt x="2765" y="12734"/>
                </a:lnTo>
                <a:lnTo>
                  <a:pt x="3370" y="8375"/>
                </a:lnTo>
                <a:lnTo>
                  <a:pt x="3512" y="7306"/>
                </a:lnTo>
                <a:lnTo>
                  <a:pt x="3633" y="6216"/>
                </a:lnTo>
                <a:lnTo>
                  <a:pt x="3673" y="5671"/>
                </a:lnTo>
                <a:lnTo>
                  <a:pt x="3693" y="5126"/>
                </a:lnTo>
                <a:lnTo>
                  <a:pt x="3693" y="4581"/>
                </a:lnTo>
                <a:lnTo>
                  <a:pt x="3653" y="4036"/>
                </a:lnTo>
                <a:lnTo>
                  <a:pt x="3613" y="3572"/>
                </a:lnTo>
                <a:lnTo>
                  <a:pt x="3532" y="3088"/>
                </a:lnTo>
                <a:lnTo>
                  <a:pt x="3431" y="2583"/>
                </a:lnTo>
                <a:lnTo>
                  <a:pt x="3290" y="2059"/>
                </a:lnTo>
                <a:lnTo>
                  <a:pt x="3088" y="1534"/>
                </a:lnTo>
                <a:lnTo>
                  <a:pt x="2967" y="1272"/>
                </a:lnTo>
                <a:lnTo>
                  <a:pt x="2826" y="1009"/>
                </a:lnTo>
                <a:lnTo>
                  <a:pt x="2684" y="747"/>
                </a:lnTo>
                <a:lnTo>
                  <a:pt x="2523" y="485"/>
                </a:lnTo>
                <a:lnTo>
                  <a:pt x="2341" y="243"/>
                </a:lnTo>
                <a:lnTo>
                  <a:pt x="216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18"/>
          <p:cNvSpPr/>
          <p:nvPr/>
        </p:nvSpPr>
        <p:spPr>
          <a:xfrm>
            <a:off x="8905548" y="1936013"/>
            <a:ext cx="1826666" cy="1093271"/>
          </a:xfrm>
          <a:custGeom>
            <a:rect b="b" l="l" r="r" t="t"/>
            <a:pathLst>
              <a:path extrusionOk="0" h="19555" w="32673">
                <a:moveTo>
                  <a:pt x="4340" y="81"/>
                </a:moveTo>
                <a:lnTo>
                  <a:pt x="4622" y="101"/>
                </a:lnTo>
                <a:lnTo>
                  <a:pt x="4885" y="121"/>
                </a:lnTo>
                <a:lnTo>
                  <a:pt x="5167" y="161"/>
                </a:lnTo>
                <a:lnTo>
                  <a:pt x="5450" y="222"/>
                </a:lnTo>
                <a:lnTo>
                  <a:pt x="5712" y="283"/>
                </a:lnTo>
                <a:lnTo>
                  <a:pt x="6216" y="444"/>
                </a:lnTo>
                <a:lnTo>
                  <a:pt x="6640" y="626"/>
                </a:lnTo>
                <a:lnTo>
                  <a:pt x="7003" y="787"/>
                </a:lnTo>
                <a:lnTo>
                  <a:pt x="7266" y="928"/>
                </a:lnTo>
                <a:lnTo>
                  <a:pt x="7629" y="1130"/>
                </a:lnTo>
                <a:lnTo>
                  <a:pt x="7972" y="1352"/>
                </a:lnTo>
                <a:lnTo>
                  <a:pt x="8315" y="1594"/>
                </a:lnTo>
                <a:lnTo>
                  <a:pt x="8658" y="1836"/>
                </a:lnTo>
                <a:lnTo>
                  <a:pt x="9324" y="2341"/>
                </a:lnTo>
                <a:lnTo>
                  <a:pt x="9950" y="2866"/>
                </a:lnTo>
                <a:lnTo>
                  <a:pt x="10918" y="3632"/>
                </a:lnTo>
                <a:lnTo>
                  <a:pt x="11746" y="4258"/>
                </a:lnTo>
                <a:lnTo>
                  <a:pt x="12613" y="4843"/>
                </a:lnTo>
                <a:lnTo>
                  <a:pt x="13481" y="5388"/>
                </a:lnTo>
                <a:lnTo>
                  <a:pt x="14369" y="5913"/>
                </a:lnTo>
                <a:lnTo>
                  <a:pt x="15297" y="6397"/>
                </a:lnTo>
                <a:lnTo>
                  <a:pt x="16226" y="6861"/>
                </a:lnTo>
                <a:lnTo>
                  <a:pt x="17174" y="7285"/>
                </a:lnTo>
                <a:lnTo>
                  <a:pt x="18143" y="7709"/>
                </a:lnTo>
                <a:lnTo>
                  <a:pt x="19132" y="8092"/>
                </a:lnTo>
                <a:lnTo>
                  <a:pt x="20120" y="8476"/>
                </a:lnTo>
                <a:lnTo>
                  <a:pt x="21129" y="8839"/>
                </a:lnTo>
                <a:lnTo>
                  <a:pt x="22138" y="9182"/>
                </a:lnTo>
                <a:lnTo>
                  <a:pt x="23168" y="9505"/>
                </a:lnTo>
                <a:lnTo>
                  <a:pt x="24217" y="9848"/>
                </a:lnTo>
                <a:lnTo>
                  <a:pt x="26316" y="10473"/>
                </a:lnTo>
                <a:lnTo>
                  <a:pt x="26376" y="10494"/>
                </a:lnTo>
                <a:lnTo>
                  <a:pt x="27627" y="10877"/>
                </a:lnTo>
                <a:lnTo>
                  <a:pt x="28253" y="11079"/>
                </a:lnTo>
                <a:lnTo>
                  <a:pt x="28879" y="11301"/>
                </a:lnTo>
                <a:lnTo>
                  <a:pt x="29484" y="11523"/>
                </a:lnTo>
                <a:lnTo>
                  <a:pt x="30089" y="11805"/>
                </a:lnTo>
                <a:lnTo>
                  <a:pt x="30675" y="12088"/>
                </a:lnTo>
                <a:lnTo>
                  <a:pt x="31240" y="12411"/>
                </a:lnTo>
                <a:lnTo>
                  <a:pt x="31583" y="12633"/>
                </a:lnTo>
                <a:lnTo>
                  <a:pt x="31744" y="12754"/>
                </a:lnTo>
                <a:lnTo>
                  <a:pt x="31906" y="12895"/>
                </a:lnTo>
                <a:lnTo>
                  <a:pt x="32067" y="13036"/>
                </a:lnTo>
                <a:lnTo>
                  <a:pt x="32208" y="13198"/>
                </a:lnTo>
                <a:lnTo>
                  <a:pt x="32329" y="13379"/>
                </a:lnTo>
                <a:lnTo>
                  <a:pt x="32450" y="13581"/>
                </a:lnTo>
                <a:lnTo>
                  <a:pt x="32511" y="13763"/>
                </a:lnTo>
                <a:lnTo>
                  <a:pt x="32572" y="13965"/>
                </a:lnTo>
                <a:lnTo>
                  <a:pt x="32592" y="14166"/>
                </a:lnTo>
                <a:lnTo>
                  <a:pt x="32592" y="14368"/>
                </a:lnTo>
                <a:lnTo>
                  <a:pt x="32551" y="14570"/>
                </a:lnTo>
                <a:lnTo>
                  <a:pt x="32471" y="14772"/>
                </a:lnTo>
                <a:lnTo>
                  <a:pt x="32370" y="14953"/>
                </a:lnTo>
                <a:lnTo>
                  <a:pt x="32289" y="15034"/>
                </a:lnTo>
                <a:lnTo>
                  <a:pt x="32208" y="15095"/>
                </a:lnTo>
                <a:lnTo>
                  <a:pt x="32067" y="15196"/>
                </a:lnTo>
                <a:lnTo>
                  <a:pt x="31926" y="15256"/>
                </a:lnTo>
                <a:lnTo>
                  <a:pt x="31764" y="15317"/>
                </a:lnTo>
                <a:lnTo>
                  <a:pt x="31603" y="15337"/>
                </a:lnTo>
                <a:lnTo>
                  <a:pt x="31421" y="15357"/>
                </a:lnTo>
                <a:lnTo>
                  <a:pt x="31240" y="15377"/>
                </a:lnTo>
                <a:lnTo>
                  <a:pt x="30876" y="15357"/>
                </a:lnTo>
                <a:lnTo>
                  <a:pt x="29625" y="15276"/>
                </a:lnTo>
                <a:lnTo>
                  <a:pt x="28354" y="15196"/>
                </a:lnTo>
                <a:lnTo>
                  <a:pt x="25872" y="14974"/>
                </a:lnTo>
                <a:lnTo>
                  <a:pt x="24116" y="14832"/>
                </a:lnTo>
                <a:lnTo>
                  <a:pt x="22360" y="14691"/>
                </a:lnTo>
                <a:lnTo>
                  <a:pt x="20585" y="14590"/>
                </a:lnTo>
                <a:lnTo>
                  <a:pt x="19697" y="14550"/>
                </a:lnTo>
                <a:lnTo>
                  <a:pt x="18809" y="14530"/>
                </a:lnTo>
                <a:lnTo>
                  <a:pt x="17073" y="14530"/>
                </a:lnTo>
                <a:lnTo>
                  <a:pt x="16226" y="14570"/>
                </a:lnTo>
                <a:lnTo>
                  <a:pt x="15398" y="14631"/>
                </a:lnTo>
                <a:lnTo>
                  <a:pt x="14591" y="14691"/>
                </a:lnTo>
                <a:lnTo>
                  <a:pt x="13824" y="14792"/>
                </a:lnTo>
                <a:lnTo>
                  <a:pt x="13057" y="14893"/>
                </a:lnTo>
                <a:lnTo>
                  <a:pt x="12311" y="15034"/>
                </a:lnTo>
                <a:lnTo>
                  <a:pt x="11584" y="15175"/>
                </a:lnTo>
                <a:lnTo>
                  <a:pt x="10878" y="15337"/>
                </a:lnTo>
                <a:lnTo>
                  <a:pt x="10192" y="15539"/>
                </a:lnTo>
                <a:lnTo>
                  <a:pt x="9526" y="15740"/>
                </a:lnTo>
                <a:lnTo>
                  <a:pt x="8880" y="15962"/>
                </a:lnTo>
                <a:lnTo>
                  <a:pt x="8255" y="16205"/>
                </a:lnTo>
                <a:lnTo>
                  <a:pt x="7629" y="16487"/>
                </a:lnTo>
                <a:lnTo>
                  <a:pt x="7024" y="16770"/>
                </a:lnTo>
                <a:lnTo>
                  <a:pt x="6539" y="17012"/>
                </a:lnTo>
                <a:lnTo>
                  <a:pt x="6055" y="17294"/>
                </a:lnTo>
                <a:lnTo>
                  <a:pt x="5086" y="17839"/>
                </a:lnTo>
                <a:lnTo>
                  <a:pt x="4441" y="18202"/>
                </a:lnTo>
                <a:lnTo>
                  <a:pt x="3775" y="18586"/>
                </a:lnTo>
                <a:lnTo>
                  <a:pt x="3089" y="18929"/>
                </a:lnTo>
                <a:lnTo>
                  <a:pt x="2382" y="19252"/>
                </a:lnTo>
                <a:lnTo>
                  <a:pt x="2160" y="19353"/>
                </a:lnTo>
                <a:lnTo>
                  <a:pt x="1918" y="19413"/>
                </a:lnTo>
                <a:lnTo>
                  <a:pt x="1676" y="19454"/>
                </a:lnTo>
                <a:lnTo>
                  <a:pt x="1434" y="19454"/>
                </a:lnTo>
                <a:lnTo>
                  <a:pt x="1333" y="19413"/>
                </a:lnTo>
                <a:lnTo>
                  <a:pt x="1212" y="19373"/>
                </a:lnTo>
                <a:lnTo>
                  <a:pt x="1030" y="19272"/>
                </a:lnTo>
                <a:lnTo>
                  <a:pt x="869" y="19111"/>
                </a:lnTo>
                <a:lnTo>
                  <a:pt x="748" y="18949"/>
                </a:lnTo>
                <a:lnTo>
                  <a:pt x="627" y="18788"/>
                </a:lnTo>
                <a:lnTo>
                  <a:pt x="546" y="18606"/>
                </a:lnTo>
                <a:lnTo>
                  <a:pt x="425" y="18324"/>
                </a:lnTo>
                <a:lnTo>
                  <a:pt x="324" y="18001"/>
                </a:lnTo>
                <a:lnTo>
                  <a:pt x="263" y="17678"/>
                </a:lnTo>
                <a:lnTo>
                  <a:pt x="203" y="17335"/>
                </a:lnTo>
                <a:lnTo>
                  <a:pt x="162" y="16992"/>
                </a:lnTo>
                <a:lnTo>
                  <a:pt x="122" y="16326"/>
                </a:lnTo>
                <a:lnTo>
                  <a:pt x="102" y="15660"/>
                </a:lnTo>
                <a:lnTo>
                  <a:pt x="102" y="14368"/>
                </a:lnTo>
                <a:lnTo>
                  <a:pt x="82" y="13137"/>
                </a:lnTo>
                <a:lnTo>
                  <a:pt x="102" y="11947"/>
                </a:lnTo>
                <a:lnTo>
                  <a:pt x="122" y="10756"/>
                </a:lnTo>
                <a:lnTo>
                  <a:pt x="203" y="9485"/>
                </a:lnTo>
                <a:lnTo>
                  <a:pt x="324" y="8274"/>
                </a:lnTo>
                <a:lnTo>
                  <a:pt x="405" y="7689"/>
                </a:lnTo>
                <a:lnTo>
                  <a:pt x="485" y="7124"/>
                </a:lnTo>
                <a:lnTo>
                  <a:pt x="586" y="6579"/>
                </a:lnTo>
                <a:lnTo>
                  <a:pt x="687" y="6054"/>
                </a:lnTo>
                <a:lnTo>
                  <a:pt x="808" y="5529"/>
                </a:lnTo>
                <a:lnTo>
                  <a:pt x="929" y="5025"/>
                </a:lnTo>
                <a:lnTo>
                  <a:pt x="1071" y="4541"/>
                </a:lnTo>
                <a:lnTo>
                  <a:pt x="1232" y="4056"/>
                </a:lnTo>
                <a:lnTo>
                  <a:pt x="1393" y="3592"/>
                </a:lnTo>
                <a:lnTo>
                  <a:pt x="1555" y="3128"/>
                </a:lnTo>
                <a:lnTo>
                  <a:pt x="1736" y="2684"/>
                </a:lnTo>
                <a:lnTo>
                  <a:pt x="1938" y="2260"/>
                </a:lnTo>
                <a:lnTo>
                  <a:pt x="2039" y="2038"/>
                </a:lnTo>
                <a:lnTo>
                  <a:pt x="2301" y="1493"/>
                </a:lnTo>
                <a:lnTo>
                  <a:pt x="2463" y="1231"/>
                </a:lnTo>
                <a:lnTo>
                  <a:pt x="2624" y="969"/>
                </a:lnTo>
                <a:lnTo>
                  <a:pt x="2806" y="727"/>
                </a:lnTo>
                <a:lnTo>
                  <a:pt x="3008" y="525"/>
                </a:lnTo>
                <a:lnTo>
                  <a:pt x="3129" y="444"/>
                </a:lnTo>
                <a:lnTo>
                  <a:pt x="3250" y="363"/>
                </a:lnTo>
                <a:lnTo>
                  <a:pt x="3391" y="283"/>
                </a:lnTo>
                <a:lnTo>
                  <a:pt x="3532" y="222"/>
                </a:lnTo>
                <a:lnTo>
                  <a:pt x="3795" y="161"/>
                </a:lnTo>
                <a:lnTo>
                  <a:pt x="4057" y="101"/>
                </a:lnTo>
                <a:lnTo>
                  <a:pt x="4340" y="81"/>
                </a:lnTo>
                <a:close/>
                <a:moveTo>
                  <a:pt x="4360" y="0"/>
                </a:moveTo>
                <a:lnTo>
                  <a:pt x="3997" y="40"/>
                </a:lnTo>
                <a:lnTo>
                  <a:pt x="3714" y="81"/>
                </a:lnTo>
                <a:lnTo>
                  <a:pt x="3492" y="161"/>
                </a:lnTo>
                <a:lnTo>
                  <a:pt x="3351" y="222"/>
                </a:lnTo>
                <a:lnTo>
                  <a:pt x="3210" y="283"/>
                </a:lnTo>
                <a:lnTo>
                  <a:pt x="3089" y="363"/>
                </a:lnTo>
                <a:lnTo>
                  <a:pt x="2967" y="464"/>
                </a:lnTo>
                <a:lnTo>
                  <a:pt x="2745" y="666"/>
                </a:lnTo>
                <a:lnTo>
                  <a:pt x="2564" y="908"/>
                </a:lnTo>
                <a:lnTo>
                  <a:pt x="2382" y="1170"/>
                </a:lnTo>
                <a:lnTo>
                  <a:pt x="2241" y="1453"/>
                </a:lnTo>
                <a:lnTo>
                  <a:pt x="1958" y="2018"/>
                </a:lnTo>
                <a:lnTo>
                  <a:pt x="1878" y="2220"/>
                </a:lnTo>
                <a:lnTo>
                  <a:pt x="1676" y="2664"/>
                </a:lnTo>
                <a:lnTo>
                  <a:pt x="1494" y="3108"/>
                </a:lnTo>
                <a:lnTo>
                  <a:pt x="1313" y="3552"/>
                </a:lnTo>
                <a:lnTo>
                  <a:pt x="1151" y="4036"/>
                </a:lnTo>
                <a:lnTo>
                  <a:pt x="990" y="4500"/>
                </a:lnTo>
                <a:lnTo>
                  <a:pt x="849" y="5005"/>
                </a:lnTo>
                <a:lnTo>
                  <a:pt x="727" y="5509"/>
                </a:lnTo>
                <a:lnTo>
                  <a:pt x="606" y="6034"/>
                </a:lnTo>
                <a:lnTo>
                  <a:pt x="505" y="6559"/>
                </a:lnTo>
                <a:lnTo>
                  <a:pt x="405" y="7103"/>
                </a:lnTo>
                <a:lnTo>
                  <a:pt x="324" y="7668"/>
                </a:lnTo>
                <a:lnTo>
                  <a:pt x="243" y="8254"/>
                </a:lnTo>
                <a:lnTo>
                  <a:pt x="122" y="9464"/>
                </a:lnTo>
                <a:lnTo>
                  <a:pt x="41" y="10756"/>
                </a:lnTo>
                <a:lnTo>
                  <a:pt x="21" y="11947"/>
                </a:lnTo>
                <a:lnTo>
                  <a:pt x="1" y="13137"/>
                </a:lnTo>
                <a:lnTo>
                  <a:pt x="21" y="14368"/>
                </a:lnTo>
                <a:lnTo>
                  <a:pt x="21" y="15660"/>
                </a:lnTo>
                <a:lnTo>
                  <a:pt x="41" y="16326"/>
                </a:lnTo>
                <a:lnTo>
                  <a:pt x="82" y="17012"/>
                </a:lnTo>
                <a:lnTo>
                  <a:pt x="122" y="17355"/>
                </a:lnTo>
                <a:lnTo>
                  <a:pt x="183" y="17678"/>
                </a:lnTo>
                <a:lnTo>
                  <a:pt x="263" y="18021"/>
                </a:lnTo>
                <a:lnTo>
                  <a:pt x="344" y="18344"/>
                </a:lnTo>
                <a:lnTo>
                  <a:pt x="405" y="18505"/>
                </a:lnTo>
                <a:lnTo>
                  <a:pt x="485" y="18687"/>
                </a:lnTo>
                <a:lnTo>
                  <a:pt x="586" y="18868"/>
                </a:lnTo>
                <a:lnTo>
                  <a:pt x="707" y="19030"/>
                </a:lnTo>
                <a:lnTo>
                  <a:pt x="849" y="19211"/>
                </a:lnTo>
                <a:lnTo>
                  <a:pt x="1010" y="19353"/>
                </a:lnTo>
                <a:lnTo>
                  <a:pt x="1192" y="19454"/>
                </a:lnTo>
                <a:lnTo>
                  <a:pt x="1313" y="19494"/>
                </a:lnTo>
                <a:lnTo>
                  <a:pt x="1414" y="19534"/>
                </a:lnTo>
                <a:lnTo>
                  <a:pt x="1615" y="19555"/>
                </a:lnTo>
                <a:lnTo>
                  <a:pt x="1817" y="19534"/>
                </a:lnTo>
                <a:lnTo>
                  <a:pt x="2039" y="19474"/>
                </a:lnTo>
                <a:lnTo>
                  <a:pt x="2241" y="19413"/>
                </a:lnTo>
                <a:lnTo>
                  <a:pt x="2423" y="19333"/>
                </a:lnTo>
                <a:lnTo>
                  <a:pt x="3129" y="19010"/>
                </a:lnTo>
                <a:lnTo>
                  <a:pt x="3795" y="18646"/>
                </a:lnTo>
                <a:lnTo>
                  <a:pt x="4481" y="18283"/>
                </a:lnTo>
                <a:lnTo>
                  <a:pt x="5127" y="17900"/>
                </a:lnTo>
                <a:lnTo>
                  <a:pt x="6095" y="17355"/>
                </a:lnTo>
                <a:lnTo>
                  <a:pt x="6580" y="17093"/>
                </a:lnTo>
                <a:lnTo>
                  <a:pt x="7064" y="16830"/>
                </a:lnTo>
                <a:lnTo>
                  <a:pt x="7669" y="16548"/>
                </a:lnTo>
                <a:lnTo>
                  <a:pt x="8275" y="16285"/>
                </a:lnTo>
                <a:lnTo>
                  <a:pt x="8900" y="16043"/>
                </a:lnTo>
                <a:lnTo>
                  <a:pt x="9566" y="15821"/>
                </a:lnTo>
                <a:lnTo>
                  <a:pt x="10232" y="15619"/>
                </a:lnTo>
                <a:lnTo>
                  <a:pt x="10898" y="15418"/>
                </a:lnTo>
                <a:lnTo>
                  <a:pt x="11604" y="15256"/>
                </a:lnTo>
                <a:lnTo>
                  <a:pt x="12331" y="15115"/>
                </a:lnTo>
                <a:lnTo>
                  <a:pt x="13078" y="14974"/>
                </a:lnTo>
                <a:lnTo>
                  <a:pt x="13824" y="14873"/>
                </a:lnTo>
                <a:lnTo>
                  <a:pt x="14611" y="14772"/>
                </a:lnTo>
                <a:lnTo>
                  <a:pt x="15419" y="14711"/>
                </a:lnTo>
                <a:lnTo>
                  <a:pt x="16226" y="14651"/>
                </a:lnTo>
                <a:lnTo>
                  <a:pt x="17073" y="14610"/>
                </a:lnTo>
                <a:lnTo>
                  <a:pt x="18809" y="14610"/>
                </a:lnTo>
                <a:lnTo>
                  <a:pt x="19697" y="14631"/>
                </a:lnTo>
                <a:lnTo>
                  <a:pt x="20585" y="14671"/>
                </a:lnTo>
                <a:lnTo>
                  <a:pt x="22360" y="14772"/>
                </a:lnTo>
                <a:lnTo>
                  <a:pt x="24116" y="14913"/>
                </a:lnTo>
                <a:lnTo>
                  <a:pt x="25852" y="15054"/>
                </a:lnTo>
                <a:lnTo>
                  <a:pt x="28354" y="15276"/>
                </a:lnTo>
                <a:lnTo>
                  <a:pt x="29605" y="15357"/>
                </a:lnTo>
                <a:lnTo>
                  <a:pt x="30876" y="15438"/>
                </a:lnTo>
                <a:lnTo>
                  <a:pt x="31240" y="15458"/>
                </a:lnTo>
                <a:lnTo>
                  <a:pt x="31441" y="15438"/>
                </a:lnTo>
                <a:lnTo>
                  <a:pt x="31623" y="15418"/>
                </a:lnTo>
                <a:lnTo>
                  <a:pt x="31785" y="15397"/>
                </a:lnTo>
                <a:lnTo>
                  <a:pt x="31966" y="15337"/>
                </a:lnTo>
                <a:lnTo>
                  <a:pt x="32128" y="15256"/>
                </a:lnTo>
                <a:lnTo>
                  <a:pt x="32269" y="15155"/>
                </a:lnTo>
                <a:lnTo>
                  <a:pt x="32350" y="15075"/>
                </a:lnTo>
                <a:lnTo>
                  <a:pt x="32430" y="14994"/>
                </a:lnTo>
                <a:lnTo>
                  <a:pt x="32551" y="14812"/>
                </a:lnTo>
                <a:lnTo>
                  <a:pt x="32612" y="14610"/>
                </a:lnTo>
                <a:lnTo>
                  <a:pt x="32672" y="14388"/>
                </a:lnTo>
                <a:lnTo>
                  <a:pt x="32672" y="14166"/>
                </a:lnTo>
                <a:lnTo>
                  <a:pt x="32652" y="13944"/>
                </a:lnTo>
                <a:lnTo>
                  <a:pt x="32592" y="13743"/>
                </a:lnTo>
                <a:lnTo>
                  <a:pt x="32511" y="13541"/>
                </a:lnTo>
                <a:lnTo>
                  <a:pt x="32410" y="13339"/>
                </a:lnTo>
                <a:lnTo>
                  <a:pt x="32269" y="13157"/>
                </a:lnTo>
                <a:lnTo>
                  <a:pt x="32128" y="12996"/>
                </a:lnTo>
                <a:lnTo>
                  <a:pt x="31966" y="12835"/>
                </a:lnTo>
                <a:lnTo>
                  <a:pt x="31805" y="12693"/>
                </a:lnTo>
                <a:lnTo>
                  <a:pt x="31623" y="12572"/>
                </a:lnTo>
                <a:lnTo>
                  <a:pt x="31280" y="12350"/>
                </a:lnTo>
                <a:lnTo>
                  <a:pt x="30715" y="12027"/>
                </a:lnTo>
                <a:lnTo>
                  <a:pt x="30130" y="11725"/>
                </a:lnTo>
                <a:lnTo>
                  <a:pt x="29524" y="11462"/>
                </a:lnTo>
                <a:lnTo>
                  <a:pt x="28919" y="11220"/>
                </a:lnTo>
                <a:lnTo>
                  <a:pt x="28293" y="10998"/>
                </a:lnTo>
                <a:lnTo>
                  <a:pt x="27648" y="10796"/>
                </a:lnTo>
                <a:lnTo>
                  <a:pt x="26396" y="10413"/>
                </a:lnTo>
                <a:lnTo>
                  <a:pt x="26336" y="10393"/>
                </a:lnTo>
                <a:lnTo>
                  <a:pt x="24237" y="9767"/>
                </a:lnTo>
                <a:lnTo>
                  <a:pt x="23208" y="9444"/>
                </a:lnTo>
                <a:lnTo>
                  <a:pt x="22179" y="9101"/>
                </a:lnTo>
                <a:lnTo>
                  <a:pt x="21170" y="8758"/>
                </a:lnTo>
                <a:lnTo>
                  <a:pt x="20161" y="8395"/>
                </a:lnTo>
                <a:lnTo>
                  <a:pt x="19152" y="8032"/>
                </a:lnTo>
                <a:lnTo>
                  <a:pt x="18183" y="7628"/>
                </a:lnTo>
                <a:lnTo>
                  <a:pt x="17215" y="7224"/>
                </a:lnTo>
                <a:lnTo>
                  <a:pt x="16266" y="6781"/>
                </a:lnTo>
                <a:lnTo>
                  <a:pt x="15338" y="6316"/>
                </a:lnTo>
                <a:lnTo>
                  <a:pt x="14410" y="5832"/>
                </a:lnTo>
                <a:lnTo>
                  <a:pt x="13522" y="5328"/>
                </a:lnTo>
                <a:lnTo>
                  <a:pt x="12654" y="4783"/>
                </a:lnTo>
                <a:lnTo>
                  <a:pt x="11806" y="4197"/>
                </a:lnTo>
                <a:lnTo>
                  <a:pt x="10979" y="3572"/>
                </a:lnTo>
                <a:lnTo>
                  <a:pt x="10010" y="2805"/>
                </a:lnTo>
                <a:lnTo>
                  <a:pt x="9365" y="2280"/>
                </a:lnTo>
                <a:lnTo>
                  <a:pt x="8699" y="1776"/>
                </a:lnTo>
                <a:lnTo>
                  <a:pt x="8356" y="1514"/>
                </a:lnTo>
                <a:lnTo>
                  <a:pt x="8012" y="1292"/>
                </a:lnTo>
                <a:lnTo>
                  <a:pt x="7669" y="1070"/>
                </a:lnTo>
                <a:lnTo>
                  <a:pt x="7306" y="848"/>
                </a:lnTo>
                <a:lnTo>
                  <a:pt x="6923" y="666"/>
                </a:lnTo>
                <a:lnTo>
                  <a:pt x="6559" y="505"/>
                </a:lnTo>
                <a:lnTo>
                  <a:pt x="6216" y="363"/>
                </a:lnTo>
                <a:lnTo>
                  <a:pt x="5894" y="242"/>
                </a:lnTo>
                <a:lnTo>
                  <a:pt x="5591" y="161"/>
                </a:lnTo>
                <a:lnTo>
                  <a:pt x="5308" y="101"/>
                </a:lnTo>
                <a:lnTo>
                  <a:pt x="5046" y="61"/>
                </a:lnTo>
                <a:lnTo>
                  <a:pt x="4804" y="20"/>
                </a:lnTo>
                <a:lnTo>
                  <a:pt x="45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18"/>
          <p:cNvSpPr/>
          <p:nvPr/>
        </p:nvSpPr>
        <p:spPr>
          <a:xfrm>
            <a:off x="9054482" y="2190947"/>
            <a:ext cx="794334" cy="541632"/>
          </a:xfrm>
          <a:custGeom>
            <a:rect b="b" l="l" r="r" t="t"/>
            <a:pathLst>
              <a:path extrusionOk="0" h="9688" w="14208">
                <a:moveTo>
                  <a:pt x="2765" y="81"/>
                </a:moveTo>
                <a:lnTo>
                  <a:pt x="2967" y="142"/>
                </a:lnTo>
                <a:lnTo>
                  <a:pt x="3189" y="223"/>
                </a:lnTo>
                <a:lnTo>
                  <a:pt x="3431" y="324"/>
                </a:lnTo>
                <a:lnTo>
                  <a:pt x="3694" y="465"/>
                </a:lnTo>
                <a:lnTo>
                  <a:pt x="3956" y="626"/>
                </a:lnTo>
                <a:lnTo>
                  <a:pt x="4218" y="828"/>
                </a:lnTo>
                <a:lnTo>
                  <a:pt x="4501" y="1070"/>
                </a:lnTo>
                <a:lnTo>
                  <a:pt x="5005" y="1474"/>
                </a:lnTo>
                <a:lnTo>
                  <a:pt x="5510" y="1837"/>
                </a:lnTo>
                <a:lnTo>
                  <a:pt x="6055" y="2200"/>
                </a:lnTo>
                <a:lnTo>
                  <a:pt x="6600" y="2523"/>
                </a:lnTo>
                <a:lnTo>
                  <a:pt x="7165" y="2826"/>
                </a:lnTo>
                <a:lnTo>
                  <a:pt x="7750" y="3088"/>
                </a:lnTo>
                <a:lnTo>
                  <a:pt x="8335" y="3330"/>
                </a:lnTo>
                <a:lnTo>
                  <a:pt x="8940" y="3532"/>
                </a:lnTo>
                <a:lnTo>
                  <a:pt x="9566" y="3714"/>
                </a:lnTo>
                <a:lnTo>
                  <a:pt x="10171" y="3895"/>
                </a:lnTo>
                <a:lnTo>
                  <a:pt x="11140" y="4158"/>
                </a:lnTo>
                <a:lnTo>
                  <a:pt x="11624" y="4319"/>
                </a:lnTo>
                <a:lnTo>
                  <a:pt x="12089" y="4481"/>
                </a:lnTo>
                <a:lnTo>
                  <a:pt x="12533" y="4683"/>
                </a:lnTo>
                <a:lnTo>
                  <a:pt x="12956" y="4904"/>
                </a:lnTo>
                <a:lnTo>
                  <a:pt x="13178" y="5046"/>
                </a:lnTo>
                <a:lnTo>
                  <a:pt x="13380" y="5167"/>
                </a:lnTo>
                <a:lnTo>
                  <a:pt x="13562" y="5328"/>
                </a:lnTo>
                <a:lnTo>
                  <a:pt x="13764" y="5490"/>
                </a:lnTo>
                <a:lnTo>
                  <a:pt x="13945" y="5671"/>
                </a:lnTo>
                <a:lnTo>
                  <a:pt x="14066" y="5853"/>
                </a:lnTo>
                <a:lnTo>
                  <a:pt x="14086" y="5934"/>
                </a:lnTo>
                <a:lnTo>
                  <a:pt x="14127" y="6014"/>
                </a:lnTo>
                <a:lnTo>
                  <a:pt x="14127" y="6095"/>
                </a:lnTo>
                <a:lnTo>
                  <a:pt x="14127" y="6176"/>
                </a:lnTo>
                <a:lnTo>
                  <a:pt x="14086" y="6317"/>
                </a:lnTo>
                <a:lnTo>
                  <a:pt x="14006" y="6458"/>
                </a:lnTo>
                <a:lnTo>
                  <a:pt x="13864" y="6579"/>
                </a:lnTo>
                <a:lnTo>
                  <a:pt x="13683" y="6721"/>
                </a:lnTo>
                <a:lnTo>
                  <a:pt x="13461" y="6842"/>
                </a:lnTo>
                <a:lnTo>
                  <a:pt x="13239" y="6963"/>
                </a:lnTo>
                <a:lnTo>
                  <a:pt x="12997" y="7064"/>
                </a:lnTo>
                <a:lnTo>
                  <a:pt x="12755" y="7165"/>
                </a:lnTo>
                <a:lnTo>
                  <a:pt x="12512" y="7225"/>
                </a:lnTo>
                <a:lnTo>
                  <a:pt x="12270" y="7286"/>
                </a:lnTo>
                <a:lnTo>
                  <a:pt x="11766" y="7387"/>
                </a:lnTo>
                <a:lnTo>
                  <a:pt x="11261" y="7447"/>
                </a:lnTo>
                <a:lnTo>
                  <a:pt x="10716" y="7467"/>
                </a:lnTo>
                <a:lnTo>
                  <a:pt x="9647" y="7488"/>
                </a:lnTo>
                <a:lnTo>
                  <a:pt x="8940" y="7508"/>
                </a:lnTo>
                <a:lnTo>
                  <a:pt x="8234" y="7528"/>
                </a:lnTo>
                <a:lnTo>
                  <a:pt x="7891" y="7548"/>
                </a:lnTo>
                <a:lnTo>
                  <a:pt x="7548" y="7588"/>
                </a:lnTo>
                <a:lnTo>
                  <a:pt x="7205" y="7649"/>
                </a:lnTo>
                <a:lnTo>
                  <a:pt x="6862" y="7710"/>
                </a:lnTo>
                <a:lnTo>
                  <a:pt x="6559" y="7790"/>
                </a:lnTo>
                <a:lnTo>
                  <a:pt x="6236" y="7891"/>
                </a:lnTo>
                <a:lnTo>
                  <a:pt x="5651" y="8113"/>
                </a:lnTo>
                <a:lnTo>
                  <a:pt x="5066" y="8375"/>
                </a:lnTo>
                <a:lnTo>
                  <a:pt x="4501" y="8658"/>
                </a:lnTo>
                <a:lnTo>
                  <a:pt x="3653" y="9041"/>
                </a:lnTo>
                <a:lnTo>
                  <a:pt x="3209" y="9223"/>
                </a:lnTo>
                <a:lnTo>
                  <a:pt x="2786" y="9384"/>
                </a:lnTo>
                <a:lnTo>
                  <a:pt x="2483" y="9485"/>
                </a:lnTo>
                <a:lnTo>
                  <a:pt x="2221" y="9546"/>
                </a:lnTo>
                <a:lnTo>
                  <a:pt x="1978" y="9586"/>
                </a:lnTo>
                <a:lnTo>
                  <a:pt x="1756" y="9606"/>
                </a:lnTo>
                <a:lnTo>
                  <a:pt x="1555" y="9606"/>
                </a:lnTo>
                <a:lnTo>
                  <a:pt x="1373" y="9586"/>
                </a:lnTo>
                <a:lnTo>
                  <a:pt x="1212" y="9566"/>
                </a:lnTo>
                <a:lnTo>
                  <a:pt x="1070" y="9526"/>
                </a:lnTo>
                <a:lnTo>
                  <a:pt x="929" y="9465"/>
                </a:lnTo>
                <a:lnTo>
                  <a:pt x="808" y="9405"/>
                </a:lnTo>
                <a:lnTo>
                  <a:pt x="626" y="9284"/>
                </a:lnTo>
                <a:lnTo>
                  <a:pt x="485" y="9162"/>
                </a:lnTo>
                <a:lnTo>
                  <a:pt x="404" y="9082"/>
                </a:lnTo>
                <a:lnTo>
                  <a:pt x="303" y="8920"/>
                </a:lnTo>
                <a:lnTo>
                  <a:pt x="243" y="8759"/>
                </a:lnTo>
                <a:lnTo>
                  <a:pt x="182" y="8597"/>
                </a:lnTo>
                <a:lnTo>
                  <a:pt x="142" y="8436"/>
                </a:lnTo>
                <a:lnTo>
                  <a:pt x="102" y="8073"/>
                </a:lnTo>
                <a:lnTo>
                  <a:pt x="81" y="7730"/>
                </a:lnTo>
                <a:lnTo>
                  <a:pt x="102" y="6983"/>
                </a:lnTo>
                <a:lnTo>
                  <a:pt x="142" y="6236"/>
                </a:lnTo>
                <a:lnTo>
                  <a:pt x="243" y="5470"/>
                </a:lnTo>
                <a:lnTo>
                  <a:pt x="364" y="4703"/>
                </a:lnTo>
                <a:lnTo>
                  <a:pt x="525" y="3895"/>
                </a:lnTo>
                <a:lnTo>
                  <a:pt x="727" y="3068"/>
                </a:lnTo>
                <a:lnTo>
                  <a:pt x="990" y="2200"/>
                </a:lnTo>
                <a:lnTo>
                  <a:pt x="1272" y="1292"/>
                </a:lnTo>
                <a:lnTo>
                  <a:pt x="1373" y="1050"/>
                </a:lnTo>
                <a:lnTo>
                  <a:pt x="1454" y="848"/>
                </a:lnTo>
                <a:lnTo>
                  <a:pt x="1575" y="667"/>
                </a:lnTo>
                <a:lnTo>
                  <a:pt x="1696" y="505"/>
                </a:lnTo>
                <a:lnTo>
                  <a:pt x="1817" y="364"/>
                </a:lnTo>
                <a:lnTo>
                  <a:pt x="1958" y="263"/>
                </a:lnTo>
                <a:lnTo>
                  <a:pt x="2099" y="162"/>
                </a:lnTo>
                <a:lnTo>
                  <a:pt x="2261" y="122"/>
                </a:lnTo>
                <a:lnTo>
                  <a:pt x="2402" y="81"/>
                </a:lnTo>
                <a:close/>
                <a:moveTo>
                  <a:pt x="2463" y="1"/>
                </a:moveTo>
                <a:lnTo>
                  <a:pt x="2241" y="41"/>
                </a:lnTo>
                <a:lnTo>
                  <a:pt x="2079" y="102"/>
                </a:lnTo>
                <a:lnTo>
                  <a:pt x="1918" y="182"/>
                </a:lnTo>
                <a:lnTo>
                  <a:pt x="1777" y="303"/>
                </a:lnTo>
                <a:lnTo>
                  <a:pt x="1635" y="445"/>
                </a:lnTo>
                <a:lnTo>
                  <a:pt x="1514" y="606"/>
                </a:lnTo>
                <a:lnTo>
                  <a:pt x="1393" y="808"/>
                </a:lnTo>
                <a:lnTo>
                  <a:pt x="1292" y="1030"/>
                </a:lnTo>
                <a:lnTo>
                  <a:pt x="1191" y="1272"/>
                </a:lnTo>
                <a:lnTo>
                  <a:pt x="909" y="2180"/>
                </a:lnTo>
                <a:lnTo>
                  <a:pt x="646" y="3048"/>
                </a:lnTo>
                <a:lnTo>
                  <a:pt x="445" y="3875"/>
                </a:lnTo>
                <a:lnTo>
                  <a:pt x="283" y="4683"/>
                </a:lnTo>
                <a:lnTo>
                  <a:pt x="162" y="5470"/>
                </a:lnTo>
                <a:lnTo>
                  <a:pt x="61" y="6236"/>
                </a:lnTo>
                <a:lnTo>
                  <a:pt x="21" y="6983"/>
                </a:lnTo>
                <a:lnTo>
                  <a:pt x="1" y="7730"/>
                </a:lnTo>
                <a:lnTo>
                  <a:pt x="21" y="8093"/>
                </a:lnTo>
                <a:lnTo>
                  <a:pt x="41" y="8275"/>
                </a:lnTo>
                <a:lnTo>
                  <a:pt x="61" y="8456"/>
                </a:lnTo>
                <a:lnTo>
                  <a:pt x="102" y="8638"/>
                </a:lnTo>
                <a:lnTo>
                  <a:pt x="162" y="8799"/>
                </a:lnTo>
                <a:lnTo>
                  <a:pt x="243" y="8961"/>
                </a:lnTo>
                <a:lnTo>
                  <a:pt x="344" y="9122"/>
                </a:lnTo>
                <a:lnTo>
                  <a:pt x="465" y="9263"/>
                </a:lnTo>
                <a:lnTo>
                  <a:pt x="606" y="9384"/>
                </a:lnTo>
                <a:lnTo>
                  <a:pt x="768" y="9485"/>
                </a:lnTo>
                <a:lnTo>
                  <a:pt x="929" y="9566"/>
                </a:lnTo>
                <a:lnTo>
                  <a:pt x="1111" y="9627"/>
                </a:lnTo>
                <a:lnTo>
                  <a:pt x="1272" y="9647"/>
                </a:lnTo>
                <a:lnTo>
                  <a:pt x="1454" y="9667"/>
                </a:lnTo>
                <a:lnTo>
                  <a:pt x="1635" y="9687"/>
                </a:lnTo>
                <a:lnTo>
                  <a:pt x="1999" y="9667"/>
                </a:lnTo>
                <a:lnTo>
                  <a:pt x="2321" y="9606"/>
                </a:lnTo>
                <a:lnTo>
                  <a:pt x="2604" y="9526"/>
                </a:lnTo>
                <a:lnTo>
                  <a:pt x="2806" y="9465"/>
                </a:lnTo>
                <a:lnTo>
                  <a:pt x="3250" y="9304"/>
                </a:lnTo>
                <a:lnTo>
                  <a:pt x="3673" y="9122"/>
                </a:lnTo>
                <a:lnTo>
                  <a:pt x="4521" y="8719"/>
                </a:lnTo>
                <a:lnTo>
                  <a:pt x="5106" y="8456"/>
                </a:lnTo>
                <a:lnTo>
                  <a:pt x="5671" y="8194"/>
                </a:lnTo>
                <a:lnTo>
                  <a:pt x="6277" y="7972"/>
                </a:lnTo>
                <a:lnTo>
                  <a:pt x="6579" y="7871"/>
                </a:lnTo>
                <a:lnTo>
                  <a:pt x="6882" y="7790"/>
                </a:lnTo>
                <a:lnTo>
                  <a:pt x="7205" y="7730"/>
                </a:lnTo>
                <a:lnTo>
                  <a:pt x="7548" y="7669"/>
                </a:lnTo>
                <a:lnTo>
                  <a:pt x="7891" y="7629"/>
                </a:lnTo>
                <a:lnTo>
                  <a:pt x="8254" y="7609"/>
                </a:lnTo>
                <a:lnTo>
                  <a:pt x="8940" y="7588"/>
                </a:lnTo>
                <a:lnTo>
                  <a:pt x="9647" y="7568"/>
                </a:lnTo>
                <a:lnTo>
                  <a:pt x="10716" y="7548"/>
                </a:lnTo>
                <a:lnTo>
                  <a:pt x="11241" y="7528"/>
                </a:lnTo>
                <a:lnTo>
                  <a:pt x="11766" y="7467"/>
                </a:lnTo>
                <a:lnTo>
                  <a:pt x="12290" y="7366"/>
                </a:lnTo>
                <a:lnTo>
                  <a:pt x="12533" y="7306"/>
                </a:lnTo>
                <a:lnTo>
                  <a:pt x="12775" y="7225"/>
                </a:lnTo>
                <a:lnTo>
                  <a:pt x="13037" y="7144"/>
                </a:lnTo>
                <a:lnTo>
                  <a:pt x="13259" y="7044"/>
                </a:lnTo>
                <a:lnTo>
                  <a:pt x="13501" y="6922"/>
                </a:lnTo>
                <a:lnTo>
                  <a:pt x="13723" y="6781"/>
                </a:lnTo>
                <a:lnTo>
                  <a:pt x="13885" y="6680"/>
                </a:lnTo>
                <a:lnTo>
                  <a:pt x="14026" y="6559"/>
                </a:lnTo>
                <a:lnTo>
                  <a:pt x="14086" y="6479"/>
                </a:lnTo>
                <a:lnTo>
                  <a:pt x="14147" y="6398"/>
                </a:lnTo>
                <a:lnTo>
                  <a:pt x="14187" y="6297"/>
                </a:lnTo>
                <a:lnTo>
                  <a:pt x="14207" y="6196"/>
                </a:lnTo>
                <a:lnTo>
                  <a:pt x="14207" y="6095"/>
                </a:lnTo>
                <a:lnTo>
                  <a:pt x="14207" y="6014"/>
                </a:lnTo>
                <a:lnTo>
                  <a:pt x="14167" y="5913"/>
                </a:lnTo>
                <a:lnTo>
                  <a:pt x="14127" y="5813"/>
                </a:lnTo>
                <a:lnTo>
                  <a:pt x="14086" y="5712"/>
                </a:lnTo>
                <a:lnTo>
                  <a:pt x="14006" y="5631"/>
                </a:lnTo>
                <a:lnTo>
                  <a:pt x="13804" y="5429"/>
                </a:lnTo>
                <a:lnTo>
                  <a:pt x="13622" y="5268"/>
                </a:lnTo>
                <a:lnTo>
                  <a:pt x="13420" y="5106"/>
                </a:lnTo>
                <a:lnTo>
                  <a:pt x="13219" y="4965"/>
                </a:lnTo>
                <a:lnTo>
                  <a:pt x="13017" y="4844"/>
                </a:lnTo>
                <a:lnTo>
                  <a:pt x="12573" y="4602"/>
                </a:lnTo>
                <a:lnTo>
                  <a:pt x="12109" y="4420"/>
                </a:lnTo>
                <a:lnTo>
                  <a:pt x="11645" y="4239"/>
                </a:lnTo>
                <a:lnTo>
                  <a:pt x="11160" y="4077"/>
                </a:lnTo>
                <a:lnTo>
                  <a:pt x="10192" y="3815"/>
                </a:lnTo>
                <a:lnTo>
                  <a:pt x="9586" y="3653"/>
                </a:lnTo>
                <a:lnTo>
                  <a:pt x="8961" y="3452"/>
                </a:lnTo>
                <a:lnTo>
                  <a:pt x="8375" y="3250"/>
                </a:lnTo>
                <a:lnTo>
                  <a:pt x="7770" y="3008"/>
                </a:lnTo>
                <a:lnTo>
                  <a:pt x="7205" y="2745"/>
                </a:lnTo>
                <a:lnTo>
                  <a:pt x="6640" y="2443"/>
                </a:lnTo>
                <a:lnTo>
                  <a:pt x="6095" y="2120"/>
                </a:lnTo>
                <a:lnTo>
                  <a:pt x="5570" y="1777"/>
                </a:lnTo>
                <a:lnTo>
                  <a:pt x="5046" y="1413"/>
                </a:lnTo>
                <a:lnTo>
                  <a:pt x="4561" y="1010"/>
                </a:lnTo>
                <a:lnTo>
                  <a:pt x="4218" y="727"/>
                </a:lnTo>
                <a:lnTo>
                  <a:pt x="3875" y="485"/>
                </a:lnTo>
                <a:lnTo>
                  <a:pt x="3573" y="303"/>
                </a:lnTo>
                <a:lnTo>
                  <a:pt x="3270" y="162"/>
                </a:lnTo>
                <a:lnTo>
                  <a:pt x="2987" y="61"/>
                </a:lnTo>
                <a:lnTo>
                  <a:pt x="27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18"/>
          <p:cNvSpPr/>
          <p:nvPr/>
        </p:nvSpPr>
        <p:spPr>
          <a:xfrm>
            <a:off x="8006405" y="3940817"/>
            <a:ext cx="152348" cy="92527"/>
          </a:xfrm>
          <a:custGeom>
            <a:rect b="b" l="l" r="r" t="t"/>
            <a:pathLst>
              <a:path extrusionOk="0" h="1655" w="2725">
                <a:moveTo>
                  <a:pt x="2099" y="81"/>
                </a:moveTo>
                <a:lnTo>
                  <a:pt x="2240" y="101"/>
                </a:lnTo>
                <a:lnTo>
                  <a:pt x="2382" y="121"/>
                </a:lnTo>
                <a:lnTo>
                  <a:pt x="2483" y="182"/>
                </a:lnTo>
                <a:lnTo>
                  <a:pt x="2563" y="262"/>
                </a:lnTo>
                <a:lnTo>
                  <a:pt x="2624" y="363"/>
                </a:lnTo>
                <a:lnTo>
                  <a:pt x="2644" y="424"/>
                </a:lnTo>
                <a:lnTo>
                  <a:pt x="2644" y="484"/>
                </a:lnTo>
                <a:lnTo>
                  <a:pt x="2644" y="565"/>
                </a:lnTo>
                <a:lnTo>
                  <a:pt x="2604" y="626"/>
                </a:lnTo>
                <a:lnTo>
                  <a:pt x="2503" y="767"/>
                </a:lnTo>
                <a:lnTo>
                  <a:pt x="2321" y="969"/>
                </a:lnTo>
                <a:lnTo>
                  <a:pt x="2099" y="1150"/>
                </a:lnTo>
                <a:lnTo>
                  <a:pt x="1857" y="1312"/>
                </a:lnTo>
                <a:lnTo>
                  <a:pt x="1595" y="1433"/>
                </a:lnTo>
                <a:lnTo>
                  <a:pt x="1332" y="1534"/>
                </a:lnTo>
                <a:lnTo>
                  <a:pt x="1191" y="1554"/>
                </a:lnTo>
                <a:lnTo>
                  <a:pt x="1050" y="1574"/>
                </a:lnTo>
                <a:lnTo>
                  <a:pt x="909" y="1574"/>
                </a:lnTo>
                <a:lnTo>
                  <a:pt x="767" y="1554"/>
                </a:lnTo>
                <a:lnTo>
                  <a:pt x="646" y="1514"/>
                </a:lnTo>
                <a:lnTo>
                  <a:pt x="505" y="1473"/>
                </a:lnTo>
                <a:lnTo>
                  <a:pt x="364" y="1392"/>
                </a:lnTo>
                <a:lnTo>
                  <a:pt x="263" y="1312"/>
                </a:lnTo>
                <a:lnTo>
                  <a:pt x="182" y="1231"/>
                </a:lnTo>
                <a:lnTo>
                  <a:pt x="122" y="1110"/>
                </a:lnTo>
                <a:lnTo>
                  <a:pt x="81" y="1009"/>
                </a:lnTo>
                <a:lnTo>
                  <a:pt x="101" y="868"/>
                </a:lnTo>
                <a:lnTo>
                  <a:pt x="142" y="747"/>
                </a:lnTo>
                <a:lnTo>
                  <a:pt x="222" y="646"/>
                </a:lnTo>
                <a:lnTo>
                  <a:pt x="364" y="505"/>
                </a:lnTo>
                <a:lnTo>
                  <a:pt x="566" y="404"/>
                </a:lnTo>
                <a:lnTo>
                  <a:pt x="787" y="303"/>
                </a:lnTo>
                <a:lnTo>
                  <a:pt x="1030" y="242"/>
                </a:lnTo>
                <a:lnTo>
                  <a:pt x="1252" y="182"/>
                </a:lnTo>
                <a:lnTo>
                  <a:pt x="1474" y="161"/>
                </a:lnTo>
                <a:lnTo>
                  <a:pt x="1655" y="121"/>
                </a:lnTo>
                <a:lnTo>
                  <a:pt x="1877" y="101"/>
                </a:lnTo>
                <a:lnTo>
                  <a:pt x="2099" y="81"/>
                </a:lnTo>
                <a:close/>
                <a:moveTo>
                  <a:pt x="2018" y="0"/>
                </a:moveTo>
                <a:lnTo>
                  <a:pt x="1837" y="20"/>
                </a:lnTo>
                <a:lnTo>
                  <a:pt x="1635" y="40"/>
                </a:lnTo>
                <a:lnTo>
                  <a:pt x="1474" y="81"/>
                </a:lnTo>
                <a:lnTo>
                  <a:pt x="1231" y="101"/>
                </a:lnTo>
                <a:lnTo>
                  <a:pt x="989" y="161"/>
                </a:lnTo>
                <a:lnTo>
                  <a:pt x="767" y="222"/>
                </a:lnTo>
                <a:lnTo>
                  <a:pt x="525" y="323"/>
                </a:lnTo>
                <a:lnTo>
                  <a:pt x="323" y="444"/>
                </a:lnTo>
                <a:lnTo>
                  <a:pt x="162" y="585"/>
                </a:lnTo>
                <a:lnTo>
                  <a:pt x="61" y="727"/>
                </a:lnTo>
                <a:lnTo>
                  <a:pt x="21" y="868"/>
                </a:lnTo>
                <a:lnTo>
                  <a:pt x="0" y="1009"/>
                </a:lnTo>
                <a:lnTo>
                  <a:pt x="41" y="1150"/>
                </a:lnTo>
                <a:lnTo>
                  <a:pt x="101" y="1271"/>
                </a:lnTo>
                <a:lnTo>
                  <a:pt x="202" y="1372"/>
                </a:lnTo>
                <a:lnTo>
                  <a:pt x="323" y="1473"/>
                </a:lnTo>
                <a:lnTo>
                  <a:pt x="465" y="1554"/>
                </a:lnTo>
                <a:lnTo>
                  <a:pt x="606" y="1594"/>
                </a:lnTo>
                <a:lnTo>
                  <a:pt x="727" y="1635"/>
                </a:lnTo>
                <a:lnTo>
                  <a:pt x="868" y="1635"/>
                </a:lnTo>
                <a:lnTo>
                  <a:pt x="989" y="1655"/>
                </a:lnTo>
                <a:lnTo>
                  <a:pt x="1211" y="1635"/>
                </a:lnTo>
                <a:lnTo>
                  <a:pt x="1433" y="1574"/>
                </a:lnTo>
                <a:lnTo>
                  <a:pt x="1655" y="1514"/>
                </a:lnTo>
                <a:lnTo>
                  <a:pt x="1857" y="1392"/>
                </a:lnTo>
                <a:lnTo>
                  <a:pt x="2059" y="1271"/>
                </a:lnTo>
                <a:lnTo>
                  <a:pt x="2240" y="1130"/>
                </a:lnTo>
                <a:lnTo>
                  <a:pt x="2422" y="969"/>
                </a:lnTo>
                <a:lnTo>
                  <a:pt x="2563" y="807"/>
                </a:lnTo>
                <a:lnTo>
                  <a:pt x="2684" y="666"/>
                </a:lnTo>
                <a:lnTo>
                  <a:pt x="2705" y="585"/>
                </a:lnTo>
                <a:lnTo>
                  <a:pt x="2725" y="484"/>
                </a:lnTo>
                <a:lnTo>
                  <a:pt x="2725" y="424"/>
                </a:lnTo>
                <a:lnTo>
                  <a:pt x="2705" y="343"/>
                </a:lnTo>
                <a:lnTo>
                  <a:pt x="2684" y="283"/>
                </a:lnTo>
                <a:lnTo>
                  <a:pt x="2644" y="222"/>
                </a:lnTo>
                <a:lnTo>
                  <a:pt x="2523" y="121"/>
                </a:lnTo>
                <a:lnTo>
                  <a:pt x="2402" y="40"/>
                </a:lnTo>
                <a:lnTo>
                  <a:pt x="222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18"/>
          <p:cNvSpPr/>
          <p:nvPr/>
        </p:nvSpPr>
        <p:spPr>
          <a:xfrm>
            <a:off x="8024463" y="3383486"/>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18"/>
          <p:cNvSpPr/>
          <p:nvPr/>
        </p:nvSpPr>
        <p:spPr>
          <a:xfrm>
            <a:off x="8022171" y="3381194"/>
            <a:ext cx="104994" cy="104994"/>
          </a:xfrm>
          <a:custGeom>
            <a:rect b="b" l="l" r="r" t="t"/>
            <a:pathLst>
              <a:path extrusionOk="0" h="1878" w="1878">
                <a:moveTo>
                  <a:pt x="949" y="81"/>
                </a:moveTo>
                <a:lnTo>
                  <a:pt x="1111" y="102"/>
                </a:lnTo>
                <a:lnTo>
                  <a:pt x="1272" y="142"/>
                </a:lnTo>
                <a:lnTo>
                  <a:pt x="1414" y="223"/>
                </a:lnTo>
                <a:lnTo>
                  <a:pt x="1555" y="324"/>
                </a:lnTo>
                <a:lnTo>
                  <a:pt x="1656" y="465"/>
                </a:lnTo>
                <a:lnTo>
                  <a:pt x="1736" y="606"/>
                </a:lnTo>
                <a:lnTo>
                  <a:pt x="1777" y="768"/>
                </a:lnTo>
                <a:lnTo>
                  <a:pt x="1797" y="949"/>
                </a:lnTo>
                <a:lnTo>
                  <a:pt x="1777" y="1111"/>
                </a:lnTo>
                <a:lnTo>
                  <a:pt x="1736" y="1272"/>
                </a:lnTo>
                <a:lnTo>
                  <a:pt x="1656" y="1413"/>
                </a:lnTo>
                <a:lnTo>
                  <a:pt x="1555" y="1555"/>
                </a:lnTo>
                <a:lnTo>
                  <a:pt x="1414" y="1655"/>
                </a:lnTo>
                <a:lnTo>
                  <a:pt x="1272" y="1736"/>
                </a:lnTo>
                <a:lnTo>
                  <a:pt x="1111" y="1777"/>
                </a:lnTo>
                <a:lnTo>
                  <a:pt x="949" y="1797"/>
                </a:lnTo>
                <a:lnTo>
                  <a:pt x="768" y="1777"/>
                </a:lnTo>
                <a:lnTo>
                  <a:pt x="606" y="1736"/>
                </a:lnTo>
                <a:lnTo>
                  <a:pt x="465" y="1655"/>
                </a:lnTo>
                <a:lnTo>
                  <a:pt x="344" y="1555"/>
                </a:lnTo>
                <a:lnTo>
                  <a:pt x="223" y="1413"/>
                </a:lnTo>
                <a:lnTo>
                  <a:pt x="142" y="1272"/>
                </a:lnTo>
                <a:lnTo>
                  <a:pt x="102" y="1111"/>
                </a:lnTo>
                <a:lnTo>
                  <a:pt x="82" y="949"/>
                </a:lnTo>
                <a:lnTo>
                  <a:pt x="102" y="768"/>
                </a:lnTo>
                <a:lnTo>
                  <a:pt x="142" y="606"/>
                </a:lnTo>
                <a:lnTo>
                  <a:pt x="223" y="465"/>
                </a:lnTo>
                <a:lnTo>
                  <a:pt x="344" y="324"/>
                </a:lnTo>
                <a:lnTo>
                  <a:pt x="465" y="223"/>
                </a:lnTo>
                <a:lnTo>
                  <a:pt x="606" y="142"/>
                </a:lnTo>
                <a:lnTo>
                  <a:pt x="768" y="102"/>
                </a:lnTo>
                <a:lnTo>
                  <a:pt x="949" y="81"/>
                </a:lnTo>
                <a:close/>
                <a:moveTo>
                  <a:pt x="949" y="1"/>
                </a:moveTo>
                <a:lnTo>
                  <a:pt x="748" y="21"/>
                </a:lnTo>
                <a:lnTo>
                  <a:pt x="586" y="81"/>
                </a:lnTo>
                <a:lnTo>
                  <a:pt x="425" y="162"/>
                </a:lnTo>
                <a:lnTo>
                  <a:pt x="284" y="283"/>
                </a:lnTo>
                <a:lnTo>
                  <a:pt x="162" y="404"/>
                </a:lnTo>
                <a:lnTo>
                  <a:pt x="82" y="566"/>
                </a:lnTo>
                <a:lnTo>
                  <a:pt x="21" y="747"/>
                </a:lnTo>
                <a:lnTo>
                  <a:pt x="1" y="949"/>
                </a:lnTo>
                <a:lnTo>
                  <a:pt x="21" y="1131"/>
                </a:lnTo>
                <a:lnTo>
                  <a:pt x="82" y="1312"/>
                </a:lnTo>
                <a:lnTo>
                  <a:pt x="162" y="1474"/>
                </a:lnTo>
                <a:lnTo>
                  <a:pt x="284" y="1615"/>
                </a:lnTo>
                <a:lnTo>
                  <a:pt x="425" y="1716"/>
                </a:lnTo>
                <a:lnTo>
                  <a:pt x="586" y="1817"/>
                </a:lnTo>
                <a:lnTo>
                  <a:pt x="748" y="1857"/>
                </a:lnTo>
                <a:lnTo>
                  <a:pt x="949" y="1877"/>
                </a:lnTo>
                <a:lnTo>
                  <a:pt x="1131" y="1857"/>
                </a:lnTo>
                <a:lnTo>
                  <a:pt x="1313" y="1817"/>
                </a:lnTo>
                <a:lnTo>
                  <a:pt x="1474" y="1716"/>
                </a:lnTo>
                <a:lnTo>
                  <a:pt x="1615" y="1615"/>
                </a:lnTo>
                <a:lnTo>
                  <a:pt x="1716" y="1474"/>
                </a:lnTo>
                <a:lnTo>
                  <a:pt x="1817" y="1312"/>
                </a:lnTo>
                <a:lnTo>
                  <a:pt x="1858" y="1131"/>
                </a:lnTo>
                <a:lnTo>
                  <a:pt x="1878" y="949"/>
                </a:lnTo>
                <a:lnTo>
                  <a:pt x="1858" y="747"/>
                </a:lnTo>
                <a:lnTo>
                  <a:pt x="1817" y="566"/>
                </a:lnTo>
                <a:lnTo>
                  <a:pt x="1716" y="404"/>
                </a:lnTo>
                <a:lnTo>
                  <a:pt x="1615" y="283"/>
                </a:lnTo>
                <a:lnTo>
                  <a:pt x="1474" y="162"/>
                </a:lnTo>
                <a:lnTo>
                  <a:pt x="1313" y="81"/>
                </a:lnTo>
                <a:lnTo>
                  <a:pt x="1131"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18"/>
          <p:cNvSpPr/>
          <p:nvPr/>
        </p:nvSpPr>
        <p:spPr>
          <a:xfrm>
            <a:off x="8252337" y="1963072"/>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18"/>
          <p:cNvSpPr/>
          <p:nvPr/>
        </p:nvSpPr>
        <p:spPr>
          <a:xfrm>
            <a:off x="8250101" y="1960780"/>
            <a:ext cx="104994" cy="106112"/>
          </a:xfrm>
          <a:custGeom>
            <a:rect b="b" l="l" r="r" t="t"/>
            <a:pathLst>
              <a:path extrusionOk="0" h="1898" w="1878">
                <a:moveTo>
                  <a:pt x="929" y="82"/>
                </a:moveTo>
                <a:lnTo>
                  <a:pt x="1110" y="102"/>
                </a:lnTo>
                <a:lnTo>
                  <a:pt x="1272" y="162"/>
                </a:lnTo>
                <a:lnTo>
                  <a:pt x="1413" y="243"/>
                </a:lnTo>
                <a:lnTo>
                  <a:pt x="1554" y="344"/>
                </a:lnTo>
                <a:lnTo>
                  <a:pt x="1655" y="465"/>
                </a:lnTo>
                <a:lnTo>
                  <a:pt x="1736" y="606"/>
                </a:lnTo>
                <a:lnTo>
                  <a:pt x="1776" y="768"/>
                </a:lnTo>
                <a:lnTo>
                  <a:pt x="1796" y="949"/>
                </a:lnTo>
                <a:lnTo>
                  <a:pt x="1776" y="1131"/>
                </a:lnTo>
                <a:lnTo>
                  <a:pt x="1736" y="1293"/>
                </a:lnTo>
                <a:lnTo>
                  <a:pt x="1655" y="1434"/>
                </a:lnTo>
                <a:lnTo>
                  <a:pt x="1554" y="1555"/>
                </a:lnTo>
                <a:lnTo>
                  <a:pt x="1413" y="1656"/>
                </a:lnTo>
                <a:lnTo>
                  <a:pt x="1272" y="1736"/>
                </a:lnTo>
                <a:lnTo>
                  <a:pt x="1110" y="1797"/>
                </a:lnTo>
                <a:lnTo>
                  <a:pt x="929" y="1817"/>
                </a:lnTo>
                <a:lnTo>
                  <a:pt x="767" y="1797"/>
                </a:lnTo>
                <a:lnTo>
                  <a:pt x="606" y="1736"/>
                </a:lnTo>
                <a:lnTo>
                  <a:pt x="465" y="1656"/>
                </a:lnTo>
                <a:lnTo>
                  <a:pt x="323" y="1555"/>
                </a:lnTo>
                <a:lnTo>
                  <a:pt x="222" y="1434"/>
                </a:lnTo>
                <a:lnTo>
                  <a:pt x="142" y="1293"/>
                </a:lnTo>
                <a:lnTo>
                  <a:pt x="101" y="1131"/>
                </a:lnTo>
                <a:lnTo>
                  <a:pt x="81" y="949"/>
                </a:lnTo>
                <a:lnTo>
                  <a:pt x="101" y="768"/>
                </a:lnTo>
                <a:lnTo>
                  <a:pt x="142" y="606"/>
                </a:lnTo>
                <a:lnTo>
                  <a:pt x="222" y="465"/>
                </a:lnTo>
                <a:lnTo>
                  <a:pt x="323" y="344"/>
                </a:lnTo>
                <a:lnTo>
                  <a:pt x="465" y="243"/>
                </a:lnTo>
                <a:lnTo>
                  <a:pt x="606" y="162"/>
                </a:lnTo>
                <a:lnTo>
                  <a:pt x="767" y="102"/>
                </a:lnTo>
                <a:lnTo>
                  <a:pt x="929" y="82"/>
                </a:lnTo>
                <a:close/>
                <a:moveTo>
                  <a:pt x="929" y="1"/>
                </a:moveTo>
                <a:lnTo>
                  <a:pt x="747" y="21"/>
                </a:lnTo>
                <a:lnTo>
                  <a:pt x="565" y="82"/>
                </a:lnTo>
                <a:lnTo>
                  <a:pt x="404" y="162"/>
                </a:lnTo>
                <a:lnTo>
                  <a:pt x="263" y="284"/>
                </a:lnTo>
                <a:lnTo>
                  <a:pt x="162" y="425"/>
                </a:lnTo>
                <a:lnTo>
                  <a:pt x="61" y="586"/>
                </a:lnTo>
                <a:lnTo>
                  <a:pt x="21" y="768"/>
                </a:lnTo>
                <a:lnTo>
                  <a:pt x="0" y="949"/>
                </a:lnTo>
                <a:lnTo>
                  <a:pt x="21" y="1131"/>
                </a:lnTo>
                <a:lnTo>
                  <a:pt x="61" y="1313"/>
                </a:lnTo>
                <a:lnTo>
                  <a:pt x="162" y="1474"/>
                </a:lnTo>
                <a:lnTo>
                  <a:pt x="263" y="1615"/>
                </a:lnTo>
                <a:lnTo>
                  <a:pt x="404" y="1736"/>
                </a:lnTo>
                <a:lnTo>
                  <a:pt x="565" y="1817"/>
                </a:lnTo>
                <a:lnTo>
                  <a:pt x="747" y="1878"/>
                </a:lnTo>
                <a:lnTo>
                  <a:pt x="929" y="1898"/>
                </a:lnTo>
                <a:lnTo>
                  <a:pt x="1130" y="1878"/>
                </a:lnTo>
                <a:lnTo>
                  <a:pt x="1312" y="1817"/>
                </a:lnTo>
                <a:lnTo>
                  <a:pt x="1453" y="1736"/>
                </a:lnTo>
                <a:lnTo>
                  <a:pt x="1595" y="1615"/>
                </a:lnTo>
                <a:lnTo>
                  <a:pt x="1716" y="1474"/>
                </a:lnTo>
                <a:lnTo>
                  <a:pt x="1796" y="1313"/>
                </a:lnTo>
                <a:lnTo>
                  <a:pt x="1857" y="1131"/>
                </a:lnTo>
                <a:lnTo>
                  <a:pt x="1877" y="949"/>
                </a:lnTo>
                <a:lnTo>
                  <a:pt x="1857" y="768"/>
                </a:lnTo>
                <a:lnTo>
                  <a:pt x="1796" y="586"/>
                </a:lnTo>
                <a:lnTo>
                  <a:pt x="1716" y="425"/>
                </a:lnTo>
                <a:lnTo>
                  <a:pt x="1595" y="284"/>
                </a:lnTo>
                <a:lnTo>
                  <a:pt x="1453" y="162"/>
                </a:lnTo>
                <a:lnTo>
                  <a:pt x="1312" y="82"/>
                </a:lnTo>
                <a:lnTo>
                  <a:pt x="1130"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18"/>
          <p:cNvSpPr/>
          <p:nvPr/>
        </p:nvSpPr>
        <p:spPr>
          <a:xfrm>
            <a:off x="8947481" y="1091884"/>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18"/>
          <p:cNvSpPr/>
          <p:nvPr/>
        </p:nvSpPr>
        <p:spPr>
          <a:xfrm>
            <a:off x="9048679" y="1373263"/>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18"/>
          <p:cNvSpPr/>
          <p:nvPr/>
        </p:nvSpPr>
        <p:spPr>
          <a:xfrm>
            <a:off x="9064657" y="3902409"/>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18"/>
          <p:cNvSpPr/>
          <p:nvPr/>
        </p:nvSpPr>
        <p:spPr>
          <a:xfrm>
            <a:off x="9062365" y="3900173"/>
            <a:ext cx="104994" cy="104994"/>
          </a:xfrm>
          <a:custGeom>
            <a:rect b="b" l="l" r="r" t="t"/>
            <a:pathLst>
              <a:path extrusionOk="0" h="1878" w="1878">
                <a:moveTo>
                  <a:pt x="929" y="81"/>
                </a:moveTo>
                <a:lnTo>
                  <a:pt x="1111" y="101"/>
                </a:lnTo>
                <a:lnTo>
                  <a:pt x="1272" y="142"/>
                </a:lnTo>
                <a:lnTo>
                  <a:pt x="1414" y="223"/>
                </a:lnTo>
                <a:lnTo>
                  <a:pt x="1535" y="344"/>
                </a:lnTo>
                <a:lnTo>
                  <a:pt x="1656" y="465"/>
                </a:lnTo>
                <a:lnTo>
                  <a:pt x="1736" y="606"/>
                </a:lnTo>
                <a:lnTo>
                  <a:pt x="1777" y="767"/>
                </a:lnTo>
                <a:lnTo>
                  <a:pt x="1797" y="949"/>
                </a:lnTo>
                <a:lnTo>
                  <a:pt x="1777" y="1110"/>
                </a:lnTo>
                <a:lnTo>
                  <a:pt x="1736" y="1272"/>
                </a:lnTo>
                <a:lnTo>
                  <a:pt x="1656" y="1433"/>
                </a:lnTo>
                <a:lnTo>
                  <a:pt x="1535" y="1554"/>
                </a:lnTo>
                <a:lnTo>
                  <a:pt x="1414" y="1655"/>
                </a:lnTo>
                <a:lnTo>
                  <a:pt x="1272" y="1736"/>
                </a:lnTo>
                <a:lnTo>
                  <a:pt x="1111" y="1797"/>
                </a:lnTo>
                <a:lnTo>
                  <a:pt x="768" y="1797"/>
                </a:lnTo>
                <a:lnTo>
                  <a:pt x="606" y="1736"/>
                </a:lnTo>
                <a:lnTo>
                  <a:pt x="445" y="1655"/>
                </a:lnTo>
                <a:lnTo>
                  <a:pt x="324" y="1554"/>
                </a:lnTo>
                <a:lnTo>
                  <a:pt x="223" y="1433"/>
                </a:lnTo>
                <a:lnTo>
                  <a:pt x="142" y="1272"/>
                </a:lnTo>
                <a:lnTo>
                  <a:pt x="82" y="1110"/>
                </a:lnTo>
                <a:lnTo>
                  <a:pt x="82" y="949"/>
                </a:lnTo>
                <a:lnTo>
                  <a:pt x="82" y="767"/>
                </a:lnTo>
                <a:lnTo>
                  <a:pt x="142" y="606"/>
                </a:lnTo>
                <a:lnTo>
                  <a:pt x="223" y="465"/>
                </a:lnTo>
                <a:lnTo>
                  <a:pt x="324" y="344"/>
                </a:lnTo>
                <a:lnTo>
                  <a:pt x="445" y="223"/>
                </a:lnTo>
                <a:lnTo>
                  <a:pt x="606" y="142"/>
                </a:lnTo>
                <a:lnTo>
                  <a:pt x="768" y="101"/>
                </a:lnTo>
                <a:lnTo>
                  <a:pt x="929" y="81"/>
                </a:lnTo>
                <a:close/>
                <a:moveTo>
                  <a:pt x="929" y="1"/>
                </a:moveTo>
                <a:lnTo>
                  <a:pt x="748" y="21"/>
                </a:lnTo>
                <a:lnTo>
                  <a:pt x="566" y="81"/>
                </a:lnTo>
                <a:lnTo>
                  <a:pt x="405" y="162"/>
                </a:lnTo>
                <a:lnTo>
                  <a:pt x="263" y="283"/>
                </a:lnTo>
                <a:lnTo>
                  <a:pt x="162" y="424"/>
                </a:lnTo>
                <a:lnTo>
                  <a:pt x="62" y="586"/>
                </a:lnTo>
                <a:lnTo>
                  <a:pt x="21" y="747"/>
                </a:lnTo>
                <a:lnTo>
                  <a:pt x="1" y="949"/>
                </a:lnTo>
                <a:lnTo>
                  <a:pt x="21" y="1131"/>
                </a:lnTo>
                <a:lnTo>
                  <a:pt x="62" y="1312"/>
                </a:lnTo>
                <a:lnTo>
                  <a:pt x="162" y="1474"/>
                </a:lnTo>
                <a:lnTo>
                  <a:pt x="263" y="1615"/>
                </a:lnTo>
                <a:lnTo>
                  <a:pt x="405" y="1716"/>
                </a:lnTo>
                <a:lnTo>
                  <a:pt x="566" y="1817"/>
                </a:lnTo>
                <a:lnTo>
                  <a:pt x="748" y="1857"/>
                </a:lnTo>
                <a:lnTo>
                  <a:pt x="929" y="1877"/>
                </a:lnTo>
                <a:lnTo>
                  <a:pt x="1131" y="1857"/>
                </a:lnTo>
                <a:lnTo>
                  <a:pt x="1293" y="1817"/>
                </a:lnTo>
                <a:lnTo>
                  <a:pt x="1454" y="1716"/>
                </a:lnTo>
                <a:lnTo>
                  <a:pt x="1595" y="1615"/>
                </a:lnTo>
                <a:lnTo>
                  <a:pt x="1716" y="1474"/>
                </a:lnTo>
                <a:lnTo>
                  <a:pt x="1797" y="1312"/>
                </a:lnTo>
                <a:lnTo>
                  <a:pt x="1858" y="1131"/>
                </a:lnTo>
                <a:lnTo>
                  <a:pt x="1878" y="949"/>
                </a:lnTo>
                <a:lnTo>
                  <a:pt x="1858" y="747"/>
                </a:lnTo>
                <a:lnTo>
                  <a:pt x="1797" y="586"/>
                </a:lnTo>
                <a:lnTo>
                  <a:pt x="1716" y="424"/>
                </a:lnTo>
                <a:lnTo>
                  <a:pt x="1595" y="283"/>
                </a:lnTo>
                <a:lnTo>
                  <a:pt x="1454" y="162"/>
                </a:lnTo>
                <a:lnTo>
                  <a:pt x="1293" y="81"/>
                </a:lnTo>
                <a:lnTo>
                  <a:pt x="1131"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18"/>
          <p:cNvSpPr/>
          <p:nvPr/>
        </p:nvSpPr>
        <p:spPr>
          <a:xfrm>
            <a:off x="7397129" y="4469477"/>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18"/>
          <p:cNvSpPr/>
          <p:nvPr/>
        </p:nvSpPr>
        <p:spPr>
          <a:xfrm>
            <a:off x="7665172" y="399370"/>
            <a:ext cx="101584" cy="100466"/>
          </a:xfrm>
          <a:custGeom>
            <a:rect b="b" l="l" r="r" t="t"/>
            <a:pathLst>
              <a:path extrusionOk="0" h="1797" w="1817">
                <a:moveTo>
                  <a:pt x="909" y="1"/>
                </a:moveTo>
                <a:lnTo>
                  <a:pt x="727" y="21"/>
                </a:lnTo>
                <a:lnTo>
                  <a:pt x="566" y="61"/>
                </a:lnTo>
                <a:lnTo>
                  <a:pt x="404" y="142"/>
                </a:lnTo>
                <a:lnTo>
                  <a:pt x="283" y="263"/>
                </a:lnTo>
                <a:lnTo>
                  <a:pt x="162" y="384"/>
                </a:lnTo>
                <a:lnTo>
                  <a:pt x="81" y="546"/>
                </a:lnTo>
                <a:lnTo>
                  <a:pt x="21" y="707"/>
                </a:lnTo>
                <a:lnTo>
                  <a:pt x="1" y="889"/>
                </a:lnTo>
                <a:lnTo>
                  <a:pt x="21" y="1070"/>
                </a:lnTo>
                <a:lnTo>
                  <a:pt x="81" y="1252"/>
                </a:lnTo>
                <a:lnTo>
                  <a:pt x="162" y="1393"/>
                </a:lnTo>
                <a:lnTo>
                  <a:pt x="283" y="1534"/>
                </a:lnTo>
                <a:lnTo>
                  <a:pt x="404" y="1635"/>
                </a:lnTo>
                <a:lnTo>
                  <a:pt x="566" y="1716"/>
                </a:lnTo>
                <a:lnTo>
                  <a:pt x="727" y="1777"/>
                </a:lnTo>
                <a:lnTo>
                  <a:pt x="909" y="1797"/>
                </a:lnTo>
                <a:lnTo>
                  <a:pt x="1090" y="1777"/>
                </a:lnTo>
                <a:lnTo>
                  <a:pt x="1272" y="1716"/>
                </a:lnTo>
                <a:lnTo>
                  <a:pt x="1413" y="1635"/>
                </a:lnTo>
                <a:lnTo>
                  <a:pt x="1554" y="1534"/>
                </a:lnTo>
                <a:lnTo>
                  <a:pt x="1655" y="1393"/>
                </a:lnTo>
                <a:lnTo>
                  <a:pt x="1736" y="1252"/>
                </a:lnTo>
                <a:lnTo>
                  <a:pt x="1797" y="1070"/>
                </a:lnTo>
                <a:lnTo>
                  <a:pt x="1817" y="889"/>
                </a:lnTo>
                <a:lnTo>
                  <a:pt x="1797" y="707"/>
                </a:lnTo>
                <a:lnTo>
                  <a:pt x="1736" y="546"/>
                </a:lnTo>
                <a:lnTo>
                  <a:pt x="1655" y="384"/>
                </a:lnTo>
                <a:lnTo>
                  <a:pt x="1554" y="263"/>
                </a:lnTo>
                <a:lnTo>
                  <a:pt x="1413" y="142"/>
                </a:lnTo>
                <a:lnTo>
                  <a:pt x="1272" y="61"/>
                </a:lnTo>
                <a:lnTo>
                  <a:pt x="1090" y="21"/>
                </a:lnTo>
                <a:lnTo>
                  <a:pt x="9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18"/>
          <p:cNvSpPr/>
          <p:nvPr/>
        </p:nvSpPr>
        <p:spPr>
          <a:xfrm>
            <a:off x="9325237" y="2442525"/>
            <a:ext cx="4584" cy="51994"/>
          </a:xfrm>
          <a:custGeom>
            <a:rect b="b" l="l" r="r" t="t"/>
            <a:pathLst>
              <a:path extrusionOk="0" h="930" w="82">
                <a:moveTo>
                  <a:pt x="1" y="1"/>
                </a:moveTo>
                <a:lnTo>
                  <a:pt x="1" y="929"/>
                </a:lnTo>
                <a:lnTo>
                  <a:pt x="82" y="929"/>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18"/>
          <p:cNvSpPr/>
          <p:nvPr/>
        </p:nvSpPr>
        <p:spPr>
          <a:xfrm>
            <a:off x="9301588" y="2466230"/>
            <a:ext cx="51938" cy="4584"/>
          </a:xfrm>
          <a:custGeom>
            <a:rect b="b" l="l" r="r" t="t"/>
            <a:pathLst>
              <a:path extrusionOk="0" h="82" w="929">
                <a:moveTo>
                  <a:pt x="0" y="1"/>
                </a:moveTo>
                <a:lnTo>
                  <a:pt x="0" y="81"/>
                </a:lnTo>
                <a:lnTo>
                  <a:pt x="928" y="81"/>
                </a:lnTo>
                <a:lnTo>
                  <a:pt x="92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18"/>
          <p:cNvSpPr/>
          <p:nvPr/>
        </p:nvSpPr>
        <p:spPr>
          <a:xfrm rot="3449335">
            <a:off x="2649872" y="-138575"/>
            <a:ext cx="4584" cy="55347"/>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18"/>
          <p:cNvSpPr/>
          <p:nvPr/>
        </p:nvSpPr>
        <p:spPr>
          <a:xfrm>
            <a:off x="-2003610" y="63728"/>
            <a:ext cx="2433600" cy="243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18"/>
          <p:cNvSpPr/>
          <p:nvPr/>
        </p:nvSpPr>
        <p:spPr>
          <a:xfrm rot="3449335">
            <a:off x="2625262" y="-113023"/>
            <a:ext cx="55347"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00" name="Google Shape;1500;p18"/>
          <p:cNvGrpSpPr/>
          <p:nvPr/>
        </p:nvGrpSpPr>
        <p:grpSpPr>
          <a:xfrm>
            <a:off x="3970982" y="4599416"/>
            <a:ext cx="1205112" cy="520243"/>
            <a:chOff x="3970982" y="4599416"/>
            <a:chExt cx="1205112" cy="520243"/>
          </a:xfrm>
        </p:grpSpPr>
        <p:sp>
          <p:nvSpPr>
            <p:cNvPr id="1501" name="Google Shape;1501;p18"/>
            <p:cNvSpPr/>
            <p:nvPr/>
          </p:nvSpPr>
          <p:spPr>
            <a:xfrm>
              <a:off x="4793927" y="506697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18"/>
            <p:cNvSpPr/>
            <p:nvPr/>
          </p:nvSpPr>
          <p:spPr>
            <a:xfrm>
              <a:off x="4465205"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18"/>
            <p:cNvSpPr/>
            <p:nvPr/>
          </p:nvSpPr>
          <p:spPr>
            <a:xfrm>
              <a:off x="4632225"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18"/>
            <p:cNvSpPr/>
            <p:nvPr/>
          </p:nvSpPr>
          <p:spPr>
            <a:xfrm>
              <a:off x="4466725"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18"/>
            <p:cNvSpPr/>
            <p:nvPr/>
          </p:nvSpPr>
          <p:spPr>
            <a:xfrm>
              <a:off x="4629946"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18"/>
            <p:cNvSpPr/>
            <p:nvPr/>
          </p:nvSpPr>
          <p:spPr>
            <a:xfrm>
              <a:off x="4796206"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18"/>
            <p:cNvSpPr/>
            <p:nvPr/>
          </p:nvSpPr>
          <p:spPr>
            <a:xfrm>
              <a:off x="4459090"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18"/>
            <p:cNvSpPr/>
            <p:nvPr/>
          </p:nvSpPr>
          <p:spPr>
            <a:xfrm>
              <a:off x="4631466"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18"/>
            <p:cNvSpPr/>
            <p:nvPr/>
          </p:nvSpPr>
          <p:spPr>
            <a:xfrm>
              <a:off x="4796206"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18"/>
            <p:cNvSpPr/>
            <p:nvPr/>
          </p:nvSpPr>
          <p:spPr>
            <a:xfrm>
              <a:off x="4462166" y="506545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18"/>
            <p:cNvSpPr/>
            <p:nvPr/>
          </p:nvSpPr>
          <p:spPr>
            <a:xfrm>
              <a:off x="4630706" y="506621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18"/>
            <p:cNvSpPr/>
            <p:nvPr/>
          </p:nvSpPr>
          <p:spPr>
            <a:xfrm>
              <a:off x="4797004"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18"/>
            <p:cNvSpPr/>
            <p:nvPr/>
          </p:nvSpPr>
          <p:spPr>
            <a:xfrm>
              <a:off x="4960985"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18"/>
            <p:cNvSpPr/>
            <p:nvPr/>
          </p:nvSpPr>
          <p:spPr>
            <a:xfrm>
              <a:off x="4303503"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18"/>
            <p:cNvSpPr/>
            <p:nvPr/>
          </p:nvSpPr>
          <p:spPr>
            <a:xfrm>
              <a:off x="4303503"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18"/>
            <p:cNvSpPr/>
            <p:nvPr/>
          </p:nvSpPr>
          <p:spPr>
            <a:xfrm>
              <a:off x="4959428" y="506697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18"/>
            <p:cNvSpPr/>
            <p:nvPr/>
          </p:nvSpPr>
          <p:spPr>
            <a:xfrm>
              <a:off x="4301984" y="506621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18"/>
            <p:cNvSpPr/>
            <p:nvPr/>
          </p:nvSpPr>
          <p:spPr>
            <a:xfrm>
              <a:off x="4960226"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18"/>
            <p:cNvSpPr/>
            <p:nvPr/>
          </p:nvSpPr>
          <p:spPr>
            <a:xfrm>
              <a:off x="4137243" y="506469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18"/>
            <p:cNvSpPr/>
            <p:nvPr/>
          </p:nvSpPr>
          <p:spPr>
            <a:xfrm>
              <a:off x="4959428"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18"/>
            <p:cNvSpPr/>
            <p:nvPr/>
          </p:nvSpPr>
          <p:spPr>
            <a:xfrm>
              <a:off x="4302743"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18"/>
            <p:cNvSpPr/>
            <p:nvPr/>
          </p:nvSpPr>
          <p:spPr>
            <a:xfrm>
              <a:off x="4138762"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18"/>
            <p:cNvSpPr/>
            <p:nvPr/>
          </p:nvSpPr>
          <p:spPr>
            <a:xfrm>
              <a:off x="3970982" y="506545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18"/>
            <p:cNvSpPr/>
            <p:nvPr/>
          </p:nvSpPr>
          <p:spPr>
            <a:xfrm>
              <a:off x="3973261"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18"/>
            <p:cNvSpPr/>
            <p:nvPr/>
          </p:nvSpPr>
          <p:spPr>
            <a:xfrm>
              <a:off x="5123447" y="506925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18"/>
            <p:cNvSpPr/>
            <p:nvPr/>
          </p:nvSpPr>
          <p:spPr>
            <a:xfrm>
              <a:off x="4137243"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18"/>
            <p:cNvSpPr/>
            <p:nvPr/>
          </p:nvSpPr>
          <p:spPr>
            <a:xfrm>
              <a:off x="4134964"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18"/>
            <p:cNvSpPr/>
            <p:nvPr/>
          </p:nvSpPr>
          <p:spPr>
            <a:xfrm>
              <a:off x="5121890"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18"/>
            <p:cNvSpPr/>
            <p:nvPr/>
          </p:nvSpPr>
          <p:spPr>
            <a:xfrm>
              <a:off x="5124207"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18"/>
            <p:cNvSpPr/>
            <p:nvPr/>
          </p:nvSpPr>
          <p:spPr>
            <a:xfrm>
              <a:off x="3974781"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18"/>
            <p:cNvSpPr/>
            <p:nvPr/>
          </p:nvSpPr>
          <p:spPr>
            <a:xfrm>
              <a:off x="3975541"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18"/>
            <p:cNvSpPr/>
            <p:nvPr/>
          </p:nvSpPr>
          <p:spPr>
            <a:xfrm>
              <a:off x="5124967"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3" name="Google Shape;1533;p18"/>
          <p:cNvGrpSpPr/>
          <p:nvPr/>
        </p:nvGrpSpPr>
        <p:grpSpPr>
          <a:xfrm>
            <a:off x="3969444" y="51341"/>
            <a:ext cx="1205112" cy="520243"/>
            <a:chOff x="3970982" y="4599416"/>
            <a:chExt cx="1205112" cy="520243"/>
          </a:xfrm>
        </p:grpSpPr>
        <p:sp>
          <p:nvSpPr>
            <p:cNvPr id="1534" name="Google Shape;1534;p18"/>
            <p:cNvSpPr/>
            <p:nvPr/>
          </p:nvSpPr>
          <p:spPr>
            <a:xfrm>
              <a:off x="4793927" y="506697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18"/>
            <p:cNvSpPr/>
            <p:nvPr/>
          </p:nvSpPr>
          <p:spPr>
            <a:xfrm>
              <a:off x="4465205"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18"/>
            <p:cNvSpPr/>
            <p:nvPr/>
          </p:nvSpPr>
          <p:spPr>
            <a:xfrm>
              <a:off x="4632225"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18"/>
            <p:cNvSpPr/>
            <p:nvPr/>
          </p:nvSpPr>
          <p:spPr>
            <a:xfrm>
              <a:off x="4466725"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18"/>
            <p:cNvSpPr/>
            <p:nvPr/>
          </p:nvSpPr>
          <p:spPr>
            <a:xfrm>
              <a:off x="4629946"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18"/>
            <p:cNvSpPr/>
            <p:nvPr/>
          </p:nvSpPr>
          <p:spPr>
            <a:xfrm>
              <a:off x="4796206"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18"/>
            <p:cNvSpPr/>
            <p:nvPr/>
          </p:nvSpPr>
          <p:spPr>
            <a:xfrm>
              <a:off x="4459090"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18"/>
            <p:cNvSpPr/>
            <p:nvPr/>
          </p:nvSpPr>
          <p:spPr>
            <a:xfrm>
              <a:off x="4631466"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18"/>
            <p:cNvSpPr/>
            <p:nvPr/>
          </p:nvSpPr>
          <p:spPr>
            <a:xfrm>
              <a:off x="4796206"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18"/>
            <p:cNvSpPr/>
            <p:nvPr/>
          </p:nvSpPr>
          <p:spPr>
            <a:xfrm>
              <a:off x="4462166" y="506545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18"/>
            <p:cNvSpPr/>
            <p:nvPr/>
          </p:nvSpPr>
          <p:spPr>
            <a:xfrm>
              <a:off x="4630706" y="506621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18"/>
            <p:cNvSpPr/>
            <p:nvPr/>
          </p:nvSpPr>
          <p:spPr>
            <a:xfrm>
              <a:off x="4797004"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18"/>
            <p:cNvSpPr/>
            <p:nvPr/>
          </p:nvSpPr>
          <p:spPr>
            <a:xfrm>
              <a:off x="4960985"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18"/>
            <p:cNvSpPr/>
            <p:nvPr/>
          </p:nvSpPr>
          <p:spPr>
            <a:xfrm>
              <a:off x="4303503"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18"/>
            <p:cNvSpPr/>
            <p:nvPr/>
          </p:nvSpPr>
          <p:spPr>
            <a:xfrm>
              <a:off x="4303503"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18"/>
            <p:cNvSpPr/>
            <p:nvPr/>
          </p:nvSpPr>
          <p:spPr>
            <a:xfrm>
              <a:off x="4959428" y="506697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18"/>
            <p:cNvSpPr/>
            <p:nvPr/>
          </p:nvSpPr>
          <p:spPr>
            <a:xfrm>
              <a:off x="4301984" y="506621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18"/>
            <p:cNvSpPr/>
            <p:nvPr/>
          </p:nvSpPr>
          <p:spPr>
            <a:xfrm>
              <a:off x="4960226"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18"/>
            <p:cNvSpPr/>
            <p:nvPr/>
          </p:nvSpPr>
          <p:spPr>
            <a:xfrm>
              <a:off x="4137243" y="506469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18"/>
            <p:cNvSpPr/>
            <p:nvPr/>
          </p:nvSpPr>
          <p:spPr>
            <a:xfrm>
              <a:off x="4959428"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18"/>
            <p:cNvSpPr/>
            <p:nvPr/>
          </p:nvSpPr>
          <p:spPr>
            <a:xfrm>
              <a:off x="4302743"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18"/>
            <p:cNvSpPr/>
            <p:nvPr/>
          </p:nvSpPr>
          <p:spPr>
            <a:xfrm>
              <a:off x="4138762"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18"/>
            <p:cNvSpPr/>
            <p:nvPr/>
          </p:nvSpPr>
          <p:spPr>
            <a:xfrm>
              <a:off x="3970982" y="506545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18"/>
            <p:cNvSpPr/>
            <p:nvPr/>
          </p:nvSpPr>
          <p:spPr>
            <a:xfrm>
              <a:off x="3973261"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18"/>
            <p:cNvSpPr/>
            <p:nvPr/>
          </p:nvSpPr>
          <p:spPr>
            <a:xfrm>
              <a:off x="5123447" y="506925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18"/>
            <p:cNvSpPr/>
            <p:nvPr/>
          </p:nvSpPr>
          <p:spPr>
            <a:xfrm>
              <a:off x="4137243"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18"/>
            <p:cNvSpPr/>
            <p:nvPr/>
          </p:nvSpPr>
          <p:spPr>
            <a:xfrm>
              <a:off x="4134964"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18"/>
            <p:cNvSpPr/>
            <p:nvPr/>
          </p:nvSpPr>
          <p:spPr>
            <a:xfrm>
              <a:off x="5121890"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18"/>
            <p:cNvSpPr/>
            <p:nvPr/>
          </p:nvSpPr>
          <p:spPr>
            <a:xfrm>
              <a:off x="5124207"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18"/>
            <p:cNvSpPr/>
            <p:nvPr/>
          </p:nvSpPr>
          <p:spPr>
            <a:xfrm>
              <a:off x="3974781"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18"/>
            <p:cNvSpPr/>
            <p:nvPr/>
          </p:nvSpPr>
          <p:spPr>
            <a:xfrm>
              <a:off x="3975541"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18"/>
            <p:cNvSpPr/>
            <p:nvPr/>
          </p:nvSpPr>
          <p:spPr>
            <a:xfrm>
              <a:off x="5124967"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66" name="Google Shape;1566;p18"/>
          <p:cNvGrpSpPr/>
          <p:nvPr/>
        </p:nvGrpSpPr>
        <p:grpSpPr>
          <a:xfrm>
            <a:off x="335952" y="4224312"/>
            <a:ext cx="754524" cy="750237"/>
            <a:chOff x="8523754" y="10"/>
            <a:chExt cx="516408" cy="513439"/>
          </a:xfrm>
        </p:grpSpPr>
        <p:sp>
          <p:nvSpPr>
            <p:cNvPr id="1567" name="Google Shape;1567;p18"/>
            <p:cNvSpPr/>
            <p:nvPr/>
          </p:nvSpPr>
          <p:spPr>
            <a:xfrm>
              <a:off x="8523754" y="255242"/>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18"/>
            <p:cNvSpPr/>
            <p:nvPr/>
          </p:nvSpPr>
          <p:spPr>
            <a:xfrm>
              <a:off x="8523754" y="10"/>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69" name="Google Shape;1569;p18"/>
          <p:cNvSpPr/>
          <p:nvPr/>
        </p:nvSpPr>
        <p:spPr>
          <a:xfrm>
            <a:off x="8202150" y="43847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18"/>
          <p:cNvSpPr/>
          <p:nvPr/>
        </p:nvSpPr>
        <p:spPr>
          <a:xfrm>
            <a:off x="484600" y="2807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71" name="Google Shape;1571;p18"/>
          <p:cNvGrpSpPr/>
          <p:nvPr/>
        </p:nvGrpSpPr>
        <p:grpSpPr>
          <a:xfrm flipH="1" rot="2700000">
            <a:off x="-2243747" y="347213"/>
            <a:ext cx="2946912" cy="1512954"/>
            <a:chOff x="-1306807" y="-1638114"/>
            <a:chExt cx="2946940" cy="1512969"/>
          </a:xfrm>
        </p:grpSpPr>
        <p:sp>
          <p:nvSpPr>
            <p:cNvPr id="1572" name="Google Shape;1572;p18"/>
            <p:cNvSpPr/>
            <p:nvPr/>
          </p:nvSpPr>
          <p:spPr>
            <a:xfrm flipH="1">
              <a:off x="-1306807" y="-1638114"/>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18"/>
            <p:cNvSpPr/>
            <p:nvPr/>
          </p:nvSpPr>
          <p:spPr>
            <a:xfrm flipH="1">
              <a:off x="-1104859" y="-1581704"/>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18"/>
            <p:cNvSpPr/>
            <p:nvPr/>
          </p:nvSpPr>
          <p:spPr>
            <a:xfrm flipH="1">
              <a:off x="-818271" y="-1474532"/>
              <a:ext cx="1642730" cy="740159"/>
            </a:xfrm>
            <a:custGeom>
              <a:rect b="b" l="l" r="r" t="t"/>
              <a:pathLst>
                <a:path extrusionOk="0" h="13239" w="29383">
                  <a:moveTo>
                    <a:pt x="28272" y="81"/>
                  </a:moveTo>
                  <a:lnTo>
                    <a:pt x="28474" y="102"/>
                  </a:lnTo>
                  <a:lnTo>
                    <a:pt x="28696" y="142"/>
                  </a:lnTo>
                  <a:lnTo>
                    <a:pt x="28898" y="202"/>
                  </a:lnTo>
                  <a:lnTo>
                    <a:pt x="29019" y="243"/>
                  </a:lnTo>
                  <a:lnTo>
                    <a:pt x="29140" y="303"/>
                  </a:lnTo>
                  <a:lnTo>
                    <a:pt x="29201" y="364"/>
                  </a:lnTo>
                  <a:lnTo>
                    <a:pt x="29261" y="404"/>
                  </a:lnTo>
                  <a:lnTo>
                    <a:pt x="29281" y="465"/>
                  </a:lnTo>
                  <a:lnTo>
                    <a:pt x="29302" y="545"/>
                  </a:lnTo>
                  <a:lnTo>
                    <a:pt x="29302" y="626"/>
                  </a:lnTo>
                  <a:lnTo>
                    <a:pt x="29281" y="707"/>
                  </a:lnTo>
                  <a:lnTo>
                    <a:pt x="29201" y="848"/>
                  </a:lnTo>
                  <a:lnTo>
                    <a:pt x="29059" y="1070"/>
                  </a:lnTo>
                  <a:lnTo>
                    <a:pt x="28918" y="1272"/>
                  </a:lnTo>
                  <a:lnTo>
                    <a:pt x="28595" y="1676"/>
                  </a:lnTo>
                  <a:lnTo>
                    <a:pt x="28232" y="2079"/>
                  </a:lnTo>
                  <a:lnTo>
                    <a:pt x="27889" y="2442"/>
                  </a:lnTo>
                  <a:lnTo>
                    <a:pt x="27566" y="2785"/>
                  </a:lnTo>
                  <a:lnTo>
                    <a:pt x="27263" y="3129"/>
                  </a:lnTo>
                  <a:lnTo>
                    <a:pt x="26961" y="3492"/>
                  </a:lnTo>
                  <a:lnTo>
                    <a:pt x="26698" y="3855"/>
                  </a:lnTo>
                  <a:lnTo>
                    <a:pt x="26476" y="4198"/>
                  </a:lnTo>
                  <a:lnTo>
                    <a:pt x="26295" y="4521"/>
                  </a:lnTo>
                  <a:lnTo>
                    <a:pt x="26133" y="4884"/>
                  </a:lnTo>
                  <a:lnTo>
                    <a:pt x="25972" y="5247"/>
                  </a:lnTo>
                  <a:lnTo>
                    <a:pt x="25689" y="5974"/>
                  </a:lnTo>
                  <a:lnTo>
                    <a:pt x="25447" y="6721"/>
                  </a:lnTo>
                  <a:lnTo>
                    <a:pt x="25124" y="7649"/>
                  </a:lnTo>
                  <a:lnTo>
                    <a:pt x="24943" y="8113"/>
                  </a:lnTo>
                  <a:lnTo>
                    <a:pt x="24741" y="8557"/>
                  </a:lnTo>
                  <a:lnTo>
                    <a:pt x="24539" y="8981"/>
                  </a:lnTo>
                  <a:lnTo>
                    <a:pt x="24297" y="9405"/>
                  </a:lnTo>
                  <a:lnTo>
                    <a:pt x="24014" y="9788"/>
                  </a:lnTo>
                  <a:lnTo>
                    <a:pt x="23853" y="9990"/>
                  </a:lnTo>
                  <a:lnTo>
                    <a:pt x="23692" y="10171"/>
                  </a:lnTo>
                  <a:lnTo>
                    <a:pt x="23409" y="10414"/>
                  </a:lnTo>
                  <a:lnTo>
                    <a:pt x="23106" y="10676"/>
                  </a:lnTo>
                  <a:lnTo>
                    <a:pt x="22784" y="10898"/>
                  </a:lnTo>
                  <a:lnTo>
                    <a:pt x="22420" y="11100"/>
                  </a:lnTo>
                  <a:lnTo>
                    <a:pt x="22017" y="11301"/>
                  </a:lnTo>
                  <a:lnTo>
                    <a:pt x="21593" y="11483"/>
                  </a:lnTo>
                  <a:lnTo>
                    <a:pt x="21129" y="11645"/>
                  </a:lnTo>
                  <a:lnTo>
                    <a:pt x="20644" y="11786"/>
                  </a:lnTo>
                  <a:lnTo>
                    <a:pt x="19958" y="11947"/>
                  </a:lnTo>
                  <a:lnTo>
                    <a:pt x="19272" y="12088"/>
                  </a:lnTo>
                  <a:lnTo>
                    <a:pt x="18566" y="12210"/>
                  </a:lnTo>
                  <a:lnTo>
                    <a:pt x="17880" y="12290"/>
                  </a:lnTo>
                  <a:lnTo>
                    <a:pt x="17173" y="12371"/>
                  </a:lnTo>
                  <a:lnTo>
                    <a:pt x="16467" y="12432"/>
                  </a:lnTo>
                  <a:lnTo>
                    <a:pt x="15075" y="12532"/>
                  </a:lnTo>
                  <a:lnTo>
                    <a:pt x="14106" y="12593"/>
                  </a:lnTo>
                  <a:lnTo>
                    <a:pt x="12774" y="12694"/>
                  </a:lnTo>
                  <a:lnTo>
                    <a:pt x="11442" y="12815"/>
                  </a:lnTo>
                  <a:lnTo>
                    <a:pt x="9142" y="12997"/>
                  </a:lnTo>
                  <a:lnTo>
                    <a:pt x="7971" y="13077"/>
                  </a:lnTo>
                  <a:lnTo>
                    <a:pt x="6801" y="13138"/>
                  </a:lnTo>
                  <a:lnTo>
                    <a:pt x="5630" y="13158"/>
                  </a:lnTo>
                  <a:lnTo>
                    <a:pt x="4480" y="13158"/>
                  </a:lnTo>
                  <a:lnTo>
                    <a:pt x="3895" y="13138"/>
                  </a:lnTo>
                  <a:lnTo>
                    <a:pt x="3310" y="13098"/>
                  </a:lnTo>
                  <a:lnTo>
                    <a:pt x="2725" y="13057"/>
                  </a:lnTo>
                  <a:lnTo>
                    <a:pt x="2139" y="12976"/>
                  </a:lnTo>
                  <a:lnTo>
                    <a:pt x="1857" y="12936"/>
                  </a:lnTo>
                  <a:lnTo>
                    <a:pt x="1554" y="12855"/>
                  </a:lnTo>
                  <a:lnTo>
                    <a:pt x="1251" y="12754"/>
                  </a:lnTo>
                  <a:lnTo>
                    <a:pt x="969" y="12613"/>
                  </a:lnTo>
                  <a:lnTo>
                    <a:pt x="707" y="12452"/>
                  </a:lnTo>
                  <a:lnTo>
                    <a:pt x="485" y="12270"/>
                  </a:lnTo>
                  <a:lnTo>
                    <a:pt x="384" y="12169"/>
                  </a:lnTo>
                  <a:lnTo>
                    <a:pt x="303" y="12048"/>
                  </a:lnTo>
                  <a:lnTo>
                    <a:pt x="222" y="11947"/>
                  </a:lnTo>
                  <a:lnTo>
                    <a:pt x="162" y="11826"/>
                  </a:lnTo>
                  <a:lnTo>
                    <a:pt x="121" y="11685"/>
                  </a:lnTo>
                  <a:lnTo>
                    <a:pt x="81" y="11544"/>
                  </a:lnTo>
                  <a:lnTo>
                    <a:pt x="81" y="11382"/>
                  </a:lnTo>
                  <a:lnTo>
                    <a:pt x="101" y="11241"/>
                  </a:lnTo>
                  <a:lnTo>
                    <a:pt x="142" y="11079"/>
                  </a:lnTo>
                  <a:lnTo>
                    <a:pt x="202" y="10938"/>
                  </a:lnTo>
                  <a:lnTo>
                    <a:pt x="283" y="10777"/>
                  </a:lnTo>
                  <a:lnTo>
                    <a:pt x="384" y="10615"/>
                  </a:lnTo>
                  <a:lnTo>
                    <a:pt x="646" y="10313"/>
                  </a:lnTo>
                  <a:lnTo>
                    <a:pt x="929" y="10010"/>
                  </a:lnTo>
                  <a:lnTo>
                    <a:pt x="1272" y="9727"/>
                  </a:lnTo>
                  <a:lnTo>
                    <a:pt x="1635" y="9465"/>
                  </a:lnTo>
                  <a:lnTo>
                    <a:pt x="2038" y="9203"/>
                  </a:lnTo>
                  <a:lnTo>
                    <a:pt x="2422" y="8940"/>
                  </a:lnTo>
                  <a:lnTo>
                    <a:pt x="3229" y="8476"/>
                  </a:lnTo>
                  <a:lnTo>
                    <a:pt x="4016" y="7992"/>
                  </a:lnTo>
                  <a:lnTo>
                    <a:pt x="5005" y="7407"/>
                  </a:lnTo>
                  <a:lnTo>
                    <a:pt x="6014" y="6821"/>
                  </a:lnTo>
                  <a:lnTo>
                    <a:pt x="7063" y="6277"/>
                  </a:lnTo>
                  <a:lnTo>
                    <a:pt x="8153" y="5732"/>
                  </a:lnTo>
                  <a:lnTo>
                    <a:pt x="9283" y="5207"/>
                  </a:lnTo>
                  <a:lnTo>
                    <a:pt x="10433" y="4682"/>
                  </a:lnTo>
                  <a:lnTo>
                    <a:pt x="11644" y="4198"/>
                  </a:lnTo>
                  <a:lnTo>
                    <a:pt x="12895" y="3714"/>
                  </a:lnTo>
                  <a:lnTo>
                    <a:pt x="14146" y="3250"/>
                  </a:lnTo>
                  <a:lnTo>
                    <a:pt x="15438" y="2826"/>
                  </a:lnTo>
                  <a:lnTo>
                    <a:pt x="16790" y="2382"/>
                  </a:lnTo>
                  <a:lnTo>
                    <a:pt x="18182" y="1958"/>
                  </a:lnTo>
                  <a:lnTo>
                    <a:pt x="19151" y="1676"/>
                  </a:lnTo>
                  <a:lnTo>
                    <a:pt x="20180" y="1393"/>
                  </a:lnTo>
                  <a:lnTo>
                    <a:pt x="21250" y="1111"/>
                  </a:lnTo>
                  <a:lnTo>
                    <a:pt x="22380" y="848"/>
                  </a:lnTo>
                  <a:lnTo>
                    <a:pt x="23550" y="606"/>
                  </a:lnTo>
                  <a:lnTo>
                    <a:pt x="24761" y="404"/>
                  </a:lnTo>
                  <a:lnTo>
                    <a:pt x="25972" y="223"/>
                  </a:lnTo>
                  <a:lnTo>
                    <a:pt x="26598" y="162"/>
                  </a:lnTo>
                  <a:lnTo>
                    <a:pt x="27223" y="102"/>
                  </a:lnTo>
                  <a:lnTo>
                    <a:pt x="27647" y="81"/>
                  </a:lnTo>
                  <a:close/>
                  <a:moveTo>
                    <a:pt x="27647" y="1"/>
                  </a:moveTo>
                  <a:lnTo>
                    <a:pt x="27223" y="21"/>
                  </a:lnTo>
                  <a:lnTo>
                    <a:pt x="26598" y="81"/>
                  </a:lnTo>
                  <a:lnTo>
                    <a:pt x="25972" y="142"/>
                  </a:lnTo>
                  <a:lnTo>
                    <a:pt x="24741" y="324"/>
                  </a:lnTo>
                  <a:lnTo>
                    <a:pt x="23550" y="525"/>
                  </a:lnTo>
                  <a:lnTo>
                    <a:pt x="22360" y="767"/>
                  </a:lnTo>
                  <a:lnTo>
                    <a:pt x="21230" y="1030"/>
                  </a:lnTo>
                  <a:lnTo>
                    <a:pt x="20160" y="1312"/>
                  </a:lnTo>
                  <a:lnTo>
                    <a:pt x="19131" y="1595"/>
                  </a:lnTo>
                  <a:lnTo>
                    <a:pt x="18162" y="1877"/>
                  </a:lnTo>
                  <a:lnTo>
                    <a:pt x="16750" y="2301"/>
                  </a:lnTo>
                  <a:lnTo>
                    <a:pt x="15418" y="2745"/>
                  </a:lnTo>
                  <a:lnTo>
                    <a:pt x="14106" y="3189"/>
                  </a:lnTo>
                  <a:lnTo>
                    <a:pt x="12855" y="3633"/>
                  </a:lnTo>
                  <a:lnTo>
                    <a:pt x="11604" y="4117"/>
                  </a:lnTo>
                  <a:lnTo>
                    <a:pt x="10413" y="4622"/>
                  </a:lnTo>
                  <a:lnTo>
                    <a:pt x="9243" y="5126"/>
                  </a:lnTo>
                  <a:lnTo>
                    <a:pt x="8113" y="5651"/>
                  </a:lnTo>
                  <a:lnTo>
                    <a:pt x="7023" y="6196"/>
                  </a:lnTo>
                  <a:lnTo>
                    <a:pt x="5974" y="6761"/>
                  </a:lnTo>
                  <a:lnTo>
                    <a:pt x="4965" y="7326"/>
                  </a:lnTo>
                  <a:lnTo>
                    <a:pt x="3976" y="7931"/>
                  </a:lnTo>
                  <a:lnTo>
                    <a:pt x="3189" y="8396"/>
                  </a:lnTo>
                  <a:lnTo>
                    <a:pt x="2381" y="8880"/>
                  </a:lnTo>
                  <a:lnTo>
                    <a:pt x="1978" y="9142"/>
                  </a:lnTo>
                  <a:lnTo>
                    <a:pt x="1594" y="9405"/>
                  </a:lnTo>
                  <a:lnTo>
                    <a:pt x="1211" y="9667"/>
                  </a:lnTo>
                  <a:lnTo>
                    <a:pt x="888" y="9949"/>
                  </a:lnTo>
                  <a:lnTo>
                    <a:pt x="585" y="10252"/>
                  </a:lnTo>
                  <a:lnTo>
                    <a:pt x="444" y="10414"/>
                  </a:lnTo>
                  <a:lnTo>
                    <a:pt x="323" y="10575"/>
                  </a:lnTo>
                  <a:lnTo>
                    <a:pt x="202" y="10736"/>
                  </a:lnTo>
                  <a:lnTo>
                    <a:pt x="121" y="10898"/>
                  </a:lnTo>
                  <a:lnTo>
                    <a:pt x="61" y="11059"/>
                  </a:lnTo>
                  <a:lnTo>
                    <a:pt x="20" y="11241"/>
                  </a:lnTo>
                  <a:lnTo>
                    <a:pt x="0" y="11382"/>
                  </a:lnTo>
                  <a:lnTo>
                    <a:pt x="0" y="11544"/>
                  </a:lnTo>
                  <a:lnTo>
                    <a:pt x="41" y="11705"/>
                  </a:lnTo>
                  <a:lnTo>
                    <a:pt x="101" y="11867"/>
                  </a:lnTo>
                  <a:lnTo>
                    <a:pt x="202" y="12048"/>
                  </a:lnTo>
                  <a:lnTo>
                    <a:pt x="343" y="12230"/>
                  </a:lnTo>
                  <a:lnTo>
                    <a:pt x="545" y="12411"/>
                  </a:lnTo>
                  <a:lnTo>
                    <a:pt x="787" y="12593"/>
                  </a:lnTo>
                  <a:lnTo>
                    <a:pt x="1070" y="12754"/>
                  </a:lnTo>
                  <a:lnTo>
                    <a:pt x="1393" y="12896"/>
                  </a:lnTo>
                  <a:lnTo>
                    <a:pt x="1736" y="12997"/>
                  </a:lnTo>
                  <a:lnTo>
                    <a:pt x="2139" y="13057"/>
                  </a:lnTo>
                  <a:lnTo>
                    <a:pt x="2947" y="13158"/>
                  </a:lnTo>
                  <a:lnTo>
                    <a:pt x="3754" y="13198"/>
                  </a:lnTo>
                  <a:lnTo>
                    <a:pt x="4561" y="13239"/>
                  </a:lnTo>
                  <a:lnTo>
                    <a:pt x="6135" y="13239"/>
                  </a:lnTo>
                  <a:lnTo>
                    <a:pt x="6902" y="13219"/>
                  </a:lnTo>
                  <a:lnTo>
                    <a:pt x="8435" y="13138"/>
                  </a:lnTo>
                  <a:lnTo>
                    <a:pt x="9949" y="13017"/>
                  </a:lnTo>
                  <a:lnTo>
                    <a:pt x="11442" y="12896"/>
                  </a:lnTo>
                  <a:lnTo>
                    <a:pt x="12774" y="12775"/>
                  </a:lnTo>
                  <a:lnTo>
                    <a:pt x="14106" y="12674"/>
                  </a:lnTo>
                  <a:lnTo>
                    <a:pt x="15075" y="12613"/>
                  </a:lnTo>
                  <a:lnTo>
                    <a:pt x="16467" y="12512"/>
                  </a:lnTo>
                  <a:lnTo>
                    <a:pt x="17173" y="12452"/>
                  </a:lnTo>
                  <a:lnTo>
                    <a:pt x="17880" y="12371"/>
                  </a:lnTo>
                  <a:lnTo>
                    <a:pt x="18586" y="12290"/>
                  </a:lnTo>
                  <a:lnTo>
                    <a:pt x="19272" y="12169"/>
                  </a:lnTo>
                  <a:lnTo>
                    <a:pt x="19978" y="12028"/>
                  </a:lnTo>
                  <a:lnTo>
                    <a:pt x="20665" y="11867"/>
                  </a:lnTo>
                  <a:lnTo>
                    <a:pt x="21149" y="11705"/>
                  </a:lnTo>
                  <a:lnTo>
                    <a:pt x="21613" y="11544"/>
                  </a:lnTo>
                  <a:lnTo>
                    <a:pt x="22057" y="11362"/>
                  </a:lnTo>
                  <a:lnTo>
                    <a:pt x="22461" y="11180"/>
                  </a:lnTo>
                  <a:lnTo>
                    <a:pt x="22824" y="10958"/>
                  </a:lnTo>
                  <a:lnTo>
                    <a:pt x="23167" y="10736"/>
                  </a:lnTo>
                  <a:lnTo>
                    <a:pt x="23470" y="10474"/>
                  </a:lnTo>
                  <a:lnTo>
                    <a:pt x="23752" y="10212"/>
                  </a:lnTo>
                  <a:lnTo>
                    <a:pt x="23914" y="10030"/>
                  </a:lnTo>
                  <a:lnTo>
                    <a:pt x="24075" y="9849"/>
                  </a:lnTo>
                  <a:lnTo>
                    <a:pt x="24358" y="9445"/>
                  </a:lnTo>
                  <a:lnTo>
                    <a:pt x="24600" y="9021"/>
                  </a:lnTo>
                  <a:lnTo>
                    <a:pt x="24822" y="8597"/>
                  </a:lnTo>
                  <a:lnTo>
                    <a:pt x="25023" y="8133"/>
                  </a:lnTo>
                  <a:lnTo>
                    <a:pt x="25185" y="7669"/>
                  </a:lnTo>
                  <a:lnTo>
                    <a:pt x="25508" y="6741"/>
                  </a:lnTo>
                  <a:lnTo>
                    <a:pt x="25770" y="6014"/>
                  </a:lnTo>
                  <a:lnTo>
                    <a:pt x="26053" y="5268"/>
                  </a:lnTo>
                  <a:lnTo>
                    <a:pt x="26194" y="4925"/>
                  </a:lnTo>
                  <a:lnTo>
                    <a:pt x="26376" y="4561"/>
                  </a:lnTo>
                  <a:lnTo>
                    <a:pt x="26557" y="4238"/>
                  </a:lnTo>
                  <a:lnTo>
                    <a:pt x="26759" y="3895"/>
                  </a:lnTo>
                  <a:lnTo>
                    <a:pt x="27021" y="3532"/>
                  </a:lnTo>
                  <a:lnTo>
                    <a:pt x="27324" y="3169"/>
                  </a:lnTo>
                  <a:lnTo>
                    <a:pt x="27627" y="2826"/>
                  </a:lnTo>
                  <a:lnTo>
                    <a:pt x="27950" y="2503"/>
                  </a:lnTo>
                  <a:lnTo>
                    <a:pt x="28293" y="2120"/>
                  </a:lnTo>
                  <a:lnTo>
                    <a:pt x="28656" y="1736"/>
                  </a:lnTo>
                  <a:lnTo>
                    <a:pt x="28979" y="1333"/>
                  </a:lnTo>
                  <a:lnTo>
                    <a:pt x="29120" y="1111"/>
                  </a:lnTo>
                  <a:lnTo>
                    <a:pt x="29261" y="889"/>
                  </a:lnTo>
                  <a:lnTo>
                    <a:pt x="29362" y="727"/>
                  </a:lnTo>
                  <a:lnTo>
                    <a:pt x="29382" y="626"/>
                  </a:lnTo>
                  <a:lnTo>
                    <a:pt x="29382" y="545"/>
                  </a:lnTo>
                  <a:lnTo>
                    <a:pt x="29362" y="445"/>
                  </a:lnTo>
                  <a:lnTo>
                    <a:pt x="29322" y="364"/>
                  </a:lnTo>
                  <a:lnTo>
                    <a:pt x="29261" y="303"/>
                  </a:lnTo>
                  <a:lnTo>
                    <a:pt x="29201" y="243"/>
                  </a:lnTo>
                  <a:lnTo>
                    <a:pt x="29059" y="162"/>
                  </a:lnTo>
                  <a:lnTo>
                    <a:pt x="28918" y="122"/>
                  </a:lnTo>
                  <a:lnTo>
                    <a:pt x="28716" y="61"/>
                  </a:lnTo>
                  <a:lnTo>
                    <a:pt x="28494" y="21"/>
                  </a:lnTo>
                  <a:lnTo>
                    <a:pt x="282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75" name="Google Shape;1575;p18"/>
          <p:cNvSpPr/>
          <p:nvPr/>
        </p:nvSpPr>
        <p:spPr>
          <a:xfrm>
            <a:off x="322954" y="2732577"/>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18"/>
          <p:cNvSpPr/>
          <p:nvPr/>
        </p:nvSpPr>
        <p:spPr>
          <a:xfrm>
            <a:off x="2337742" y="162452"/>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18"/>
          <p:cNvSpPr/>
          <p:nvPr/>
        </p:nvSpPr>
        <p:spPr>
          <a:xfrm>
            <a:off x="266642" y="1375840"/>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18"/>
          <p:cNvSpPr/>
          <p:nvPr/>
        </p:nvSpPr>
        <p:spPr>
          <a:xfrm>
            <a:off x="523842" y="1693465"/>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18"/>
          <p:cNvSpPr/>
          <p:nvPr/>
        </p:nvSpPr>
        <p:spPr>
          <a:xfrm>
            <a:off x="3174892" y="-10"/>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5">
  <p:cSld name="CUSTOM_10_1_1_1_1">
    <p:bg>
      <p:bgPr>
        <a:solidFill>
          <a:schemeClr val="lt2"/>
        </a:solidFill>
      </p:bgPr>
    </p:bg>
    <p:spTree>
      <p:nvGrpSpPr>
        <p:cNvPr id="1580" name="Shape 1580"/>
        <p:cNvGrpSpPr/>
        <p:nvPr/>
      </p:nvGrpSpPr>
      <p:grpSpPr>
        <a:xfrm>
          <a:off x="0" y="0"/>
          <a:ext cx="0" cy="0"/>
          <a:chOff x="0" y="0"/>
          <a:chExt cx="0" cy="0"/>
        </a:xfrm>
      </p:grpSpPr>
      <p:sp>
        <p:nvSpPr>
          <p:cNvPr id="1581" name="Google Shape;1581;p19"/>
          <p:cNvSpPr/>
          <p:nvPr/>
        </p:nvSpPr>
        <p:spPr>
          <a:xfrm flipH="1">
            <a:off x="8403688" y="0"/>
            <a:ext cx="754500" cy="51435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19"/>
          <p:cNvSpPr txBox="1"/>
          <p:nvPr>
            <p:ph type="title"/>
          </p:nvPr>
        </p:nvSpPr>
        <p:spPr>
          <a:xfrm>
            <a:off x="3110400" y="2065980"/>
            <a:ext cx="4114800" cy="4116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83" name="Google Shape;1583;p19"/>
          <p:cNvSpPr txBox="1"/>
          <p:nvPr>
            <p:ph idx="1" type="subTitle"/>
          </p:nvPr>
        </p:nvSpPr>
        <p:spPr>
          <a:xfrm>
            <a:off x="3110400" y="2682420"/>
            <a:ext cx="3069600" cy="395100"/>
          </a:xfrm>
          <a:prstGeom prst="rect">
            <a:avLst/>
          </a:prstGeom>
        </p:spPr>
        <p:txBody>
          <a:bodyPr anchorCtr="0" anchor="ctr" bIns="91425" lIns="91425" spcFirstLastPara="1" rIns="91425" wrap="square" tIns="91425">
            <a:noAutofit/>
          </a:bodyPr>
          <a:lstStyle>
            <a:lvl1pPr lvl="0" rtl="0">
              <a:spcBef>
                <a:spcPts val="0"/>
              </a:spcBef>
              <a:spcAft>
                <a:spcPts val="0"/>
              </a:spcAft>
              <a:buSzPts val="1600"/>
              <a:buNone/>
              <a:defRPr sz="1600"/>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1584" name="Google Shape;1584;p19"/>
          <p:cNvSpPr txBox="1"/>
          <p:nvPr>
            <p:ph hasCustomPrompt="1" idx="2" type="title"/>
          </p:nvPr>
        </p:nvSpPr>
        <p:spPr>
          <a:xfrm>
            <a:off x="1918800" y="2334000"/>
            <a:ext cx="1088100" cy="475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500">
                <a:solidFill>
                  <a:schemeClr val="lt1"/>
                </a:solidFill>
              </a:defRPr>
            </a:lvl1pPr>
            <a:lvl2pPr lvl="1" rtl="0" algn="ctr">
              <a:spcBef>
                <a:spcPts val="0"/>
              </a:spcBef>
              <a:spcAft>
                <a:spcPts val="0"/>
              </a:spcAft>
              <a:buClr>
                <a:schemeClr val="dk2"/>
              </a:buClr>
              <a:buSzPts val="6000"/>
              <a:buNone/>
              <a:defRPr sz="6000">
                <a:solidFill>
                  <a:schemeClr val="dk2"/>
                </a:solidFill>
              </a:defRPr>
            </a:lvl2pPr>
            <a:lvl3pPr lvl="2" rtl="0" algn="ctr">
              <a:spcBef>
                <a:spcPts val="0"/>
              </a:spcBef>
              <a:spcAft>
                <a:spcPts val="0"/>
              </a:spcAft>
              <a:buClr>
                <a:schemeClr val="dk2"/>
              </a:buClr>
              <a:buSzPts val="6000"/>
              <a:buNone/>
              <a:defRPr sz="6000">
                <a:solidFill>
                  <a:schemeClr val="dk2"/>
                </a:solidFill>
              </a:defRPr>
            </a:lvl3pPr>
            <a:lvl4pPr lvl="3" rtl="0" algn="ctr">
              <a:spcBef>
                <a:spcPts val="0"/>
              </a:spcBef>
              <a:spcAft>
                <a:spcPts val="0"/>
              </a:spcAft>
              <a:buClr>
                <a:schemeClr val="dk2"/>
              </a:buClr>
              <a:buSzPts val="6000"/>
              <a:buNone/>
              <a:defRPr sz="6000">
                <a:solidFill>
                  <a:schemeClr val="dk2"/>
                </a:solidFill>
              </a:defRPr>
            </a:lvl4pPr>
            <a:lvl5pPr lvl="4" rtl="0" algn="ctr">
              <a:spcBef>
                <a:spcPts val="0"/>
              </a:spcBef>
              <a:spcAft>
                <a:spcPts val="0"/>
              </a:spcAft>
              <a:buClr>
                <a:schemeClr val="dk2"/>
              </a:buClr>
              <a:buSzPts val="6000"/>
              <a:buNone/>
              <a:defRPr sz="6000">
                <a:solidFill>
                  <a:schemeClr val="dk2"/>
                </a:solidFill>
              </a:defRPr>
            </a:lvl5pPr>
            <a:lvl6pPr lvl="5" rtl="0" algn="ctr">
              <a:spcBef>
                <a:spcPts val="0"/>
              </a:spcBef>
              <a:spcAft>
                <a:spcPts val="0"/>
              </a:spcAft>
              <a:buClr>
                <a:schemeClr val="dk2"/>
              </a:buClr>
              <a:buSzPts val="6000"/>
              <a:buNone/>
              <a:defRPr sz="6000">
                <a:solidFill>
                  <a:schemeClr val="dk2"/>
                </a:solidFill>
              </a:defRPr>
            </a:lvl6pPr>
            <a:lvl7pPr lvl="6" rtl="0" algn="ctr">
              <a:spcBef>
                <a:spcPts val="0"/>
              </a:spcBef>
              <a:spcAft>
                <a:spcPts val="0"/>
              </a:spcAft>
              <a:buClr>
                <a:schemeClr val="dk2"/>
              </a:buClr>
              <a:buSzPts val="6000"/>
              <a:buNone/>
              <a:defRPr sz="6000">
                <a:solidFill>
                  <a:schemeClr val="dk2"/>
                </a:solidFill>
              </a:defRPr>
            </a:lvl7pPr>
            <a:lvl8pPr lvl="7" rtl="0" algn="ctr">
              <a:spcBef>
                <a:spcPts val="0"/>
              </a:spcBef>
              <a:spcAft>
                <a:spcPts val="0"/>
              </a:spcAft>
              <a:buClr>
                <a:schemeClr val="dk2"/>
              </a:buClr>
              <a:buSzPts val="6000"/>
              <a:buNone/>
              <a:defRPr sz="6000">
                <a:solidFill>
                  <a:schemeClr val="dk2"/>
                </a:solidFill>
              </a:defRPr>
            </a:lvl8pPr>
            <a:lvl9pPr lvl="8" rtl="0" algn="ctr">
              <a:spcBef>
                <a:spcPts val="0"/>
              </a:spcBef>
              <a:spcAft>
                <a:spcPts val="0"/>
              </a:spcAft>
              <a:buClr>
                <a:schemeClr val="dk2"/>
              </a:buClr>
              <a:buSzPts val="6000"/>
              <a:buNone/>
              <a:defRPr sz="6000">
                <a:solidFill>
                  <a:schemeClr val="dk2"/>
                </a:solidFill>
              </a:defRPr>
            </a:lvl9pPr>
          </a:lstStyle>
          <a:p>
            <a:r>
              <a:t>xx%</a:t>
            </a:r>
          </a:p>
        </p:txBody>
      </p:sp>
      <p:sp>
        <p:nvSpPr>
          <p:cNvPr id="1585" name="Google Shape;1585;p19"/>
          <p:cNvSpPr/>
          <p:nvPr/>
        </p:nvSpPr>
        <p:spPr>
          <a:xfrm flipH="1">
            <a:off x="25" y="0"/>
            <a:ext cx="754500" cy="51435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19"/>
          <p:cNvSpPr/>
          <p:nvPr/>
        </p:nvSpPr>
        <p:spPr>
          <a:xfrm>
            <a:off x="8133850" y="182191"/>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19"/>
          <p:cNvSpPr/>
          <p:nvPr/>
        </p:nvSpPr>
        <p:spPr>
          <a:xfrm rot="5400000">
            <a:off x="8133850" y="787293"/>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19"/>
          <p:cNvSpPr/>
          <p:nvPr/>
        </p:nvSpPr>
        <p:spPr>
          <a:xfrm rot="3449335">
            <a:off x="1473204" y="-1086091"/>
            <a:ext cx="1596402" cy="1802919"/>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19"/>
          <p:cNvSpPr/>
          <p:nvPr/>
        </p:nvSpPr>
        <p:spPr>
          <a:xfrm>
            <a:off x="7290020" y="98147"/>
            <a:ext cx="6754688" cy="4497143"/>
          </a:xfrm>
          <a:custGeom>
            <a:rect b="b" l="l" r="r" t="t"/>
            <a:pathLst>
              <a:path extrusionOk="0" h="80439" w="120819">
                <a:moveTo>
                  <a:pt x="94887" y="81"/>
                </a:moveTo>
                <a:lnTo>
                  <a:pt x="96400" y="122"/>
                </a:lnTo>
                <a:lnTo>
                  <a:pt x="97914" y="182"/>
                </a:lnTo>
                <a:lnTo>
                  <a:pt x="99427" y="283"/>
                </a:lnTo>
                <a:lnTo>
                  <a:pt x="100941" y="424"/>
                </a:lnTo>
                <a:lnTo>
                  <a:pt x="102454" y="586"/>
                </a:lnTo>
                <a:lnTo>
                  <a:pt x="103968" y="788"/>
                </a:lnTo>
                <a:lnTo>
                  <a:pt x="105481" y="1030"/>
                </a:lnTo>
                <a:lnTo>
                  <a:pt x="106894" y="1272"/>
                </a:lnTo>
                <a:lnTo>
                  <a:pt x="107620" y="1413"/>
                </a:lnTo>
                <a:lnTo>
                  <a:pt x="108367" y="1595"/>
                </a:lnTo>
                <a:lnTo>
                  <a:pt x="109114" y="1777"/>
                </a:lnTo>
                <a:lnTo>
                  <a:pt x="109860" y="1998"/>
                </a:lnTo>
                <a:lnTo>
                  <a:pt x="110607" y="2241"/>
                </a:lnTo>
                <a:lnTo>
                  <a:pt x="111354" y="2503"/>
                </a:lnTo>
                <a:lnTo>
                  <a:pt x="112100" y="2806"/>
                </a:lnTo>
                <a:lnTo>
                  <a:pt x="112827" y="3129"/>
                </a:lnTo>
                <a:lnTo>
                  <a:pt x="113533" y="3492"/>
                </a:lnTo>
                <a:lnTo>
                  <a:pt x="114219" y="3895"/>
                </a:lnTo>
                <a:lnTo>
                  <a:pt x="114562" y="4117"/>
                </a:lnTo>
                <a:lnTo>
                  <a:pt x="114885" y="4339"/>
                </a:lnTo>
                <a:lnTo>
                  <a:pt x="115208" y="4582"/>
                </a:lnTo>
                <a:lnTo>
                  <a:pt x="115531" y="4824"/>
                </a:lnTo>
                <a:lnTo>
                  <a:pt x="115834" y="5086"/>
                </a:lnTo>
                <a:lnTo>
                  <a:pt x="116136" y="5369"/>
                </a:lnTo>
                <a:lnTo>
                  <a:pt x="116419" y="5651"/>
                </a:lnTo>
                <a:lnTo>
                  <a:pt x="116701" y="5934"/>
                </a:lnTo>
                <a:lnTo>
                  <a:pt x="117044" y="6317"/>
                </a:lnTo>
                <a:lnTo>
                  <a:pt x="117367" y="6721"/>
                </a:lnTo>
                <a:lnTo>
                  <a:pt x="117690" y="7165"/>
                </a:lnTo>
                <a:lnTo>
                  <a:pt x="118033" y="7669"/>
                </a:lnTo>
                <a:lnTo>
                  <a:pt x="118336" y="8194"/>
                </a:lnTo>
                <a:lnTo>
                  <a:pt x="118659" y="8799"/>
                </a:lnTo>
                <a:lnTo>
                  <a:pt x="118941" y="9445"/>
                </a:lnTo>
                <a:lnTo>
                  <a:pt x="119224" y="10171"/>
                </a:lnTo>
                <a:lnTo>
                  <a:pt x="119486" y="10958"/>
                </a:lnTo>
                <a:lnTo>
                  <a:pt x="119728" y="11826"/>
                </a:lnTo>
                <a:lnTo>
                  <a:pt x="119950" y="12795"/>
                </a:lnTo>
                <a:lnTo>
                  <a:pt x="120152" y="13824"/>
                </a:lnTo>
                <a:lnTo>
                  <a:pt x="120334" y="14974"/>
                </a:lnTo>
                <a:lnTo>
                  <a:pt x="120475" y="16205"/>
                </a:lnTo>
                <a:lnTo>
                  <a:pt x="120576" y="17557"/>
                </a:lnTo>
                <a:lnTo>
                  <a:pt x="120657" y="19010"/>
                </a:lnTo>
                <a:lnTo>
                  <a:pt x="120697" y="20241"/>
                </a:lnTo>
                <a:lnTo>
                  <a:pt x="120717" y="21472"/>
                </a:lnTo>
                <a:lnTo>
                  <a:pt x="120737" y="22683"/>
                </a:lnTo>
                <a:lnTo>
                  <a:pt x="120737" y="23914"/>
                </a:lnTo>
                <a:lnTo>
                  <a:pt x="120717" y="25145"/>
                </a:lnTo>
                <a:lnTo>
                  <a:pt x="120697" y="26376"/>
                </a:lnTo>
                <a:lnTo>
                  <a:pt x="120657" y="27607"/>
                </a:lnTo>
                <a:lnTo>
                  <a:pt x="120616" y="28838"/>
                </a:lnTo>
                <a:lnTo>
                  <a:pt x="120536" y="30049"/>
                </a:lnTo>
                <a:lnTo>
                  <a:pt x="120455" y="31280"/>
                </a:lnTo>
                <a:lnTo>
                  <a:pt x="120374" y="32511"/>
                </a:lnTo>
                <a:lnTo>
                  <a:pt x="120253" y="33722"/>
                </a:lnTo>
                <a:lnTo>
                  <a:pt x="120152" y="34953"/>
                </a:lnTo>
                <a:lnTo>
                  <a:pt x="120011" y="36163"/>
                </a:lnTo>
                <a:lnTo>
                  <a:pt x="119870" y="37394"/>
                </a:lnTo>
                <a:lnTo>
                  <a:pt x="119708" y="38605"/>
                </a:lnTo>
                <a:lnTo>
                  <a:pt x="119567" y="39533"/>
                </a:lnTo>
                <a:lnTo>
                  <a:pt x="119405" y="40462"/>
                </a:lnTo>
                <a:lnTo>
                  <a:pt x="119224" y="41390"/>
                </a:lnTo>
                <a:lnTo>
                  <a:pt x="119103" y="41834"/>
                </a:lnTo>
                <a:lnTo>
                  <a:pt x="118982" y="42278"/>
                </a:lnTo>
                <a:lnTo>
                  <a:pt x="118820" y="42722"/>
                </a:lnTo>
                <a:lnTo>
                  <a:pt x="118659" y="43166"/>
                </a:lnTo>
                <a:lnTo>
                  <a:pt x="118497" y="43590"/>
                </a:lnTo>
                <a:lnTo>
                  <a:pt x="118296" y="43993"/>
                </a:lnTo>
                <a:lnTo>
                  <a:pt x="118074" y="44397"/>
                </a:lnTo>
                <a:lnTo>
                  <a:pt x="117831" y="44800"/>
                </a:lnTo>
                <a:lnTo>
                  <a:pt x="117549" y="45164"/>
                </a:lnTo>
                <a:lnTo>
                  <a:pt x="117266" y="45527"/>
                </a:lnTo>
                <a:lnTo>
                  <a:pt x="117105" y="45709"/>
                </a:lnTo>
                <a:lnTo>
                  <a:pt x="116943" y="45870"/>
                </a:lnTo>
                <a:lnTo>
                  <a:pt x="116782" y="45991"/>
                </a:lnTo>
                <a:lnTo>
                  <a:pt x="116621" y="46112"/>
                </a:lnTo>
                <a:lnTo>
                  <a:pt x="116459" y="46193"/>
                </a:lnTo>
                <a:lnTo>
                  <a:pt x="116298" y="46253"/>
                </a:lnTo>
                <a:lnTo>
                  <a:pt x="116136" y="46294"/>
                </a:lnTo>
                <a:lnTo>
                  <a:pt x="115975" y="46314"/>
                </a:lnTo>
                <a:lnTo>
                  <a:pt x="115813" y="46314"/>
                </a:lnTo>
                <a:lnTo>
                  <a:pt x="115632" y="46294"/>
                </a:lnTo>
                <a:lnTo>
                  <a:pt x="115490" y="46253"/>
                </a:lnTo>
                <a:lnTo>
                  <a:pt x="115349" y="46193"/>
                </a:lnTo>
                <a:lnTo>
                  <a:pt x="115228" y="46092"/>
                </a:lnTo>
                <a:lnTo>
                  <a:pt x="115107" y="45991"/>
                </a:lnTo>
                <a:lnTo>
                  <a:pt x="115006" y="45890"/>
                </a:lnTo>
                <a:lnTo>
                  <a:pt x="114905" y="45749"/>
                </a:lnTo>
                <a:lnTo>
                  <a:pt x="114724" y="45446"/>
                </a:lnTo>
                <a:lnTo>
                  <a:pt x="114562" y="45103"/>
                </a:lnTo>
                <a:lnTo>
                  <a:pt x="114441" y="44740"/>
                </a:lnTo>
                <a:lnTo>
                  <a:pt x="114300" y="44336"/>
                </a:lnTo>
                <a:lnTo>
                  <a:pt x="114360" y="44316"/>
                </a:lnTo>
                <a:lnTo>
                  <a:pt x="114199" y="43751"/>
                </a:lnTo>
                <a:lnTo>
                  <a:pt x="114017" y="43186"/>
                </a:lnTo>
                <a:lnTo>
                  <a:pt x="113816" y="42641"/>
                </a:lnTo>
                <a:lnTo>
                  <a:pt x="113594" y="42096"/>
                </a:lnTo>
                <a:lnTo>
                  <a:pt x="113331" y="41551"/>
                </a:lnTo>
                <a:lnTo>
                  <a:pt x="113049" y="41027"/>
                </a:lnTo>
                <a:lnTo>
                  <a:pt x="112746" y="40522"/>
                </a:lnTo>
                <a:lnTo>
                  <a:pt x="112403" y="40018"/>
                </a:lnTo>
                <a:lnTo>
                  <a:pt x="112040" y="39533"/>
                </a:lnTo>
                <a:lnTo>
                  <a:pt x="111656" y="39049"/>
                </a:lnTo>
                <a:lnTo>
                  <a:pt x="111253" y="38605"/>
                </a:lnTo>
                <a:lnTo>
                  <a:pt x="110829" y="38161"/>
                </a:lnTo>
                <a:lnTo>
                  <a:pt x="110365" y="37717"/>
                </a:lnTo>
                <a:lnTo>
                  <a:pt x="109901" y="37314"/>
                </a:lnTo>
                <a:lnTo>
                  <a:pt x="109396" y="36910"/>
                </a:lnTo>
                <a:lnTo>
                  <a:pt x="108892" y="36547"/>
                </a:lnTo>
                <a:lnTo>
                  <a:pt x="108367" y="36184"/>
                </a:lnTo>
                <a:lnTo>
                  <a:pt x="107822" y="35861"/>
                </a:lnTo>
                <a:lnTo>
                  <a:pt x="107277" y="35558"/>
                </a:lnTo>
                <a:lnTo>
                  <a:pt x="106712" y="35275"/>
                </a:lnTo>
                <a:lnTo>
                  <a:pt x="106147" y="35033"/>
                </a:lnTo>
                <a:lnTo>
                  <a:pt x="105582" y="34811"/>
                </a:lnTo>
                <a:lnTo>
                  <a:pt x="104997" y="34610"/>
                </a:lnTo>
                <a:lnTo>
                  <a:pt x="104412" y="34428"/>
                </a:lnTo>
                <a:lnTo>
                  <a:pt x="103826" y="34287"/>
                </a:lnTo>
                <a:lnTo>
                  <a:pt x="103241" y="34166"/>
                </a:lnTo>
                <a:lnTo>
                  <a:pt x="102636" y="34065"/>
                </a:lnTo>
                <a:lnTo>
                  <a:pt x="102051" y="34004"/>
                </a:lnTo>
                <a:lnTo>
                  <a:pt x="101445" y="33964"/>
                </a:lnTo>
                <a:lnTo>
                  <a:pt x="100860" y="33944"/>
                </a:lnTo>
                <a:lnTo>
                  <a:pt x="100255" y="33964"/>
                </a:lnTo>
                <a:lnTo>
                  <a:pt x="99669" y="34004"/>
                </a:lnTo>
                <a:lnTo>
                  <a:pt x="99084" y="34085"/>
                </a:lnTo>
                <a:lnTo>
                  <a:pt x="98499" y="34166"/>
                </a:lnTo>
                <a:lnTo>
                  <a:pt x="97914" y="34307"/>
                </a:lnTo>
                <a:lnTo>
                  <a:pt x="97349" y="34448"/>
                </a:lnTo>
                <a:lnTo>
                  <a:pt x="96763" y="34630"/>
                </a:lnTo>
                <a:lnTo>
                  <a:pt x="96198" y="34831"/>
                </a:lnTo>
                <a:lnTo>
                  <a:pt x="95654" y="35053"/>
                </a:lnTo>
                <a:lnTo>
                  <a:pt x="95109" y="35296"/>
                </a:lnTo>
                <a:lnTo>
                  <a:pt x="94564" y="35578"/>
                </a:lnTo>
                <a:lnTo>
                  <a:pt x="94019" y="35861"/>
                </a:lnTo>
                <a:lnTo>
                  <a:pt x="93494" y="36184"/>
                </a:lnTo>
                <a:lnTo>
                  <a:pt x="92990" y="36527"/>
                </a:lnTo>
                <a:lnTo>
                  <a:pt x="92485" y="36910"/>
                </a:lnTo>
                <a:lnTo>
                  <a:pt x="92001" y="37293"/>
                </a:lnTo>
                <a:lnTo>
                  <a:pt x="91517" y="37697"/>
                </a:lnTo>
                <a:lnTo>
                  <a:pt x="91052" y="38141"/>
                </a:lnTo>
                <a:lnTo>
                  <a:pt x="90609" y="38585"/>
                </a:lnTo>
                <a:lnTo>
                  <a:pt x="90185" y="39049"/>
                </a:lnTo>
                <a:lnTo>
                  <a:pt x="89781" y="39513"/>
                </a:lnTo>
                <a:lnTo>
                  <a:pt x="89398" y="40018"/>
                </a:lnTo>
                <a:lnTo>
                  <a:pt x="89055" y="40502"/>
                </a:lnTo>
                <a:lnTo>
                  <a:pt x="88712" y="41027"/>
                </a:lnTo>
                <a:lnTo>
                  <a:pt x="88389" y="41551"/>
                </a:lnTo>
                <a:lnTo>
                  <a:pt x="88086" y="42076"/>
                </a:lnTo>
                <a:lnTo>
                  <a:pt x="87824" y="42621"/>
                </a:lnTo>
                <a:lnTo>
                  <a:pt x="87561" y="43186"/>
                </a:lnTo>
                <a:lnTo>
                  <a:pt x="87339" y="43751"/>
                </a:lnTo>
                <a:lnTo>
                  <a:pt x="87138" y="44316"/>
                </a:lnTo>
                <a:lnTo>
                  <a:pt x="86956" y="44881"/>
                </a:lnTo>
                <a:lnTo>
                  <a:pt x="86815" y="45466"/>
                </a:lnTo>
                <a:lnTo>
                  <a:pt x="86673" y="46052"/>
                </a:lnTo>
                <a:lnTo>
                  <a:pt x="86573" y="46637"/>
                </a:lnTo>
                <a:lnTo>
                  <a:pt x="86492" y="47283"/>
                </a:lnTo>
                <a:lnTo>
                  <a:pt x="86411" y="47928"/>
                </a:lnTo>
                <a:lnTo>
                  <a:pt x="86290" y="49240"/>
                </a:lnTo>
                <a:lnTo>
                  <a:pt x="86209" y="50330"/>
                </a:lnTo>
                <a:lnTo>
                  <a:pt x="86088" y="51399"/>
                </a:lnTo>
                <a:lnTo>
                  <a:pt x="86007" y="51924"/>
                </a:lnTo>
                <a:lnTo>
                  <a:pt x="85927" y="52449"/>
                </a:lnTo>
                <a:lnTo>
                  <a:pt x="85806" y="52973"/>
                </a:lnTo>
                <a:lnTo>
                  <a:pt x="85685" y="53458"/>
                </a:lnTo>
                <a:lnTo>
                  <a:pt x="85543" y="53962"/>
                </a:lnTo>
                <a:lnTo>
                  <a:pt x="85362" y="54426"/>
                </a:lnTo>
                <a:lnTo>
                  <a:pt x="85160" y="54870"/>
                </a:lnTo>
                <a:lnTo>
                  <a:pt x="84918" y="55314"/>
                </a:lnTo>
                <a:lnTo>
                  <a:pt x="84655" y="55718"/>
                </a:lnTo>
                <a:lnTo>
                  <a:pt x="84353" y="56101"/>
                </a:lnTo>
                <a:lnTo>
                  <a:pt x="84171" y="56303"/>
                </a:lnTo>
                <a:lnTo>
                  <a:pt x="84010" y="56465"/>
                </a:lnTo>
                <a:lnTo>
                  <a:pt x="83808" y="56646"/>
                </a:lnTo>
                <a:lnTo>
                  <a:pt x="83606" y="56808"/>
                </a:lnTo>
                <a:lnTo>
                  <a:pt x="83344" y="56989"/>
                </a:lnTo>
                <a:lnTo>
                  <a:pt x="83041" y="57191"/>
                </a:lnTo>
                <a:lnTo>
                  <a:pt x="82658" y="57393"/>
                </a:lnTo>
                <a:lnTo>
                  <a:pt x="82173" y="57595"/>
                </a:lnTo>
                <a:lnTo>
                  <a:pt x="81628" y="57776"/>
                </a:lnTo>
                <a:lnTo>
                  <a:pt x="81326" y="57877"/>
                </a:lnTo>
                <a:lnTo>
                  <a:pt x="80983" y="57958"/>
                </a:lnTo>
                <a:lnTo>
                  <a:pt x="80599" y="58018"/>
                </a:lnTo>
                <a:lnTo>
                  <a:pt x="80216" y="58099"/>
                </a:lnTo>
                <a:lnTo>
                  <a:pt x="79792" y="58160"/>
                </a:lnTo>
                <a:lnTo>
                  <a:pt x="79328" y="58200"/>
                </a:lnTo>
                <a:lnTo>
                  <a:pt x="78642" y="58261"/>
                </a:lnTo>
                <a:lnTo>
                  <a:pt x="77935" y="58281"/>
                </a:lnTo>
                <a:lnTo>
                  <a:pt x="77249" y="58301"/>
                </a:lnTo>
                <a:lnTo>
                  <a:pt x="76543" y="58301"/>
                </a:lnTo>
                <a:lnTo>
                  <a:pt x="75837" y="58281"/>
                </a:lnTo>
                <a:lnTo>
                  <a:pt x="75151" y="58240"/>
                </a:lnTo>
                <a:lnTo>
                  <a:pt x="74444" y="58180"/>
                </a:lnTo>
                <a:lnTo>
                  <a:pt x="73758" y="58119"/>
                </a:lnTo>
                <a:lnTo>
                  <a:pt x="72366" y="57958"/>
                </a:lnTo>
                <a:lnTo>
                  <a:pt x="70994" y="57776"/>
                </a:lnTo>
                <a:lnTo>
                  <a:pt x="69601" y="57574"/>
                </a:lnTo>
                <a:lnTo>
                  <a:pt x="68249" y="57352"/>
                </a:lnTo>
                <a:lnTo>
                  <a:pt x="66937" y="57151"/>
                </a:lnTo>
                <a:lnTo>
                  <a:pt x="65605" y="56949"/>
                </a:lnTo>
                <a:lnTo>
                  <a:pt x="64294" y="56767"/>
                </a:lnTo>
                <a:lnTo>
                  <a:pt x="62962" y="56606"/>
                </a:lnTo>
                <a:lnTo>
                  <a:pt x="61771" y="56505"/>
                </a:lnTo>
                <a:lnTo>
                  <a:pt x="60581" y="56424"/>
                </a:lnTo>
                <a:lnTo>
                  <a:pt x="59390" y="56384"/>
                </a:lnTo>
                <a:lnTo>
                  <a:pt x="58179" y="56364"/>
                </a:lnTo>
                <a:lnTo>
                  <a:pt x="56968" y="56384"/>
                </a:lnTo>
                <a:lnTo>
                  <a:pt x="55778" y="56444"/>
                </a:lnTo>
                <a:lnTo>
                  <a:pt x="54567" y="56525"/>
                </a:lnTo>
                <a:lnTo>
                  <a:pt x="53356" y="56646"/>
                </a:lnTo>
                <a:lnTo>
                  <a:pt x="52145" y="56787"/>
                </a:lnTo>
                <a:lnTo>
                  <a:pt x="50935" y="56949"/>
                </a:lnTo>
                <a:lnTo>
                  <a:pt x="49744" y="57151"/>
                </a:lnTo>
                <a:lnTo>
                  <a:pt x="48553" y="57393"/>
                </a:lnTo>
                <a:lnTo>
                  <a:pt x="47343" y="57655"/>
                </a:lnTo>
                <a:lnTo>
                  <a:pt x="46172" y="57958"/>
                </a:lnTo>
                <a:lnTo>
                  <a:pt x="44981" y="58281"/>
                </a:lnTo>
                <a:lnTo>
                  <a:pt x="43811" y="58644"/>
                </a:lnTo>
                <a:lnTo>
                  <a:pt x="42661" y="59027"/>
                </a:lnTo>
                <a:lnTo>
                  <a:pt x="41510" y="59451"/>
                </a:lnTo>
                <a:lnTo>
                  <a:pt x="40380" y="59895"/>
                </a:lnTo>
                <a:lnTo>
                  <a:pt x="39250" y="60359"/>
                </a:lnTo>
                <a:lnTo>
                  <a:pt x="38140" y="60864"/>
                </a:lnTo>
                <a:lnTo>
                  <a:pt x="37031" y="61409"/>
                </a:lnTo>
                <a:lnTo>
                  <a:pt x="35961" y="61954"/>
                </a:lnTo>
                <a:lnTo>
                  <a:pt x="34891" y="62539"/>
                </a:lnTo>
                <a:lnTo>
                  <a:pt x="33842" y="63144"/>
                </a:lnTo>
                <a:lnTo>
                  <a:pt x="32813" y="63790"/>
                </a:lnTo>
                <a:lnTo>
                  <a:pt x="31784" y="64436"/>
                </a:lnTo>
                <a:lnTo>
                  <a:pt x="30795" y="65122"/>
                </a:lnTo>
                <a:lnTo>
                  <a:pt x="29826" y="65828"/>
                </a:lnTo>
                <a:lnTo>
                  <a:pt x="28878" y="66555"/>
                </a:lnTo>
                <a:lnTo>
                  <a:pt x="27950" y="67321"/>
                </a:lnTo>
                <a:lnTo>
                  <a:pt x="27041" y="68088"/>
                </a:lnTo>
                <a:lnTo>
                  <a:pt x="26113" y="68916"/>
                </a:lnTo>
                <a:lnTo>
                  <a:pt x="25205" y="69763"/>
                </a:lnTo>
                <a:lnTo>
                  <a:pt x="23429" y="71499"/>
                </a:lnTo>
                <a:lnTo>
                  <a:pt x="22279" y="72609"/>
                </a:lnTo>
                <a:lnTo>
                  <a:pt x="21129" y="73719"/>
                </a:lnTo>
                <a:lnTo>
                  <a:pt x="19938" y="74788"/>
                </a:lnTo>
                <a:lnTo>
                  <a:pt x="19333" y="75313"/>
                </a:lnTo>
                <a:lnTo>
                  <a:pt x="18707" y="75837"/>
                </a:lnTo>
                <a:lnTo>
                  <a:pt x="18081" y="76342"/>
                </a:lnTo>
                <a:lnTo>
                  <a:pt x="17456" y="76826"/>
                </a:lnTo>
                <a:lnTo>
                  <a:pt x="16810" y="77290"/>
                </a:lnTo>
                <a:lnTo>
                  <a:pt x="16144" y="77734"/>
                </a:lnTo>
                <a:lnTo>
                  <a:pt x="15458" y="78158"/>
                </a:lnTo>
                <a:lnTo>
                  <a:pt x="14772" y="78542"/>
                </a:lnTo>
                <a:lnTo>
                  <a:pt x="14066" y="78925"/>
                </a:lnTo>
                <a:lnTo>
                  <a:pt x="13339" y="79268"/>
                </a:lnTo>
                <a:lnTo>
                  <a:pt x="12915" y="79450"/>
                </a:lnTo>
                <a:lnTo>
                  <a:pt x="12492" y="79611"/>
                </a:lnTo>
                <a:lnTo>
                  <a:pt x="12048" y="79752"/>
                </a:lnTo>
                <a:lnTo>
                  <a:pt x="11604" y="79894"/>
                </a:lnTo>
                <a:lnTo>
                  <a:pt x="11160" y="79995"/>
                </a:lnTo>
                <a:lnTo>
                  <a:pt x="10716" y="80095"/>
                </a:lnTo>
                <a:lnTo>
                  <a:pt x="10252" y="80196"/>
                </a:lnTo>
                <a:lnTo>
                  <a:pt x="9787" y="80257"/>
                </a:lnTo>
                <a:lnTo>
                  <a:pt x="9344" y="80297"/>
                </a:lnTo>
                <a:lnTo>
                  <a:pt x="8879" y="80338"/>
                </a:lnTo>
                <a:lnTo>
                  <a:pt x="8415" y="80358"/>
                </a:lnTo>
                <a:lnTo>
                  <a:pt x="7951" y="80358"/>
                </a:lnTo>
                <a:lnTo>
                  <a:pt x="7507" y="80338"/>
                </a:lnTo>
                <a:lnTo>
                  <a:pt x="7063" y="80317"/>
                </a:lnTo>
                <a:lnTo>
                  <a:pt x="6619" y="80257"/>
                </a:lnTo>
                <a:lnTo>
                  <a:pt x="6175" y="80196"/>
                </a:lnTo>
                <a:lnTo>
                  <a:pt x="5691" y="80095"/>
                </a:lnTo>
                <a:lnTo>
                  <a:pt x="5247" y="79974"/>
                </a:lnTo>
                <a:lnTo>
                  <a:pt x="4803" y="79853"/>
                </a:lnTo>
                <a:lnTo>
                  <a:pt x="4379" y="79692"/>
                </a:lnTo>
                <a:lnTo>
                  <a:pt x="3955" y="79510"/>
                </a:lnTo>
                <a:lnTo>
                  <a:pt x="3572" y="79329"/>
                </a:lnTo>
                <a:lnTo>
                  <a:pt x="3189" y="79107"/>
                </a:lnTo>
                <a:lnTo>
                  <a:pt x="2846" y="78885"/>
                </a:lnTo>
                <a:lnTo>
                  <a:pt x="2502" y="78642"/>
                </a:lnTo>
                <a:lnTo>
                  <a:pt x="2180" y="78380"/>
                </a:lnTo>
                <a:lnTo>
                  <a:pt x="1897" y="78098"/>
                </a:lnTo>
                <a:lnTo>
                  <a:pt x="1615" y="77795"/>
                </a:lnTo>
                <a:lnTo>
                  <a:pt x="1352" y="77472"/>
                </a:lnTo>
                <a:lnTo>
                  <a:pt x="1130" y="77149"/>
                </a:lnTo>
                <a:lnTo>
                  <a:pt x="908" y="76806"/>
                </a:lnTo>
                <a:lnTo>
                  <a:pt x="727" y="76443"/>
                </a:lnTo>
                <a:lnTo>
                  <a:pt x="585" y="76180"/>
                </a:lnTo>
                <a:lnTo>
                  <a:pt x="484" y="75898"/>
                </a:lnTo>
                <a:lnTo>
                  <a:pt x="384" y="75636"/>
                </a:lnTo>
                <a:lnTo>
                  <a:pt x="303" y="75353"/>
                </a:lnTo>
                <a:lnTo>
                  <a:pt x="242" y="75050"/>
                </a:lnTo>
                <a:lnTo>
                  <a:pt x="182" y="74768"/>
                </a:lnTo>
                <a:lnTo>
                  <a:pt x="141" y="74465"/>
                </a:lnTo>
                <a:lnTo>
                  <a:pt x="101" y="74162"/>
                </a:lnTo>
                <a:lnTo>
                  <a:pt x="81" y="73860"/>
                </a:lnTo>
                <a:lnTo>
                  <a:pt x="81" y="73557"/>
                </a:lnTo>
                <a:lnTo>
                  <a:pt x="101" y="73254"/>
                </a:lnTo>
                <a:lnTo>
                  <a:pt x="121" y="72952"/>
                </a:lnTo>
                <a:lnTo>
                  <a:pt x="162" y="72629"/>
                </a:lnTo>
                <a:lnTo>
                  <a:pt x="202" y="72306"/>
                </a:lnTo>
                <a:lnTo>
                  <a:pt x="262" y="71983"/>
                </a:lnTo>
                <a:lnTo>
                  <a:pt x="343" y="71680"/>
                </a:lnTo>
                <a:lnTo>
                  <a:pt x="525" y="71075"/>
                </a:lnTo>
                <a:lnTo>
                  <a:pt x="727" y="70490"/>
                </a:lnTo>
                <a:lnTo>
                  <a:pt x="989" y="69925"/>
                </a:lnTo>
                <a:lnTo>
                  <a:pt x="1292" y="69380"/>
                </a:lnTo>
                <a:lnTo>
                  <a:pt x="1615" y="68835"/>
                </a:lnTo>
                <a:lnTo>
                  <a:pt x="1998" y="68330"/>
                </a:lnTo>
                <a:lnTo>
                  <a:pt x="2381" y="67846"/>
                </a:lnTo>
                <a:lnTo>
                  <a:pt x="2825" y="67382"/>
                </a:lnTo>
                <a:lnTo>
                  <a:pt x="3209" y="67019"/>
                </a:lnTo>
                <a:lnTo>
                  <a:pt x="3612" y="66676"/>
                </a:lnTo>
                <a:lnTo>
                  <a:pt x="4036" y="66353"/>
                </a:lnTo>
                <a:lnTo>
                  <a:pt x="4500" y="66030"/>
                </a:lnTo>
                <a:lnTo>
                  <a:pt x="4964" y="65727"/>
                </a:lnTo>
                <a:lnTo>
                  <a:pt x="5449" y="65445"/>
                </a:lnTo>
                <a:lnTo>
                  <a:pt x="5973" y="65162"/>
                </a:lnTo>
                <a:lnTo>
                  <a:pt x="6518" y="64900"/>
                </a:lnTo>
                <a:lnTo>
                  <a:pt x="7063" y="64658"/>
                </a:lnTo>
                <a:lnTo>
                  <a:pt x="7669" y="64415"/>
                </a:lnTo>
                <a:lnTo>
                  <a:pt x="8274" y="64194"/>
                </a:lnTo>
                <a:lnTo>
                  <a:pt x="8920" y="63992"/>
                </a:lnTo>
                <a:lnTo>
                  <a:pt x="9586" y="63790"/>
                </a:lnTo>
                <a:lnTo>
                  <a:pt x="10272" y="63608"/>
                </a:lnTo>
                <a:lnTo>
                  <a:pt x="10978" y="63427"/>
                </a:lnTo>
                <a:lnTo>
                  <a:pt x="11745" y="63265"/>
                </a:lnTo>
                <a:lnTo>
                  <a:pt x="12673" y="63084"/>
                </a:lnTo>
                <a:lnTo>
                  <a:pt x="13460" y="62942"/>
                </a:lnTo>
                <a:lnTo>
                  <a:pt x="14227" y="62781"/>
                </a:lnTo>
                <a:lnTo>
                  <a:pt x="15014" y="62579"/>
                </a:lnTo>
                <a:lnTo>
                  <a:pt x="15761" y="62377"/>
                </a:lnTo>
                <a:lnTo>
                  <a:pt x="16144" y="62256"/>
                </a:lnTo>
                <a:lnTo>
                  <a:pt x="16507" y="62115"/>
                </a:lnTo>
                <a:lnTo>
                  <a:pt x="16871" y="61974"/>
                </a:lnTo>
                <a:lnTo>
                  <a:pt x="17234" y="61812"/>
                </a:lnTo>
                <a:lnTo>
                  <a:pt x="17577" y="61631"/>
                </a:lnTo>
                <a:lnTo>
                  <a:pt x="17920" y="61429"/>
                </a:lnTo>
                <a:lnTo>
                  <a:pt x="18243" y="61227"/>
                </a:lnTo>
                <a:lnTo>
                  <a:pt x="18566" y="61005"/>
                </a:lnTo>
                <a:lnTo>
                  <a:pt x="18909" y="60723"/>
                </a:lnTo>
                <a:lnTo>
                  <a:pt x="19232" y="60420"/>
                </a:lnTo>
                <a:lnTo>
                  <a:pt x="19534" y="60097"/>
                </a:lnTo>
                <a:lnTo>
                  <a:pt x="19817" y="59754"/>
                </a:lnTo>
                <a:lnTo>
                  <a:pt x="20099" y="59391"/>
                </a:lnTo>
                <a:lnTo>
                  <a:pt x="20362" y="59007"/>
                </a:lnTo>
                <a:lnTo>
                  <a:pt x="20604" y="58604"/>
                </a:lnTo>
                <a:lnTo>
                  <a:pt x="20826" y="58160"/>
                </a:lnTo>
                <a:lnTo>
                  <a:pt x="21028" y="57716"/>
                </a:lnTo>
                <a:lnTo>
                  <a:pt x="21230" y="57252"/>
                </a:lnTo>
                <a:lnTo>
                  <a:pt x="21391" y="56767"/>
                </a:lnTo>
                <a:lnTo>
                  <a:pt x="21552" y="56263"/>
                </a:lnTo>
                <a:lnTo>
                  <a:pt x="21694" y="55738"/>
                </a:lnTo>
                <a:lnTo>
                  <a:pt x="21795" y="55213"/>
                </a:lnTo>
                <a:lnTo>
                  <a:pt x="21895" y="54648"/>
                </a:lnTo>
                <a:lnTo>
                  <a:pt x="21976" y="54083"/>
                </a:lnTo>
                <a:lnTo>
                  <a:pt x="22037" y="53478"/>
                </a:lnTo>
                <a:lnTo>
                  <a:pt x="22077" y="52872"/>
                </a:lnTo>
                <a:lnTo>
                  <a:pt x="22097" y="52267"/>
                </a:lnTo>
                <a:lnTo>
                  <a:pt x="22117" y="51662"/>
                </a:lnTo>
                <a:lnTo>
                  <a:pt x="22097" y="51056"/>
                </a:lnTo>
                <a:lnTo>
                  <a:pt x="22077" y="50451"/>
                </a:lnTo>
                <a:lnTo>
                  <a:pt x="21996" y="49240"/>
                </a:lnTo>
                <a:lnTo>
                  <a:pt x="21875" y="48029"/>
                </a:lnTo>
                <a:lnTo>
                  <a:pt x="21734" y="46818"/>
                </a:lnTo>
                <a:lnTo>
                  <a:pt x="21552" y="45608"/>
                </a:lnTo>
                <a:lnTo>
                  <a:pt x="21371" y="44417"/>
                </a:lnTo>
                <a:lnTo>
                  <a:pt x="21068" y="42359"/>
                </a:lnTo>
                <a:lnTo>
                  <a:pt x="20927" y="41309"/>
                </a:lnTo>
                <a:lnTo>
                  <a:pt x="20806" y="40280"/>
                </a:lnTo>
                <a:lnTo>
                  <a:pt x="20745" y="39493"/>
                </a:lnTo>
                <a:lnTo>
                  <a:pt x="20685" y="38706"/>
                </a:lnTo>
                <a:lnTo>
                  <a:pt x="20665" y="37879"/>
                </a:lnTo>
                <a:lnTo>
                  <a:pt x="20665" y="37031"/>
                </a:lnTo>
                <a:lnTo>
                  <a:pt x="20685" y="36184"/>
                </a:lnTo>
                <a:lnTo>
                  <a:pt x="20765" y="35316"/>
                </a:lnTo>
                <a:lnTo>
                  <a:pt x="20866" y="34448"/>
                </a:lnTo>
                <a:lnTo>
                  <a:pt x="21008" y="33560"/>
                </a:lnTo>
                <a:lnTo>
                  <a:pt x="21088" y="33136"/>
                </a:lnTo>
                <a:lnTo>
                  <a:pt x="21189" y="32713"/>
                </a:lnTo>
                <a:lnTo>
                  <a:pt x="21290" y="32269"/>
                </a:lnTo>
                <a:lnTo>
                  <a:pt x="21431" y="31845"/>
                </a:lnTo>
                <a:lnTo>
                  <a:pt x="21552" y="31441"/>
                </a:lnTo>
                <a:lnTo>
                  <a:pt x="21714" y="31017"/>
                </a:lnTo>
                <a:lnTo>
                  <a:pt x="21875" y="30614"/>
                </a:lnTo>
                <a:lnTo>
                  <a:pt x="22057" y="30210"/>
                </a:lnTo>
                <a:lnTo>
                  <a:pt x="22259" y="29807"/>
                </a:lnTo>
                <a:lnTo>
                  <a:pt x="22461" y="29423"/>
                </a:lnTo>
                <a:lnTo>
                  <a:pt x="22703" y="29040"/>
                </a:lnTo>
                <a:lnTo>
                  <a:pt x="22945" y="28677"/>
                </a:lnTo>
                <a:lnTo>
                  <a:pt x="23207" y="28313"/>
                </a:lnTo>
                <a:lnTo>
                  <a:pt x="23470" y="27950"/>
                </a:lnTo>
                <a:lnTo>
                  <a:pt x="23772" y="27607"/>
                </a:lnTo>
                <a:lnTo>
                  <a:pt x="24095" y="27284"/>
                </a:lnTo>
                <a:lnTo>
                  <a:pt x="24458" y="26921"/>
                </a:lnTo>
                <a:lnTo>
                  <a:pt x="24862" y="26578"/>
                </a:lnTo>
                <a:lnTo>
                  <a:pt x="25266" y="26275"/>
                </a:lnTo>
                <a:lnTo>
                  <a:pt x="25710" y="25972"/>
                </a:lnTo>
                <a:lnTo>
                  <a:pt x="26153" y="25690"/>
                </a:lnTo>
                <a:lnTo>
                  <a:pt x="26597" y="25448"/>
                </a:lnTo>
                <a:lnTo>
                  <a:pt x="27082" y="25226"/>
                </a:lnTo>
                <a:lnTo>
                  <a:pt x="27586" y="25004"/>
                </a:lnTo>
                <a:lnTo>
                  <a:pt x="28091" y="24822"/>
                </a:lnTo>
                <a:lnTo>
                  <a:pt x="28615" y="24661"/>
                </a:lnTo>
                <a:lnTo>
                  <a:pt x="29160" y="24519"/>
                </a:lnTo>
                <a:lnTo>
                  <a:pt x="29705" y="24398"/>
                </a:lnTo>
                <a:lnTo>
                  <a:pt x="30290" y="24297"/>
                </a:lnTo>
                <a:lnTo>
                  <a:pt x="30876" y="24217"/>
                </a:lnTo>
                <a:lnTo>
                  <a:pt x="31481" y="24176"/>
                </a:lnTo>
                <a:lnTo>
                  <a:pt x="32086" y="24136"/>
                </a:lnTo>
                <a:lnTo>
                  <a:pt x="33297" y="24136"/>
                </a:lnTo>
                <a:lnTo>
                  <a:pt x="33903" y="24176"/>
                </a:lnTo>
                <a:lnTo>
                  <a:pt x="34508" y="24217"/>
                </a:lnTo>
                <a:lnTo>
                  <a:pt x="35113" y="24277"/>
                </a:lnTo>
                <a:lnTo>
                  <a:pt x="35699" y="24358"/>
                </a:lnTo>
                <a:lnTo>
                  <a:pt x="36264" y="24459"/>
                </a:lnTo>
                <a:lnTo>
                  <a:pt x="36829" y="24580"/>
                </a:lnTo>
                <a:lnTo>
                  <a:pt x="37394" y="24681"/>
                </a:lnTo>
                <a:lnTo>
                  <a:pt x="38443" y="24943"/>
                </a:lnTo>
                <a:lnTo>
                  <a:pt x="39412" y="25246"/>
                </a:lnTo>
                <a:lnTo>
                  <a:pt x="40320" y="25549"/>
                </a:lnTo>
                <a:lnTo>
                  <a:pt x="41147" y="25851"/>
                </a:lnTo>
                <a:lnTo>
                  <a:pt x="41874" y="26134"/>
                </a:lnTo>
                <a:lnTo>
                  <a:pt x="42600" y="26437"/>
                </a:lnTo>
                <a:lnTo>
                  <a:pt x="43327" y="26759"/>
                </a:lnTo>
                <a:lnTo>
                  <a:pt x="44033" y="27082"/>
                </a:lnTo>
                <a:lnTo>
                  <a:pt x="45466" y="27768"/>
                </a:lnTo>
                <a:lnTo>
                  <a:pt x="46878" y="28495"/>
                </a:lnTo>
                <a:lnTo>
                  <a:pt x="48271" y="29242"/>
                </a:lnTo>
                <a:lnTo>
                  <a:pt x="49643" y="30008"/>
                </a:lnTo>
                <a:lnTo>
                  <a:pt x="52367" y="31542"/>
                </a:lnTo>
                <a:lnTo>
                  <a:pt x="54486" y="32753"/>
                </a:lnTo>
                <a:lnTo>
                  <a:pt x="56646" y="33944"/>
                </a:lnTo>
                <a:lnTo>
                  <a:pt x="57735" y="34529"/>
                </a:lnTo>
                <a:lnTo>
                  <a:pt x="58825" y="35094"/>
                </a:lnTo>
                <a:lnTo>
                  <a:pt x="59935" y="35639"/>
                </a:lnTo>
                <a:lnTo>
                  <a:pt x="61045" y="36163"/>
                </a:lnTo>
                <a:lnTo>
                  <a:pt x="61953" y="36547"/>
                </a:lnTo>
                <a:lnTo>
                  <a:pt x="62821" y="36890"/>
                </a:lnTo>
                <a:lnTo>
                  <a:pt x="63668" y="37193"/>
                </a:lnTo>
                <a:lnTo>
                  <a:pt x="64496" y="37435"/>
                </a:lnTo>
                <a:lnTo>
                  <a:pt x="65283" y="37637"/>
                </a:lnTo>
                <a:lnTo>
                  <a:pt x="66049" y="37798"/>
                </a:lnTo>
                <a:lnTo>
                  <a:pt x="66816" y="37899"/>
                </a:lnTo>
                <a:lnTo>
                  <a:pt x="67523" y="37959"/>
                </a:lnTo>
                <a:lnTo>
                  <a:pt x="68229" y="37980"/>
                </a:lnTo>
                <a:lnTo>
                  <a:pt x="68552" y="37959"/>
                </a:lnTo>
                <a:lnTo>
                  <a:pt x="68895" y="37939"/>
                </a:lnTo>
                <a:lnTo>
                  <a:pt x="69218" y="37899"/>
                </a:lnTo>
                <a:lnTo>
                  <a:pt x="69541" y="37859"/>
                </a:lnTo>
                <a:lnTo>
                  <a:pt x="69843" y="37798"/>
                </a:lnTo>
                <a:lnTo>
                  <a:pt x="70166" y="37737"/>
                </a:lnTo>
                <a:lnTo>
                  <a:pt x="70449" y="37657"/>
                </a:lnTo>
                <a:lnTo>
                  <a:pt x="70751" y="37556"/>
                </a:lnTo>
                <a:lnTo>
                  <a:pt x="71034" y="37455"/>
                </a:lnTo>
                <a:lnTo>
                  <a:pt x="71316" y="37334"/>
                </a:lnTo>
                <a:lnTo>
                  <a:pt x="71579" y="37193"/>
                </a:lnTo>
                <a:lnTo>
                  <a:pt x="71861" y="37051"/>
                </a:lnTo>
                <a:lnTo>
                  <a:pt x="72103" y="36890"/>
                </a:lnTo>
                <a:lnTo>
                  <a:pt x="72366" y="36728"/>
                </a:lnTo>
                <a:lnTo>
                  <a:pt x="72628" y="36547"/>
                </a:lnTo>
                <a:lnTo>
                  <a:pt x="72870" y="36345"/>
                </a:lnTo>
                <a:lnTo>
                  <a:pt x="73112" y="36143"/>
                </a:lnTo>
                <a:lnTo>
                  <a:pt x="73355" y="35921"/>
                </a:lnTo>
                <a:lnTo>
                  <a:pt x="73577" y="35679"/>
                </a:lnTo>
                <a:lnTo>
                  <a:pt x="73778" y="35437"/>
                </a:lnTo>
                <a:lnTo>
                  <a:pt x="74000" y="35195"/>
                </a:lnTo>
                <a:lnTo>
                  <a:pt x="74182" y="34912"/>
                </a:lnTo>
                <a:lnTo>
                  <a:pt x="74384" y="34650"/>
                </a:lnTo>
                <a:lnTo>
                  <a:pt x="74565" y="34347"/>
                </a:lnTo>
                <a:lnTo>
                  <a:pt x="74727" y="34065"/>
                </a:lnTo>
                <a:lnTo>
                  <a:pt x="74888" y="33742"/>
                </a:lnTo>
                <a:lnTo>
                  <a:pt x="75050" y="33419"/>
                </a:lnTo>
                <a:lnTo>
                  <a:pt x="75191" y="33096"/>
                </a:lnTo>
                <a:lnTo>
                  <a:pt x="75312" y="32753"/>
                </a:lnTo>
                <a:lnTo>
                  <a:pt x="75433" y="32410"/>
                </a:lnTo>
                <a:lnTo>
                  <a:pt x="75635" y="31784"/>
                </a:lnTo>
                <a:lnTo>
                  <a:pt x="75796" y="31139"/>
                </a:lnTo>
                <a:lnTo>
                  <a:pt x="75917" y="30473"/>
                </a:lnTo>
                <a:lnTo>
                  <a:pt x="76018" y="29786"/>
                </a:lnTo>
                <a:lnTo>
                  <a:pt x="76099" y="29080"/>
                </a:lnTo>
                <a:lnTo>
                  <a:pt x="76139" y="28374"/>
                </a:lnTo>
                <a:lnTo>
                  <a:pt x="76139" y="27627"/>
                </a:lnTo>
                <a:lnTo>
                  <a:pt x="76119" y="26901"/>
                </a:lnTo>
                <a:lnTo>
                  <a:pt x="76059" y="25791"/>
                </a:lnTo>
                <a:lnTo>
                  <a:pt x="75998" y="24721"/>
                </a:lnTo>
                <a:lnTo>
                  <a:pt x="75837" y="22703"/>
                </a:lnTo>
                <a:lnTo>
                  <a:pt x="75655" y="20786"/>
                </a:lnTo>
                <a:lnTo>
                  <a:pt x="75453" y="18950"/>
                </a:lnTo>
                <a:lnTo>
                  <a:pt x="75252" y="16932"/>
                </a:lnTo>
                <a:lnTo>
                  <a:pt x="75050" y="14833"/>
                </a:lnTo>
                <a:lnTo>
                  <a:pt x="74929" y="13642"/>
                </a:lnTo>
                <a:lnTo>
                  <a:pt x="74787" y="12452"/>
                </a:lnTo>
                <a:lnTo>
                  <a:pt x="74606" y="11140"/>
                </a:lnTo>
                <a:lnTo>
                  <a:pt x="74545" y="10494"/>
                </a:lnTo>
                <a:lnTo>
                  <a:pt x="74485" y="9849"/>
                </a:lnTo>
                <a:lnTo>
                  <a:pt x="74444" y="9203"/>
                </a:lnTo>
                <a:lnTo>
                  <a:pt x="74424" y="8577"/>
                </a:lnTo>
                <a:lnTo>
                  <a:pt x="74424" y="7952"/>
                </a:lnTo>
                <a:lnTo>
                  <a:pt x="74464" y="7346"/>
                </a:lnTo>
                <a:lnTo>
                  <a:pt x="74525" y="6741"/>
                </a:lnTo>
                <a:lnTo>
                  <a:pt x="74646" y="6176"/>
                </a:lnTo>
                <a:lnTo>
                  <a:pt x="74707" y="5893"/>
                </a:lnTo>
                <a:lnTo>
                  <a:pt x="74787" y="5611"/>
                </a:lnTo>
                <a:lnTo>
                  <a:pt x="74888" y="5348"/>
                </a:lnTo>
                <a:lnTo>
                  <a:pt x="74989" y="5066"/>
                </a:lnTo>
                <a:lnTo>
                  <a:pt x="75110" y="4824"/>
                </a:lnTo>
                <a:lnTo>
                  <a:pt x="75231" y="4561"/>
                </a:lnTo>
                <a:lnTo>
                  <a:pt x="75393" y="4319"/>
                </a:lnTo>
                <a:lnTo>
                  <a:pt x="75554" y="4077"/>
                </a:lnTo>
                <a:lnTo>
                  <a:pt x="75716" y="3835"/>
                </a:lnTo>
                <a:lnTo>
                  <a:pt x="75917" y="3613"/>
                </a:lnTo>
                <a:lnTo>
                  <a:pt x="76119" y="3391"/>
                </a:lnTo>
                <a:lnTo>
                  <a:pt x="76341" y="3189"/>
                </a:lnTo>
                <a:lnTo>
                  <a:pt x="76604" y="2967"/>
                </a:lnTo>
                <a:lnTo>
                  <a:pt x="76886" y="2765"/>
                </a:lnTo>
                <a:lnTo>
                  <a:pt x="77169" y="2584"/>
                </a:lnTo>
                <a:lnTo>
                  <a:pt x="77471" y="2422"/>
                </a:lnTo>
                <a:lnTo>
                  <a:pt x="77754" y="2261"/>
                </a:lnTo>
                <a:lnTo>
                  <a:pt x="78077" y="2120"/>
                </a:lnTo>
                <a:lnTo>
                  <a:pt x="78379" y="1998"/>
                </a:lnTo>
                <a:lnTo>
                  <a:pt x="78702" y="1877"/>
                </a:lnTo>
                <a:lnTo>
                  <a:pt x="79348" y="1676"/>
                </a:lnTo>
                <a:lnTo>
                  <a:pt x="80014" y="1514"/>
                </a:lnTo>
                <a:lnTo>
                  <a:pt x="80660" y="1373"/>
                </a:lnTo>
                <a:lnTo>
                  <a:pt x="81306" y="1232"/>
                </a:lnTo>
                <a:lnTo>
                  <a:pt x="82799" y="989"/>
                </a:lnTo>
                <a:lnTo>
                  <a:pt x="84312" y="747"/>
                </a:lnTo>
                <a:lnTo>
                  <a:pt x="85826" y="566"/>
                </a:lnTo>
                <a:lnTo>
                  <a:pt x="87319" y="404"/>
                </a:lnTo>
                <a:lnTo>
                  <a:pt x="88833" y="283"/>
                </a:lnTo>
                <a:lnTo>
                  <a:pt x="90346" y="182"/>
                </a:lnTo>
                <a:lnTo>
                  <a:pt x="91860" y="122"/>
                </a:lnTo>
                <a:lnTo>
                  <a:pt x="93373" y="81"/>
                </a:lnTo>
                <a:close/>
                <a:moveTo>
                  <a:pt x="93373" y="1"/>
                </a:moveTo>
                <a:lnTo>
                  <a:pt x="91860" y="41"/>
                </a:lnTo>
                <a:lnTo>
                  <a:pt x="90346" y="102"/>
                </a:lnTo>
                <a:lnTo>
                  <a:pt x="88833" y="202"/>
                </a:lnTo>
                <a:lnTo>
                  <a:pt x="87319" y="324"/>
                </a:lnTo>
                <a:lnTo>
                  <a:pt x="85806" y="485"/>
                </a:lnTo>
                <a:lnTo>
                  <a:pt x="84292" y="667"/>
                </a:lnTo>
                <a:lnTo>
                  <a:pt x="82799" y="909"/>
                </a:lnTo>
                <a:lnTo>
                  <a:pt x="81285" y="1171"/>
                </a:lnTo>
                <a:lnTo>
                  <a:pt x="80640" y="1292"/>
                </a:lnTo>
                <a:lnTo>
                  <a:pt x="79994" y="1433"/>
                </a:lnTo>
                <a:lnTo>
                  <a:pt x="79328" y="1595"/>
                </a:lnTo>
                <a:lnTo>
                  <a:pt x="78682" y="1797"/>
                </a:lnTo>
                <a:lnTo>
                  <a:pt x="78359" y="1918"/>
                </a:lnTo>
                <a:lnTo>
                  <a:pt x="78036" y="2059"/>
                </a:lnTo>
                <a:lnTo>
                  <a:pt x="77734" y="2200"/>
                </a:lnTo>
                <a:lnTo>
                  <a:pt x="77411" y="2342"/>
                </a:lnTo>
                <a:lnTo>
                  <a:pt x="77128" y="2523"/>
                </a:lnTo>
                <a:lnTo>
                  <a:pt x="76846" y="2705"/>
                </a:lnTo>
                <a:lnTo>
                  <a:pt x="76563" y="2907"/>
                </a:lnTo>
                <a:lnTo>
                  <a:pt x="76301" y="3129"/>
                </a:lnTo>
                <a:lnTo>
                  <a:pt x="76059" y="3330"/>
                </a:lnTo>
                <a:lnTo>
                  <a:pt x="75857" y="3552"/>
                </a:lnTo>
                <a:lnTo>
                  <a:pt x="75655" y="3795"/>
                </a:lnTo>
                <a:lnTo>
                  <a:pt x="75473" y="4017"/>
                </a:lnTo>
                <a:lnTo>
                  <a:pt x="75312" y="4259"/>
                </a:lnTo>
                <a:lnTo>
                  <a:pt x="75171" y="4521"/>
                </a:lnTo>
                <a:lnTo>
                  <a:pt x="75030" y="4763"/>
                </a:lnTo>
                <a:lnTo>
                  <a:pt x="74908" y="5026"/>
                </a:lnTo>
                <a:lnTo>
                  <a:pt x="74808" y="5308"/>
                </a:lnTo>
                <a:lnTo>
                  <a:pt x="74707" y="5570"/>
                </a:lnTo>
                <a:lnTo>
                  <a:pt x="74626" y="5853"/>
                </a:lnTo>
                <a:lnTo>
                  <a:pt x="74565" y="6135"/>
                </a:lnTo>
                <a:lnTo>
                  <a:pt x="74444" y="6721"/>
                </a:lnTo>
                <a:lnTo>
                  <a:pt x="74384" y="7326"/>
                </a:lnTo>
                <a:lnTo>
                  <a:pt x="74343" y="7931"/>
                </a:lnTo>
                <a:lnTo>
                  <a:pt x="74343" y="8557"/>
                </a:lnTo>
                <a:lnTo>
                  <a:pt x="74364" y="9203"/>
                </a:lnTo>
                <a:lnTo>
                  <a:pt x="74404" y="9849"/>
                </a:lnTo>
                <a:lnTo>
                  <a:pt x="74464" y="10494"/>
                </a:lnTo>
                <a:lnTo>
                  <a:pt x="74525" y="11160"/>
                </a:lnTo>
                <a:lnTo>
                  <a:pt x="74707" y="12472"/>
                </a:lnTo>
                <a:lnTo>
                  <a:pt x="74848" y="13663"/>
                </a:lnTo>
                <a:lnTo>
                  <a:pt x="74969" y="14833"/>
                </a:lnTo>
                <a:lnTo>
                  <a:pt x="75171" y="16932"/>
                </a:lnTo>
                <a:lnTo>
                  <a:pt x="75373" y="18950"/>
                </a:lnTo>
                <a:lnTo>
                  <a:pt x="75574" y="20806"/>
                </a:lnTo>
                <a:lnTo>
                  <a:pt x="75756" y="22703"/>
                </a:lnTo>
                <a:lnTo>
                  <a:pt x="75917" y="24741"/>
                </a:lnTo>
                <a:lnTo>
                  <a:pt x="75978" y="25791"/>
                </a:lnTo>
                <a:lnTo>
                  <a:pt x="76039" y="26901"/>
                </a:lnTo>
                <a:lnTo>
                  <a:pt x="76059" y="27627"/>
                </a:lnTo>
                <a:lnTo>
                  <a:pt x="76059" y="28354"/>
                </a:lnTo>
                <a:lnTo>
                  <a:pt x="76018" y="29080"/>
                </a:lnTo>
                <a:lnTo>
                  <a:pt x="75938" y="29766"/>
                </a:lnTo>
                <a:lnTo>
                  <a:pt x="75837" y="30452"/>
                </a:lnTo>
                <a:lnTo>
                  <a:pt x="75716" y="31118"/>
                </a:lnTo>
                <a:lnTo>
                  <a:pt x="75554" y="31764"/>
                </a:lnTo>
                <a:lnTo>
                  <a:pt x="75373" y="32370"/>
                </a:lnTo>
                <a:lnTo>
                  <a:pt x="75252" y="32733"/>
                </a:lnTo>
                <a:lnTo>
                  <a:pt x="75110" y="33056"/>
                </a:lnTo>
                <a:lnTo>
                  <a:pt x="74969" y="33399"/>
                </a:lnTo>
                <a:lnTo>
                  <a:pt x="74808" y="33701"/>
                </a:lnTo>
                <a:lnTo>
                  <a:pt x="74666" y="34024"/>
                </a:lnTo>
                <a:lnTo>
                  <a:pt x="74485" y="34307"/>
                </a:lnTo>
                <a:lnTo>
                  <a:pt x="74303" y="34589"/>
                </a:lnTo>
                <a:lnTo>
                  <a:pt x="74121" y="34872"/>
                </a:lnTo>
                <a:lnTo>
                  <a:pt x="73920" y="35134"/>
                </a:lnTo>
                <a:lnTo>
                  <a:pt x="73718" y="35397"/>
                </a:lnTo>
                <a:lnTo>
                  <a:pt x="73516" y="35639"/>
                </a:lnTo>
                <a:lnTo>
                  <a:pt x="73294" y="35861"/>
                </a:lnTo>
                <a:lnTo>
                  <a:pt x="73052" y="36083"/>
                </a:lnTo>
                <a:lnTo>
                  <a:pt x="72830" y="36284"/>
                </a:lnTo>
                <a:lnTo>
                  <a:pt x="72568" y="36486"/>
                </a:lnTo>
                <a:lnTo>
                  <a:pt x="72325" y="36668"/>
                </a:lnTo>
                <a:lnTo>
                  <a:pt x="72063" y="36829"/>
                </a:lnTo>
                <a:lnTo>
                  <a:pt x="71821" y="36991"/>
                </a:lnTo>
                <a:lnTo>
                  <a:pt x="71538" y="37132"/>
                </a:lnTo>
                <a:lnTo>
                  <a:pt x="71276" y="37253"/>
                </a:lnTo>
                <a:lnTo>
                  <a:pt x="70994" y="37374"/>
                </a:lnTo>
                <a:lnTo>
                  <a:pt x="70711" y="37475"/>
                </a:lnTo>
                <a:lnTo>
                  <a:pt x="70428" y="37576"/>
                </a:lnTo>
                <a:lnTo>
                  <a:pt x="70126" y="37657"/>
                </a:lnTo>
                <a:lnTo>
                  <a:pt x="69823" y="37717"/>
                </a:lnTo>
                <a:lnTo>
                  <a:pt x="69520" y="37778"/>
                </a:lnTo>
                <a:lnTo>
                  <a:pt x="69197" y="37838"/>
                </a:lnTo>
                <a:lnTo>
                  <a:pt x="68875" y="37859"/>
                </a:lnTo>
                <a:lnTo>
                  <a:pt x="68209" y="37899"/>
                </a:lnTo>
                <a:lnTo>
                  <a:pt x="67523" y="37879"/>
                </a:lnTo>
                <a:lnTo>
                  <a:pt x="66796" y="37818"/>
                </a:lnTo>
                <a:lnTo>
                  <a:pt x="66070" y="37717"/>
                </a:lnTo>
                <a:lnTo>
                  <a:pt x="65303" y="37556"/>
                </a:lnTo>
                <a:lnTo>
                  <a:pt x="64496" y="37354"/>
                </a:lnTo>
                <a:lnTo>
                  <a:pt x="63688" y="37112"/>
                </a:lnTo>
                <a:lnTo>
                  <a:pt x="62841" y="36829"/>
                </a:lnTo>
                <a:lnTo>
                  <a:pt x="61973" y="36486"/>
                </a:lnTo>
                <a:lnTo>
                  <a:pt x="61085" y="36083"/>
                </a:lnTo>
                <a:lnTo>
                  <a:pt x="59975" y="35558"/>
                </a:lnTo>
                <a:lnTo>
                  <a:pt x="58865" y="35013"/>
                </a:lnTo>
                <a:lnTo>
                  <a:pt x="57776" y="34448"/>
                </a:lnTo>
                <a:lnTo>
                  <a:pt x="56686" y="33863"/>
                </a:lnTo>
                <a:lnTo>
                  <a:pt x="54527" y="32672"/>
                </a:lnTo>
                <a:lnTo>
                  <a:pt x="52408" y="31461"/>
                </a:lnTo>
                <a:lnTo>
                  <a:pt x="49683" y="29928"/>
                </a:lnTo>
                <a:lnTo>
                  <a:pt x="48311" y="29161"/>
                </a:lnTo>
                <a:lnTo>
                  <a:pt x="46919" y="28414"/>
                </a:lnTo>
                <a:lnTo>
                  <a:pt x="45506" y="27708"/>
                </a:lnTo>
                <a:lnTo>
                  <a:pt x="44073" y="27022"/>
                </a:lnTo>
                <a:lnTo>
                  <a:pt x="43347" y="26679"/>
                </a:lnTo>
                <a:lnTo>
                  <a:pt x="42641" y="26376"/>
                </a:lnTo>
                <a:lnTo>
                  <a:pt x="41894" y="26053"/>
                </a:lnTo>
                <a:lnTo>
                  <a:pt x="41167" y="25771"/>
                </a:lnTo>
                <a:lnTo>
                  <a:pt x="40300" y="25448"/>
                </a:lnTo>
                <a:lnTo>
                  <a:pt x="39331" y="25125"/>
                </a:lnTo>
                <a:lnTo>
                  <a:pt x="38282" y="24822"/>
                </a:lnTo>
                <a:lnTo>
                  <a:pt x="37717" y="24681"/>
                </a:lnTo>
                <a:lnTo>
                  <a:pt x="37152" y="24560"/>
                </a:lnTo>
                <a:lnTo>
                  <a:pt x="36566" y="24439"/>
                </a:lnTo>
                <a:lnTo>
                  <a:pt x="35961" y="24318"/>
                </a:lnTo>
                <a:lnTo>
                  <a:pt x="35335" y="24237"/>
                </a:lnTo>
                <a:lnTo>
                  <a:pt x="34710" y="24156"/>
                </a:lnTo>
                <a:lnTo>
                  <a:pt x="34064" y="24096"/>
                </a:lnTo>
                <a:lnTo>
                  <a:pt x="33418" y="24055"/>
                </a:lnTo>
                <a:lnTo>
                  <a:pt x="32086" y="24055"/>
                </a:lnTo>
                <a:lnTo>
                  <a:pt x="31461" y="24096"/>
                </a:lnTo>
                <a:lnTo>
                  <a:pt x="30855" y="24136"/>
                </a:lnTo>
                <a:lnTo>
                  <a:pt x="30270" y="24217"/>
                </a:lnTo>
                <a:lnTo>
                  <a:pt x="29685" y="24318"/>
                </a:lnTo>
                <a:lnTo>
                  <a:pt x="29140" y="24439"/>
                </a:lnTo>
                <a:lnTo>
                  <a:pt x="28595" y="24580"/>
                </a:lnTo>
                <a:lnTo>
                  <a:pt x="28050" y="24741"/>
                </a:lnTo>
                <a:lnTo>
                  <a:pt x="27546" y="24943"/>
                </a:lnTo>
                <a:lnTo>
                  <a:pt x="27041" y="25145"/>
                </a:lnTo>
                <a:lnTo>
                  <a:pt x="26577" y="25367"/>
                </a:lnTo>
                <a:lnTo>
                  <a:pt x="26113" y="25629"/>
                </a:lnTo>
                <a:lnTo>
                  <a:pt x="25649" y="25912"/>
                </a:lnTo>
                <a:lnTo>
                  <a:pt x="25225" y="26194"/>
                </a:lnTo>
                <a:lnTo>
                  <a:pt x="24801" y="26517"/>
                </a:lnTo>
                <a:lnTo>
                  <a:pt x="24418" y="26860"/>
                </a:lnTo>
                <a:lnTo>
                  <a:pt x="24035" y="27224"/>
                </a:lnTo>
                <a:lnTo>
                  <a:pt x="23712" y="27546"/>
                </a:lnTo>
                <a:lnTo>
                  <a:pt x="23409" y="27890"/>
                </a:lnTo>
                <a:lnTo>
                  <a:pt x="23147" y="28253"/>
                </a:lnTo>
                <a:lnTo>
                  <a:pt x="22884" y="28616"/>
                </a:lnTo>
                <a:lnTo>
                  <a:pt x="22622" y="28999"/>
                </a:lnTo>
                <a:lnTo>
                  <a:pt x="22400" y="29383"/>
                </a:lnTo>
                <a:lnTo>
                  <a:pt x="22178" y="29766"/>
                </a:lnTo>
                <a:lnTo>
                  <a:pt x="21996" y="30170"/>
                </a:lnTo>
                <a:lnTo>
                  <a:pt x="21815" y="30573"/>
                </a:lnTo>
                <a:lnTo>
                  <a:pt x="21633" y="30977"/>
                </a:lnTo>
                <a:lnTo>
                  <a:pt x="21492" y="31401"/>
                </a:lnTo>
                <a:lnTo>
                  <a:pt x="21351" y="31825"/>
                </a:lnTo>
                <a:lnTo>
                  <a:pt x="21230" y="32248"/>
                </a:lnTo>
                <a:lnTo>
                  <a:pt x="21108" y="32672"/>
                </a:lnTo>
                <a:lnTo>
                  <a:pt x="21008" y="33116"/>
                </a:lnTo>
                <a:lnTo>
                  <a:pt x="20927" y="33540"/>
                </a:lnTo>
                <a:lnTo>
                  <a:pt x="20786" y="34428"/>
                </a:lnTo>
                <a:lnTo>
                  <a:pt x="20685" y="35296"/>
                </a:lnTo>
                <a:lnTo>
                  <a:pt x="20604" y="36163"/>
                </a:lnTo>
                <a:lnTo>
                  <a:pt x="20584" y="37031"/>
                </a:lnTo>
                <a:lnTo>
                  <a:pt x="20584" y="37879"/>
                </a:lnTo>
                <a:lnTo>
                  <a:pt x="20604" y="38706"/>
                </a:lnTo>
                <a:lnTo>
                  <a:pt x="20665" y="39513"/>
                </a:lnTo>
                <a:lnTo>
                  <a:pt x="20725" y="40280"/>
                </a:lnTo>
                <a:lnTo>
                  <a:pt x="20846" y="41329"/>
                </a:lnTo>
                <a:lnTo>
                  <a:pt x="20987" y="42359"/>
                </a:lnTo>
                <a:lnTo>
                  <a:pt x="21290" y="44437"/>
                </a:lnTo>
                <a:lnTo>
                  <a:pt x="21472" y="45628"/>
                </a:lnTo>
                <a:lnTo>
                  <a:pt x="21653" y="46818"/>
                </a:lnTo>
                <a:lnTo>
                  <a:pt x="21795" y="48029"/>
                </a:lnTo>
                <a:lnTo>
                  <a:pt x="21916" y="49240"/>
                </a:lnTo>
                <a:lnTo>
                  <a:pt x="21996" y="50451"/>
                </a:lnTo>
                <a:lnTo>
                  <a:pt x="22017" y="51056"/>
                </a:lnTo>
                <a:lnTo>
                  <a:pt x="22037" y="51662"/>
                </a:lnTo>
                <a:lnTo>
                  <a:pt x="22017" y="52267"/>
                </a:lnTo>
                <a:lnTo>
                  <a:pt x="21996" y="52872"/>
                </a:lnTo>
                <a:lnTo>
                  <a:pt x="21956" y="53478"/>
                </a:lnTo>
                <a:lnTo>
                  <a:pt x="21895" y="54083"/>
                </a:lnTo>
                <a:lnTo>
                  <a:pt x="21815" y="54648"/>
                </a:lnTo>
                <a:lnTo>
                  <a:pt x="21734" y="55193"/>
                </a:lnTo>
                <a:lnTo>
                  <a:pt x="21613" y="55718"/>
                </a:lnTo>
                <a:lnTo>
                  <a:pt x="21472" y="56243"/>
                </a:lnTo>
                <a:lnTo>
                  <a:pt x="21330" y="56727"/>
                </a:lnTo>
                <a:lnTo>
                  <a:pt x="21149" y="57211"/>
                </a:lnTo>
                <a:lnTo>
                  <a:pt x="20967" y="57675"/>
                </a:lnTo>
                <a:lnTo>
                  <a:pt x="20745" y="58119"/>
                </a:lnTo>
                <a:lnTo>
                  <a:pt x="20523" y="58543"/>
                </a:lnTo>
                <a:lnTo>
                  <a:pt x="20281" y="58967"/>
                </a:lnTo>
                <a:lnTo>
                  <a:pt x="20039" y="59350"/>
                </a:lnTo>
                <a:lnTo>
                  <a:pt x="19756" y="59714"/>
                </a:lnTo>
                <a:lnTo>
                  <a:pt x="19474" y="60057"/>
                </a:lnTo>
                <a:lnTo>
                  <a:pt x="19171" y="60359"/>
                </a:lnTo>
                <a:lnTo>
                  <a:pt x="18848" y="60662"/>
                </a:lnTo>
                <a:lnTo>
                  <a:pt x="18505" y="60945"/>
                </a:lnTo>
                <a:lnTo>
                  <a:pt x="18203" y="61167"/>
                </a:lnTo>
                <a:lnTo>
                  <a:pt x="17880" y="61368"/>
                </a:lnTo>
                <a:lnTo>
                  <a:pt x="17537" y="61570"/>
                </a:lnTo>
                <a:lnTo>
                  <a:pt x="17194" y="61732"/>
                </a:lnTo>
                <a:lnTo>
                  <a:pt x="16830" y="61893"/>
                </a:lnTo>
                <a:lnTo>
                  <a:pt x="16467" y="62034"/>
                </a:lnTo>
                <a:lnTo>
                  <a:pt x="16104" y="62176"/>
                </a:lnTo>
                <a:lnTo>
                  <a:pt x="15741" y="62297"/>
                </a:lnTo>
                <a:lnTo>
                  <a:pt x="14974" y="62519"/>
                </a:lnTo>
                <a:lnTo>
                  <a:pt x="14207" y="62700"/>
                </a:lnTo>
                <a:lnTo>
                  <a:pt x="13440" y="62862"/>
                </a:lnTo>
                <a:lnTo>
                  <a:pt x="12653" y="63003"/>
                </a:lnTo>
                <a:lnTo>
                  <a:pt x="11725" y="63185"/>
                </a:lnTo>
                <a:lnTo>
                  <a:pt x="10978" y="63346"/>
                </a:lnTo>
                <a:lnTo>
                  <a:pt x="10252" y="63528"/>
                </a:lnTo>
                <a:lnTo>
                  <a:pt x="9545" y="63709"/>
                </a:lnTo>
                <a:lnTo>
                  <a:pt x="8879" y="63911"/>
                </a:lnTo>
                <a:lnTo>
                  <a:pt x="8234" y="64113"/>
                </a:lnTo>
                <a:lnTo>
                  <a:pt x="7628" y="64335"/>
                </a:lnTo>
                <a:lnTo>
                  <a:pt x="7043" y="64577"/>
                </a:lnTo>
                <a:lnTo>
                  <a:pt x="6478" y="64819"/>
                </a:lnTo>
                <a:lnTo>
                  <a:pt x="5933" y="65081"/>
                </a:lnTo>
                <a:lnTo>
                  <a:pt x="5408" y="65364"/>
                </a:lnTo>
                <a:lnTo>
                  <a:pt x="4924" y="65646"/>
                </a:lnTo>
                <a:lnTo>
                  <a:pt x="4440" y="65969"/>
                </a:lnTo>
                <a:lnTo>
                  <a:pt x="3996" y="66272"/>
                </a:lnTo>
                <a:lnTo>
                  <a:pt x="3572" y="66615"/>
                </a:lnTo>
                <a:lnTo>
                  <a:pt x="3148" y="66958"/>
                </a:lnTo>
                <a:lnTo>
                  <a:pt x="2765" y="67321"/>
                </a:lnTo>
                <a:lnTo>
                  <a:pt x="2321" y="67786"/>
                </a:lnTo>
                <a:lnTo>
                  <a:pt x="1917" y="68270"/>
                </a:lnTo>
                <a:lnTo>
                  <a:pt x="1554" y="68795"/>
                </a:lnTo>
                <a:lnTo>
                  <a:pt x="1211" y="69339"/>
                </a:lnTo>
                <a:lnTo>
                  <a:pt x="928" y="69884"/>
                </a:lnTo>
                <a:lnTo>
                  <a:pt x="666" y="70470"/>
                </a:lnTo>
                <a:lnTo>
                  <a:pt x="444" y="71055"/>
                </a:lnTo>
                <a:lnTo>
                  <a:pt x="262" y="71660"/>
                </a:lnTo>
                <a:lnTo>
                  <a:pt x="182" y="71983"/>
                </a:lnTo>
                <a:lnTo>
                  <a:pt x="121" y="72306"/>
                </a:lnTo>
                <a:lnTo>
                  <a:pt x="81" y="72609"/>
                </a:lnTo>
                <a:lnTo>
                  <a:pt x="41" y="72931"/>
                </a:lnTo>
                <a:lnTo>
                  <a:pt x="20" y="73254"/>
                </a:lnTo>
                <a:lnTo>
                  <a:pt x="0" y="73557"/>
                </a:lnTo>
                <a:lnTo>
                  <a:pt x="0" y="73880"/>
                </a:lnTo>
                <a:lnTo>
                  <a:pt x="20" y="74183"/>
                </a:lnTo>
                <a:lnTo>
                  <a:pt x="61" y="74485"/>
                </a:lnTo>
                <a:lnTo>
                  <a:pt x="101" y="74788"/>
                </a:lnTo>
                <a:lnTo>
                  <a:pt x="162" y="75071"/>
                </a:lnTo>
                <a:lnTo>
                  <a:pt x="222" y="75373"/>
                </a:lnTo>
                <a:lnTo>
                  <a:pt x="323" y="75656"/>
                </a:lnTo>
                <a:lnTo>
                  <a:pt x="404" y="75938"/>
                </a:lnTo>
                <a:lnTo>
                  <a:pt x="525" y="76201"/>
                </a:lnTo>
                <a:lnTo>
                  <a:pt x="646" y="76483"/>
                </a:lnTo>
                <a:lnTo>
                  <a:pt x="828" y="76846"/>
                </a:lnTo>
                <a:lnTo>
                  <a:pt x="1050" y="77189"/>
                </a:lnTo>
                <a:lnTo>
                  <a:pt x="1292" y="77533"/>
                </a:lnTo>
                <a:lnTo>
                  <a:pt x="1554" y="77855"/>
                </a:lnTo>
                <a:lnTo>
                  <a:pt x="1837" y="78158"/>
                </a:lnTo>
                <a:lnTo>
                  <a:pt x="2139" y="78441"/>
                </a:lnTo>
                <a:lnTo>
                  <a:pt x="2462" y="78703"/>
                </a:lnTo>
                <a:lnTo>
                  <a:pt x="2785" y="78945"/>
                </a:lnTo>
                <a:lnTo>
                  <a:pt x="3148" y="79187"/>
                </a:lnTo>
                <a:lnTo>
                  <a:pt x="3532" y="79389"/>
                </a:lnTo>
                <a:lnTo>
                  <a:pt x="3935" y="79591"/>
                </a:lnTo>
                <a:lnTo>
                  <a:pt x="4339" y="79773"/>
                </a:lnTo>
                <a:lnTo>
                  <a:pt x="4763" y="79914"/>
                </a:lnTo>
                <a:lnTo>
                  <a:pt x="5227" y="80055"/>
                </a:lnTo>
                <a:lnTo>
                  <a:pt x="5691" y="80176"/>
                </a:lnTo>
                <a:lnTo>
                  <a:pt x="6155" y="80277"/>
                </a:lnTo>
                <a:lnTo>
                  <a:pt x="6660" y="80338"/>
                </a:lnTo>
                <a:lnTo>
                  <a:pt x="7144" y="80398"/>
                </a:lnTo>
                <a:lnTo>
                  <a:pt x="7648" y="80438"/>
                </a:lnTo>
                <a:lnTo>
                  <a:pt x="8153" y="80438"/>
                </a:lnTo>
                <a:lnTo>
                  <a:pt x="8819" y="80418"/>
                </a:lnTo>
                <a:lnTo>
                  <a:pt x="9485" y="80378"/>
                </a:lnTo>
                <a:lnTo>
                  <a:pt x="10171" y="80277"/>
                </a:lnTo>
                <a:lnTo>
                  <a:pt x="10817" y="80156"/>
                </a:lnTo>
                <a:lnTo>
                  <a:pt x="11483" y="80015"/>
                </a:lnTo>
                <a:lnTo>
                  <a:pt x="12128" y="79813"/>
                </a:lnTo>
                <a:lnTo>
                  <a:pt x="12754" y="79591"/>
                </a:lnTo>
                <a:lnTo>
                  <a:pt x="13380" y="79329"/>
                </a:lnTo>
                <a:lnTo>
                  <a:pt x="14106" y="78986"/>
                </a:lnTo>
                <a:lnTo>
                  <a:pt x="14812" y="78622"/>
                </a:lnTo>
                <a:lnTo>
                  <a:pt x="15498" y="78219"/>
                </a:lnTo>
                <a:lnTo>
                  <a:pt x="16185" y="77795"/>
                </a:lnTo>
                <a:lnTo>
                  <a:pt x="16850" y="77351"/>
                </a:lnTo>
                <a:lnTo>
                  <a:pt x="17496" y="76887"/>
                </a:lnTo>
                <a:lnTo>
                  <a:pt x="18142" y="76402"/>
                </a:lnTo>
                <a:lnTo>
                  <a:pt x="18768" y="75898"/>
                </a:lnTo>
                <a:lnTo>
                  <a:pt x="19373" y="75393"/>
                </a:lnTo>
                <a:lnTo>
                  <a:pt x="19978" y="74869"/>
                </a:lnTo>
                <a:lnTo>
                  <a:pt x="21169" y="73779"/>
                </a:lnTo>
                <a:lnTo>
                  <a:pt x="22339" y="72669"/>
                </a:lnTo>
                <a:lnTo>
                  <a:pt x="23490" y="71559"/>
                </a:lnTo>
                <a:lnTo>
                  <a:pt x="25266" y="69824"/>
                </a:lnTo>
                <a:lnTo>
                  <a:pt x="26174" y="68976"/>
                </a:lnTo>
                <a:lnTo>
                  <a:pt x="27102" y="68149"/>
                </a:lnTo>
                <a:lnTo>
                  <a:pt x="27990" y="67382"/>
                </a:lnTo>
                <a:lnTo>
                  <a:pt x="28918" y="66615"/>
                </a:lnTo>
                <a:lnTo>
                  <a:pt x="29867" y="65889"/>
                </a:lnTo>
                <a:lnTo>
                  <a:pt x="30855" y="65182"/>
                </a:lnTo>
                <a:lnTo>
                  <a:pt x="31844" y="64496"/>
                </a:lnTo>
                <a:lnTo>
                  <a:pt x="32853" y="63850"/>
                </a:lnTo>
                <a:lnTo>
                  <a:pt x="33882" y="63225"/>
                </a:lnTo>
                <a:lnTo>
                  <a:pt x="34932" y="62599"/>
                </a:lnTo>
                <a:lnTo>
                  <a:pt x="36001" y="62034"/>
                </a:lnTo>
                <a:lnTo>
                  <a:pt x="37071" y="61469"/>
                </a:lnTo>
                <a:lnTo>
                  <a:pt x="38161" y="60945"/>
                </a:lnTo>
                <a:lnTo>
                  <a:pt x="39271" y="60440"/>
                </a:lnTo>
                <a:lnTo>
                  <a:pt x="40401" y="59976"/>
                </a:lnTo>
                <a:lnTo>
                  <a:pt x="41531" y="59532"/>
                </a:lnTo>
                <a:lnTo>
                  <a:pt x="42681" y="59108"/>
                </a:lnTo>
                <a:lnTo>
                  <a:pt x="43851" y="58725"/>
                </a:lnTo>
                <a:lnTo>
                  <a:pt x="45002" y="58361"/>
                </a:lnTo>
                <a:lnTo>
                  <a:pt x="46192" y="58039"/>
                </a:lnTo>
                <a:lnTo>
                  <a:pt x="47363" y="57736"/>
                </a:lnTo>
                <a:lnTo>
                  <a:pt x="48553" y="57474"/>
                </a:lnTo>
                <a:lnTo>
                  <a:pt x="49764" y="57231"/>
                </a:lnTo>
                <a:lnTo>
                  <a:pt x="50955" y="57030"/>
                </a:lnTo>
                <a:lnTo>
                  <a:pt x="52166" y="56868"/>
                </a:lnTo>
                <a:lnTo>
                  <a:pt x="53356" y="56707"/>
                </a:lnTo>
                <a:lnTo>
                  <a:pt x="54567" y="56606"/>
                </a:lnTo>
                <a:lnTo>
                  <a:pt x="55778" y="56525"/>
                </a:lnTo>
                <a:lnTo>
                  <a:pt x="56989" y="56465"/>
                </a:lnTo>
                <a:lnTo>
                  <a:pt x="58179" y="56444"/>
                </a:lnTo>
                <a:lnTo>
                  <a:pt x="59390" y="56465"/>
                </a:lnTo>
                <a:lnTo>
                  <a:pt x="60581" y="56505"/>
                </a:lnTo>
                <a:lnTo>
                  <a:pt x="61771" y="56586"/>
                </a:lnTo>
                <a:lnTo>
                  <a:pt x="62962" y="56687"/>
                </a:lnTo>
                <a:lnTo>
                  <a:pt x="64274" y="56848"/>
                </a:lnTo>
                <a:lnTo>
                  <a:pt x="65605" y="57030"/>
                </a:lnTo>
                <a:lnTo>
                  <a:pt x="66917" y="57231"/>
                </a:lnTo>
                <a:lnTo>
                  <a:pt x="68229" y="57433"/>
                </a:lnTo>
                <a:lnTo>
                  <a:pt x="69601" y="57655"/>
                </a:lnTo>
                <a:lnTo>
                  <a:pt x="70973" y="57857"/>
                </a:lnTo>
                <a:lnTo>
                  <a:pt x="72366" y="58039"/>
                </a:lnTo>
                <a:lnTo>
                  <a:pt x="73758" y="58200"/>
                </a:lnTo>
                <a:lnTo>
                  <a:pt x="74444" y="58261"/>
                </a:lnTo>
                <a:lnTo>
                  <a:pt x="75151" y="58321"/>
                </a:lnTo>
                <a:lnTo>
                  <a:pt x="75837" y="58361"/>
                </a:lnTo>
                <a:lnTo>
                  <a:pt x="76543" y="58382"/>
                </a:lnTo>
                <a:lnTo>
                  <a:pt x="77249" y="58382"/>
                </a:lnTo>
                <a:lnTo>
                  <a:pt x="77935" y="58361"/>
                </a:lnTo>
                <a:lnTo>
                  <a:pt x="78642" y="58341"/>
                </a:lnTo>
                <a:lnTo>
                  <a:pt x="79328" y="58281"/>
                </a:lnTo>
                <a:lnTo>
                  <a:pt x="79812" y="58220"/>
                </a:lnTo>
                <a:lnTo>
                  <a:pt x="80337" y="58160"/>
                </a:lnTo>
                <a:lnTo>
                  <a:pt x="80882" y="58059"/>
                </a:lnTo>
                <a:lnTo>
                  <a:pt x="81467" y="57918"/>
                </a:lnTo>
                <a:lnTo>
                  <a:pt x="82032" y="57736"/>
                </a:lnTo>
                <a:lnTo>
                  <a:pt x="82315" y="57635"/>
                </a:lnTo>
                <a:lnTo>
                  <a:pt x="82597" y="57514"/>
                </a:lnTo>
                <a:lnTo>
                  <a:pt x="82880" y="57373"/>
                </a:lnTo>
                <a:lnTo>
                  <a:pt x="83142" y="57231"/>
                </a:lnTo>
                <a:lnTo>
                  <a:pt x="83404" y="57050"/>
                </a:lnTo>
                <a:lnTo>
                  <a:pt x="83667" y="56868"/>
                </a:lnTo>
                <a:lnTo>
                  <a:pt x="83868" y="56707"/>
                </a:lnTo>
                <a:lnTo>
                  <a:pt x="84050" y="56525"/>
                </a:lnTo>
                <a:lnTo>
                  <a:pt x="84232" y="56343"/>
                </a:lnTo>
                <a:lnTo>
                  <a:pt x="84413" y="56162"/>
                </a:lnTo>
                <a:lnTo>
                  <a:pt x="84716" y="55778"/>
                </a:lnTo>
                <a:lnTo>
                  <a:pt x="84998" y="55355"/>
                </a:lnTo>
                <a:lnTo>
                  <a:pt x="85220" y="54931"/>
                </a:lnTo>
                <a:lnTo>
                  <a:pt x="85442" y="54467"/>
                </a:lnTo>
                <a:lnTo>
                  <a:pt x="85604" y="53982"/>
                </a:lnTo>
                <a:lnTo>
                  <a:pt x="85765" y="53498"/>
                </a:lnTo>
                <a:lnTo>
                  <a:pt x="85886" y="52994"/>
                </a:lnTo>
                <a:lnTo>
                  <a:pt x="86007" y="52489"/>
                </a:lnTo>
                <a:lnTo>
                  <a:pt x="86088" y="51964"/>
                </a:lnTo>
                <a:lnTo>
                  <a:pt x="86169" y="51420"/>
                </a:lnTo>
                <a:lnTo>
                  <a:pt x="86290" y="50350"/>
                </a:lnTo>
                <a:lnTo>
                  <a:pt x="86371" y="49260"/>
                </a:lnTo>
                <a:lnTo>
                  <a:pt x="86492" y="47949"/>
                </a:lnTo>
                <a:lnTo>
                  <a:pt x="86573" y="47283"/>
                </a:lnTo>
                <a:lnTo>
                  <a:pt x="86653" y="46637"/>
                </a:lnTo>
                <a:lnTo>
                  <a:pt x="86754" y="46052"/>
                </a:lnTo>
                <a:lnTo>
                  <a:pt x="86895" y="45487"/>
                </a:lnTo>
                <a:lnTo>
                  <a:pt x="87037" y="44901"/>
                </a:lnTo>
                <a:lnTo>
                  <a:pt x="87218" y="44336"/>
                </a:lnTo>
                <a:lnTo>
                  <a:pt x="87420" y="43771"/>
                </a:lnTo>
                <a:lnTo>
                  <a:pt x="87642" y="43206"/>
                </a:lnTo>
                <a:lnTo>
                  <a:pt x="87884" y="42661"/>
                </a:lnTo>
                <a:lnTo>
                  <a:pt x="88167" y="42117"/>
                </a:lnTo>
                <a:lnTo>
                  <a:pt x="88449" y="41592"/>
                </a:lnTo>
                <a:lnTo>
                  <a:pt x="88772" y="41067"/>
                </a:lnTo>
                <a:lnTo>
                  <a:pt x="89115" y="40563"/>
                </a:lnTo>
                <a:lnTo>
                  <a:pt x="89478" y="40058"/>
                </a:lnTo>
                <a:lnTo>
                  <a:pt x="89842" y="39574"/>
                </a:lnTo>
                <a:lnTo>
                  <a:pt x="90245" y="39089"/>
                </a:lnTo>
                <a:lnTo>
                  <a:pt x="90669" y="38646"/>
                </a:lnTo>
                <a:lnTo>
                  <a:pt x="91113" y="38202"/>
                </a:lnTo>
                <a:lnTo>
                  <a:pt x="91577" y="37758"/>
                </a:lnTo>
                <a:lnTo>
                  <a:pt x="92041" y="37354"/>
                </a:lnTo>
                <a:lnTo>
                  <a:pt x="92526" y="36971"/>
                </a:lnTo>
                <a:lnTo>
                  <a:pt x="93030" y="36607"/>
                </a:lnTo>
                <a:lnTo>
                  <a:pt x="93535" y="36264"/>
                </a:lnTo>
                <a:lnTo>
                  <a:pt x="94059" y="35941"/>
                </a:lnTo>
                <a:lnTo>
                  <a:pt x="94584" y="35639"/>
                </a:lnTo>
                <a:lnTo>
                  <a:pt x="95129" y="35376"/>
                </a:lnTo>
                <a:lnTo>
                  <a:pt x="95674" y="35114"/>
                </a:lnTo>
                <a:lnTo>
                  <a:pt x="96239" y="34892"/>
                </a:lnTo>
                <a:lnTo>
                  <a:pt x="96804" y="34690"/>
                </a:lnTo>
                <a:lnTo>
                  <a:pt x="97369" y="34529"/>
                </a:lnTo>
                <a:lnTo>
                  <a:pt x="97934" y="34367"/>
                </a:lnTo>
                <a:lnTo>
                  <a:pt x="98519" y="34246"/>
                </a:lnTo>
                <a:lnTo>
                  <a:pt x="99084" y="34166"/>
                </a:lnTo>
                <a:lnTo>
                  <a:pt x="99669" y="34085"/>
                </a:lnTo>
                <a:lnTo>
                  <a:pt x="100255" y="34044"/>
                </a:lnTo>
                <a:lnTo>
                  <a:pt x="100860" y="34024"/>
                </a:lnTo>
                <a:lnTo>
                  <a:pt x="101445" y="34044"/>
                </a:lnTo>
                <a:lnTo>
                  <a:pt x="102051" y="34085"/>
                </a:lnTo>
                <a:lnTo>
                  <a:pt x="102636" y="34145"/>
                </a:lnTo>
                <a:lnTo>
                  <a:pt x="103221" y="34246"/>
                </a:lnTo>
                <a:lnTo>
                  <a:pt x="103806" y="34367"/>
                </a:lnTo>
                <a:lnTo>
                  <a:pt x="104391" y="34509"/>
                </a:lnTo>
                <a:lnTo>
                  <a:pt x="104977" y="34690"/>
                </a:lnTo>
                <a:lnTo>
                  <a:pt x="105542" y="34892"/>
                </a:lnTo>
                <a:lnTo>
                  <a:pt x="106127" y="35114"/>
                </a:lnTo>
                <a:lnTo>
                  <a:pt x="106672" y="35356"/>
                </a:lnTo>
                <a:lnTo>
                  <a:pt x="107237" y="35639"/>
                </a:lnTo>
                <a:lnTo>
                  <a:pt x="107782" y="35941"/>
                </a:lnTo>
                <a:lnTo>
                  <a:pt x="108306" y="36264"/>
                </a:lnTo>
                <a:lnTo>
                  <a:pt x="108831" y="36607"/>
                </a:lnTo>
                <a:lnTo>
                  <a:pt x="109336" y="36971"/>
                </a:lnTo>
                <a:lnTo>
                  <a:pt x="109820" y="37354"/>
                </a:lnTo>
                <a:lnTo>
                  <a:pt x="110284" y="37758"/>
                </a:lnTo>
                <a:lnTo>
                  <a:pt x="110728" y="38161"/>
                </a:lnTo>
                <a:lnTo>
                  <a:pt x="111152" y="38585"/>
                </a:lnTo>
                <a:lnTo>
                  <a:pt x="111535" y="39029"/>
                </a:lnTo>
                <a:lnTo>
                  <a:pt x="111919" y="39493"/>
                </a:lnTo>
                <a:lnTo>
                  <a:pt x="112262" y="39957"/>
                </a:lnTo>
                <a:lnTo>
                  <a:pt x="112605" y="40442"/>
                </a:lnTo>
                <a:lnTo>
                  <a:pt x="112907" y="40946"/>
                </a:lnTo>
                <a:lnTo>
                  <a:pt x="113190" y="41451"/>
                </a:lnTo>
                <a:lnTo>
                  <a:pt x="113452" y="41955"/>
                </a:lnTo>
                <a:lnTo>
                  <a:pt x="113674" y="42480"/>
                </a:lnTo>
                <a:lnTo>
                  <a:pt x="113876" y="43025"/>
                </a:lnTo>
                <a:lnTo>
                  <a:pt x="114058" y="43569"/>
                </a:lnTo>
                <a:lnTo>
                  <a:pt x="114219" y="44114"/>
                </a:lnTo>
                <a:lnTo>
                  <a:pt x="114038" y="43610"/>
                </a:lnTo>
                <a:lnTo>
                  <a:pt x="113937" y="43368"/>
                </a:lnTo>
                <a:lnTo>
                  <a:pt x="113816" y="43126"/>
                </a:lnTo>
                <a:lnTo>
                  <a:pt x="113694" y="42904"/>
                </a:lnTo>
                <a:lnTo>
                  <a:pt x="113573" y="42682"/>
                </a:lnTo>
                <a:lnTo>
                  <a:pt x="113432" y="42500"/>
                </a:lnTo>
                <a:lnTo>
                  <a:pt x="113251" y="42318"/>
                </a:lnTo>
                <a:lnTo>
                  <a:pt x="113210" y="42379"/>
                </a:lnTo>
                <a:lnTo>
                  <a:pt x="113372" y="42560"/>
                </a:lnTo>
                <a:lnTo>
                  <a:pt x="113533" y="42782"/>
                </a:lnTo>
                <a:lnTo>
                  <a:pt x="113674" y="43025"/>
                </a:lnTo>
                <a:lnTo>
                  <a:pt x="113816" y="43267"/>
                </a:lnTo>
                <a:lnTo>
                  <a:pt x="113916" y="43529"/>
                </a:lnTo>
                <a:lnTo>
                  <a:pt x="114017" y="43812"/>
                </a:lnTo>
                <a:lnTo>
                  <a:pt x="114219" y="44377"/>
                </a:lnTo>
                <a:lnTo>
                  <a:pt x="114360" y="44760"/>
                </a:lnTo>
                <a:lnTo>
                  <a:pt x="114502" y="45144"/>
                </a:lnTo>
                <a:lnTo>
                  <a:pt x="114663" y="45507"/>
                </a:lnTo>
                <a:lnTo>
                  <a:pt x="114744" y="45668"/>
                </a:lnTo>
                <a:lnTo>
                  <a:pt x="114845" y="45809"/>
                </a:lnTo>
                <a:lnTo>
                  <a:pt x="114946" y="45951"/>
                </a:lnTo>
                <a:lnTo>
                  <a:pt x="115067" y="46072"/>
                </a:lnTo>
                <a:lnTo>
                  <a:pt x="115188" y="46173"/>
                </a:lnTo>
                <a:lnTo>
                  <a:pt x="115309" y="46274"/>
                </a:lnTo>
                <a:lnTo>
                  <a:pt x="115470" y="46334"/>
                </a:lnTo>
                <a:lnTo>
                  <a:pt x="115632" y="46375"/>
                </a:lnTo>
                <a:lnTo>
                  <a:pt x="115793" y="46395"/>
                </a:lnTo>
                <a:lnTo>
                  <a:pt x="115995" y="46395"/>
                </a:lnTo>
                <a:lnTo>
                  <a:pt x="116156" y="46375"/>
                </a:lnTo>
                <a:lnTo>
                  <a:pt x="116318" y="46334"/>
                </a:lnTo>
                <a:lnTo>
                  <a:pt x="116479" y="46274"/>
                </a:lnTo>
                <a:lnTo>
                  <a:pt x="116641" y="46173"/>
                </a:lnTo>
                <a:lnTo>
                  <a:pt x="116822" y="46072"/>
                </a:lnTo>
                <a:lnTo>
                  <a:pt x="116984" y="45931"/>
                </a:lnTo>
                <a:lnTo>
                  <a:pt x="117145" y="45769"/>
                </a:lnTo>
                <a:lnTo>
                  <a:pt x="117327" y="45587"/>
                </a:lnTo>
                <a:lnTo>
                  <a:pt x="117630" y="45224"/>
                </a:lnTo>
                <a:lnTo>
                  <a:pt x="117892" y="44841"/>
                </a:lnTo>
                <a:lnTo>
                  <a:pt x="118134" y="44437"/>
                </a:lnTo>
                <a:lnTo>
                  <a:pt x="118356" y="44034"/>
                </a:lnTo>
                <a:lnTo>
                  <a:pt x="118558" y="43630"/>
                </a:lnTo>
                <a:lnTo>
                  <a:pt x="118739" y="43186"/>
                </a:lnTo>
                <a:lnTo>
                  <a:pt x="118901" y="42762"/>
                </a:lnTo>
                <a:lnTo>
                  <a:pt x="119042" y="42318"/>
                </a:lnTo>
                <a:lnTo>
                  <a:pt x="119183" y="41854"/>
                </a:lnTo>
                <a:lnTo>
                  <a:pt x="119284" y="41410"/>
                </a:lnTo>
                <a:lnTo>
                  <a:pt x="119486" y="40482"/>
                </a:lnTo>
                <a:lnTo>
                  <a:pt x="119648" y="39554"/>
                </a:lnTo>
                <a:lnTo>
                  <a:pt x="119789" y="38625"/>
                </a:lnTo>
                <a:lnTo>
                  <a:pt x="119950" y="37394"/>
                </a:lnTo>
                <a:lnTo>
                  <a:pt x="120092" y="36184"/>
                </a:lnTo>
                <a:lnTo>
                  <a:pt x="120233" y="34953"/>
                </a:lnTo>
                <a:lnTo>
                  <a:pt x="120334" y="33742"/>
                </a:lnTo>
                <a:lnTo>
                  <a:pt x="120455" y="32511"/>
                </a:lnTo>
                <a:lnTo>
                  <a:pt x="120536" y="31280"/>
                </a:lnTo>
                <a:lnTo>
                  <a:pt x="120616" y="30069"/>
                </a:lnTo>
                <a:lnTo>
                  <a:pt x="120697" y="28838"/>
                </a:lnTo>
                <a:lnTo>
                  <a:pt x="120737" y="27607"/>
                </a:lnTo>
                <a:lnTo>
                  <a:pt x="120778" y="26376"/>
                </a:lnTo>
                <a:lnTo>
                  <a:pt x="120798" y="25145"/>
                </a:lnTo>
                <a:lnTo>
                  <a:pt x="120818" y="23914"/>
                </a:lnTo>
                <a:lnTo>
                  <a:pt x="120818" y="22683"/>
                </a:lnTo>
                <a:lnTo>
                  <a:pt x="120798" y="21452"/>
                </a:lnTo>
                <a:lnTo>
                  <a:pt x="120778" y="20241"/>
                </a:lnTo>
                <a:lnTo>
                  <a:pt x="120737" y="19010"/>
                </a:lnTo>
                <a:lnTo>
                  <a:pt x="120697" y="18143"/>
                </a:lnTo>
                <a:lnTo>
                  <a:pt x="120636" y="17275"/>
                </a:lnTo>
                <a:lnTo>
                  <a:pt x="120576" y="16407"/>
                </a:lnTo>
                <a:lnTo>
                  <a:pt x="120495" y="15519"/>
                </a:lnTo>
                <a:lnTo>
                  <a:pt x="120374" y="14651"/>
                </a:lnTo>
                <a:lnTo>
                  <a:pt x="120233" y="13763"/>
                </a:lnTo>
                <a:lnTo>
                  <a:pt x="120071" y="12896"/>
                </a:lnTo>
                <a:lnTo>
                  <a:pt x="119870" y="12048"/>
                </a:lnTo>
                <a:lnTo>
                  <a:pt x="119648" y="11201"/>
                </a:lnTo>
                <a:lnTo>
                  <a:pt x="119365" y="10353"/>
                </a:lnTo>
                <a:lnTo>
                  <a:pt x="119062" y="9546"/>
                </a:lnTo>
                <a:lnTo>
                  <a:pt x="118881" y="9142"/>
                </a:lnTo>
                <a:lnTo>
                  <a:pt x="118699" y="8759"/>
                </a:lnTo>
                <a:lnTo>
                  <a:pt x="118497" y="8375"/>
                </a:lnTo>
                <a:lnTo>
                  <a:pt x="118296" y="7992"/>
                </a:lnTo>
                <a:lnTo>
                  <a:pt x="118074" y="7609"/>
                </a:lnTo>
                <a:lnTo>
                  <a:pt x="117831" y="7245"/>
                </a:lnTo>
                <a:lnTo>
                  <a:pt x="117589" y="6902"/>
                </a:lnTo>
                <a:lnTo>
                  <a:pt x="117327" y="6559"/>
                </a:lnTo>
                <a:lnTo>
                  <a:pt x="117044" y="6216"/>
                </a:lnTo>
                <a:lnTo>
                  <a:pt x="116762" y="5873"/>
                </a:lnTo>
                <a:lnTo>
                  <a:pt x="116257" y="5369"/>
                </a:lnTo>
                <a:lnTo>
                  <a:pt x="115712" y="4884"/>
                </a:lnTo>
                <a:lnTo>
                  <a:pt x="115127" y="4420"/>
                </a:lnTo>
                <a:lnTo>
                  <a:pt x="114502" y="3976"/>
                </a:lnTo>
                <a:lnTo>
                  <a:pt x="113836" y="3573"/>
                </a:lnTo>
                <a:lnTo>
                  <a:pt x="113129" y="3189"/>
                </a:lnTo>
                <a:lnTo>
                  <a:pt x="112403" y="2846"/>
                </a:lnTo>
                <a:lnTo>
                  <a:pt x="111596" y="2503"/>
                </a:lnTo>
                <a:lnTo>
                  <a:pt x="110970" y="2261"/>
                </a:lnTo>
                <a:lnTo>
                  <a:pt x="110284" y="2039"/>
                </a:lnTo>
                <a:lnTo>
                  <a:pt x="109578" y="1837"/>
                </a:lnTo>
                <a:lnTo>
                  <a:pt x="108851" y="1635"/>
                </a:lnTo>
                <a:lnTo>
                  <a:pt x="108064" y="1433"/>
                </a:lnTo>
                <a:lnTo>
                  <a:pt x="107257" y="1272"/>
                </a:lnTo>
                <a:lnTo>
                  <a:pt x="106389" y="1090"/>
                </a:lnTo>
                <a:lnTo>
                  <a:pt x="105481" y="949"/>
                </a:lnTo>
                <a:lnTo>
                  <a:pt x="103988" y="707"/>
                </a:lnTo>
                <a:lnTo>
                  <a:pt x="102474" y="505"/>
                </a:lnTo>
                <a:lnTo>
                  <a:pt x="100961" y="344"/>
                </a:lnTo>
                <a:lnTo>
                  <a:pt x="99447" y="202"/>
                </a:lnTo>
                <a:lnTo>
                  <a:pt x="97934" y="102"/>
                </a:lnTo>
                <a:lnTo>
                  <a:pt x="96420" y="41"/>
                </a:lnTo>
                <a:lnTo>
                  <a:pt x="948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19"/>
          <p:cNvSpPr/>
          <p:nvPr/>
        </p:nvSpPr>
        <p:spPr>
          <a:xfrm>
            <a:off x="9011602" y="-25"/>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19"/>
          <p:cNvSpPr/>
          <p:nvPr/>
        </p:nvSpPr>
        <p:spPr>
          <a:xfrm>
            <a:off x="7182848" y="1854781"/>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19"/>
          <p:cNvSpPr/>
          <p:nvPr/>
        </p:nvSpPr>
        <p:spPr>
          <a:xfrm>
            <a:off x="7364488" y="113968"/>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19"/>
          <p:cNvSpPr/>
          <p:nvPr/>
        </p:nvSpPr>
        <p:spPr>
          <a:xfrm>
            <a:off x="8605498" y="3630536"/>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19"/>
          <p:cNvSpPr/>
          <p:nvPr/>
        </p:nvSpPr>
        <p:spPr>
          <a:xfrm>
            <a:off x="7917290" y="1315452"/>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19"/>
          <p:cNvSpPr/>
          <p:nvPr/>
        </p:nvSpPr>
        <p:spPr>
          <a:xfrm>
            <a:off x="1573619" y="4469485"/>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19"/>
          <p:cNvSpPr/>
          <p:nvPr/>
        </p:nvSpPr>
        <p:spPr>
          <a:xfrm rot="3449335">
            <a:off x="1554254" y="-1020347"/>
            <a:ext cx="1395586" cy="1650631"/>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19"/>
          <p:cNvSpPr/>
          <p:nvPr/>
        </p:nvSpPr>
        <p:spPr>
          <a:xfrm>
            <a:off x="8938198" y="3915546"/>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19"/>
          <p:cNvSpPr/>
          <p:nvPr/>
        </p:nvSpPr>
        <p:spPr>
          <a:xfrm>
            <a:off x="1754085" y="4576657"/>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19"/>
          <p:cNvSpPr/>
          <p:nvPr/>
        </p:nvSpPr>
        <p:spPr>
          <a:xfrm>
            <a:off x="7475015" y="1977720"/>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19"/>
          <p:cNvSpPr/>
          <p:nvPr/>
        </p:nvSpPr>
        <p:spPr>
          <a:xfrm>
            <a:off x="7497601" y="258374"/>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19"/>
          <p:cNvSpPr/>
          <p:nvPr/>
        </p:nvSpPr>
        <p:spPr>
          <a:xfrm>
            <a:off x="7989465" y="1384273"/>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19"/>
          <p:cNvSpPr/>
          <p:nvPr/>
        </p:nvSpPr>
        <p:spPr>
          <a:xfrm rot="3449335">
            <a:off x="1655522" y="-908175"/>
            <a:ext cx="1193653" cy="1427229"/>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19"/>
          <p:cNvSpPr/>
          <p:nvPr/>
        </p:nvSpPr>
        <p:spPr>
          <a:xfrm>
            <a:off x="7611538" y="319256"/>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19"/>
          <p:cNvSpPr/>
          <p:nvPr/>
        </p:nvSpPr>
        <p:spPr>
          <a:xfrm>
            <a:off x="8093284" y="1493738"/>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19"/>
          <p:cNvSpPr/>
          <p:nvPr/>
        </p:nvSpPr>
        <p:spPr>
          <a:xfrm rot="3449335">
            <a:off x="1810805" y="-768073"/>
            <a:ext cx="901487" cy="1104539"/>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19"/>
          <p:cNvSpPr/>
          <p:nvPr/>
        </p:nvSpPr>
        <p:spPr>
          <a:xfrm>
            <a:off x="8740847" y="1813019"/>
            <a:ext cx="2960526" cy="1551321"/>
          </a:xfrm>
          <a:custGeom>
            <a:rect b="b" l="l" r="r" t="t"/>
            <a:pathLst>
              <a:path extrusionOk="0" h="27748" w="52954">
                <a:moveTo>
                  <a:pt x="8698" y="81"/>
                </a:moveTo>
                <a:lnTo>
                  <a:pt x="9162" y="121"/>
                </a:lnTo>
                <a:lnTo>
                  <a:pt x="9647" y="162"/>
                </a:lnTo>
                <a:lnTo>
                  <a:pt x="10111" y="243"/>
                </a:lnTo>
                <a:lnTo>
                  <a:pt x="10555" y="343"/>
                </a:lnTo>
                <a:lnTo>
                  <a:pt x="10999" y="444"/>
                </a:lnTo>
                <a:lnTo>
                  <a:pt x="11443" y="565"/>
                </a:lnTo>
                <a:lnTo>
                  <a:pt x="11887" y="707"/>
                </a:lnTo>
                <a:lnTo>
                  <a:pt x="12311" y="848"/>
                </a:lnTo>
                <a:lnTo>
                  <a:pt x="12734" y="1009"/>
                </a:lnTo>
                <a:lnTo>
                  <a:pt x="13582" y="1373"/>
                </a:lnTo>
                <a:lnTo>
                  <a:pt x="14389" y="1756"/>
                </a:lnTo>
                <a:lnTo>
                  <a:pt x="15176" y="2160"/>
                </a:lnTo>
                <a:lnTo>
                  <a:pt x="15943" y="2563"/>
                </a:lnTo>
                <a:lnTo>
                  <a:pt x="16669" y="2987"/>
                </a:lnTo>
                <a:lnTo>
                  <a:pt x="18021" y="3754"/>
                </a:lnTo>
                <a:lnTo>
                  <a:pt x="19353" y="4561"/>
                </a:lnTo>
                <a:lnTo>
                  <a:pt x="22017" y="6176"/>
                </a:lnTo>
                <a:lnTo>
                  <a:pt x="24439" y="7649"/>
                </a:lnTo>
                <a:lnTo>
                  <a:pt x="25670" y="8395"/>
                </a:lnTo>
                <a:lnTo>
                  <a:pt x="26901" y="9102"/>
                </a:lnTo>
                <a:lnTo>
                  <a:pt x="28152" y="9808"/>
                </a:lnTo>
                <a:lnTo>
                  <a:pt x="29403" y="10494"/>
                </a:lnTo>
                <a:lnTo>
                  <a:pt x="30654" y="11160"/>
                </a:lnTo>
                <a:lnTo>
                  <a:pt x="31925" y="11806"/>
                </a:lnTo>
                <a:lnTo>
                  <a:pt x="33217" y="12391"/>
                </a:lnTo>
                <a:lnTo>
                  <a:pt x="34509" y="12956"/>
                </a:lnTo>
                <a:lnTo>
                  <a:pt x="35820" y="13481"/>
                </a:lnTo>
                <a:lnTo>
                  <a:pt x="36486" y="13743"/>
                </a:lnTo>
                <a:lnTo>
                  <a:pt x="37152" y="13965"/>
                </a:lnTo>
                <a:lnTo>
                  <a:pt x="37818" y="14187"/>
                </a:lnTo>
                <a:lnTo>
                  <a:pt x="38484" y="14389"/>
                </a:lnTo>
                <a:lnTo>
                  <a:pt x="39170" y="14591"/>
                </a:lnTo>
                <a:lnTo>
                  <a:pt x="39856" y="14772"/>
                </a:lnTo>
                <a:lnTo>
                  <a:pt x="40542" y="14934"/>
                </a:lnTo>
                <a:lnTo>
                  <a:pt x="41228" y="15075"/>
                </a:lnTo>
                <a:lnTo>
                  <a:pt x="41935" y="15216"/>
                </a:lnTo>
                <a:lnTo>
                  <a:pt x="42621" y="15317"/>
                </a:lnTo>
                <a:lnTo>
                  <a:pt x="43246" y="15418"/>
                </a:lnTo>
                <a:lnTo>
                  <a:pt x="43852" y="15479"/>
                </a:lnTo>
                <a:lnTo>
                  <a:pt x="44437" y="15519"/>
                </a:lnTo>
                <a:lnTo>
                  <a:pt x="45002" y="15539"/>
                </a:lnTo>
                <a:lnTo>
                  <a:pt x="45567" y="15539"/>
                </a:lnTo>
                <a:lnTo>
                  <a:pt x="46092" y="15519"/>
                </a:lnTo>
                <a:lnTo>
                  <a:pt x="46596" y="15479"/>
                </a:lnTo>
                <a:lnTo>
                  <a:pt x="47081" y="15398"/>
                </a:lnTo>
                <a:lnTo>
                  <a:pt x="47565" y="15317"/>
                </a:lnTo>
                <a:lnTo>
                  <a:pt x="48009" y="15216"/>
                </a:lnTo>
                <a:lnTo>
                  <a:pt x="48453" y="15075"/>
                </a:lnTo>
                <a:lnTo>
                  <a:pt x="48877" y="14934"/>
                </a:lnTo>
                <a:lnTo>
                  <a:pt x="49280" y="14752"/>
                </a:lnTo>
                <a:lnTo>
                  <a:pt x="49664" y="14550"/>
                </a:lnTo>
                <a:lnTo>
                  <a:pt x="50027" y="14348"/>
                </a:lnTo>
                <a:lnTo>
                  <a:pt x="50390" y="14106"/>
                </a:lnTo>
                <a:lnTo>
                  <a:pt x="50612" y="13925"/>
                </a:lnTo>
                <a:lnTo>
                  <a:pt x="50814" y="13763"/>
                </a:lnTo>
                <a:lnTo>
                  <a:pt x="51036" y="13622"/>
                </a:lnTo>
                <a:lnTo>
                  <a:pt x="51258" y="13481"/>
                </a:lnTo>
                <a:lnTo>
                  <a:pt x="51500" y="13380"/>
                </a:lnTo>
                <a:lnTo>
                  <a:pt x="51662" y="13339"/>
                </a:lnTo>
                <a:lnTo>
                  <a:pt x="51823" y="13299"/>
                </a:lnTo>
                <a:lnTo>
                  <a:pt x="51984" y="13299"/>
                </a:lnTo>
                <a:lnTo>
                  <a:pt x="52146" y="13319"/>
                </a:lnTo>
                <a:lnTo>
                  <a:pt x="52307" y="13360"/>
                </a:lnTo>
                <a:lnTo>
                  <a:pt x="52449" y="13420"/>
                </a:lnTo>
                <a:lnTo>
                  <a:pt x="52570" y="13521"/>
                </a:lnTo>
                <a:lnTo>
                  <a:pt x="52691" y="13642"/>
                </a:lnTo>
                <a:lnTo>
                  <a:pt x="52771" y="13804"/>
                </a:lnTo>
                <a:lnTo>
                  <a:pt x="52832" y="13985"/>
                </a:lnTo>
                <a:lnTo>
                  <a:pt x="52852" y="14167"/>
                </a:lnTo>
                <a:lnTo>
                  <a:pt x="52872" y="14348"/>
                </a:lnTo>
                <a:lnTo>
                  <a:pt x="52872" y="14893"/>
                </a:lnTo>
                <a:lnTo>
                  <a:pt x="52832" y="15398"/>
                </a:lnTo>
                <a:lnTo>
                  <a:pt x="52751" y="15902"/>
                </a:lnTo>
                <a:lnTo>
                  <a:pt x="52630" y="16366"/>
                </a:lnTo>
                <a:lnTo>
                  <a:pt x="52489" y="16831"/>
                </a:lnTo>
                <a:lnTo>
                  <a:pt x="52307" y="17254"/>
                </a:lnTo>
                <a:lnTo>
                  <a:pt x="52085" y="17658"/>
                </a:lnTo>
                <a:lnTo>
                  <a:pt x="51823" y="18041"/>
                </a:lnTo>
                <a:lnTo>
                  <a:pt x="51540" y="18405"/>
                </a:lnTo>
                <a:lnTo>
                  <a:pt x="51238" y="18728"/>
                </a:lnTo>
                <a:lnTo>
                  <a:pt x="50895" y="19030"/>
                </a:lnTo>
                <a:lnTo>
                  <a:pt x="50511" y="19293"/>
                </a:lnTo>
                <a:lnTo>
                  <a:pt x="50128" y="19535"/>
                </a:lnTo>
                <a:lnTo>
                  <a:pt x="49684" y="19737"/>
                </a:lnTo>
                <a:lnTo>
                  <a:pt x="49240" y="19898"/>
                </a:lnTo>
                <a:lnTo>
                  <a:pt x="48756" y="20039"/>
                </a:lnTo>
                <a:lnTo>
                  <a:pt x="48211" y="20140"/>
                </a:lnTo>
                <a:lnTo>
                  <a:pt x="47666" y="20221"/>
                </a:lnTo>
                <a:lnTo>
                  <a:pt x="47121" y="20261"/>
                </a:lnTo>
                <a:lnTo>
                  <a:pt x="46031" y="20261"/>
                </a:lnTo>
                <a:lnTo>
                  <a:pt x="45507" y="20241"/>
                </a:lnTo>
                <a:lnTo>
                  <a:pt x="44437" y="20160"/>
                </a:lnTo>
                <a:lnTo>
                  <a:pt x="42924" y="20019"/>
                </a:lnTo>
                <a:lnTo>
                  <a:pt x="41410" y="19858"/>
                </a:lnTo>
                <a:lnTo>
                  <a:pt x="38403" y="19494"/>
                </a:lnTo>
                <a:lnTo>
                  <a:pt x="36183" y="19212"/>
                </a:lnTo>
                <a:lnTo>
                  <a:pt x="33964" y="18970"/>
                </a:lnTo>
                <a:lnTo>
                  <a:pt x="32834" y="18849"/>
                </a:lnTo>
                <a:lnTo>
                  <a:pt x="31724" y="18768"/>
                </a:lnTo>
                <a:lnTo>
                  <a:pt x="30614" y="18687"/>
                </a:lnTo>
                <a:lnTo>
                  <a:pt x="29484" y="18627"/>
                </a:lnTo>
                <a:lnTo>
                  <a:pt x="28374" y="18606"/>
                </a:lnTo>
                <a:lnTo>
                  <a:pt x="27264" y="18606"/>
                </a:lnTo>
                <a:lnTo>
                  <a:pt x="26134" y="18627"/>
                </a:lnTo>
                <a:lnTo>
                  <a:pt x="25024" y="18687"/>
                </a:lnTo>
                <a:lnTo>
                  <a:pt x="23914" y="18788"/>
                </a:lnTo>
                <a:lnTo>
                  <a:pt x="22824" y="18909"/>
                </a:lnTo>
                <a:lnTo>
                  <a:pt x="21714" y="19091"/>
                </a:lnTo>
                <a:lnTo>
                  <a:pt x="20625" y="19313"/>
                </a:lnTo>
                <a:lnTo>
                  <a:pt x="19555" y="19595"/>
                </a:lnTo>
                <a:lnTo>
                  <a:pt x="18486" y="19898"/>
                </a:lnTo>
                <a:lnTo>
                  <a:pt x="17456" y="20241"/>
                </a:lnTo>
                <a:lnTo>
                  <a:pt x="16407" y="20645"/>
                </a:lnTo>
                <a:lnTo>
                  <a:pt x="15398" y="21048"/>
                </a:lnTo>
                <a:lnTo>
                  <a:pt x="14389" y="21512"/>
                </a:lnTo>
                <a:lnTo>
                  <a:pt x="13400" y="21977"/>
                </a:lnTo>
                <a:lnTo>
                  <a:pt x="12411" y="22481"/>
                </a:lnTo>
                <a:lnTo>
                  <a:pt x="11423" y="23006"/>
                </a:lnTo>
                <a:lnTo>
                  <a:pt x="10454" y="23551"/>
                </a:lnTo>
                <a:lnTo>
                  <a:pt x="9505" y="24116"/>
                </a:lnTo>
                <a:lnTo>
                  <a:pt x="8537" y="24681"/>
                </a:lnTo>
                <a:lnTo>
                  <a:pt x="6660" y="25851"/>
                </a:lnTo>
                <a:lnTo>
                  <a:pt x="4783" y="27022"/>
                </a:lnTo>
                <a:lnTo>
                  <a:pt x="4703" y="27082"/>
                </a:lnTo>
                <a:lnTo>
                  <a:pt x="4339" y="27304"/>
                </a:lnTo>
                <a:lnTo>
                  <a:pt x="4017" y="27465"/>
                </a:lnTo>
                <a:lnTo>
                  <a:pt x="3694" y="27587"/>
                </a:lnTo>
                <a:lnTo>
                  <a:pt x="3411" y="27647"/>
                </a:lnTo>
                <a:lnTo>
                  <a:pt x="3149" y="27667"/>
                </a:lnTo>
                <a:lnTo>
                  <a:pt x="3028" y="27667"/>
                </a:lnTo>
                <a:lnTo>
                  <a:pt x="2907" y="27647"/>
                </a:lnTo>
                <a:lnTo>
                  <a:pt x="2806" y="27607"/>
                </a:lnTo>
                <a:lnTo>
                  <a:pt x="2685" y="27566"/>
                </a:lnTo>
                <a:lnTo>
                  <a:pt x="2584" y="27506"/>
                </a:lnTo>
                <a:lnTo>
                  <a:pt x="2503" y="27445"/>
                </a:lnTo>
                <a:lnTo>
                  <a:pt x="2382" y="27344"/>
                </a:lnTo>
                <a:lnTo>
                  <a:pt x="2301" y="27223"/>
                </a:lnTo>
                <a:lnTo>
                  <a:pt x="2220" y="27082"/>
                </a:lnTo>
                <a:lnTo>
                  <a:pt x="2140" y="26941"/>
                </a:lnTo>
                <a:lnTo>
                  <a:pt x="2039" y="26638"/>
                </a:lnTo>
                <a:lnTo>
                  <a:pt x="1958" y="26295"/>
                </a:lnTo>
                <a:lnTo>
                  <a:pt x="1716" y="25064"/>
                </a:lnTo>
                <a:lnTo>
                  <a:pt x="1474" y="23813"/>
                </a:lnTo>
                <a:lnTo>
                  <a:pt x="1232" y="22562"/>
                </a:lnTo>
                <a:lnTo>
                  <a:pt x="1030" y="21311"/>
                </a:lnTo>
                <a:lnTo>
                  <a:pt x="828" y="20059"/>
                </a:lnTo>
                <a:lnTo>
                  <a:pt x="667" y="18808"/>
                </a:lnTo>
                <a:lnTo>
                  <a:pt x="505" y="17537"/>
                </a:lnTo>
                <a:lnTo>
                  <a:pt x="364" y="16286"/>
                </a:lnTo>
                <a:lnTo>
                  <a:pt x="283" y="15378"/>
                </a:lnTo>
                <a:lnTo>
                  <a:pt x="202" y="14550"/>
                </a:lnTo>
                <a:lnTo>
                  <a:pt x="162" y="13743"/>
                </a:lnTo>
                <a:lnTo>
                  <a:pt x="122" y="13017"/>
                </a:lnTo>
                <a:lnTo>
                  <a:pt x="102" y="12310"/>
                </a:lnTo>
                <a:lnTo>
                  <a:pt x="81" y="11664"/>
                </a:lnTo>
                <a:lnTo>
                  <a:pt x="102" y="11059"/>
                </a:lnTo>
                <a:lnTo>
                  <a:pt x="102" y="10494"/>
                </a:lnTo>
                <a:lnTo>
                  <a:pt x="162" y="9485"/>
                </a:lnTo>
                <a:lnTo>
                  <a:pt x="263" y="8597"/>
                </a:lnTo>
                <a:lnTo>
                  <a:pt x="364" y="7810"/>
                </a:lnTo>
                <a:lnTo>
                  <a:pt x="505" y="7124"/>
                </a:lnTo>
                <a:lnTo>
                  <a:pt x="606" y="6680"/>
                </a:lnTo>
                <a:lnTo>
                  <a:pt x="707" y="6236"/>
                </a:lnTo>
                <a:lnTo>
                  <a:pt x="828" y="5812"/>
                </a:lnTo>
                <a:lnTo>
                  <a:pt x="969" y="5409"/>
                </a:lnTo>
                <a:lnTo>
                  <a:pt x="1111" y="5005"/>
                </a:lnTo>
                <a:lnTo>
                  <a:pt x="1252" y="4642"/>
                </a:lnTo>
                <a:lnTo>
                  <a:pt x="1413" y="4279"/>
                </a:lnTo>
                <a:lnTo>
                  <a:pt x="1595" y="3915"/>
                </a:lnTo>
                <a:lnTo>
                  <a:pt x="1777" y="3592"/>
                </a:lnTo>
                <a:lnTo>
                  <a:pt x="1978" y="3270"/>
                </a:lnTo>
                <a:lnTo>
                  <a:pt x="2180" y="2967"/>
                </a:lnTo>
                <a:lnTo>
                  <a:pt x="2402" y="2684"/>
                </a:lnTo>
                <a:lnTo>
                  <a:pt x="2624" y="2402"/>
                </a:lnTo>
                <a:lnTo>
                  <a:pt x="2866" y="2160"/>
                </a:lnTo>
                <a:lnTo>
                  <a:pt x="3108" y="1918"/>
                </a:lnTo>
                <a:lnTo>
                  <a:pt x="3371" y="1675"/>
                </a:lnTo>
                <a:lnTo>
                  <a:pt x="3613" y="1494"/>
                </a:lnTo>
                <a:lnTo>
                  <a:pt x="3855" y="1312"/>
                </a:lnTo>
                <a:lnTo>
                  <a:pt x="4117" y="1151"/>
                </a:lnTo>
                <a:lnTo>
                  <a:pt x="4400" y="989"/>
                </a:lnTo>
                <a:lnTo>
                  <a:pt x="4682" y="848"/>
                </a:lnTo>
                <a:lnTo>
                  <a:pt x="4965" y="707"/>
                </a:lnTo>
                <a:lnTo>
                  <a:pt x="5268" y="586"/>
                </a:lnTo>
                <a:lnTo>
                  <a:pt x="5570" y="485"/>
                </a:lnTo>
                <a:lnTo>
                  <a:pt x="5893" y="384"/>
                </a:lnTo>
                <a:lnTo>
                  <a:pt x="6196" y="303"/>
                </a:lnTo>
                <a:lnTo>
                  <a:pt x="6539" y="243"/>
                </a:lnTo>
                <a:lnTo>
                  <a:pt x="6862" y="182"/>
                </a:lnTo>
                <a:lnTo>
                  <a:pt x="7205" y="121"/>
                </a:lnTo>
                <a:lnTo>
                  <a:pt x="7548" y="101"/>
                </a:lnTo>
                <a:lnTo>
                  <a:pt x="7891" y="81"/>
                </a:lnTo>
                <a:close/>
                <a:moveTo>
                  <a:pt x="7730" y="0"/>
                </a:moveTo>
                <a:lnTo>
                  <a:pt x="7265" y="41"/>
                </a:lnTo>
                <a:lnTo>
                  <a:pt x="6801" y="101"/>
                </a:lnTo>
                <a:lnTo>
                  <a:pt x="6378" y="182"/>
                </a:lnTo>
                <a:lnTo>
                  <a:pt x="5934" y="283"/>
                </a:lnTo>
                <a:lnTo>
                  <a:pt x="5530" y="424"/>
                </a:lnTo>
                <a:lnTo>
                  <a:pt x="5106" y="565"/>
                </a:lnTo>
                <a:lnTo>
                  <a:pt x="4723" y="727"/>
                </a:lnTo>
                <a:lnTo>
                  <a:pt x="4339" y="929"/>
                </a:lnTo>
                <a:lnTo>
                  <a:pt x="3976" y="1130"/>
                </a:lnTo>
                <a:lnTo>
                  <a:pt x="3633" y="1373"/>
                </a:lnTo>
                <a:lnTo>
                  <a:pt x="3310" y="1615"/>
                </a:lnTo>
                <a:lnTo>
                  <a:pt x="3048" y="1857"/>
                </a:lnTo>
                <a:lnTo>
                  <a:pt x="2806" y="2099"/>
                </a:lnTo>
                <a:lnTo>
                  <a:pt x="2564" y="2361"/>
                </a:lnTo>
                <a:lnTo>
                  <a:pt x="2342" y="2624"/>
                </a:lnTo>
                <a:lnTo>
                  <a:pt x="2120" y="2927"/>
                </a:lnTo>
                <a:lnTo>
                  <a:pt x="1918" y="3229"/>
                </a:lnTo>
                <a:lnTo>
                  <a:pt x="1716" y="3552"/>
                </a:lnTo>
                <a:lnTo>
                  <a:pt x="1534" y="3875"/>
                </a:lnTo>
                <a:lnTo>
                  <a:pt x="1353" y="4238"/>
                </a:lnTo>
                <a:lnTo>
                  <a:pt x="1191" y="4601"/>
                </a:lnTo>
                <a:lnTo>
                  <a:pt x="1030" y="4985"/>
                </a:lnTo>
                <a:lnTo>
                  <a:pt x="889" y="5388"/>
                </a:lnTo>
                <a:lnTo>
                  <a:pt x="747" y="5792"/>
                </a:lnTo>
                <a:lnTo>
                  <a:pt x="626" y="6216"/>
                </a:lnTo>
                <a:lnTo>
                  <a:pt x="525" y="6660"/>
                </a:lnTo>
                <a:lnTo>
                  <a:pt x="424" y="7104"/>
                </a:lnTo>
                <a:lnTo>
                  <a:pt x="283" y="7810"/>
                </a:lnTo>
                <a:lnTo>
                  <a:pt x="182" y="8577"/>
                </a:lnTo>
                <a:lnTo>
                  <a:pt x="81" y="9485"/>
                </a:lnTo>
                <a:lnTo>
                  <a:pt x="21" y="10494"/>
                </a:lnTo>
                <a:lnTo>
                  <a:pt x="21" y="11059"/>
                </a:lnTo>
                <a:lnTo>
                  <a:pt x="1" y="11664"/>
                </a:lnTo>
                <a:lnTo>
                  <a:pt x="21" y="12310"/>
                </a:lnTo>
                <a:lnTo>
                  <a:pt x="41" y="13017"/>
                </a:lnTo>
                <a:lnTo>
                  <a:pt x="81" y="13743"/>
                </a:lnTo>
                <a:lnTo>
                  <a:pt x="122" y="14550"/>
                </a:lnTo>
                <a:lnTo>
                  <a:pt x="202" y="15398"/>
                </a:lnTo>
                <a:lnTo>
                  <a:pt x="283" y="16306"/>
                </a:lnTo>
                <a:lnTo>
                  <a:pt x="424" y="17557"/>
                </a:lnTo>
                <a:lnTo>
                  <a:pt x="586" y="18808"/>
                </a:lnTo>
                <a:lnTo>
                  <a:pt x="768" y="20080"/>
                </a:lnTo>
                <a:lnTo>
                  <a:pt x="949" y="21331"/>
                </a:lnTo>
                <a:lnTo>
                  <a:pt x="1151" y="22582"/>
                </a:lnTo>
                <a:lnTo>
                  <a:pt x="1393" y="23833"/>
                </a:lnTo>
                <a:lnTo>
                  <a:pt x="1635" y="25084"/>
                </a:lnTo>
                <a:lnTo>
                  <a:pt x="1877" y="26315"/>
                </a:lnTo>
                <a:lnTo>
                  <a:pt x="1978" y="26658"/>
                </a:lnTo>
                <a:lnTo>
                  <a:pt x="2079" y="26981"/>
                </a:lnTo>
                <a:lnTo>
                  <a:pt x="2140" y="27143"/>
                </a:lnTo>
                <a:lnTo>
                  <a:pt x="2241" y="27264"/>
                </a:lnTo>
                <a:lnTo>
                  <a:pt x="2342" y="27405"/>
                </a:lnTo>
                <a:lnTo>
                  <a:pt x="2442" y="27506"/>
                </a:lnTo>
                <a:lnTo>
                  <a:pt x="2604" y="27607"/>
                </a:lnTo>
                <a:lnTo>
                  <a:pt x="2786" y="27687"/>
                </a:lnTo>
                <a:lnTo>
                  <a:pt x="2967" y="27728"/>
                </a:lnTo>
                <a:lnTo>
                  <a:pt x="3169" y="27748"/>
                </a:lnTo>
                <a:lnTo>
                  <a:pt x="3330" y="27748"/>
                </a:lnTo>
                <a:lnTo>
                  <a:pt x="3512" y="27708"/>
                </a:lnTo>
                <a:lnTo>
                  <a:pt x="3694" y="27667"/>
                </a:lnTo>
                <a:lnTo>
                  <a:pt x="3875" y="27607"/>
                </a:lnTo>
                <a:lnTo>
                  <a:pt x="4077" y="27526"/>
                </a:lnTo>
                <a:lnTo>
                  <a:pt x="4299" y="27425"/>
                </a:lnTo>
                <a:lnTo>
                  <a:pt x="4743" y="27163"/>
                </a:lnTo>
                <a:lnTo>
                  <a:pt x="4844" y="27102"/>
                </a:lnTo>
                <a:lnTo>
                  <a:pt x="6700" y="25912"/>
                </a:lnTo>
                <a:lnTo>
                  <a:pt x="8577" y="24761"/>
                </a:lnTo>
                <a:lnTo>
                  <a:pt x="9546" y="24176"/>
                </a:lnTo>
                <a:lnTo>
                  <a:pt x="10494" y="23631"/>
                </a:lnTo>
                <a:lnTo>
                  <a:pt x="11463" y="23086"/>
                </a:lnTo>
                <a:lnTo>
                  <a:pt x="12432" y="22562"/>
                </a:lnTo>
                <a:lnTo>
                  <a:pt x="13420" y="22057"/>
                </a:lnTo>
                <a:lnTo>
                  <a:pt x="14429" y="21573"/>
                </a:lnTo>
                <a:lnTo>
                  <a:pt x="15418" y="21129"/>
                </a:lnTo>
                <a:lnTo>
                  <a:pt x="16447" y="20705"/>
                </a:lnTo>
                <a:lnTo>
                  <a:pt x="17477" y="20322"/>
                </a:lnTo>
                <a:lnTo>
                  <a:pt x="18506" y="19979"/>
                </a:lnTo>
                <a:lnTo>
                  <a:pt x="19575" y="19676"/>
                </a:lnTo>
                <a:lnTo>
                  <a:pt x="20645" y="19393"/>
                </a:lnTo>
                <a:lnTo>
                  <a:pt x="21735" y="19171"/>
                </a:lnTo>
                <a:lnTo>
                  <a:pt x="22824" y="18990"/>
                </a:lnTo>
                <a:lnTo>
                  <a:pt x="23934" y="18869"/>
                </a:lnTo>
                <a:lnTo>
                  <a:pt x="25044" y="18768"/>
                </a:lnTo>
                <a:lnTo>
                  <a:pt x="26154" y="18707"/>
                </a:lnTo>
                <a:lnTo>
                  <a:pt x="27264" y="18687"/>
                </a:lnTo>
                <a:lnTo>
                  <a:pt x="28374" y="18687"/>
                </a:lnTo>
                <a:lnTo>
                  <a:pt x="29484" y="18707"/>
                </a:lnTo>
                <a:lnTo>
                  <a:pt x="30614" y="18768"/>
                </a:lnTo>
                <a:lnTo>
                  <a:pt x="31724" y="18849"/>
                </a:lnTo>
                <a:lnTo>
                  <a:pt x="32834" y="18929"/>
                </a:lnTo>
                <a:lnTo>
                  <a:pt x="33944" y="19050"/>
                </a:lnTo>
                <a:lnTo>
                  <a:pt x="36183" y="19293"/>
                </a:lnTo>
                <a:lnTo>
                  <a:pt x="38383" y="19575"/>
                </a:lnTo>
                <a:lnTo>
                  <a:pt x="41390" y="19938"/>
                </a:lnTo>
                <a:lnTo>
                  <a:pt x="42924" y="20100"/>
                </a:lnTo>
                <a:lnTo>
                  <a:pt x="44437" y="20241"/>
                </a:lnTo>
                <a:lnTo>
                  <a:pt x="45507" y="20322"/>
                </a:lnTo>
                <a:lnTo>
                  <a:pt x="46031" y="20342"/>
                </a:lnTo>
                <a:lnTo>
                  <a:pt x="47141" y="20342"/>
                </a:lnTo>
                <a:lnTo>
                  <a:pt x="47686" y="20302"/>
                </a:lnTo>
                <a:lnTo>
                  <a:pt x="48231" y="20221"/>
                </a:lnTo>
                <a:lnTo>
                  <a:pt x="48776" y="20120"/>
                </a:lnTo>
                <a:lnTo>
                  <a:pt x="49260" y="19979"/>
                </a:lnTo>
                <a:lnTo>
                  <a:pt x="49724" y="19797"/>
                </a:lnTo>
                <a:lnTo>
                  <a:pt x="50168" y="19595"/>
                </a:lnTo>
                <a:lnTo>
                  <a:pt x="50572" y="19353"/>
                </a:lnTo>
                <a:lnTo>
                  <a:pt x="50955" y="19071"/>
                </a:lnTo>
                <a:lnTo>
                  <a:pt x="51319" y="18748"/>
                </a:lnTo>
                <a:lnTo>
                  <a:pt x="51641" y="18405"/>
                </a:lnTo>
                <a:lnTo>
                  <a:pt x="51924" y="18041"/>
                </a:lnTo>
                <a:lnTo>
                  <a:pt x="52186" y="17638"/>
                </a:lnTo>
                <a:lnTo>
                  <a:pt x="52388" y="17234"/>
                </a:lnTo>
                <a:lnTo>
                  <a:pt x="52570" y="16790"/>
                </a:lnTo>
                <a:lnTo>
                  <a:pt x="52731" y="16346"/>
                </a:lnTo>
                <a:lnTo>
                  <a:pt x="52832" y="15862"/>
                </a:lnTo>
                <a:lnTo>
                  <a:pt x="52913" y="15378"/>
                </a:lnTo>
                <a:lnTo>
                  <a:pt x="52953" y="14873"/>
                </a:lnTo>
                <a:lnTo>
                  <a:pt x="52953" y="14348"/>
                </a:lnTo>
                <a:lnTo>
                  <a:pt x="52933" y="14147"/>
                </a:lnTo>
                <a:lnTo>
                  <a:pt x="52913" y="13965"/>
                </a:lnTo>
                <a:lnTo>
                  <a:pt x="52852" y="13763"/>
                </a:lnTo>
                <a:lnTo>
                  <a:pt x="52812" y="13662"/>
                </a:lnTo>
                <a:lnTo>
                  <a:pt x="52751" y="13582"/>
                </a:lnTo>
                <a:lnTo>
                  <a:pt x="52630" y="13461"/>
                </a:lnTo>
                <a:lnTo>
                  <a:pt x="52489" y="13360"/>
                </a:lnTo>
                <a:lnTo>
                  <a:pt x="52348" y="13279"/>
                </a:lnTo>
                <a:lnTo>
                  <a:pt x="52166" y="13239"/>
                </a:lnTo>
                <a:lnTo>
                  <a:pt x="51984" y="13218"/>
                </a:lnTo>
                <a:lnTo>
                  <a:pt x="51823" y="13218"/>
                </a:lnTo>
                <a:lnTo>
                  <a:pt x="51641" y="13259"/>
                </a:lnTo>
                <a:lnTo>
                  <a:pt x="51480" y="13299"/>
                </a:lnTo>
                <a:lnTo>
                  <a:pt x="51238" y="13400"/>
                </a:lnTo>
                <a:lnTo>
                  <a:pt x="50996" y="13541"/>
                </a:lnTo>
                <a:lnTo>
                  <a:pt x="50774" y="13703"/>
                </a:lnTo>
                <a:lnTo>
                  <a:pt x="50572" y="13864"/>
                </a:lnTo>
                <a:lnTo>
                  <a:pt x="50330" y="14026"/>
                </a:lnTo>
                <a:lnTo>
                  <a:pt x="49987" y="14268"/>
                </a:lnTo>
                <a:lnTo>
                  <a:pt x="49623" y="14490"/>
                </a:lnTo>
                <a:lnTo>
                  <a:pt x="49240" y="14691"/>
                </a:lnTo>
                <a:lnTo>
                  <a:pt x="48836" y="14853"/>
                </a:lnTo>
                <a:lnTo>
                  <a:pt x="48433" y="15014"/>
                </a:lnTo>
                <a:lnTo>
                  <a:pt x="47989" y="15135"/>
                </a:lnTo>
                <a:lnTo>
                  <a:pt x="47545" y="15236"/>
                </a:lnTo>
                <a:lnTo>
                  <a:pt x="47061" y="15337"/>
                </a:lnTo>
                <a:lnTo>
                  <a:pt x="46576" y="15398"/>
                </a:lnTo>
                <a:lnTo>
                  <a:pt x="46072" y="15438"/>
                </a:lnTo>
                <a:lnTo>
                  <a:pt x="45547" y="15458"/>
                </a:lnTo>
                <a:lnTo>
                  <a:pt x="45002" y="15458"/>
                </a:lnTo>
                <a:lnTo>
                  <a:pt x="44437" y="15438"/>
                </a:lnTo>
                <a:lnTo>
                  <a:pt x="43872" y="15398"/>
                </a:lnTo>
                <a:lnTo>
                  <a:pt x="43267" y="15337"/>
                </a:lnTo>
                <a:lnTo>
                  <a:pt x="42641" y="15236"/>
                </a:lnTo>
                <a:lnTo>
                  <a:pt x="41935" y="15135"/>
                </a:lnTo>
                <a:lnTo>
                  <a:pt x="41249" y="14994"/>
                </a:lnTo>
                <a:lnTo>
                  <a:pt x="40563" y="14853"/>
                </a:lnTo>
                <a:lnTo>
                  <a:pt x="39876" y="14691"/>
                </a:lnTo>
                <a:lnTo>
                  <a:pt x="39190" y="14510"/>
                </a:lnTo>
                <a:lnTo>
                  <a:pt x="38504" y="14308"/>
                </a:lnTo>
                <a:lnTo>
                  <a:pt x="37838" y="14106"/>
                </a:lnTo>
                <a:lnTo>
                  <a:pt x="37172" y="13884"/>
                </a:lnTo>
                <a:lnTo>
                  <a:pt x="36506" y="13662"/>
                </a:lnTo>
                <a:lnTo>
                  <a:pt x="35840" y="13420"/>
                </a:lnTo>
                <a:lnTo>
                  <a:pt x="34529" y="12895"/>
                </a:lnTo>
                <a:lnTo>
                  <a:pt x="33237" y="12330"/>
                </a:lnTo>
                <a:lnTo>
                  <a:pt x="31966" y="11725"/>
                </a:lnTo>
                <a:lnTo>
                  <a:pt x="30695" y="11079"/>
                </a:lnTo>
                <a:lnTo>
                  <a:pt x="29423" y="10434"/>
                </a:lnTo>
                <a:lnTo>
                  <a:pt x="28172" y="9747"/>
                </a:lnTo>
                <a:lnTo>
                  <a:pt x="26941" y="9041"/>
                </a:lnTo>
                <a:lnTo>
                  <a:pt x="25710" y="8315"/>
                </a:lnTo>
                <a:lnTo>
                  <a:pt x="24479" y="7588"/>
                </a:lnTo>
                <a:lnTo>
                  <a:pt x="22057" y="6115"/>
                </a:lnTo>
                <a:lnTo>
                  <a:pt x="19394" y="4501"/>
                </a:lnTo>
                <a:lnTo>
                  <a:pt x="18062" y="3693"/>
                </a:lnTo>
                <a:lnTo>
                  <a:pt x="16710" y="2906"/>
                </a:lnTo>
                <a:lnTo>
                  <a:pt x="15983" y="2503"/>
                </a:lnTo>
                <a:lnTo>
                  <a:pt x="15216" y="2079"/>
                </a:lnTo>
                <a:lnTo>
                  <a:pt x="14429" y="1675"/>
                </a:lnTo>
                <a:lnTo>
                  <a:pt x="13602" y="1292"/>
                </a:lnTo>
                <a:lnTo>
                  <a:pt x="12775" y="949"/>
                </a:lnTo>
                <a:lnTo>
                  <a:pt x="12331" y="787"/>
                </a:lnTo>
                <a:lnTo>
                  <a:pt x="11907" y="626"/>
                </a:lnTo>
                <a:lnTo>
                  <a:pt x="11463" y="485"/>
                </a:lnTo>
                <a:lnTo>
                  <a:pt x="11019" y="364"/>
                </a:lnTo>
                <a:lnTo>
                  <a:pt x="10575" y="263"/>
                </a:lnTo>
                <a:lnTo>
                  <a:pt x="10131" y="162"/>
                </a:lnTo>
                <a:lnTo>
                  <a:pt x="9627" y="81"/>
                </a:lnTo>
                <a:lnTo>
                  <a:pt x="9142" y="41"/>
                </a:lnTo>
                <a:lnTo>
                  <a:pt x="865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19"/>
          <p:cNvSpPr/>
          <p:nvPr/>
        </p:nvSpPr>
        <p:spPr>
          <a:xfrm>
            <a:off x="7850706" y="3773824"/>
            <a:ext cx="530339" cy="361051"/>
          </a:xfrm>
          <a:custGeom>
            <a:rect b="b" l="l" r="r" t="t"/>
            <a:pathLst>
              <a:path extrusionOk="0" h="6458" w="9486">
                <a:moveTo>
                  <a:pt x="8880" y="81"/>
                </a:moveTo>
                <a:lnTo>
                  <a:pt x="9021" y="101"/>
                </a:lnTo>
                <a:lnTo>
                  <a:pt x="9142" y="142"/>
                </a:lnTo>
                <a:lnTo>
                  <a:pt x="9203" y="182"/>
                </a:lnTo>
                <a:lnTo>
                  <a:pt x="9263" y="243"/>
                </a:lnTo>
                <a:lnTo>
                  <a:pt x="9324" y="364"/>
                </a:lnTo>
                <a:lnTo>
                  <a:pt x="9364" y="505"/>
                </a:lnTo>
                <a:lnTo>
                  <a:pt x="9384" y="646"/>
                </a:lnTo>
                <a:lnTo>
                  <a:pt x="9405" y="868"/>
                </a:lnTo>
                <a:lnTo>
                  <a:pt x="9384" y="1070"/>
                </a:lnTo>
                <a:lnTo>
                  <a:pt x="9364" y="1272"/>
                </a:lnTo>
                <a:lnTo>
                  <a:pt x="9324" y="1474"/>
                </a:lnTo>
                <a:lnTo>
                  <a:pt x="9263" y="1675"/>
                </a:lnTo>
                <a:lnTo>
                  <a:pt x="9183" y="1877"/>
                </a:lnTo>
                <a:lnTo>
                  <a:pt x="9001" y="2261"/>
                </a:lnTo>
                <a:lnTo>
                  <a:pt x="8779" y="2624"/>
                </a:lnTo>
                <a:lnTo>
                  <a:pt x="8537" y="2967"/>
                </a:lnTo>
                <a:lnTo>
                  <a:pt x="8274" y="3290"/>
                </a:lnTo>
                <a:lnTo>
                  <a:pt x="8012" y="3592"/>
                </a:lnTo>
                <a:lnTo>
                  <a:pt x="7689" y="3936"/>
                </a:lnTo>
                <a:lnTo>
                  <a:pt x="7346" y="4299"/>
                </a:lnTo>
                <a:lnTo>
                  <a:pt x="6983" y="4662"/>
                </a:lnTo>
                <a:lnTo>
                  <a:pt x="6579" y="5005"/>
                </a:lnTo>
                <a:lnTo>
                  <a:pt x="6135" y="5348"/>
                </a:lnTo>
                <a:lnTo>
                  <a:pt x="5691" y="5651"/>
                </a:lnTo>
                <a:lnTo>
                  <a:pt x="5449" y="5772"/>
                </a:lnTo>
                <a:lnTo>
                  <a:pt x="5207" y="5913"/>
                </a:lnTo>
                <a:lnTo>
                  <a:pt x="4945" y="6014"/>
                </a:lnTo>
                <a:lnTo>
                  <a:pt x="4682" y="6115"/>
                </a:lnTo>
                <a:lnTo>
                  <a:pt x="4460" y="6196"/>
                </a:lnTo>
                <a:lnTo>
                  <a:pt x="4218" y="6256"/>
                </a:lnTo>
                <a:lnTo>
                  <a:pt x="3956" y="6317"/>
                </a:lnTo>
                <a:lnTo>
                  <a:pt x="3714" y="6357"/>
                </a:lnTo>
                <a:lnTo>
                  <a:pt x="3451" y="6377"/>
                </a:lnTo>
                <a:lnTo>
                  <a:pt x="2927" y="6377"/>
                </a:lnTo>
                <a:lnTo>
                  <a:pt x="2664" y="6337"/>
                </a:lnTo>
                <a:lnTo>
                  <a:pt x="2402" y="6297"/>
                </a:lnTo>
                <a:lnTo>
                  <a:pt x="2140" y="6236"/>
                </a:lnTo>
                <a:lnTo>
                  <a:pt x="1898" y="6155"/>
                </a:lnTo>
                <a:lnTo>
                  <a:pt x="1655" y="6054"/>
                </a:lnTo>
                <a:lnTo>
                  <a:pt x="1413" y="5933"/>
                </a:lnTo>
                <a:lnTo>
                  <a:pt x="1191" y="5792"/>
                </a:lnTo>
                <a:lnTo>
                  <a:pt x="969" y="5631"/>
                </a:lnTo>
                <a:lnTo>
                  <a:pt x="767" y="5429"/>
                </a:lnTo>
                <a:lnTo>
                  <a:pt x="586" y="5227"/>
                </a:lnTo>
                <a:lnTo>
                  <a:pt x="424" y="4985"/>
                </a:lnTo>
                <a:lnTo>
                  <a:pt x="303" y="4743"/>
                </a:lnTo>
                <a:lnTo>
                  <a:pt x="202" y="4501"/>
                </a:lnTo>
                <a:lnTo>
                  <a:pt x="122" y="4258"/>
                </a:lnTo>
                <a:lnTo>
                  <a:pt x="81" y="4016"/>
                </a:lnTo>
                <a:lnTo>
                  <a:pt x="81" y="3774"/>
                </a:lnTo>
                <a:lnTo>
                  <a:pt x="122" y="3532"/>
                </a:lnTo>
                <a:lnTo>
                  <a:pt x="182" y="3370"/>
                </a:lnTo>
                <a:lnTo>
                  <a:pt x="243" y="3189"/>
                </a:lnTo>
                <a:lnTo>
                  <a:pt x="344" y="3048"/>
                </a:lnTo>
                <a:lnTo>
                  <a:pt x="445" y="2906"/>
                </a:lnTo>
                <a:lnTo>
                  <a:pt x="586" y="2785"/>
                </a:lnTo>
                <a:lnTo>
                  <a:pt x="747" y="2664"/>
                </a:lnTo>
                <a:lnTo>
                  <a:pt x="909" y="2563"/>
                </a:lnTo>
                <a:lnTo>
                  <a:pt x="1111" y="2483"/>
                </a:lnTo>
                <a:lnTo>
                  <a:pt x="3310" y="1655"/>
                </a:lnTo>
                <a:lnTo>
                  <a:pt x="5530" y="868"/>
                </a:lnTo>
                <a:lnTo>
                  <a:pt x="6357" y="606"/>
                </a:lnTo>
                <a:lnTo>
                  <a:pt x="7165" y="364"/>
                </a:lnTo>
                <a:lnTo>
                  <a:pt x="7568" y="263"/>
                </a:lnTo>
                <a:lnTo>
                  <a:pt x="7972" y="182"/>
                </a:lnTo>
                <a:lnTo>
                  <a:pt x="8375" y="121"/>
                </a:lnTo>
                <a:lnTo>
                  <a:pt x="8779" y="81"/>
                </a:lnTo>
                <a:close/>
                <a:moveTo>
                  <a:pt x="8759" y="0"/>
                </a:moveTo>
                <a:lnTo>
                  <a:pt x="8355" y="41"/>
                </a:lnTo>
                <a:lnTo>
                  <a:pt x="7952" y="101"/>
                </a:lnTo>
                <a:lnTo>
                  <a:pt x="7548" y="182"/>
                </a:lnTo>
                <a:lnTo>
                  <a:pt x="7144" y="283"/>
                </a:lnTo>
                <a:lnTo>
                  <a:pt x="6337" y="525"/>
                </a:lnTo>
                <a:lnTo>
                  <a:pt x="5510" y="787"/>
                </a:lnTo>
                <a:lnTo>
                  <a:pt x="3290" y="1574"/>
                </a:lnTo>
                <a:lnTo>
                  <a:pt x="1070" y="2402"/>
                </a:lnTo>
                <a:lnTo>
                  <a:pt x="868" y="2503"/>
                </a:lnTo>
                <a:lnTo>
                  <a:pt x="687" y="2604"/>
                </a:lnTo>
                <a:lnTo>
                  <a:pt x="525" y="2725"/>
                </a:lnTo>
                <a:lnTo>
                  <a:pt x="384" y="2846"/>
                </a:lnTo>
                <a:lnTo>
                  <a:pt x="263" y="3007"/>
                </a:lnTo>
                <a:lnTo>
                  <a:pt x="182" y="3169"/>
                </a:lnTo>
                <a:lnTo>
                  <a:pt x="102" y="3330"/>
                </a:lnTo>
                <a:lnTo>
                  <a:pt x="41" y="3512"/>
                </a:lnTo>
                <a:lnTo>
                  <a:pt x="1" y="3754"/>
                </a:lnTo>
                <a:lnTo>
                  <a:pt x="1" y="4016"/>
                </a:lnTo>
                <a:lnTo>
                  <a:pt x="41" y="4279"/>
                </a:lnTo>
                <a:lnTo>
                  <a:pt x="122" y="4521"/>
                </a:lnTo>
                <a:lnTo>
                  <a:pt x="223" y="4783"/>
                </a:lnTo>
                <a:lnTo>
                  <a:pt x="364" y="5025"/>
                </a:lnTo>
                <a:lnTo>
                  <a:pt x="525" y="5267"/>
                </a:lnTo>
                <a:lnTo>
                  <a:pt x="707" y="5489"/>
                </a:lnTo>
                <a:lnTo>
                  <a:pt x="969" y="5732"/>
                </a:lnTo>
                <a:lnTo>
                  <a:pt x="1252" y="5933"/>
                </a:lnTo>
                <a:lnTo>
                  <a:pt x="1554" y="6095"/>
                </a:lnTo>
                <a:lnTo>
                  <a:pt x="1877" y="6236"/>
                </a:lnTo>
                <a:lnTo>
                  <a:pt x="2200" y="6337"/>
                </a:lnTo>
                <a:lnTo>
                  <a:pt x="2523" y="6397"/>
                </a:lnTo>
                <a:lnTo>
                  <a:pt x="2866" y="6438"/>
                </a:lnTo>
                <a:lnTo>
                  <a:pt x="3189" y="6458"/>
                </a:lnTo>
                <a:lnTo>
                  <a:pt x="3593" y="6438"/>
                </a:lnTo>
                <a:lnTo>
                  <a:pt x="3976" y="6397"/>
                </a:lnTo>
                <a:lnTo>
                  <a:pt x="4360" y="6317"/>
                </a:lnTo>
                <a:lnTo>
                  <a:pt x="4723" y="6196"/>
                </a:lnTo>
                <a:lnTo>
                  <a:pt x="4985" y="6095"/>
                </a:lnTo>
                <a:lnTo>
                  <a:pt x="5227" y="5974"/>
                </a:lnTo>
                <a:lnTo>
                  <a:pt x="5490" y="5853"/>
                </a:lnTo>
                <a:lnTo>
                  <a:pt x="5712" y="5711"/>
                </a:lnTo>
                <a:lnTo>
                  <a:pt x="6176" y="5409"/>
                </a:lnTo>
                <a:lnTo>
                  <a:pt x="6620" y="5066"/>
                </a:lnTo>
                <a:lnTo>
                  <a:pt x="7023" y="4723"/>
                </a:lnTo>
                <a:lnTo>
                  <a:pt x="7407" y="4359"/>
                </a:lnTo>
                <a:lnTo>
                  <a:pt x="7750" y="3996"/>
                </a:lnTo>
                <a:lnTo>
                  <a:pt x="8073" y="3653"/>
                </a:lnTo>
                <a:lnTo>
                  <a:pt x="8335" y="3330"/>
                </a:lnTo>
                <a:lnTo>
                  <a:pt x="8597" y="3007"/>
                </a:lnTo>
                <a:lnTo>
                  <a:pt x="8860" y="2664"/>
                </a:lnTo>
                <a:lnTo>
                  <a:pt x="9082" y="2281"/>
                </a:lnTo>
                <a:lnTo>
                  <a:pt x="9263" y="1897"/>
                </a:lnTo>
                <a:lnTo>
                  <a:pt x="9324" y="1696"/>
                </a:lnTo>
                <a:lnTo>
                  <a:pt x="9405" y="1494"/>
                </a:lnTo>
                <a:lnTo>
                  <a:pt x="9445" y="1292"/>
                </a:lnTo>
                <a:lnTo>
                  <a:pt x="9465" y="1070"/>
                </a:lnTo>
                <a:lnTo>
                  <a:pt x="9485" y="868"/>
                </a:lnTo>
                <a:lnTo>
                  <a:pt x="9465" y="646"/>
                </a:lnTo>
                <a:lnTo>
                  <a:pt x="9445" y="444"/>
                </a:lnTo>
                <a:lnTo>
                  <a:pt x="9384" y="283"/>
                </a:lnTo>
                <a:lnTo>
                  <a:pt x="9304" y="162"/>
                </a:lnTo>
                <a:lnTo>
                  <a:pt x="9183" y="61"/>
                </a:lnTo>
                <a:lnTo>
                  <a:pt x="9082" y="21"/>
                </a:lnTo>
                <a:lnTo>
                  <a:pt x="89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19"/>
          <p:cNvSpPr/>
          <p:nvPr/>
        </p:nvSpPr>
        <p:spPr>
          <a:xfrm rot="3449335">
            <a:off x="2567386" y="-287123"/>
            <a:ext cx="130932" cy="390449"/>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19"/>
          <p:cNvSpPr/>
          <p:nvPr/>
        </p:nvSpPr>
        <p:spPr>
          <a:xfrm>
            <a:off x="13470249" y="372312"/>
            <a:ext cx="206522" cy="1040271"/>
          </a:xfrm>
          <a:custGeom>
            <a:rect b="b" l="l" r="r" t="t"/>
            <a:pathLst>
              <a:path extrusionOk="0" h="18607" w="3694">
                <a:moveTo>
                  <a:pt x="2160" y="0"/>
                </a:moveTo>
                <a:lnTo>
                  <a:pt x="2099" y="61"/>
                </a:lnTo>
                <a:lnTo>
                  <a:pt x="2281" y="283"/>
                </a:lnTo>
                <a:lnTo>
                  <a:pt x="2462" y="545"/>
                </a:lnTo>
                <a:lnTo>
                  <a:pt x="2624" y="787"/>
                </a:lnTo>
                <a:lnTo>
                  <a:pt x="2765" y="1050"/>
                </a:lnTo>
                <a:lnTo>
                  <a:pt x="2886" y="1292"/>
                </a:lnTo>
                <a:lnTo>
                  <a:pt x="3007" y="1554"/>
                </a:lnTo>
                <a:lnTo>
                  <a:pt x="3209" y="2079"/>
                </a:lnTo>
                <a:lnTo>
                  <a:pt x="3350" y="2604"/>
                </a:lnTo>
                <a:lnTo>
                  <a:pt x="3471" y="3108"/>
                </a:lnTo>
                <a:lnTo>
                  <a:pt x="3532" y="3592"/>
                </a:lnTo>
                <a:lnTo>
                  <a:pt x="3572" y="4036"/>
                </a:lnTo>
                <a:lnTo>
                  <a:pt x="3613" y="4581"/>
                </a:lnTo>
                <a:lnTo>
                  <a:pt x="3613" y="5126"/>
                </a:lnTo>
                <a:lnTo>
                  <a:pt x="3592" y="5671"/>
                </a:lnTo>
                <a:lnTo>
                  <a:pt x="3552" y="6216"/>
                </a:lnTo>
                <a:lnTo>
                  <a:pt x="3431" y="7285"/>
                </a:lnTo>
                <a:lnTo>
                  <a:pt x="3290" y="8355"/>
                </a:lnTo>
                <a:lnTo>
                  <a:pt x="2684" y="12734"/>
                </a:lnTo>
                <a:lnTo>
                  <a:pt x="2604" y="13360"/>
                </a:lnTo>
                <a:lnTo>
                  <a:pt x="2503" y="14026"/>
                </a:lnTo>
                <a:lnTo>
                  <a:pt x="2361" y="14712"/>
                </a:lnTo>
                <a:lnTo>
                  <a:pt x="2281" y="15055"/>
                </a:lnTo>
                <a:lnTo>
                  <a:pt x="2180" y="15398"/>
                </a:lnTo>
                <a:lnTo>
                  <a:pt x="2059" y="15741"/>
                </a:lnTo>
                <a:lnTo>
                  <a:pt x="1938" y="16084"/>
                </a:lnTo>
                <a:lnTo>
                  <a:pt x="1796" y="16407"/>
                </a:lnTo>
                <a:lnTo>
                  <a:pt x="1635" y="16730"/>
                </a:lnTo>
                <a:lnTo>
                  <a:pt x="1453" y="17053"/>
                </a:lnTo>
                <a:lnTo>
                  <a:pt x="1252" y="17355"/>
                </a:lnTo>
                <a:lnTo>
                  <a:pt x="1030" y="17638"/>
                </a:lnTo>
                <a:lnTo>
                  <a:pt x="787" y="17900"/>
                </a:lnTo>
                <a:lnTo>
                  <a:pt x="606" y="18082"/>
                </a:lnTo>
                <a:lnTo>
                  <a:pt x="404" y="18243"/>
                </a:lnTo>
                <a:lnTo>
                  <a:pt x="202" y="18384"/>
                </a:lnTo>
                <a:lnTo>
                  <a:pt x="0" y="18526"/>
                </a:lnTo>
                <a:lnTo>
                  <a:pt x="41" y="18606"/>
                </a:lnTo>
                <a:lnTo>
                  <a:pt x="263" y="18465"/>
                </a:lnTo>
                <a:lnTo>
                  <a:pt x="465" y="18304"/>
                </a:lnTo>
                <a:lnTo>
                  <a:pt x="666" y="18142"/>
                </a:lnTo>
                <a:lnTo>
                  <a:pt x="848" y="17961"/>
                </a:lnTo>
                <a:lnTo>
                  <a:pt x="1090" y="17678"/>
                </a:lnTo>
                <a:lnTo>
                  <a:pt x="1332" y="17396"/>
                </a:lnTo>
                <a:lnTo>
                  <a:pt x="1534" y="17093"/>
                </a:lnTo>
                <a:lnTo>
                  <a:pt x="1716" y="16790"/>
                </a:lnTo>
                <a:lnTo>
                  <a:pt x="1877" y="16447"/>
                </a:lnTo>
                <a:lnTo>
                  <a:pt x="2018" y="16124"/>
                </a:lnTo>
                <a:lnTo>
                  <a:pt x="2139" y="15781"/>
                </a:lnTo>
                <a:lnTo>
                  <a:pt x="2240" y="15438"/>
                </a:lnTo>
                <a:lnTo>
                  <a:pt x="2341" y="15075"/>
                </a:lnTo>
                <a:lnTo>
                  <a:pt x="2442" y="14732"/>
                </a:lnTo>
                <a:lnTo>
                  <a:pt x="2563" y="14046"/>
                </a:lnTo>
                <a:lnTo>
                  <a:pt x="2684" y="13380"/>
                </a:lnTo>
                <a:lnTo>
                  <a:pt x="2765" y="12734"/>
                </a:lnTo>
                <a:lnTo>
                  <a:pt x="3370" y="8375"/>
                </a:lnTo>
                <a:lnTo>
                  <a:pt x="3512" y="7306"/>
                </a:lnTo>
                <a:lnTo>
                  <a:pt x="3633" y="6216"/>
                </a:lnTo>
                <a:lnTo>
                  <a:pt x="3673" y="5671"/>
                </a:lnTo>
                <a:lnTo>
                  <a:pt x="3693" y="5126"/>
                </a:lnTo>
                <a:lnTo>
                  <a:pt x="3693" y="4581"/>
                </a:lnTo>
                <a:lnTo>
                  <a:pt x="3653" y="4036"/>
                </a:lnTo>
                <a:lnTo>
                  <a:pt x="3613" y="3572"/>
                </a:lnTo>
                <a:lnTo>
                  <a:pt x="3532" y="3088"/>
                </a:lnTo>
                <a:lnTo>
                  <a:pt x="3431" y="2583"/>
                </a:lnTo>
                <a:lnTo>
                  <a:pt x="3290" y="2059"/>
                </a:lnTo>
                <a:lnTo>
                  <a:pt x="3088" y="1534"/>
                </a:lnTo>
                <a:lnTo>
                  <a:pt x="2967" y="1272"/>
                </a:lnTo>
                <a:lnTo>
                  <a:pt x="2826" y="1009"/>
                </a:lnTo>
                <a:lnTo>
                  <a:pt x="2684" y="747"/>
                </a:lnTo>
                <a:lnTo>
                  <a:pt x="2523" y="485"/>
                </a:lnTo>
                <a:lnTo>
                  <a:pt x="2341" y="243"/>
                </a:lnTo>
                <a:lnTo>
                  <a:pt x="216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19"/>
          <p:cNvSpPr/>
          <p:nvPr/>
        </p:nvSpPr>
        <p:spPr>
          <a:xfrm>
            <a:off x="8905548" y="1936013"/>
            <a:ext cx="1826666" cy="1093271"/>
          </a:xfrm>
          <a:custGeom>
            <a:rect b="b" l="l" r="r" t="t"/>
            <a:pathLst>
              <a:path extrusionOk="0" h="19555" w="32673">
                <a:moveTo>
                  <a:pt x="4340" y="81"/>
                </a:moveTo>
                <a:lnTo>
                  <a:pt x="4622" y="101"/>
                </a:lnTo>
                <a:lnTo>
                  <a:pt x="4885" y="121"/>
                </a:lnTo>
                <a:lnTo>
                  <a:pt x="5167" y="161"/>
                </a:lnTo>
                <a:lnTo>
                  <a:pt x="5450" y="222"/>
                </a:lnTo>
                <a:lnTo>
                  <a:pt x="5712" y="283"/>
                </a:lnTo>
                <a:lnTo>
                  <a:pt x="6216" y="444"/>
                </a:lnTo>
                <a:lnTo>
                  <a:pt x="6640" y="626"/>
                </a:lnTo>
                <a:lnTo>
                  <a:pt x="7003" y="787"/>
                </a:lnTo>
                <a:lnTo>
                  <a:pt x="7266" y="928"/>
                </a:lnTo>
                <a:lnTo>
                  <a:pt x="7629" y="1130"/>
                </a:lnTo>
                <a:lnTo>
                  <a:pt x="7972" y="1352"/>
                </a:lnTo>
                <a:lnTo>
                  <a:pt x="8315" y="1594"/>
                </a:lnTo>
                <a:lnTo>
                  <a:pt x="8658" y="1836"/>
                </a:lnTo>
                <a:lnTo>
                  <a:pt x="9324" y="2341"/>
                </a:lnTo>
                <a:lnTo>
                  <a:pt x="9950" y="2866"/>
                </a:lnTo>
                <a:lnTo>
                  <a:pt x="10918" y="3632"/>
                </a:lnTo>
                <a:lnTo>
                  <a:pt x="11746" y="4258"/>
                </a:lnTo>
                <a:lnTo>
                  <a:pt x="12613" y="4843"/>
                </a:lnTo>
                <a:lnTo>
                  <a:pt x="13481" y="5388"/>
                </a:lnTo>
                <a:lnTo>
                  <a:pt x="14369" y="5913"/>
                </a:lnTo>
                <a:lnTo>
                  <a:pt x="15297" y="6397"/>
                </a:lnTo>
                <a:lnTo>
                  <a:pt x="16226" y="6861"/>
                </a:lnTo>
                <a:lnTo>
                  <a:pt x="17174" y="7285"/>
                </a:lnTo>
                <a:lnTo>
                  <a:pt x="18143" y="7709"/>
                </a:lnTo>
                <a:lnTo>
                  <a:pt x="19132" y="8092"/>
                </a:lnTo>
                <a:lnTo>
                  <a:pt x="20120" y="8476"/>
                </a:lnTo>
                <a:lnTo>
                  <a:pt x="21129" y="8839"/>
                </a:lnTo>
                <a:lnTo>
                  <a:pt x="22138" y="9182"/>
                </a:lnTo>
                <a:lnTo>
                  <a:pt x="23168" y="9505"/>
                </a:lnTo>
                <a:lnTo>
                  <a:pt x="24217" y="9848"/>
                </a:lnTo>
                <a:lnTo>
                  <a:pt x="26316" y="10473"/>
                </a:lnTo>
                <a:lnTo>
                  <a:pt x="26376" y="10494"/>
                </a:lnTo>
                <a:lnTo>
                  <a:pt x="27627" y="10877"/>
                </a:lnTo>
                <a:lnTo>
                  <a:pt x="28253" y="11079"/>
                </a:lnTo>
                <a:lnTo>
                  <a:pt x="28879" y="11301"/>
                </a:lnTo>
                <a:lnTo>
                  <a:pt x="29484" y="11523"/>
                </a:lnTo>
                <a:lnTo>
                  <a:pt x="30089" y="11805"/>
                </a:lnTo>
                <a:lnTo>
                  <a:pt x="30675" y="12088"/>
                </a:lnTo>
                <a:lnTo>
                  <a:pt x="31240" y="12411"/>
                </a:lnTo>
                <a:lnTo>
                  <a:pt x="31583" y="12633"/>
                </a:lnTo>
                <a:lnTo>
                  <a:pt x="31744" y="12754"/>
                </a:lnTo>
                <a:lnTo>
                  <a:pt x="31906" y="12895"/>
                </a:lnTo>
                <a:lnTo>
                  <a:pt x="32067" y="13036"/>
                </a:lnTo>
                <a:lnTo>
                  <a:pt x="32208" y="13198"/>
                </a:lnTo>
                <a:lnTo>
                  <a:pt x="32329" y="13379"/>
                </a:lnTo>
                <a:lnTo>
                  <a:pt x="32450" y="13581"/>
                </a:lnTo>
                <a:lnTo>
                  <a:pt x="32511" y="13763"/>
                </a:lnTo>
                <a:lnTo>
                  <a:pt x="32572" y="13965"/>
                </a:lnTo>
                <a:lnTo>
                  <a:pt x="32592" y="14166"/>
                </a:lnTo>
                <a:lnTo>
                  <a:pt x="32592" y="14368"/>
                </a:lnTo>
                <a:lnTo>
                  <a:pt x="32551" y="14570"/>
                </a:lnTo>
                <a:lnTo>
                  <a:pt x="32471" y="14772"/>
                </a:lnTo>
                <a:lnTo>
                  <a:pt x="32370" y="14953"/>
                </a:lnTo>
                <a:lnTo>
                  <a:pt x="32289" y="15034"/>
                </a:lnTo>
                <a:lnTo>
                  <a:pt x="32208" y="15095"/>
                </a:lnTo>
                <a:lnTo>
                  <a:pt x="32067" y="15196"/>
                </a:lnTo>
                <a:lnTo>
                  <a:pt x="31926" y="15256"/>
                </a:lnTo>
                <a:lnTo>
                  <a:pt x="31764" y="15317"/>
                </a:lnTo>
                <a:lnTo>
                  <a:pt x="31603" y="15337"/>
                </a:lnTo>
                <a:lnTo>
                  <a:pt x="31421" y="15357"/>
                </a:lnTo>
                <a:lnTo>
                  <a:pt x="31240" y="15377"/>
                </a:lnTo>
                <a:lnTo>
                  <a:pt x="30876" y="15357"/>
                </a:lnTo>
                <a:lnTo>
                  <a:pt x="29625" y="15276"/>
                </a:lnTo>
                <a:lnTo>
                  <a:pt x="28354" y="15196"/>
                </a:lnTo>
                <a:lnTo>
                  <a:pt x="25872" y="14974"/>
                </a:lnTo>
                <a:lnTo>
                  <a:pt x="24116" y="14832"/>
                </a:lnTo>
                <a:lnTo>
                  <a:pt x="22360" y="14691"/>
                </a:lnTo>
                <a:lnTo>
                  <a:pt x="20585" y="14590"/>
                </a:lnTo>
                <a:lnTo>
                  <a:pt x="19697" y="14550"/>
                </a:lnTo>
                <a:lnTo>
                  <a:pt x="18809" y="14530"/>
                </a:lnTo>
                <a:lnTo>
                  <a:pt x="17073" y="14530"/>
                </a:lnTo>
                <a:lnTo>
                  <a:pt x="16226" y="14570"/>
                </a:lnTo>
                <a:lnTo>
                  <a:pt x="15398" y="14631"/>
                </a:lnTo>
                <a:lnTo>
                  <a:pt x="14591" y="14691"/>
                </a:lnTo>
                <a:lnTo>
                  <a:pt x="13824" y="14792"/>
                </a:lnTo>
                <a:lnTo>
                  <a:pt x="13057" y="14893"/>
                </a:lnTo>
                <a:lnTo>
                  <a:pt x="12311" y="15034"/>
                </a:lnTo>
                <a:lnTo>
                  <a:pt x="11584" y="15175"/>
                </a:lnTo>
                <a:lnTo>
                  <a:pt x="10878" y="15337"/>
                </a:lnTo>
                <a:lnTo>
                  <a:pt x="10192" y="15539"/>
                </a:lnTo>
                <a:lnTo>
                  <a:pt x="9526" y="15740"/>
                </a:lnTo>
                <a:lnTo>
                  <a:pt x="8880" y="15962"/>
                </a:lnTo>
                <a:lnTo>
                  <a:pt x="8255" y="16205"/>
                </a:lnTo>
                <a:lnTo>
                  <a:pt x="7629" y="16487"/>
                </a:lnTo>
                <a:lnTo>
                  <a:pt x="7024" y="16770"/>
                </a:lnTo>
                <a:lnTo>
                  <a:pt x="6539" y="17012"/>
                </a:lnTo>
                <a:lnTo>
                  <a:pt x="6055" y="17294"/>
                </a:lnTo>
                <a:lnTo>
                  <a:pt x="5086" y="17839"/>
                </a:lnTo>
                <a:lnTo>
                  <a:pt x="4441" y="18202"/>
                </a:lnTo>
                <a:lnTo>
                  <a:pt x="3775" y="18586"/>
                </a:lnTo>
                <a:lnTo>
                  <a:pt x="3089" y="18929"/>
                </a:lnTo>
                <a:lnTo>
                  <a:pt x="2382" y="19252"/>
                </a:lnTo>
                <a:lnTo>
                  <a:pt x="2160" y="19353"/>
                </a:lnTo>
                <a:lnTo>
                  <a:pt x="1918" y="19413"/>
                </a:lnTo>
                <a:lnTo>
                  <a:pt x="1676" y="19454"/>
                </a:lnTo>
                <a:lnTo>
                  <a:pt x="1434" y="19454"/>
                </a:lnTo>
                <a:lnTo>
                  <a:pt x="1333" y="19413"/>
                </a:lnTo>
                <a:lnTo>
                  <a:pt x="1212" y="19373"/>
                </a:lnTo>
                <a:lnTo>
                  <a:pt x="1030" y="19272"/>
                </a:lnTo>
                <a:lnTo>
                  <a:pt x="869" y="19111"/>
                </a:lnTo>
                <a:lnTo>
                  <a:pt x="748" y="18949"/>
                </a:lnTo>
                <a:lnTo>
                  <a:pt x="627" y="18788"/>
                </a:lnTo>
                <a:lnTo>
                  <a:pt x="546" y="18606"/>
                </a:lnTo>
                <a:lnTo>
                  <a:pt x="425" y="18324"/>
                </a:lnTo>
                <a:lnTo>
                  <a:pt x="324" y="18001"/>
                </a:lnTo>
                <a:lnTo>
                  <a:pt x="263" y="17678"/>
                </a:lnTo>
                <a:lnTo>
                  <a:pt x="203" y="17335"/>
                </a:lnTo>
                <a:lnTo>
                  <a:pt x="162" y="16992"/>
                </a:lnTo>
                <a:lnTo>
                  <a:pt x="122" y="16326"/>
                </a:lnTo>
                <a:lnTo>
                  <a:pt x="102" y="15660"/>
                </a:lnTo>
                <a:lnTo>
                  <a:pt x="102" y="14368"/>
                </a:lnTo>
                <a:lnTo>
                  <a:pt x="82" y="13137"/>
                </a:lnTo>
                <a:lnTo>
                  <a:pt x="102" y="11947"/>
                </a:lnTo>
                <a:lnTo>
                  <a:pt x="122" y="10756"/>
                </a:lnTo>
                <a:lnTo>
                  <a:pt x="203" y="9485"/>
                </a:lnTo>
                <a:lnTo>
                  <a:pt x="324" y="8274"/>
                </a:lnTo>
                <a:lnTo>
                  <a:pt x="405" y="7689"/>
                </a:lnTo>
                <a:lnTo>
                  <a:pt x="485" y="7124"/>
                </a:lnTo>
                <a:lnTo>
                  <a:pt x="586" y="6579"/>
                </a:lnTo>
                <a:lnTo>
                  <a:pt x="687" y="6054"/>
                </a:lnTo>
                <a:lnTo>
                  <a:pt x="808" y="5529"/>
                </a:lnTo>
                <a:lnTo>
                  <a:pt x="929" y="5025"/>
                </a:lnTo>
                <a:lnTo>
                  <a:pt x="1071" y="4541"/>
                </a:lnTo>
                <a:lnTo>
                  <a:pt x="1232" y="4056"/>
                </a:lnTo>
                <a:lnTo>
                  <a:pt x="1393" y="3592"/>
                </a:lnTo>
                <a:lnTo>
                  <a:pt x="1555" y="3128"/>
                </a:lnTo>
                <a:lnTo>
                  <a:pt x="1736" y="2684"/>
                </a:lnTo>
                <a:lnTo>
                  <a:pt x="1938" y="2260"/>
                </a:lnTo>
                <a:lnTo>
                  <a:pt x="2039" y="2038"/>
                </a:lnTo>
                <a:lnTo>
                  <a:pt x="2301" y="1493"/>
                </a:lnTo>
                <a:lnTo>
                  <a:pt x="2463" y="1231"/>
                </a:lnTo>
                <a:lnTo>
                  <a:pt x="2624" y="969"/>
                </a:lnTo>
                <a:lnTo>
                  <a:pt x="2806" y="727"/>
                </a:lnTo>
                <a:lnTo>
                  <a:pt x="3008" y="525"/>
                </a:lnTo>
                <a:lnTo>
                  <a:pt x="3129" y="444"/>
                </a:lnTo>
                <a:lnTo>
                  <a:pt x="3250" y="363"/>
                </a:lnTo>
                <a:lnTo>
                  <a:pt x="3391" y="283"/>
                </a:lnTo>
                <a:lnTo>
                  <a:pt x="3532" y="222"/>
                </a:lnTo>
                <a:lnTo>
                  <a:pt x="3795" y="161"/>
                </a:lnTo>
                <a:lnTo>
                  <a:pt x="4057" y="101"/>
                </a:lnTo>
                <a:lnTo>
                  <a:pt x="4340" y="81"/>
                </a:lnTo>
                <a:close/>
                <a:moveTo>
                  <a:pt x="4360" y="0"/>
                </a:moveTo>
                <a:lnTo>
                  <a:pt x="3997" y="40"/>
                </a:lnTo>
                <a:lnTo>
                  <a:pt x="3714" y="81"/>
                </a:lnTo>
                <a:lnTo>
                  <a:pt x="3492" y="161"/>
                </a:lnTo>
                <a:lnTo>
                  <a:pt x="3351" y="222"/>
                </a:lnTo>
                <a:lnTo>
                  <a:pt x="3210" y="283"/>
                </a:lnTo>
                <a:lnTo>
                  <a:pt x="3089" y="363"/>
                </a:lnTo>
                <a:lnTo>
                  <a:pt x="2967" y="464"/>
                </a:lnTo>
                <a:lnTo>
                  <a:pt x="2745" y="666"/>
                </a:lnTo>
                <a:lnTo>
                  <a:pt x="2564" y="908"/>
                </a:lnTo>
                <a:lnTo>
                  <a:pt x="2382" y="1170"/>
                </a:lnTo>
                <a:lnTo>
                  <a:pt x="2241" y="1453"/>
                </a:lnTo>
                <a:lnTo>
                  <a:pt x="1958" y="2018"/>
                </a:lnTo>
                <a:lnTo>
                  <a:pt x="1878" y="2220"/>
                </a:lnTo>
                <a:lnTo>
                  <a:pt x="1676" y="2664"/>
                </a:lnTo>
                <a:lnTo>
                  <a:pt x="1494" y="3108"/>
                </a:lnTo>
                <a:lnTo>
                  <a:pt x="1313" y="3552"/>
                </a:lnTo>
                <a:lnTo>
                  <a:pt x="1151" y="4036"/>
                </a:lnTo>
                <a:lnTo>
                  <a:pt x="990" y="4500"/>
                </a:lnTo>
                <a:lnTo>
                  <a:pt x="849" y="5005"/>
                </a:lnTo>
                <a:lnTo>
                  <a:pt x="727" y="5509"/>
                </a:lnTo>
                <a:lnTo>
                  <a:pt x="606" y="6034"/>
                </a:lnTo>
                <a:lnTo>
                  <a:pt x="505" y="6559"/>
                </a:lnTo>
                <a:lnTo>
                  <a:pt x="405" y="7103"/>
                </a:lnTo>
                <a:lnTo>
                  <a:pt x="324" y="7668"/>
                </a:lnTo>
                <a:lnTo>
                  <a:pt x="243" y="8254"/>
                </a:lnTo>
                <a:lnTo>
                  <a:pt x="122" y="9464"/>
                </a:lnTo>
                <a:lnTo>
                  <a:pt x="41" y="10756"/>
                </a:lnTo>
                <a:lnTo>
                  <a:pt x="21" y="11947"/>
                </a:lnTo>
                <a:lnTo>
                  <a:pt x="1" y="13137"/>
                </a:lnTo>
                <a:lnTo>
                  <a:pt x="21" y="14368"/>
                </a:lnTo>
                <a:lnTo>
                  <a:pt x="21" y="15660"/>
                </a:lnTo>
                <a:lnTo>
                  <a:pt x="41" y="16326"/>
                </a:lnTo>
                <a:lnTo>
                  <a:pt x="82" y="17012"/>
                </a:lnTo>
                <a:lnTo>
                  <a:pt x="122" y="17355"/>
                </a:lnTo>
                <a:lnTo>
                  <a:pt x="183" y="17678"/>
                </a:lnTo>
                <a:lnTo>
                  <a:pt x="263" y="18021"/>
                </a:lnTo>
                <a:lnTo>
                  <a:pt x="344" y="18344"/>
                </a:lnTo>
                <a:lnTo>
                  <a:pt x="405" y="18505"/>
                </a:lnTo>
                <a:lnTo>
                  <a:pt x="485" y="18687"/>
                </a:lnTo>
                <a:lnTo>
                  <a:pt x="586" y="18868"/>
                </a:lnTo>
                <a:lnTo>
                  <a:pt x="707" y="19030"/>
                </a:lnTo>
                <a:lnTo>
                  <a:pt x="849" y="19211"/>
                </a:lnTo>
                <a:lnTo>
                  <a:pt x="1010" y="19353"/>
                </a:lnTo>
                <a:lnTo>
                  <a:pt x="1192" y="19454"/>
                </a:lnTo>
                <a:lnTo>
                  <a:pt x="1313" y="19494"/>
                </a:lnTo>
                <a:lnTo>
                  <a:pt x="1414" y="19534"/>
                </a:lnTo>
                <a:lnTo>
                  <a:pt x="1615" y="19555"/>
                </a:lnTo>
                <a:lnTo>
                  <a:pt x="1817" y="19534"/>
                </a:lnTo>
                <a:lnTo>
                  <a:pt x="2039" y="19474"/>
                </a:lnTo>
                <a:lnTo>
                  <a:pt x="2241" y="19413"/>
                </a:lnTo>
                <a:lnTo>
                  <a:pt x="2423" y="19333"/>
                </a:lnTo>
                <a:lnTo>
                  <a:pt x="3129" y="19010"/>
                </a:lnTo>
                <a:lnTo>
                  <a:pt x="3795" y="18646"/>
                </a:lnTo>
                <a:lnTo>
                  <a:pt x="4481" y="18283"/>
                </a:lnTo>
                <a:lnTo>
                  <a:pt x="5127" y="17900"/>
                </a:lnTo>
                <a:lnTo>
                  <a:pt x="6095" y="17355"/>
                </a:lnTo>
                <a:lnTo>
                  <a:pt x="6580" y="17093"/>
                </a:lnTo>
                <a:lnTo>
                  <a:pt x="7064" y="16830"/>
                </a:lnTo>
                <a:lnTo>
                  <a:pt x="7669" y="16548"/>
                </a:lnTo>
                <a:lnTo>
                  <a:pt x="8275" y="16285"/>
                </a:lnTo>
                <a:lnTo>
                  <a:pt x="8900" y="16043"/>
                </a:lnTo>
                <a:lnTo>
                  <a:pt x="9566" y="15821"/>
                </a:lnTo>
                <a:lnTo>
                  <a:pt x="10232" y="15619"/>
                </a:lnTo>
                <a:lnTo>
                  <a:pt x="10898" y="15418"/>
                </a:lnTo>
                <a:lnTo>
                  <a:pt x="11604" y="15256"/>
                </a:lnTo>
                <a:lnTo>
                  <a:pt x="12331" y="15115"/>
                </a:lnTo>
                <a:lnTo>
                  <a:pt x="13078" y="14974"/>
                </a:lnTo>
                <a:lnTo>
                  <a:pt x="13824" y="14873"/>
                </a:lnTo>
                <a:lnTo>
                  <a:pt x="14611" y="14772"/>
                </a:lnTo>
                <a:lnTo>
                  <a:pt x="15419" y="14711"/>
                </a:lnTo>
                <a:lnTo>
                  <a:pt x="16226" y="14651"/>
                </a:lnTo>
                <a:lnTo>
                  <a:pt x="17073" y="14610"/>
                </a:lnTo>
                <a:lnTo>
                  <a:pt x="18809" y="14610"/>
                </a:lnTo>
                <a:lnTo>
                  <a:pt x="19697" y="14631"/>
                </a:lnTo>
                <a:lnTo>
                  <a:pt x="20585" y="14671"/>
                </a:lnTo>
                <a:lnTo>
                  <a:pt x="22360" y="14772"/>
                </a:lnTo>
                <a:lnTo>
                  <a:pt x="24116" y="14913"/>
                </a:lnTo>
                <a:lnTo>
                  <a:pt x="25852" y="15054"/>
                </a:lnTo>
                <a:lnTo>
                  <a:pt x="28354" y="15276"/>
                </a:lnTo>
                <a:lnTo>
                  <a:pt x="29605" y="15357"/>
                </a:lnTo>
                <a:lnTo>
                  <a:pt x="30876" y="15438"/>
                </a:lnTo>
                <a:lnTo>
                  <a:pt x="31240" y="15458"/>
                </a:lnTo>
                <a:lnTo>
                  <a:pt x="31441" y="15438"/>
                </a:lnTo>
                <a:lnTo>
                  <a:pt x="31623" y="15418"/>
                </a:lnTo>
                <a:lnTo>
                  <a:pt x="31785" y="15397"/>
                </a:lnTo>
                <a:lnTo>
                  <a:pt x="31966" y="15337"/>
                </a:lnTo>
                <a:lnTo>
                  <a:pt x="32128" y="15256"/>
                </a:lnTo>
                <a:lnTo>
                  <a:pt x="32269" y="15155"/>
                </a:lnTo>
                <a:lnTo>
                  <a:pt x="32350" y="15075"/>
                </a:lnTo>
                <a:lnTo>
                  <a:pt x="32430" y="14994"/>
                </a:lnTo>
                <a:lnTo>
                  <a:pt x="32551" y="14812"/>
                </a:lnTo>
                <a:lnTo>
                  <a:pt x="32612" y="14610"/>
                </a:lnTo>
                <a:lnTo>
                  <a:pt x="32672" y="14388"/>
                </a:lnTo>
                <a:lnTo>
                  <a:pt x="32672" y="14166"/>
                </a:lnTo>
                <a:lnTo>
                  <a:pt x="32652" y="13944"/>
                </a:lnTo>
                <a:lnTo>
                  <a:pt x="32592" y="13743"/>
                </a:lnTo>
                <a:lnTo>
                  <a:pt x="32511" y="13541"/>
                </a:lnTo>
                <a:lnTo>
                  <a:pt x="32410" y="13339"/>
                </a:lnTo>
                <a:lnTo>
                  <a:pt x="32269" y="13157"/>
                </a:lnTo>
                <a:lnTo>
                  <a:pt x="32128" y="12996"/>
                </a:lnTo>
                <a:lnTo>
                  <a:pt x="31966" y="12835"/>
                </a:lnTo>
                <a:lnTo>
                  <a:pt x="31805" y="12693"/>
                </a:lnTo>
                <a:lnTo>
                  <a:pt x="31623" y="12572"/>
                </a:lnTo>
                <a:lnTo>
                  <a:pt x="31280" y="12350"/>
                </a:lnTo>
                <a:lnTo>
                  <a:pt x="30715" y="12027"/>
                </a:lnTo>
                <a:lnTo>
                  <a:pt x="30130" y="11725"/>
                </a:lnTo>
                <a:lnTo>
                  <a:pt x="29524" y="11462"/>
                </a:lnTo>
                <a:lnTo>
                  <a:pt x="28919" y="11220"/>
                </a:lnTo>
                <a:lnTo>
                  <a:pt x="28293" y="10998"/>
                </a:lnTo>
                <a:lnTo>
                  <a:pt x="27648" y="10796"/>
                </a:lnTo>
                <a:lnTo>
                  <a:pt x="26396" y="10413"/>
                </a:lnTo>
                <a:lnTo>
                  <a:pt x="26336" y="10393"/>
                </a:lnTo>
                <a:lnTo>
                  <a:pt x="24237" y="9767"/>
                </a:lnTo>
                <a:lnTo>
                  <a:pt x="23208" y="9444"/>
                </a:lnTo>
                <a:lnTo>
                  <a:pt x="22179" y="9101"/>
                </a:lnTo>
                <a:lnTo>
                  <a:pt x="21170" y="8758"/>
                </a:lnTo>
                <a:lnTo>
                  <a:pt x="20161" y="8395"/>
                </a:lnTo>
                <a:lnTo>
                  <a:pt x="19152" y="8032"/>
                </a:lnTo>
                <a:lnTo>
                  <a:pt x="18183" y="7628"/>
                </a:lnTo>
                <a:lnTo>
                  <a:pt x="17215" y="7224"/>
                </a:lnTo>
                <a:lnTo>
                  <a:pt x="16266" y="6781"/>
                </a:lnTo>
                <a:lnTo>
                  <a:pt x="15338" y="6316"/>
                </a:lnTo>
                <a:lnTo>
                  <a:pt x="14410" y="5832"/>
                </a:lnTo>
                <a:lnTo>
                  <a:pt x="13522" y="5328"/>
                </a:lnTo>
                <a:lnTo>
                  <a:pt x="12654" y="4783"/>
                </a:lnTo>
                <a:lnTo>
                  <a:pt x="11806" y="4197"/>
                </a:lnTo>
                <a:lnTo>
                  <a:pt x="10979" y="3572"/>
                </a:lnTo>
                <a:lnTo>
                  <a:pt x="10010" y="2805"/>
                </a:lnTo>
                <a:lnTo>
                  <a:pt x="9365" y="2280"/>
                </a:lnTo>
                <a:lnTo>
                  <a:pt x="8699" y="1776"/>
                </a:lnTo>
                <a:lnTo>
                  <a:pt x="8356" y="1514"/>
                </a:lnTo>
                <a:lnTo>
                  <a:pt x="8012" y="1292"/>
                </a:lnTo>
                <a:lnTo>
                  <a:pt x="7669" y="1070"/>
                </a:lnTo>
                <a:lnTo>
                  <a:pt x="7306" y="848"/>
                </a:lnTo>
                <a:lnTo>
                  <a:pt x="6923" y="666"/>
                </a:lnTo>
                <a:lnTo>
                  <a:pt x="6559" y="505"/>
                </a:lnTo>
                <a:lnTo>
                  <a:pt x="6216" y="363"/>
                </a:lnTo>
                <a:lnTo>
                  <a:pt x="5894" y="242"/>
                </a:lnTo>
                <a:lnTo>
                  <a:pt x="5591" y="161"/>
                </a:lnTo>
                <a:lnTo>
                  <a:pt x="5308" y="101"/>
                </a:lnTo>
                <a:lnTo>
                  <a:pt x="5046" y="61"/>
                </a:lnTo>
                <a:lnTo>
                  <a:pt x="4804" y="20"/>
                </a:lnTo>
                <a:lnTo>
                  <a:pt x="45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19"/>
          <p:cNvSpPr/>
          <p:nvPr/>
        </p:nvSpPr>
        <p:spPr>
          <a:xfrm>
            <a:off x="9054482" y="2190947"/>
            <a:ext cx="794334" cy="541632"/>
          </a:xfrm>
          <a:custGeom>
            <a:rect b="b" l="l" r="r" t="t"/>
            <a:pathLst>
              <a:path extrusionOk="0" h="9688" w="14208">
                <a:moveTo>
                  <a:pt x="2765" y="81"/>
                </a:moveTo>
                <a:lnTo>
                  <a:pt x="2967" y="142"/>
                </a:lnTo>
                <a:lnTo>
                  <a:pt x="3189" y="223"/>
                </a:lnTo>
                <a:lnTo>
                  <a:pt x="3431" y="324"/>
                </a:lnTo>
                <a:lnTo>
                  <a:pt x="3694" y="465"/>
                </a:lnTo>
                <a:lnTo>
                  <a:pt x="3956" y="626"/>
                </a:lnTo>
                <a:lnTo>
                  <a:pt x="4218" y="828"/>
                </a:lnTo>
                <a:lnTo>
                  <a:pt x="4501" y="1070"/>
                </a:lnTo>
                <a:lnTo>
                  <a:pt x="5005" y="1474"/>
                </a:lnTo>
                <a:lnTo>
                  <a:pt x="5510" y="1837"/>
                </a:lnTo>
                <a:lnTo>
                  <a:pt x="6055" y="2200"/>
                </a:lnTo>
                <a:lnTo>
                  <a:pt x="6600" y="2523"/>
                </a:lnTo>
                <a:lnTo>
                  <a:pt x="7165" y="2826"/>
                </a:lnTo>
                <a:lnTo>
                  <a:pt x="7750" y="3088"/>
                </a:lnTo>
                <a:lnTo>
                  <a:pt x="8335" y="3330"/>
                </a:lnTo>
                <a:lnTo>
                  <a:pt x="8940" y="3532"/>
                </a:lnTo>
                <a:lnTo>
                  <a:pt x="9566" y="3714"/>
                </a:lnTo>
                <a:lnTo>
                  <a:pt x="10171" y="3895"/>
                </a:lnTo>
                <a:lnTo>
                  <a:pt x="11140" y="4158"/>
                </a:lnTo>
                <a:lnTo>
                  <a:pt x="11624" y="4319"/>
                </a:lnTo>
                <a:lnTo>
                  <a:pt x="12089" y="4481"/>
                </a:lnTo>
                <a:lnTo>
                  <a:pt x="12533" y="4683"/>
                </a:lnTo>
                <a:lnTo>
                  <a:pt x="12956" y="4904"/>
                </a:lnTo>
                <a:lnTo>
                  <a:pt x="13178" y="5046"/>
                </a:lnTo>
                <a:lnTo>
                  <a:pt x="13380" y="5167"/>
                </a:lnTo>
                <a:lnTo>
                  <a:pt x="13562" y="5328"/>
                </a:lnTo>
                <a:lnTo>
                  <a:pt x="13764" y="5490"/>
                </a:lnTo>
                <a:lnTo>
                  <a:pt x="13945" y="5671"/>
                </a:lnTo>
                <a:lnTo>
                  <a:pt x="14066" y="5853"/>
                </a:lnTo>
                <a:lnTo>
                  <a:pt x="14086" y="5934"/>
                </a:lnTo>
                <a:lnTo>
                  <a:pt x="14127" y="6014"/>
                </a:lnTo>
                <a:lnTo>
                  <a:pt x="14127" y="6095"/>
                </a:lnTo>
                <a:lnTo>
                  <a:pt x="14127" y="6176"/>
                </a:lnTo>
                <a:lnTo>
                  <a:pt x="14086" y="6317"/>
                </a:lnTo>
                <a:lnTo>
                  <a:pt x="14006" y="6458"/>
                </a:lnTo>
                <a:lnTo>
                  <a:pt x="13864" y="6579"/>
                </a:lnTo>
                <a:lnTo>
                  <a:pt x="13683" y="6721"/>
                </a:lnTo>
                <a:lnTo>
                  <a:pt x="13461" y="6842"/>
                </a:lnTo>
                <a:lnTo>
                  <a:pt x="13239" y="6963"/>
                </a:lnTo>
                <a:lnTo>
                  <a:pt x="12997" y="7064"/>
                </a:lnTo>
                <a:lnTo>
                  <a:pt x="12755" y="7165"/>
                </a:lnTo>
                <a:lnTo>
                  <a:pt x="12512" y="7225"/>
                </a:lnTo>
                <a:lnTo>
                  <a:pt x="12270" y="7286"/>
                </a:lnTo>
                <a:lnTo>
                  <a:pt x="11766" y="7387"/>
                </a:lnTo>
                <a:lnTo>
                  <a:pt x="11261" y="7447"/>
                </a:lnTo>
                <a:lnTo>
                  <a:pt x="10716" y="7467"/>
                </a:lnTo>
                <a:lnTo>
                  <a:pt x="9647" y="7488"/>
                </a:lnTo>
                <a:lnTo>
                  <a:pt x="8940" y="7508"/>
                </a:lnTo>
                <a:lnTo>
                  <a:pt x="8234" y="7528"/>
                </a:lnTo>
                <a:lnTo>
                  <a:pt x="7891" y="7548"/>
                </a:lnTo>
                <a:lnTo>
                  <a:pt x="7548" y="7588"/>
                </a:lnTo>
                <a:lnTo>
                  <a:pt x="7205" y="7649"/>
                </a:lnTo>
                <a:lnTo>
                  <a:pt x="6862" y="7710"/>
                </a:lnTo>
                <a:lnTo>
                  <a:pt x="6559" y="7790"/>
                </a:lnTo>
                <a:lnTo>
                  <a:pt x="6236" y="7891"/>
                </a:lnTo>
                <a:lnTo>
                  <a:pt x="5651" y="8113"/>
                </a:lnTo>
                <a:lnTo>
                  <a:pt x="5066" y="8375"/>
                </a:lnTo>
                <a:lnTo>
                  <a:pt x="4501" y="8658"/>
                </a:lnTo>
                <a:lnTo>
                  <a:pt x="3653" y="9041"/>
                </a:lnTo>
                <a:lnTo>
                  <a:pt x="3209" y="9223"/>
                </a:lnTo>
                <a:lnTo>
                  <a:pt x="2786" y="9384"/>
                </a:lnTo>
                <a:lnTo>
                  <a:pt x="2483" y="9485"/>
                </a:lnTo>
                <a:lnTo>
                  <a:pt x="2221" y="9546"/>
                </a:lnTo>
                <a:lnTo>
                  <a:pt x="1978" y="9586"/>
                </a:lnTo>
                <a:lnTo>
                  <a:pt x="1756" y="9606"/>
                </a:lnTo>
                <a:lnTo>
                  <a:pt x="1555" y="9606"/>
                </a:lnTo>
                <a:lnTo>
                  <a:pt x="1373" y="9586"/>
                </a:lnTo>
                <a:lnTo>
                  <a:pt x="1212" y="9566"/>
                </a:lnTo>
                <a:lnTo>
                  <a:pt x="1070" y="9526"/>
                </a:lnTo>
                <a:lnTo>
                  <a:pt x="929" y="9465"/>
                </a:lnTo>
                <a:lnTo>
                  <a:pt x="808" y="9405"/>
                </a:lnTo>
                <a:lnTo>
                  <a:pt x="626" y="9284"/>
                </a:lnTo>
                <a:lnTo>
                  <a:pt x="485" y="9162"/>
                </a:lnTo>
                <a:lnTo>
                  <a:pt x="404" y="9082"/>
                </a:lnTo>
                <a:lnTo>
                  <a:pt x="303" y="8920"/>
                </a:lnTo>
                <a:lnTo>
                  <a:pt x="243" y="8759"/>
                </a:lnTo>
                <a:lnTo>
                  <a:pt x="182" y="8597"/>
                </a:lnTo>
                <a:lnTo>
                  <a:pt x="142" y="8436"/>
                </a:lnTo>
                <a:lnTo>
                  <a:pt x="102" y="8073"/>
                </a:lnTo>
                <a:lnTo>
                  <a:pt x="81" y="7730"/>
                </a:lnTo>
                <a:lnTo>
                  <a:pt x="102" y="6983"/>
                </a:lnTo>
                <a:lnTo>
                  <a:pt x="142" y="6236"/>
                </a:lnTo>
                <a:lnTo>
                  <a:pt x="243" y="5470"/>
                </a:lnTo>
                <a:lnTo>
                  <a:pt x="364" y="4703"/>
                </a:lnTo>
                <a:lnTo>
                  <a:pt x="525" y="3895"/>
                </a:lnTo>
                <a:lnTo>
                  <a:pt x="727" y="3068"/>
                </a:lnTo>
                <a:lnTo>
                  <a:pt x="990" y="2200"/>
                </a:lnTo>
                <a:lnTo>
                  <a:pt x="1272" y="1292"/>
                </a:lnTo>
                <a:lnTo>
                  <a:pt x="1373" y="1050"/>
                </a:lnTo>
                <a:lnTo>
                  <a:pt x="1454" y="848"/>
                </a:lnTo>
                <a:lnTo>
                  <a:pt x="1575" y="667"/>
                </a:lnTo>
                <a:lnTo>
                  <a:pt x="1696" y="505"/>
                </a:lnTo>
                <a:lnTo>
                  <a:pt x="1817" y="364"/>
                </a:lnTo>
                <a:lnTo>
                  <a:pt x="1958" y="263"/>
                </a:lnTo>
                <a:lnTo>
                  <a:pt x="2099" y="162"/>
                </a:lnTo>
                <a:lnTo>
                  <a:pt x="2261" y="122"/>
                </a:lnTo>
                <a:lnTo>
                  <a:pt x="2402" y="81"/>
                </a:lnTo>
                <a:close/>
                <a:moveTo>
                  <a:pt x="2463" y="1"/>
                </a:moveTo>
                <a:lnTo>
                  <a:pt x="2241" y="41"/>
                </a:lnTo>
                <a:lnTo>
                  <a:pt x="2079" y="102"/>
                </a:lnTo>
                <a:lnTo>
                  <a:pt x="1918" y="182"/>
                </a:lnTo>
                <a:lnTo>
                  <a:pt x="1777" y="303"/>
                </a:lnTo>
                <a:lnTo>
                  <a:pt x="1635" y="445"/>
                </a:lnTo>
                <a:lnTo>
                  <a:pt x="1514" y="606"/>
                </a:lnTo>
                <a:lnTo>
                  <a:pt x="1393" y="808"/>
                </a:lnTo>
                <a:lnTo>
                  <a:pt x="1292" y="1030"/>
                </a:lnTo>
                <a:lnTo>
                  <a:pt x="1191" y="1272"/>
                </a:lnTo>
                <a:lnTo>
                  <a:pt x="909" y="2180"/>
                </a:lnTo>
                <a:lnTo>
                  <a:pt x="646" y="3048"/>
                </a:lnTo>
                <a:lnTo>
                  <a:pt x="445" y="3875"/>
                </a:lnTo>
                <a:lnTo>
                  <a:pt x="283" y="4683"/>
                </a:lnTo>
                <a:lnTo>
                  <a:pt x="162" y="5470"/>
                </a:lnTo>
                <a:lnTo>
                  <a:pt x="61" y="6236"/>
                </a:lnTo>
                <a:lnTo>
                  <a:pt x="21" y="6983"/>
                </a:lnTo>
                <a:lnTo>
                  <a:pt x="1" y="7730"/>
                </a:lnTo>
                <a:lnTo>
                  <a:pt x="21" y="8093"/>
                </a:lnTo>
                <a:lnTo>
                  <a:pt x="41" y="8275"/>
                </a:lnTo>
                <a:lnTo>
                  <a:pt x="61" y="8456"/>
                </a:lnTo>
                <a:lnTo>
                  <a:pt x="102" y="8638"/>
                </a:lnTo>
                <a:lnTo>
                  <a:pt x="162" y="8799"/>
                </a:lnTo>
                <a:lnTo>
                  <a:pt x="243" y="8961"/>
                </a:lnTo>
                <a:lnTo>
                  <a:pt x="344" y="9122"/>
                </a:lnTo>
                <a:lnTo>
                  <a:pt x="465" y="9263"/>
                </a:lnTo>
                <a:lnTo>
                  <a:pt x="606" y="9384"/>
                </a:lnTo>
                <a:lnTo>
                  <a:pt x="768" y="9485"/>
                </a:lnTo>
                <a:lnTo>
                  <a:pt x="929" y="9566"/>
                </a:lnTo>
                <a:lnTo>
                  <a:pt x="1111" y="9627"/>
                </a:lnTo>
                <a:lnTo>
                  <a:pt x="1272" y="9647"/>
                </a:lnTo>
                <a:lnTo>
                  <a:pt x="1454" y="9667"/>
                </a:lnTo>
                <a:lnTo>
                  <a:pt x="1635" y="9687"/>
                </a:lnTo>
                <a:lnTo>
                  <a:pt x="1999" y="9667"/>
                </a:lnTo>
                <a:lnTo>
                  <a:pt x="2321" y="9606"/>
                </a:lnTo>
                <a:lnTo>
                  <a:pt x="2604" y="9526"/>
                </a:lnTo>
                <a:lnTo>
                  <a:pt x="2806" y="9465"/>
                </a:lnTo>
                <a:lnTo>
                  <a:pt x="3250" y="9304"/>
                </a:lnTo>
                <a:lnTo>
                  <a:pt x="3673" y="9122"/>
                </a:lnTo>
                <a:lnTo>
                  <a:pt x="4521" y="8719"/>
                </a:lnTo>
                <a:lnTo>
                  <a:pt x="5106" y="8456"/>
                </a:lnTo>
                <a:lnTo>
                  <a:pt x="5671" y="8194"/>
                </a:lnTo>
                <a:lnTo>
                  <a:pt x="6277" y="7972"/>
                </a:lnTo>
                <a:lnTo>
                  <a:pt x="6579" y="7871"/>
                </a:lnTo>
                <a:lnTo>
                  <a:pt x="6882" y="7790"/>
                </a:lnTo>
                <a:lnTo>
                  <a:pt x="7205" y="7730"/>
                </a:lnTo>
                <a:lnTo>
                  <a:pt x="7548" y="7669"/>
                </a:lnTo>
                <a:lnTo>
                  <a:pt x="7891" y="7629"/>
                </a:lnTo>
                <a:lnTo>
                  <a:pt x="8254" y="7609"/>
                </a:lnTo>
                <a:lnTo>
                  <a:pt x="8940" y="7588"/>
                </a:lnTo>
                <a:lnTo>
                  <a:pt x="9647" y="7568"/>
                </a:lnTo>
                <a:lnTo>
                  <a:pt x="10716" y="7548"/>
                </a:lnTo>
                <a:lnTo>
                  <a:pt x="11241" y="7528"/>
                </a:lnTo>
                <a:lnTo>
                  <a:pt x="11766" y="7467"/>
                </a:lnTo>
                <a:lnTo>
                  <a:pt x="12290" y="7366"/>
                </a:lnTo>
                <a:lnTo>
                  <a:pt x="12533" y="7306"/>
                </a:lnTo>
                <a:lnTo>
                  <a:pt x="12775" y="7225"/>
                </a:lnTo>
                <a:lnTo>
                  <a:pt x="13037" y="7144"/>
                </a:lnTo>
                <a:lnTo>
                  <a:pt x="13259" y="7044"/>
                </a:lnTo>
                <a:lnTo>
                  <a:pt x="13501" y="6922"/>
                </a:lnTo>
                <a:lnTo>
                  <a:pt x="13723" y="6781"/>
                </a:lnTo>
                <a:lnTo>
                  <a:pt x="13885" y="6680"/>
                </a:lnTo>
                <a:lnTo>
                  <a:pt x="14026" y="6559"/>
                </a:lnTo>
                <a:lnTo>
                  <a:pt x="14086" y="6479"/>
                </a:lnTo>
                <a:lnTo>
                  <a:pt x="14147" y="6398"/>
                </a:lnTo>
                <a:lnTo>
                  <a:pt x="14187" y="6297"/>
                </a:lnTo>
                <a:lnTo>
                  <a:pt x="14207" y="6196"/>
                </a:lnTo>
                <a:lnTo>
                  <a:pt x="14207" y="6095"/>
                </a:lnTo>
                <a:lnTo>
                  <a:pt x="14207" y="6014"/>
                </a:lnTo>
                <a:lnTo>
                  <a:pt x="14167" y="5913"/>
                </a:lnTo>
                <a:lnTo>
                  <a:pt x="14127" y="5813"/>
                </a:lnTo>
                <a:lnTo>
                  <a:pt x="14086" y="5712"/>
                </a:lnTo>
                <a:lnTo>
                  <a:pt x="14006" y="5631"/>
                </a:lnTo>
                <a:lnTo>
                  <a:pt x="13804" y="5429"/>
                </a:lnTo>
                <a:lnTo>
                  <a:pt x="13622" y="5268"/>
                </a:lnTo>
                <a:lnTo>
                  <a:pt x="13420" y="5106"/>
                </a:lnTo>
                <a:lnTo>
                  <a:pt x="13219" y="4965"/>
                </a:lnTo>
                <a:lnTo>
                  <a:pt x="13017" y="4844"/>
                </a:lnTo>
                <a:lnTo>
                  <a:pt x="12573" y="4602"/>
                </a:lnTo>
                <a:lnTo>
                  <a:pt x="12109" y="4420"/>
                </a:lnTo>
                <a:lnTo>
                  <a:pt x="11645" y="4239"/>
                </a:lnTo>
                <a:lnTo>
                  <a:pt x="11160" y="4077"/>
                </a:lnTo>
                <a:lnTo>
                  <a:pt x="10192" y="3815"/>
                </a:lnTo>
                <a:lnTo>
                  <a:pt x="9586" y="3653"/>
                </a:lnTo>
                <a:lnTo>
                  <a:pt x="8961" y="3452"/>
                </a:lnTo>
                <a:lnTo>
                  <a:pt x="8375" y="3250"/>
                </a:lnTo>
                <a:lnTo>
                  <a:pt x="7770" y="3008"/>
                </a:lnTo>
                <a:lnTo>
                  <a:pt x="7205" y="2745"/>
                </a:lnTo>
                <a:lnTo>
                  <a:pt x="6640" y="2443"/>
                </a:lnTo>
                <a:lnTo>
                  <a:pt x="6095" y="2120"/>
                </a:lnTo>
                <a:lnTo>
                  <a:pt x="5570" y="1777"/>
                </a:lnTo>
                <a:lnTo>
                  <a:pt x="5046" y="1413"/>
                </a:lnTo>
                <a:lnTo>
                  <a:pt x="4561" y="1010"/>
                </a:lnTo>
                <a:lnTo>
                  <a:pt x="4218" y="727"/>
                </a:lnTo>
                <a:lnTo>
                  <a:pt x="3875" y="485"/>
                </a:lnTo>
                <a:lnTo>
                  <a:pt x="3573" y="303"/>
                </a:lnTo>
                <a:lnTo>
                  <a:pt x="3270" y="162"/>
                </a:lnTo>
                <a:lnTo>
                  <a:pt x="2987" y="61"/>
                </a:lnTo>
                <a:lnTo>
                  <a:pt x="27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19"/>
          <p:cNvSpPr/>
          <p:nvPr/>
        </p:nvSpPr>
        <p:spPr>
          <a:xfrm>
            <a:off x="8006405" y="3940817"/>
            <a:ext cx="152348" cy="92527"/>
          </a:xfrm>
          <a:custGeom>
            <a:rect b="b" l="l" r="r" t="t"/>
            <a:pathLst>
              <a:path extrusionOk="0" h="1655" w="2725">
                <a:moveTo>
                  <a:pt x="2099" y="81"/>
                </a:moveTo>
                <a:lnTo>
                  <a:pt x="2240" y="101"/>
                </a:lnTo>
                <a:lnTo>
                  <a:pt x="2382" y="121"/>
                </a:lnTo>
                <a:lnTo>
                  <a:pt x="2483" y="182"/>
                </a:lnTo>
                <a:lnTo>
                  <a:pt x="2563" y="262"/>
                </a:lnTo>
                <a:lnTo>
                  <a:pt x="2624" y="363"/>
                </a:lnTo>
                <a:lnTo>
                  <a:pt x="2644" y="424"/>
                </a:lnTo>
                <a:lnTo>
                  <a:pt x="2644" y="484"/>
                </a:lnTo>
                <a:lnTo>
                  <a:pt x="2644" y="565"/>
                </a:lnTo>
                <a:lnTo>
                  <a:pt x="2604" y="626"/>
                </a:lnTo>
                <a:lnTo>
                  <a:pt x="2503" y="767"/>
                </a:lnTo>
                <a:lnTo>
                  <a:pt x="2321" y="969"/>
                </a:lnTo>
                <a:lnTo>
                  <a:pt x="2099" y="1150"/>
                </a:lnTo>
                <a:lnTo>
                  <a:pt x="1857" y="1312"/>
                </a:lnTo>
                <a:lnTo>
                  <a:pt x="1595" y="1433"/>
                </a:lnTo>
                <a:lnTo>
                  <a:pt x="1332" y="1534"/>
                </a:lnTo>
                <a:lnTo>
                  <a:pt x="1191" y="1554"/>
                </a:lnTo>
                <a:lnTo>
                  <a:pt x="1050" y="1574"/>
                </a:lnTo>
                <a:lnTo>
                  <a:pt x="909" y="1574"/>
                </a:lnTo>
                <a:lnTo>
                  <a:pt x="767" y="1554"/>
                </a:lnTo>
                <a:lnTo>
                  <a:pt x="646" y="1514"/>
                </a:lnTo>
                <a:lnTo>
                  <a:pt x="505" y="1473"/>
                </a:lnTo>
                <a:lnTo>
                  <a:pt x="364" y="1392"/>
                </a:lnTo>
                <a:lnTo>
                  <a:pt x="263" y="1312"/>
                </a:lnTo>
                <a:lnTo>
                  <a:pt x="182" y="1231"/>
                </a:lnTo>
                <a:lnTo>
                  <a:pt x="122" y="1110"/>
                </a:lnTo>
                <a:lnTo>
                  <a:pt x="81" y="1009"/>
                </a:lnTo>
                <a:lnTo>
                  <a:pt x="101" y="868"/>
                </a:lnTo>
                <a:lnTo>
                  <a:pt x="142" y="747"/>
                </a:lnTo>
                <a:lnTo>
                  <a:pt x="222" y="646"/>
                </a:lnTo>
                <a:lnTo>
                  <a:pt x="364" y="505"/>
                </a:lnTo>
                <a:lnTo>
                  <a:pt x="566" y="404"/>
                </a:lnTo>
                <a:lnTo>
                  <a:pt x="787" y="303"/>
                </a:lnTo>
                <a:lnTo>
                  <a:pt x="1030" y="242"/>
                </a:lnTo>
                <a:lnTo>
                  <a:pt x="1252" y="182"/>
                </a:lnTo>
                <a:lnTo>
                  <a:pt x="1474" y="161"/>
                </a:lnTo>
                <a:lnTo>
                  <a:pt x="1655" y="121"/>
                </a:lnTo>
                <a:lnTo>
                  <a:pt x="1877" y="101"/>
                </a:lnTo>
                <a:lnTo>
                  <a:pt x="2099" y="81"/>
                </a:lnTo>
                <a:close/>
                <a:moveTo>
                  <a:pt x="2018" y="0"/>
                </a:moveTo>
                <a:lnTo>
                  <a:pt x="1837" y="20"/>
                </a:lnTo>
                <a:lnTo>
                  <a:pt x="1635" y="40"/>
                </a:lnTo>
                <a:lnTo>
                  <a:pt x="1474" y="81"/>
                </a:lnTo>
                <a:lnTo>
                  <a:pt x="1231" y="101"/>
                </a:lnTo>
                <a:lnTo>
                  <a:pt x="989" y="161"/>
                </a:lnTo>
                <a:lnTo>
                  <a:pt x="767" y="222"/>
                </a:lnTo>
                <a:lnTo>
                  <a:pt x="525" y="323"/>
                </a:lnTo>
                <a:lnTo>
                  <a:pt x="323" y="444"/>
                </a:lnTo>
                <a:lnTo>
                  <a:pt x="162" y="585"/>
                </a:lnTo>
                <a:lnTo>
                  <a:pt x="61" y="727"/>
                </a:lnTo>
                <a:lnTo>
                  <a:pt x="21" y="868"/>
                </a:lnTo>
                <a:lnTo>
                  <a:pt x="0" y="1009"/>
                </a:lnTo>
                <a:lnTo>
                  <a:pt x="41" y="1150"/>
                </a:lnTo>
                <a:lnTo>
                  <a:pt x="101" y="1271"/>
                </a:lnTo>
                <a:lnTo>
                  <a:pt x="202" y="1372"/>
                </a:lnTo>
                <a:lnTo>
                  <a:pt x="323" y="1473"/>
                </a:lnTo>
                <a:lnTo>
                  <a:pt x="465" y="1554"/>
                </a:lnTo>
                <a:lnTo>
                  <a:pt x="606" y="1594"/>
                </a:lnTo>
                <a:lnTo>
                  <a:pt x="727" y="1635"/>
                </a:lnTo>
                <a:lnTo>
                  <a:pt x="868" y="1635"/>
                </a:lnTo>
                <a:lnTo>
                  <a:pt x="989" y="1655"/>
                </a:lnTo>
                <a:lnTo>
                  <a:pt x="1211" y="1635"/>
                </a:lnTo>
                <a:lnTo>
                  <a:pt x="1433" y="1574"/>
                </a:lnTo>
                <a:lnTo>
                  <a:pt x="1655" y="1514"/>
                </a:lnTo>
                <a:lnTo>
                  <a:pt x="1857" y="1392"/>
                </a:lnTo>
                <a:lnTo>
                  <a:pt x="2059" y="1271"/>
                </a:lnTo>
                <a:lnTo>
                  <a:pt x="2240" y="1130"/>
                </a:lnTo>
                <a:lnTo>
                  <a:pt x="2422" y="969"/>
                </a:lnTo>
                <a:lnTo>
                  <a:pt x="2563" y="807"/>
                </a:lnTo>
                <a:lnTo>
                  <a:pt x="2684" y="666"/>
                </a:lnTo>
                <a:lnTo>
                  <a:pt x="2705" y="585"/>
                </a:lnTo>
                <a:lnTo>
                  <a:pt x="2725" y="484"/>
                </a:lnTo>
                <a:lnTo>
                  <a:pt x="2725" y="424"/>
                </a:lnTo>
                <a:lnTo>
                  <a:pt x="2705" y="343"/>
                </a:lnTo>
                <a:lnTo>
                  <a:pt x="2684" y="283"/>
                </a:lnTo>
                <a:lnTo>
                  <a:pt x="2644" y="222"/>
                </a:lnTo>
                <a:lnTo>
                  <a:pt x="2523" y="121"/>
                </a:lnTo>
                <a:lnTo>
                  <a:pt x="2402" y="40"/>
                </a:lnTo>
                <a:lnTo>
                  <a:pt x="222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19"/>
          <p:cNvSpPr/>
          <p:nvPr/>
        </p:nvSpPr>
        <p:spPr>
          <a:xfrm>
            <a:off x="8024463" y="3383486"/>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19"/>
          <p:cNvSpPr/>
          <p:nvPr/>
        </p:nvSpPr>
        <p:spPr>
          <a:xfrm>
            <a:off x="8022171" y="3381194"/>
            <a:ext cx="104994" cy="104994"/>
          </a:xfrm>
          <a:custGeom>
            <a:rect b="b" l="l" r="r" t="t"/>
            <a:pathLst>
              <a:path extrusionOk="0" h="1878" w="1878">
                <a:moveTo>
                  <a:pt x="949" y="81"/>
                </a:moveTo>
                <a:lnTo>
                  <a:pt x="1111" y="102"/>
                </a:lnTo>
                <a:lnTo>
                  <a:pt x="1272" y="142"/>
                </a:lnTo>
                <a:lnTo>
                  <a:pt x="1414" y="223"/>
                </a:lnTo>
                <a:lnTo>
                  <a:pt x="1555" y="324"/>
                </a:lnTo>
                <a:lnTo>
                  <a:pt x="1656" y="465"/>
                </a:lnTo>
                <a:lnTo>
                  <a:pt x="1736" y="606"/>
                </a:lnTo>
                <a:lnTo>
                  <a:pt x="1777" y="768"/>
                </a:lnTo>
                <a:lnTo>
                  <a:pt x="1797" y="949"/>
                </a:lnTo>
                <a:lnTo>
                  <a:pt x="1777" y="1111"/>
                </a:lnTo>
                <a:lnTo>
                  <a:pt x="1736" y="1272"/>
                </a:lnTo>
                <a:lnTo>
                  <a:pt x="1656" y="1413"/>
                </a:lnTo>
                <a:lnTo>
                  <a:pt x="1555" y="1555"/>
                </a:lnTo>
                <a:lnTo>
                  <a:pt x="1414" y="1655"/>
                </a:lnTo>
                <a:lnTo>
                  <a:pt x="1272" y="1736"/>
                </a:lnTo>
                <a:lnTo>
                  <a:pt x="1111" y="1777"/>
                </a:lnTo>
                <a:lnTo>
                  <a:pt x="949" y="1797"/>
                </a:lnTo>
                <a:lnTo>
                  <a:pt x="768" y="1777"/>
                </a:lnTo>
                <a:lnTo>
                  <a:pt x="606" y="1736"/>
                </a:lnTo>
                <a:lnTo>
                  <a:pt x="465" y="1655"/>
                </a:lnTo>
                <a:lnTo>
                  <a:pt x="344" y="1555"/>
                </a:lnTo>
                <a:lnTo>
                  <a:pt x="223" y="1413"/>
                </a:lnTo>
                <a:lnTo>
                  <a:pt x="142" y="1272"/>
                </a:lnTo>
                <a:lnTo>
                  <a:pt x="102" y="1111"/>
                </a:lnTo>
                <a:lnTo>
                  <a:pt x="82" y="949"/>
                </a:lnTo>
                <a:lnTo>
                  <a:pt x="102" y="768"/>
                </a:lnTo>
                <a:lnTo>
                  <a:pt x="142" y="606"/>
                </a:lnTo>
                <a:lnTo>
                  <a:pt x="223" y="465"/>
                </a:lnTo>
                <a:lnTo>
                  <a:pt x="344" y="324"/>
                </a:lnTo>
                <a:lnTo>
                  <a:pt x="465" y="223"/>
                </a:lnTo>
                <a:lnTo>
                  <a:pt x="606" y="142"/>
                </a:lnTo>
                <a:lnTo>
                  <a:pt x="768" y="102"/>
                </a:lnTo>
                <a:lnTo>
                  <a:pt x="949" y="81"/>
                </a:lnTo>
                <a:close/>
                <a:moveTo>
                  <a:pt x="949" y="1"/>
                </a:moveTo>
                <a:lnTo>
                  <a:pt x="748" y="21"/>
                </a:lnTo>
                <a:lnTo>
                  <a:pt x="586" y="81"/>
                </a:lnTo>
                <a:lnTo>
                  <a:pt x="425" y="162"/>
                </a:lnTo>
                <a:lnTo>
                  <a:pt x="284" y="283"/>
                </a:lnTo>
                <a:lnTo>
                  <a:pt x="162" y="404"/>
                </a:lnTo>
                <a:lnTo>
                  <a:pt x="82" y="566"/>
                </a:lnTo>
                <a:lnTo>
                  <a:pt x="21" y="747"/>
                </a:lnTo>
                <a:lnTo>
                  <a:pt x="1" y="949"/>
                </a:lnTo>
                <a:lnTo>
                  <a:pt x="21" y="1131"/>
                </a:lnTo>
                <a:lnTo>
                  <a:pt x="82" y="1312"/>
                </a:lnTo>
                <a:lnTo>
                  <a:pt x="162" y="1474"/>
                </a:lnTo>
                <a:lnTo>
                  <a:pt x="284" y="1615"/>
                </a:lnTo>
                <a:lnTo>
                  <a:pt x="425" y="1716"/>
                </a:lnTo>
                <a:lnTo>
                  <a:pt x="586" y="1817"/>
                </a:lnTo>
                <a:lnTo>
                  <a:pt x="748" y="1857"/>
                </a:lnTo>
                <a:lnTo>
                  <a:pt x="949" y="1877"/>
                </a:lnTo>
                <a:lnTo>
                  <a:pt x="1131" y="1857"/>
                </a:lnTo>
                <a:lnTo>
                  <a:pt x="1313" y="1817"/>
                </a:lnTo>
                <a:lnTo>
                  <a:pt x="1474" y="1716"/>
                </a:lnTo>
                <a:lnTo>
                  <a:pt x="1615" y="1615"/>
                </a:lnTo>
                <a:lnTo>
                  <a:pt x="1716" y="1474"/>
                </a:lnTo>
                <a:lnTo>
                  <a:pt x="1817" y="1312"/>
                </a:lnTo>
                <a:lnTo>
                  <a:pt x="1858" y="1131"/>
                </a:lnTo>
                <a:lnTo>
                  <a:pt x="1878" y="949"/>
                </a:lnTo>
                <a:lnTo>
                  <a:pt x="1858" y="747"/>
                </a:lnTo>
                <a:lnTo>
                  <a:pt x="1817" y="566"/>
                </a:lnTo>
                <a:lnTo>
                  <a:pt x="1716" y="404"/>
                </a:lnTo>
                <a:lnTo>
                  <a:pt x="1615" y="283"/>
                </a:lnTo>
                <a:lnTo>
                  <a:pt x="1474" y="162"/>
                </a:lnTo>
                <a:lnTo>
                  <a:pt x="1313" y="81"/>
                </a:lnTo>
                <a:lnTo>
                  <a:pt x="1131"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19"/>
          <p:cNvSpPr/>
          <p:nvPr/>
        </p:nvSpPr>
        <p:spPr>
          <a:xfrm>
            <a:off x="8252337" y="1963072"/>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19"/>
          <p:cNvSpPr/>
          <p:nvPr/>
        </p:nvSpPr>
        <p:spPr>
          <a:xfrm>
            <a:off x="8250101" y="1960780"/>
            <a:ext cx="104994" cy="106112"/>
          </a:xfrm>
          <a:custGeom>
            <a:rect b="b" l="l" r="r" t="t"/>
            <a:pathLst>
              <a:path extrusionOk="0" h="1898" w="1878">
                <a:moveTo>
                  <a:pt x="929" y="82"/>
                </a:moveTo>
                <a:lnTo>
                  <a:pt x="1110" y="102"/>
                </a:lnTo>
                <a:lnTo>
                  <a:pt x="1272" y="162"/>
                </a:lnTo>
                <a:lnTo>
                  <a:pt x="1413" y="243"/>
                </a:lnTo>
                <a:lnTo>
                  <a:pt x="1554" y="344"/>
                </a:lnTo>
                <a:lnTo>
                  <a:pt x="1655" y="465"/>
                </a:lnTo>
                <a:lnTo>
                  <a:pt x="1736" y="606"/>
                </a:lnTo>
                <a:lnTo>
                  <a:pt x="1776" y="768"/>
                </a:lnTo>
                <a:lnTo>
                  <a:pt x="1796" y="949"/>
                </a:lnTo>
                <a:lnTo>
                  <a:pt x="1776" y="1131"/>
                </a:lnTo>
                <a:lnTo>
                  <a:pt x="1736" y="1293"/>
                </a:lnTo>
                <a:lnTo>
                  <a:pt x="1655" y="1434"/>
                </a:lnTo>
                <a:lnTo>
                  <a:pt x="1554" y="1555"/>
                </a:lnTo>
                <a:lnTo>
                  <a:pt x="1413" y="1656"/>
                </a:lnTo>
                <a:lnTo>
                  <a:pt x="1272" y="1736"/>
                </a:lnTo>
                <a:lnTo>
                  <a:pt x="1110" y="1797"/>
                </a:lnTo>
                <a:lnTo>
                  <a:pt x="929" y="1817"/>
                </a:lnTo>
                <a:lnTo>
                  <a:pt x="767" y="1797"/>
                </a:lnTo>
                <a:lnTo>
                  <a:pt x="606" y="1736"/>
                </a:lnTo>
                <a:lnTo>
                  <a:pt x="465" y="1656"/>
                </a:lnTo>
                <a:lnTo>
                  <a:pt x="323" y="1555"/>
                </a:lnTo>
                <a:lnTo>
                  <a:pt x="222" y="1434"/>
                </a:lnTo>
                <a:lnTo>
                  <a:pt x="142" y="1293"/>
                </a:lnTo>
                <a:lnTo>
                  <a:pt x="101" y="1131"/>
                </a:lnTo>
                <a:lnTo>
                  <a:pt x="81" y="949"/>
                </a:lnTo>
                <a:lnTo>
                  <a:pt x="101" y="768"/>
                </a:lnTo>
                <a:lnTo>
                  <a:pt x="142" y="606"/>
                </a:lnTo>
                <a:lnTo>
                  <a:pt x="222" y="465"/>
                </a:lnTo>
                <a:lnTo>
                  <a:pt x="323" y="344"/>
                </a:lnTo>
                <a:lnTo>
                  <a:pt x="465" y="243"/>
                </a:lnTo>
                <a:lnTo>
                  <a:pt x="606" y="162"/>
                </a:lnTo>
                <a:lnTo>
                  <a:pt x="767" y="102"/>
                </a:lnTo>
                <a:lnTo>
                  <a:pt x="929" y="82"/>
                </a:lnTo>
                <a:close/>
                <a:moveTo>
                  <a:pt x="929" y="1"/>
                </a:moveTo>
                <a:lnTo>
                  <a:pt x="747" y="21"/>
                </a:lnTo>
                <a:lnTo>
                  <a:pt x="565" y="82"/>
                </a:lnTo>
                <a:lnTo>
                  <a:pt x="404" y="162"/>
                </a:lnTo>
                <a:lnTo>
                  <a:pt x="263" y="284"/>
                </a:lnTo>
                <a:lnTo>
                  <a:pt x="162" y="425"/>
                </a:lnTo>
                <a:lnTo>
                  <a:pt x="61" y="586"/>
                </a:lnTo>
                <a:lnTo>
                  <a:pt x="21" y="768"/>
                </a:lnTo>
                <a:lnTo>
                  <a:pt x="0" y="949"/>
                </a:lnTo>
                <a:lnTo>
                  <a:pt x="21" y="1131"/>
                </a:lnTo>
                <a:lnTo>
                  <a:pt x="61" y="1313"/>
                </a:lnTo>
                <a:lnTo>
                  <a:pt x="162" y="1474"/>
                </a:lnTo>
                <a:lnTo>
                  <a:pt x="263" y="1615"/>
                </a:lnTo>
                <a:lnTo>
                  <a:pt x="404" y="1736"/>
                </a:lnTo>
                <a:lnTo>
                  <a:pt x="565" y="1817"/>
                </a:lnTo>
                <a:lnTo>
                  <a:pt x="747" y="1878"/>
                </a:lnTo>
                <a:lnTo>
                  <a:pt x="929" y="1898"/>
                </a:lnTo>
                <a:lnTo>
                  <a:pt x="1130" y="1878"/>
                </a:lnTo>
                <a:lnTo>
                  <a:pt x="1312" y="1817"/>
                </a:lnTo>
                <a:lnTo>
                  <a:pt x="1453" y="1736"/>
                </a:lnTo>
                <a:lnTo>
                  <a:pt x="1595" y="1615"/>
                </a:lnTo>
                <a:lnTo>
                  <a:pt x="1716" y="1474"/>
                </a:lnTo>
                <a:lnTo>
                  <a:pt x="1796" y="1313"/>
                </a:lnTo>
                <a:lnTo>
                  <a:pt x="1857" y="1131"/>
                </a:lnTo>
                <a:lnTo>
                  <a:pt x="1877" y="949"/>
                </a:lnTo>
                <a:lnTo>
                  <a:pt x="1857" y="768"/>
                </a:lnTo>
                <a:lnTo>
                  <a:pt x="1796" y="586"/>
                </a:lnTo>
                <a:lnTo>
                  <a:pt x="1716" y="425"/>
                </a:lnTo>
                <a:lnTo>
                  <a:pt x="1595" y="284"/>
                </a:lnTo>
                <a:lnTo>
                  <a:pt x="1453" y="162"/>
                </a:lnTo>
                <a:lnTo>
                  <a:pt x="1312" y="82"/>
                </a:lnTo>
                <a:lnTo>
                  <a:pt x="1130"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19"/>
          <p:cNvSpPr/>
          <p:nvPr/>
        </p:nvSpPr>
        <p:spPr>
          <a:xfrm>
            <a:off x="8947481" y="1091884"/>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19"/>
          <p:cNvSpPr/>
          <p:nvPr/>
        </p:nvSpPr>
        <p:spPr>
          <a:xfrm>
            <a:off x="9048679" y="1373263"/>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19"/>
          <p:cNvSpPr/>
          <p:nvPr/>
        </p:nvSpPr>
        <p:spPr>
          <a:xfrm>
            <a:off x="9064657" y="3902409"/>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19"/>
          <p:cNvSpPr/>
          <p:nvPr/>
        </p:nvSpPr>
        <p:spPr>
          <a:xfrm>
            <a:off x="9062365" y="3900173"/>
            <a:ext cx="104994" cy="104994"/>
          </a:xfrm>
          <a:custGeom>
            <a:rect b="b" l="l" r="r" t="t"/>
            <a:pathLst>
              <a:path extrusionOk="0" h="1878" w="1878">
                <a:moveTo>
                  <a:pt x="929" y="81"/>
                </a:moveTo>
                <a:lnTo>
                  <a:pt x="1111" y="101"/>
                </a:lnTo>
                <a:lnTo>
                  <a:pt x="1272" y="142"/>
                </a:lnTo>
                <a:lnTo>
                  <a:pt x="1414" y="223"/>
                </a:lnTo>
                <a:lnTo>
                  <a:pt x="1535" y="344"/>
                </a:lnTo>
                <a:lnTo>
                  <a:pt x="1656" y="465"/>
                </a:lnTo>
                <a:lnTo>
                  <a:pt x="1736" y="606"/>
                </a:lnTo>
                <a:lnTo>
                  <a:pt x="1777" y="767"/>
                </a:lnTo>
                <a:lnTo>
                  <a:pt x="1797" y="949"/>
                </a:lnTo>
                <a:lnTo>
                  <a:pt x="1777" y="1110"/>
                </a:lnTo>
                <a:lnTo>
                  <a:pt x="1736" y="1272"/>
                </a:lnTo>
                <a:lnTo>
                  <a:pt x="1656" y="1433"/>
                </a:lnTo>
                <a:lnTo>
                  <a:pt x="1535" y="1554"/>
                </a:lnTo>
                <a:lnTo>
                  <a:pt x="1414" y="1655"/>
                </a:lnTo>
                <a:lnTo>
                  <a:pt x="1272" y="1736"/>
                </a:lnTo>
                <a:lnTo>
                  <a:pt x="1111" y="1797"/>
                </a:lnTo>
                <a:lnTo>
                  <a:pt x="768" y="1797"/>
                </a:lnTo>
                <a:lnTo>
                  <a:pt x="606" y="1736"/>
                </a:lnTo>
                <a:lnTo>
                  <a:pt x="445" y="1655"/>
                </a:lnTo>
                <a:lnTo>
                  <a:pt x="324" y="1554"/>
                </a:lnTo>
                <a:lnTo>
                  <a:pt x="223" y="1433"/>
                </a:lnTo>
                <a:lnTo>
                  <a:pt x="142" y="1272"/>
                </a:lnTo>
                <a:lnTo>
                  <a:pt x="82" y="1110"/>
                </a:lnTo>
                <a:lnTo>
                  <a:pt x="82" y="949"/>
                </a:lnTo>
                <a:lnTo>
                  <a:pt x="82" y="767"/>
                </a:lnTo>
                <a:lnTo>
                  <a:pt x="142" y="606"/>
                </a:lnTo>
                <a:lnTo>
                  <a:pt x="223" y="465"/>
                </a:lnTo>
                <a:lnTo>
                  <a:pt x="324" y="344"/>
                </a:lnTo>
                <a:lnTo>
                  <a:pt x="445" y="223"/>
                </a:lnTo>
                <a:lnTo>
                  <a:pt x="606" y="142"/>
                </a:lnTo>
                <a:lnTo>
                  <a:pt x="768" y="101"/>
                </a:lnTo>
                <a:lnTo>
                  <a:pt x="929" y="81"/>
                </a:lnTo>
                <a:close/>
                <a:moveTo>
                  <a:pt x="929" y="1"/>
                </a:moveTo>
                <a:lnTo>
                  <a:pt x="748" y="21"/>
                </a:lnTo>
                <a:lnTo>
                  <a:pt x="566" y="81"/>
                </a:lnTo>
                <a:lnTo>
                  <a:pt x="405" y="162"/>
                </a:lnTo>
                <a:lnTo>
                  <a:pt x="263" y="283"/>
                </a:lnTo>
                <a:lnTo>
                  <a:pt x="162" y="424"/>
                </a:lnTo>
                <a:lnTo>
                  <a:pt x="62" y="586"/>
                </a:lnTo>
                <a:lnTo>
                  <a:pt x="21" y="747"/>
                </a:lnTo>
                <a:lnTo>
                  <a:pt x="1" y="949"/>
                </a:lnTo>
                <a:lnTo>
                  <a:pt x="21" y="1131"/>
                </a:lnTo>
                <a:lnTo>
                  <a:pt x="62" y="1312"/>
                </a:lnTo>
                <a:lnTo>
                  <a:pt x="162" y="1474"/>
                </a:lnTo>
                <a:lnTo>
                  <a:pt x="263" y="1615"/>
                </a:lnTo>
                <a:lnTo>
                  <a:pt x="405" y="1716"/>
                </a:lnTo>
                <a:lnTo>
                  <a:pt x="566" y="1817"/>
                </a:lnTo>
                <a:lnTo>
                  <a:pt x="748" y="1857"/>
                </a:lnTo>
                <a:lnTo>
                  <a:pt x="929" y="1877"/>
                </a:lnTo>
                <a:lnTo>
                  <a:pt x="1131" y="1857"/>
                </a:lnTo>
                <a:lnTo>
                  <a:pt x="1293" y="1817"/>
                </a:lnTo>
                <a:lnTo>
                  <a:pt x="1454" y="1716"/>
                </a:lnTo>
                <a:lnTo>
                  <a:pt x="1595" y="1615"/>
                </a:lnTo>
                <a:lnTo>
                  <a:pt x="1716" y="1474"/>
                </a:lnTo>
                <a:lnTo>
                  <a:pt x="1797" y="1312"/>
                </a:lnTo>
                <a:lnTo>
                  <a:pt x="1858" y="1131"/>
                </a:lnTo>
                <a:lnTo>
                  <a:pt x="1878" y="949"/>
                </a:lnTo>
                <a:lnTo>
                  <a:pt x="1858" y="747"/>
                </a:lnTo>
                <a:lnTo>
                  <a:pt x="1797" y="586"/>
                </a:lnTo>
                <a:lnTo>
                  <a:pt x="1716" y="424"/>
                </a:lnTo>
                <a:lnTo>
                  <a:pt x="1595" y="283"/>
                </a:lnTo>
                <a:lnTo>
                  <a:pt x="1454" y="162"/>
                </a:lnTo>
                <a:lnTo>
                  <a:pt x="1293" y="81"/>
                </a:lnTo>
                <a:lnTo>
                  <a:pt x="1131" y="21"/>
                </a:lnTo>
                <a:lnTo>
                  <a:pt x="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19"/>
          <p:cNvSpPr/>
          <p:nvPr/>
        </p:nvSpPr>
        <p:spPr>
          <a:xfrm>
            <a:off x="7397129" y="4469477"/>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19"/>
          <p:cNvSpPr/>
          <p:nvPr/>
        </p:nvSpPr>
        <p:spPr>
          <a:xfrm>
            <a:off x="7665172" y="399370"/>
            <a:ext cx="101584" cy="100466"/>
          </a:xfrm>
          <a:custGeom>
            <a:rect b="b" l="l" r="r" t="t"/>
            <a:pathLst>
              <a:path extrusionOk="0" h="1797" w="1817">
                <a:moveTo>
                  <a:pt x="909" y="1"/>
                </a:moveTo>
                <a:lnTo>
                  <a:pt x="727" y="21"/>
                </a:lnTo>
                <a:lnTo>
                  <a:pt x="566" y="61"/>
                </a:lnTo>
                <a:lnTo>
                  <a:pt x="404" y="142"/>
                </a:lnTo>
                <a:lnTo>
                  <a:pt x="283" y="263"/>
                </a:lnTo>
                <a:lnTo>
                  <a:pt x="162" y="384"/>
                </a:lnTo>
                <a:lnTo>
                  <a:pt x="81" y="546"/>
                </a:lnTo>
                <a:lnTo>
                  <a:pt x="21" y="707"/>
                </a:lnTo>
                <a:lnTo>
                  <a:pt x="1" y="889"/>
                </a:lnTo>
                <a:lnTo>
                  <a:pt x="21" y="1070"/>
                </a:lnTo>
                <a:lnTo>
                  <a:pt x="81" y="1252"/>
                </a:lnTo>
                <a:lnTo>
                  <a:pt x="162" y="1393"/>
                </a:lnTo>
                <a:lnTo>
                  <a:pt x="283" y="1534"/>
                </a:lnTo>
                <a:lnTo>
                  <a:pt x="404" y="1635"/>
                </a:lnTo>
                <a:lnTo>
                  <a:pt x="566" y="1716"/>
                </a:lnTo>
                <a:lnTo>
                  <a:pt x="727" y="1777"/>
                </a:lnTo>
                <a:lnTo>
                  <a:pt x="909" y="1797"/>
                </a:lnTo>
                <a:lnTo>
                  <a:pt x="1090" y="1777"/>
                </a:lnTo>
                <a:lnTo>
                  <a:pt x="1272" y="1716"/>
                </a:lnTo>
                <a:lnTo>
                  <a:pt x="1413" y="1635"/>
                </a:lnTo>
                <a:lnTo>
                  <a:pt x="1554" y="1534"/>
                </a:lnTo>
                <a:lnTo>
                  <a:pt x="1655" y="1393"/>
                </a:lnTo>
                <a:lnTo>
                  <a:pt x="1736" y="1252"/>
                </a:lnTo>
                <a:lnTo>
                  <a:pt x="1797" y="1070"/>
                </a:lnTo>
                <a:lnTo>
                  <a:pt x="1817" y="889"/>
                </a:lnTo>
                <a:lnTo>
                  <a:pt x="1797" y="707"/>
                </a:lnTo>
                <a:lnTo>
                  <a:pt x="1736" y="546"/>
                </a:lnTo>
                <a:lnTo>
                  <a:pt x="1655" y="384"/>
                </a:lnTo>
                <a:lnTo>
                  <a:pt x="1554" y="263"/>
                </a:lnTo>
                <a:lnTo>
                  <a:pt x="1413" y="142"/>
                </a:lnTo>
                <a:lnTo>
                  <a:pt x="1272" y="61"/>
                </a:lnTo>
                <a:lnTo>
                  <a:pt x="1090" y="21"/>
                </a:lnTo>
                <a:lnTo>
                  <a:pt x="9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19"/>
          <p:cNvSpPr/>
          <p:nvPr/>
        </p:nvSpPr>
        <p:spPr>
          <a:xfrm>
            <a:off x="9325237" y="2442525"/>
            <a:ext cx="4584" cy="51994"/>
          </a:xfrm>
          <a:custGeom>
            <a:rect b="b" l="l" r="r" t="t"/>
            <a:pathLst>
              <a:path extrusionOk="0" h="930" w="82">
                <a:moveTo>
                  <a:pt x="1" y="1"/>
                </a:moveTo>
                <a:lnTo>
                  <a:pt x="1" y="929"/>
                </a:lnTo>
                <a:lnTo>
                  <a:pt x="82" y="929"/>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19"/>
          <p:cNvSpPr/>
          <p:nvPr/>
        </p:nvSpPr>
        <p:spPr>
          <a:xfrm>
            <a:off x="9301588" y="2466230"/>
            <a:ext cx="51938" cy="4584"/>
          </a:xfrm>
          <a:custGeom>
            <a:rect b="b" l="l" r="r" t="t"/>
            <a:pathLst>
              <a:path extrusionOk="0" h="82" w="929">
                <a:moveTo>
                  <a:pt x="0" y="1"/>
                </a:moveTo>
                <a:lnTo>
                  <a:pt x="0" y="81"/>
                </a:lnTo>
                <a:lnTo>
                  <a:pt x="928" y="81"/>
                </a:lnTo>
                <a:lnTo>
                  <a:pt x="92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19"/>
          <p:cNvSpPr/>
          <p:nvPr/>
        </p:nvSpPr>
        <p:spPr>
          <a:xfrm rot="3449335">
            <a:off x="2649872" y="-138575"/>
            <a:ext cx="4584" cy="55347"/>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19"/>
          <p:cNvSpPr/>
          <p:nvPr/>
        </p:nvSpPr>
        <p:spPr>
          <a:xfrm>
            <a:off x="-2003610" y="63728"/>
            <a:ext cx="2433600" cy="243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19"/>
          <p:cNvSpPr/>
          <p:nvPr/>
        </p:nvSpPr>
        <p:spPr>
          <a:xfrm rot="3449335">
            <a:off x="2625262" y="-113023"/>
            <a:ext cx="55347"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28" name="Google Shape;1628;p19"/>
          <p:cNvGrpSpPr/>
          <p:nvPr/>
        </p:nvGrpSpPr>
        <p:grpSpPr>
          <a:xfrm>
            <a:off x="3970982" y="4599416"/>
            <a:ext cx="1205112" cy="520243"/>
            <a:chOff x="3970982" y="4599416"/>
            <a:chExt cx="1205112" cy="520243"/>
          </a:xfrm>
        </p:grpSpPr>
        <p:sp>
          <p:nvSpPr>
            <p:cNvPr id="1629" name="Google Shape;1629;p19"/>
            <p:cNvSpPr/>
            <p:nvPr/>
          </p:nvSpPr>
          <p:spPr>
            <a:xfrm>
              <a:off x="4793927" y="506697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19"/>
            <p:cNvSpPr/>
            <p:nvPr/>
          </p:nvSpPr>
          <p:spPr>
            <a:xfrm>
              <a:off x="4465205"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19"/>
            <p:cNvSpPr/>
            <p:nvPr/>
          </p:nvSpPr>
          <p:spPr>
            <a:xfrm>
              <a:off x="4632225"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19"/>
            <p:cNvSpPr/>
            <p:nvPr/>
          </p:nvSpPr>
          <p:spPr>
            <a:xfrm>
              <a:off x="4466725"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19"/>
            <p:cNvSpPr/>
            <p:nvPr/>
          </p:nvSpPr>
          <p:spPr>
            <a:xfrm>
              <a:off x="4629946"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19"/>
            <p:cNvSpPr/>
            <p:nvPr/>
          </p:nvSpPr>
          <p:spPr>
            <a:xfrm>
              <a:off x="4796206"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19"/>
            <p:cNvSpPr/>
            <p:nvPr/>
          </p:nvSpPr>
          <p:spPr>
            <a:xfrm>
              <a:off x="4459090"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19"/>
            <p:cNvSpPr/>
            <p:nvPr/>
          </p:nvSpPr>
          <p:spPr>
            <a:xfrm>
              <a:off x="4631466"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19"/>
            <p:cNvSpPr/>
            <p:nvPr/>
          </p:nvSpPr>
          <p:spPr>
            <a:xfrm>
              <a:off x="4796206"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19"/>
            <p:cNvSpPr/>
            <p:nvPr/>
          </p:nvSpPr>
          <p:spPr>
            <a:xfrm>
              <a:off x="4462166" y="506545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19"/>
            <p:cNvSpPr/>
            <p:nvPr/>
          </p:nvSpPr>
          <p:spPr>
            <a:xfrm>
              <a:off x="4630706" y="506621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19"/>
            <p:cNvSpPr/>
            <p:nvPr/>
          </p:nvSpPr>
          <p:spPr>
            <a:xfrm>
              <a:off x="4797004"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19"/>
            <p:cNvSpPr/>
            <p:nvPr/>
          </p:nvSpPr>
          <p:spPr>
            <a:xfrm>
              <a:off x="4960985"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19"/>
            <p:cNvSpPr/>
            <p:nvPr/>
          </p:nvSpPr>
          <p:spPr>
            <a:xfrm>
              <a:off x="4303503"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19"/>
            <p:cNvSpPr/>
            <p:nvPr/>
          </p:nvSpPr>
          <p:spPr>
            <a:xfrm>
              <a:off x="4303503"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19"/>
            <p:cNvSpPr/>
            <p:nvPr/>
          </p:nvSpPr>
          <p:spPr>
            <a:xfrm>
              <a:off x="4959428" y="506697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19"/>
            <p:cNvSpPr/>
            <p:nvPr/>
          </p:nvSpPr>
          <p:spPr>
            <a:xfrm>
              <a:off x="4301984" y="506621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19"/>
            <p:cNvSpPr/>
            <p:nvPr/>
          </p:nvSpPr>
          <p:spPr>
            <a:xfrm>
              <a:off x="4960226"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19"/>
            <p:cNvSpPr/>
            <p:nvPr/>
          </p:nvSpPr>
          <p:spPr>
            <a:xfrm>
              <a:off x="4137243" y="506469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19"/>
            <p:cNvSpPr/>
            <p:nvPr/>
          </p:nvSpPr>
          <p:spPr>
            <a:xfrm>
              <a:off x="4959428"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19"/>
            <p:cNvSpPr/>
            <p:nvPr/>
          </p:nvSpPr>
          <p:spPr>
            <a:xfrm>
              <a:off x="4302743"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19"/>
            <p:cNvSpPr/>
            <p:nvPr/>
          </p:nvSpPr>
          <p:spPr>
            <a:xfrm>
              <a:off x="4138762"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19"/>
            <p:cNvSpPr/>
            <p:nvPr/>
          </p:nvSpPr>
          <p:spPr>
            <a:xfrm>
              <a:off x="3970982" y="506545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19"/>
            <p:cNvSpPr/>
            <p:nvPr/>
          </p:nvSpPr>
          <p:spPr>
            <a:xfrm>
              <a:off x="3973261"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19"/>
            <p:cNvSpPr/>
            <p:nvPr/>
          </p:nvSpPr>
          <p:spPr>
            <a:xfrm>
              <a:off x="5123447" y="506925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19"/>
            <p:cNvSpPr/>
            <p:nvPr/>
          </p:nvSpPr>
          <p:spPr>
            <a:xfrm>
              <a:off x="4137243"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19"/>
            <p:cNvSpPr/>
            <p:nvPr/>
          </p:nvSpPr>
          <p:spPr>
            <a:xfrm>
              <a:off x="4134964"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19"/>
            <p:cNvSpPr/>
            <p:nvPr/>
          </p:nvSpPr>
          <p:spPr>
            <a:xfrm>
              <a:off x="5121890"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19"/>
            <p:cNvSpPr/>
            <p:nvPr/>
          </p:nvSpPr>
          <p:spPr>
            <a:xfrm>
              <a:off x="5124207"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19"/>
            <p:cNvSpPr/>
            <p:nvPr/>
          </p:nvSpPr>
          <p:spPr>
            <a:xfrm>
              <a:off x="3974781"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19"/>
            <p:cNvSpPr/>
            <p:nvPr/>
          </p:nvSpPr>
          <p:spPr>
            <a:xfrm>
              <a:off x="3975541"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19"/>
            <p:cNvSpPr/>
            <p:nvPr/>
          </p:nvSpPr>
          <p:spPr>
            <a:xfrm>
              <a:off x="5124967"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61" name="Google Shape;1661;p19"/>
          <p:cNvGrpSpPr/>
          <p:nvPr/>
        </p:nvGrpSpPr>
        <p:grpSpPr>
          <a:xfrm>
            <a:off x="3969444" y="51341"/>
            <a:ext cx="1205112" cy="520243"/>
            <a:chOff x="3970982" y="4599416"/>
            <a:chExt cx="1205112" cy="520243"/>
          </a:xfrm>
        </p:grpSpPr>
        <p:sp>
          <p:nvSpPr>
            <p:cNvPr id="1662" name="Google Shape;1662;p19"/>
            <p:cNvSpPr/>
            <p:nvPr/>
          </p:nvSpPr>
          <p:spPr>
            <a:xfrm>
              <a:off x="4793927" y="506697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19"/>
            <p:cNvSpPr/>
            <p:nvPr/>
          </p:nvSpPr>
          <p:spPr>
            <a:xfrm>
              <a:off x="4465205"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19"/>
            <p:cNvSpPr/>
            <p:nvPr/>
          </p:nvSpPr>
          <p:spPr>
            <a:xfrm>
              <a:off x="4632225"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19"/>
            <p:cNvSpPr/>
            <p:nvPr/>
          </p:nvSpPr>
          <p:spPr>
            <a:xfrm>
              <a:off x="4466725"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19"/>
            <p:cNvSpPr/>
            <p:nvPr/>
          </p:nvSpPr>
          <p:spPr>
            <a:xfrm>
              <a:off x="4629946"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19"/>
            <p:cNvSpPr/>
            <p:nvPr/>
          </p:nvSpPr>
          <p:spPr>
            <a:xfrm>
              <a:off x="4796206"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19"/>
            <p:cNvSpPr/>
            <p:nvPr/>
          </p:nvSpPr>
          <p:spPr>
            <a:xfrm>
              <a:off x="4459090"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19"/>
            <p:cNvSpPr/>
            <p:nvPr/>
          </p:nvSpPr>
          <p:spPr>
            <a:xfrm>
              <a:off x="4631466"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19"/>
            <p:cNvSpPr/>
            <p:nvPr/>
          </p:nvSpPr>
          <p:spPr>
            <a:xfrm>
              <a:off x="4796206"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19"/>
            <p:cNvSpPr/>
            <p:nvPr/>
          </p:nvSpPr>
          <p:spPr>
            <a:xfrm>
              <a:off x="4462166" y="506545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19"/>
            <p:cNvSpPr/>
            <p:nvPr/>
          </p:nvSpPr>
          <p:spPr>
            <a:xfrm>
              <a:off x="4630706" y="506621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19"/>
            <p:cNvSpPr/>
            <p:nvPr/>
          </p:nvSpPr>
          <p:spPr>
            <a:xfrm>
              <a:off x="4797004"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19"/>
            <p:cNvSpPr/>
            <p:nvPr/>
          </p:nvSpPr>
          <p:spPr>
            <a:xfrm>
              <a:off x="4960985"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19"/>
            <p:cNvSpPr/>
            <p:nvPr/>
          </p:nvSpPr>
          <p:spPr>
            <a:xfrm>
              <a:off x="4303503"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19"/>
            <p:cNvSpPr/>
            <p:nvPr/>
          </p:nvSpPr>
          <p:spPr>
            <a:xfrm>
              <a:off x="4303503"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19"/>
            <p:cNvSpPr/>
            <p:nvPr/>
          </p:nvSpPr>
          <p:spPr>
            <a:xfrm>
              <a:off x="4959428" y="506697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19"/>
            <p:cNvSpPr/>
            <p:nvPr/>
          </p:nvSpPr>
          <p:spPr>
            <a:xfrm>
              <a:off x="4301984" y="506621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19"/>
            <p:cNvSpPr/>
            <p:nvPr/>
          </p:nvSpPr>
          <p:spPr>
            <a:xfrm>
              <a:off x="4960226"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19"/>
            <p:cNvSpPr/>
            <p:nvPr/>
          </p:nvSpPr>
          <p:spPr>
            <a:xfrm>
              <a:off x="4137243" y="506469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19"/>
            <p:cNvSpPr/>
            <p:nvPr/>
          </p:nvSpPr>
          <p:spPr>
            <a:xfrm>
              <a:off x="4959428"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19"/>
            <p:cNvSpPr/>
            <p:nvPr/>
          </p:nvSpPr>
          <p:spPr>
            <a:xfrm>
              <a:off x="4302743"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19"/>
            <p:cNvSpPr/>
            <p:nvPr/>
          </p:nvSpPr>
          <p:spPr>
            <a:xfrm>
              <a:off x="4138762"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19"/>
            <p:cNvSpPr/>
            <p:nvPr/>
          </p:nvSpPr>
          <p:spPr>
            <a:xfrm>
              <a:off x="3970982" y="506545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19"/>
            <p:cNvSpPr/>
            <p:nvPr/>
          </p:nvSpPr>
          <p:spPr>
            <a:xfrm>
              <a:off x="3973261"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19"/>
            <p:cNvSpPr/>
            <p:nvPr/>
          </p:nvSpPr>
          <p:spPr>
            <a:xfrm>
              <a:off x="5123447" y="506925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19"/>
            <p:cNvSpPr/>
            <p:nvPr/>
          </p:nvSpPr>
          <p:spPr>
            <a:xfrm>
              <a:off x="4137243"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19"/>
            <p:cNvSpPr/>
            <p:nvPr/>
          </p:nvSpPr>
          <p:spPr>
            <a:xfrm>
              <a:off x="4134964"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19"/>
            <p:cNvSpPr/>
            <p:nvPr/>
          </p:nvSpPr>
          <p:spPr>
            <a:xfrm>
              <a:off x="5121890"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19"/>
            <p:cNvSpPr/>
            <p:nvPr/>
          </p:nvSpPr>
          <p:spPr>
            <a:xfrm>
              <a:off x="5124207"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19"/>
            <p:cNvSpPr/>
            <p:nvPr/>
          </p:nvSpPr>
          <p:spPr>
            <a:xfrm>
              <a:off x="3974781"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19"/>
            <p:cNvSpPr/>
            <p:nvPr/>
          </p:nvSpPr>
          <p:spPr>
            <a:xfrm>
              <a:off x="3975541"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19"/>
            <p:cNvSpPr/>
            <p:nvPr/>
          </p:nvSpPr>
          <p:spPr>
            <a:xfrm>
              <a:off x="5124967"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4" name="Google Shape;1694;p19"/>
          <p:cNvGrpSpPr/>
          <p:nvPr/>
        </p:nvGrpSpPr>
        <p:grpSpPr>
          <a:xfrm>
            <a:off x="335952" y="4224312"/>
            <a:ext cx="754524" cy="750237"/>
            <a:chOff x="8523754" y="10"/>
            <a:chExt cx="516408" cy="513439"/>
          </a:xfrm>
        </p:grpSpPr>
        <p:sp>
          <p:nvSpPr>
            <p:cNvPr id="1695" name="Google Shape;1695;p19"/>
            <p:cNvSpPr/>
            <p:nvPr/>
          </p:nvSpPr>
          <p:spPr>
            <a:xfrm>
              <a:off x="8523754" y="255242"/>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19"/>
            <p:cNvSpPr/>
            <p:nvPr/>
          </p:nvSpPr>
          <p:spPr>
            <a:xfrm>
              <a:off x="8523754" y="10"/>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97" name="Google Shape;1697;p19"/>
          <p:cNvSpPr/>
          <p:nvPr/>
        </p:nvSpPr>
        <p:spPr>
          <a:xfrm>
            <a:off x="8202150" y="43847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19"/>
          <p:cNvSpPr/>
          <p:nvPr/>
        </p:nvSpPr>
        <p:spPr>
          <a:xfrm>
            <a:off x="484600" y="2807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99" name="Google Shape;1699;p19"/>
          <p:cNvGrpSpPr/>
          <p:nvPr/>
        </p:nvGrpSpPr>
        <p:grpSpPr>
          <a:xfrm flipH="1" rot="2700000">
            <a:off x="-2243747" y="347213"/>
            <a:ext cx="2946912" cy="1512954"/>
            <a:chOff x="-1306807" y="-1638114"/>
            <a:chExt cx="2946940" cy="1512969"/>
          </a:xfrm>
        </p:grpSpPr>
        <p:sp>
          <p:nvSpPr>
            <p:cNvPr id="1700" name="Google Shape;1700;p19"/>
            <p:cNvSpPr/>
            <p:nvPr/>
          </p:nvSpPr>
          <p:spPr>
            <a:xfrm flipH="1">
              <a:off x="-1306807" y="-1638114"/>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19"/>
            <p:cNvSpPr/>
            <p:nvPr/>
          </p:nvSpPr>
          <p:spPr>
            <a:xfrm flipH="1">
              <a:off x="-1104859" y="-1581704"/>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19"/>
            <p:cNvSpPr/>
            <p:nvPr/>
          </p:nvSpPr>
          <p:spPr>
            <a:xfrm flipH="1">
              <a:off x="-818271" y="-1474532"/>
              <a:ext cx="1642730" cy="740159"/>
            </a:xfrm>
            <a:custGeom>
              <a:rect b="b" l="l" r="r" t="t"/>
              <a:pathLst>
                <a:path extrusionOk="0" h="13239" w="29383">
                  <a:moveTo>
                    <a:pt x="28272" y="81"/>
                  </a:moveTo>
                  <a:lnTo>
                    <a:pt x="28474" y="102"/>
                  </a:lnTo>
                  <a:lnTo>
                    <a:pt x="28696" y="142"/>
                  </a:lnTo>
                  <a:lnTo>
                    <a:pt x="28898" y="202"/>
                  </a:lnTo>
                  <a:lnTo>
                    <a:pt x="29019" y="243"/>
                  </a:lnTo>
                  <a:lnTo>
                    <a:pt x="29140" y="303"/>
                  </a:lnTo>
                  <a:lnTo>
                    <a:pt x="29201" y="364"/>
                  </a:lnTo>
                  <a:lnTo>
                    <a:pt x="29261" y="404"/>
                  </a:lnTo>
                  <a:lnTo>
                    <a:pt x="29281" y="465"/>
                  </a:lnTo>
                  <a:lnTo>
                    <a:pt x="29302" y="545"/>
                  </a:lnTo>
                  <a:lnTo>
                    <a:pt x="29302" y="626"/>
                  </a:lnTo>
                  <a:lnTo>
                    <a:pt x="29281" y="707"/>
                  </a:lnTo>
                  <a:lnTo>
                    <a:pt x="29201" y="848"/>
                  </a:lnTo>
                  <a:lnTo>
                    <a:pt x="29059" y="1070"/>
                  </a:lnTo>
                  <a:lnTo>
                    <a:pt x="28918" y="1272"/>
                  </a:lnTo>
                  <a:lnTo>
                    <a:pt x="28595" y="1676"/>
                  </a:lnTo>
                  <a:lnTo>
                    <a:pt x="28232" y="2079"/>
                  </a:lnTo>
                  <a:lnTo>
                    <a:pt x="27889" y="2442"/>
                  </a:lnTo>
                  <a:lnTo>
                    <a:pt x="27566" y="2785"/>
                  </a:lnTo>
                  <a:lnTo>
                    <a:pt x="27263" y="3129"/>
                  </a:lnTo>
                  <a:lnTo>
                    <a:pt x="26961" y="3492"/>
                  </a:lnTo>
                  <a:lnTo>
                    <a:pt x="26698" y="3855"/>
                  </a:lnTo>
                  <a:lnTo>
                    <a:pt x="26476" y="4198"/>
                  </a:lnTo>
                  <a:lnTo>
                    <a:pt x="26295" y="4521"/>
                  </a:lnTo>
                  <a:lnTo>
                    <a:pt x="26133" y="4884"/>
                  </a:lnTo>
                  <a:lnTo>
                    <a:pt x="25972" y="5247"/>
                  </a:lnTo>
                  <a:lnTo>
                    <a:pt x="25689" y="5974"/>
                  </a:lnTo>
                  <a:lnTo>
                    <a:pt x="25447" y="6721"/>
                  </a:lnTo>
                  <a:lnTo>
                    <a:pt x="25124" y="7649"/>
                  </a:lnTo>
                  <a:lnTo>
                    <a:pt x="24943" y="8113"/>
                  </a:lnTo>
                  <a:lnTo>
                    <a:pt x="24741" y="8557"/>
                  </a:lnTo>
                  <a:lnTo>
                    <a:pt x="24539" y="8981"/>
                  </a:lnTo>
                  <a:lnTo>
                    <a:pt x="24297" y="9405"/>
                  </a:lnTo>
                  <a:lnTo>
                    <a:pt x="24014" y="9788"/>
                  </a:lnTo>
                  <a:lnTo>
                    <a:pt x="23853" y="9990"/>
                  </a:lnTo>
                  <a:lnTo>
                    <a:pt x="23692" y="10171"/>
                  </a:lnTo>
                  <a:lnTo>
                    <a:pt x="23409" y="10414"/>
                  </a:lnTo>
                  <a:lnTo>
                    <a:pt x="23106" y="10676"/>
                  </a:lnTo>
                  <a:lnTo>
                    <a:pt x="22784" y="10898"/>
                  </a:lnTo>
                  <a:lnTo>
                    <a:pt x="22420" y="11100"/>
                  </a:lnTo>
                  <a:lnTo>
                    <a:pt x="22017" y="11301"/>
                  </a:lnTo>
                  <a:lnTo>
                    <a:pt x="21593" y="11483"/>
                  </a:lnTo>
                  <a:lnTo>
                    <a:pt x="21129" y="11645"/>
                  </a:lnTo>
                  <a:lnTo>
                    <a:pt x="20644" y="11786"/>
                  </a:lnTo>
                  <a:lnTo>
                    <a:pt x="19958" y="11947"/>
                  </a:lnTo>
                  <a:lnTo>
                    <a:pt x="19272" y="12088"/>
                  </a:lnTo>
                  <a:lnTo>
                    <a:pt x="18566" y="12210"/>
                  </a:lnTo>
                  <a:lnTo>
                    <a:pt x="17880" y="12290"/>
                  </a:lnTo>
                  <a:lnTo>
                    <a:pt x="17173" y="12371"/>
                  </a:lnTo>
                  <a:lnTo>
                    <a:pt x="16467" y="12432"/>
                  </a:lnTo>
                  <a:lnTo>
                    <a:pt x="15075" y="12532"/>
                  </a:lnTo>
                  <a:lnTo>
                    <a:pt x="14106" y="12593"/>
                  </a:lnTo>
                  <a:lnTo>
                    <a:pt x="12774" y="12694"/>
                  </a:lnTo>
                  <a:lnTo>
                    <a:pt x="11442" y="12815"/>
                  </a:lnTo>
                  <a:lnTo>
                    <a:pt x="9142" y="12997"/>
                  </a:lnTo>
                  <a:lnTo>
                    <a:pt x="7971" y="13077"/>
                  </a:lnTo>
                  <a:lnTo>
                    <a:pt x="6801" y="13138"/>
                  </a:lnTo>
                  <a:lnTo>
                    <a:pt x="5630" y="13158"/>
                  </a:lnTo>
                  <a:lnTo>
                    <a:pt x="4480" y="13158"/>
                  </a:lnTo>
                  <a:lnTo>
                    <a:pt x="3895" y="13138"/>
                  </a:lnTo>
                  <a:lnTo>
                    <a:pt x="3310" y="13098"/>
                  </a:lnTo>
                  <a:lnTo>
                    <a:pt x="2725" y="13057"/>
                  </a:lnTo>
                  <a:lnTo>
                    <a:pt x="2139" y="12976"/>
                  </a:lnTo>
                  <a:lnTo>
                    <a:pt x="1857" y="12936"/>
                  </a:lnTo>
                  <a:lnTo>
                    <a:pt x="1554" y="12855"/>
                  </a:lnTo>
                  <a:lnTo>
                    <a:pt x="1251" y="12754"/>
                  </a:lnTo>
                  <a:lnTo>
                    <a:pt x="969" y="12613"/>
                  </a:lnTo>
                  <a:lnTo>
                    <a:pt x="707" y="12452"/>
                  </a:lnTo>
                  <a:lnTo>
                    <a:pt x="485" y="12270"/>
                  </a:lnTo>
                  <a:lnTo>
                    <a:pt x="384" y="12169"/>
                  </a:lnTo>
                  <a:lnTo>
                    <a:pt x="303" y="12048"/>
                  </a:lnTo>
                  <a:lnTo>
                    <a:pt x="222" y="11947"/>
                  </a:lnTo>
                  <a:lnTo>
                    <a:pt x="162" y="11826"/>
                  </a:lnTo>
                  <a:lnTo>
                    <a:pt x="121" y="11685"/>
                  </a:lnTo>
                  <a:lnTo>
                    <a:pt x="81" y="11544"/>
                  </a:lnTo>
                  <a:lnTo>
                    <a:pt x="81" y="11382"/>
                  </a:lnTo>
                  <a:lnTo>
                    <a:pt x="101" y="11241"/>
                  </a:lnTo>
                  <a:lnTo>
                    <a:pt x="142" y="11079"/>
                  </a:lnTo>
                  <a:lnTo>
                    <a:pt x="202" y="10938"/>
                  </a:lnTo>
                  <a:lnTo>
                    <a:pt x="283" y="10777"/>
                  </a:lnTo>
                  <a:lnTo>
                    <a:pt x="384" y="10615"/>
                  </a:lnTo>
                  <a:lnTo>
                    <a:pt x="646" y="10313"/>
                  </a:lnTo>
                  <a:lnTo>
                    <a:pt x="929" y="10010"/>
                  </a:lnTo>
                  <a:lnTo>
                    <a:pt x="1272" y="9727"/>
                  </a:lnTo>
                  <a:lnTo>
                    <a:pt x="1635" y="9465"/>
                  </a:lnTo>
                  <a:lnTo>
                    <a:pt x="2038" y="9203"/>
                  </a:lnTo>
                  <a:lnTo>
                    <a:pt x="2422" y="8940"/>
                  </a:lnTo>
                  <a:lnTo>
                    <a:pt x="3229" y="8476"/>
                  </a:lnTo>
                  <a:lnTo>
                    <a:pt x="4016" y="7992"/>
                  </a:lnTo>
                  <a:lnTo>
                    <a:pt x="5005" y="7407"/>
                  </a:lnTo>
                  <a:lnTo>
                    <a:pt x="6014" y="6821"/>
                  </a:lnTo>
                  <a:lnTo>
                    <a:pt x="7063" y="6277"/>
                  </a:lnTo>
                  <a:lnTo>
                    <a:pt x="8153" y="5732"/>
                  </a:lnTo>
                  <a:lnTo>
                    <a:pt x="9283" y="5207"/>
                  </a:lnTo>
                  <a:lnTo>
                    <a:pt x="10433" y="4682"/>
                  </a:lnTo>
                  <a:lnTo>
                    <a:pt x="11644" y="4198"/>
                  </a:lnTo>
                  <a:lnTo>
                    <a:pt x="12895" y="3714"/>
                  </a:lnTo>
                  <a:lnTo>
                    <a:pt x="14146" y="3250"/>
                  </a:lnTo>
                  <a:lnTo>
                    <a:pt x="15438" y="2826"/>
                  </a:lnTo>
                  <a:lnTo>
                    <a:pt x="16790" y="2382"/>
                  </a:lnTo>
                  <a:lnTo>
                    <a:pt x="18182" y="1958"/>
                  </a:lnTo>
                  <a:lnTo>
                    <a:pt x="19151" y="1676"/>
                  </a:lnTo>
                  <a:lnTo>
                    <a:pt x="20180" y="1393"/>
                  </a:lnTo>
                  <a:lnTo>
                    <a:pt x="21250" y="1111"/>
                  </a:lnTo>
                  <a:lnTo>
                    <a:pt x="22380" y="848"/>
                  </a:lnTo>
                  <a:lnTo>
                    <a:pt x="23550" y="606"/>
                  </a:lnTo>
                  <a:lnTo>
                    <a:pt x="24761" y="404"/>
                  </a:lnTo>
                  <a:lnTo>
                    <a:pt x="25972" y="223"/>
                  </a:lnTo>
                  <a:lnTo>
                    <a:pt x="26598" y="162"/>
                  </a:lnTo>
                  <a:lnTo>
                    <a:pt x="27223" y="102"/>
                  </a:lnTo>
                  <a:lnTo>
                    <a:pt x="27647" y="81"/>
                  </a:lnTo>
                  <a:close/>
                  <a:moveTo>
                    <a:pt x="27647" y="1"/>
                  </a:moveTo>
                  <a:lnTo>
                    <a:pt x="27223" y="21"/>
                  </a:lnTo>
                  <a:lnTo>
                    <a:pt x="26598" y="81"/>
                  </a:lnTo>
                  <a:lnTo>
                    <a:pt x="25972" y="142"/>
                  </a:lnTo>
                  <a:lnTo>
                    <a:pt x="24741" y="324"/>
                  </a:lnTo>
                  <a:lnTo>
                    <a:pt x="23550" y="525"/>
                  </a:lnTo>
                  <a:lnTo>
                    <a:pt x="22360" y="767"/>
                  </a:lnTo>
                  <a:lnTo>
                    <a:pt x="21230" y="1030"/>
                  </a:lnTo>
                  <a:lnTo>
                    <a:pt x="20160" y="1312"/>
                  </a:lnTo>
                  <a:lnTo>
                    <a:pt x="19131" y="1595"/>
                  </a:lnTo>
                  <a:lnTo>
                    <a:pt x="18162" y="1877"/>
                  </a:lnTo>
                  <a:lnTo>
                    <a:pt x="16750" y="2301"/>
                  </a:lnTo>
                  <a:lnTo>
                    <a:pt x="15418" y="2745"/>
                  </a:lnTo>
                  <a:lnTo>
                    <a:pt x="14106" y="3189"/>
                  </a:lnTo>
                  <a:lnTo>
                    <a:pt x="12855" y="3633"/>
                  </a:lnTo>
                  <a:lnTo>
                    <a:pt x="11604" y="4117"/>
                  </a:lnTo>
                  <a:lnTo>
                    <a:pt x="10413" y="4622"/>
                  </a:lnTo>
                  <a:lnTo>
                    <a:pt x="9243" y="5126"/>
                  </a:lnTo>
                  <a:lnTo>
                    <a:pt x="8113" y="5651"/>
                  </a:lnTo>
                  <a:lnTo>
                    <a:pt x="7023" y="6196"/>
                  </a:lnTo>
                  <a:lnTo>
                    <a:pt x="5974" y="6761"/>
                  </a:lnTo>
                  <a:lnTo>
                    <a:pt x="4965" y="7326"/>
                  </a:lnTo>
                  <a:lnTo>
                    <a:pt x="3976" y="7931"/>
                  </a:lnTo>
                  <a:lnTo>
                    <a:pt x="3189" y="8396"/>
                  </a:lnTo>
                  <a:lnTo>
                    <a:pt x="2381" y="8880"/>
                  </a:lnTo>
                  <a:lnTo>
                    <a:pt x="1978" y="9142"/>
                  </a:lnTo>
                  <a:lnTo>
                    <a:pt x="1594" y="9405"/>
                  </a:lnTo>
                  <a:lnTo>
                    <a:pt x="1211" y="9667"/>
                  </a:lnTo>
                  <a:lnTo>
                    <a:pt x="888" y="9949"/>
                  </a:lnTo>
                  <a:lnTo>
                    <a:pt x="585" y="10252"/>
                  </a:lnTo>
                  <a:lnTo>
                    <a:pt x="444" y="10414"/>
                  </a:lnTo>
                  <a:lnTo>
                    <a:pt x="323" y="10575"/>
                  </a:lnTo>
                  <a:lnTo>
                    <a:pt x="202" y="10736"/>
                  </a:lnTo>
                  <a:lnTo>
                    <a:pt x="121" y="10898"/>
                  </a:lnTo>
                  <a:lnTo>
                    <a:pt x="61" y="11059"/>
                  </a:lnTo>
                  <a:lnTo>
                    <a:pt x="20" y="11241"/>
                  </a:lnTo>
                  <a:lnTo>
                    <a:pt x="0" y="11382"/>
                  </a:lnTo>
                  <a:lnTo>
                    <a:pt x="0" y="11544"/>
                  </a:lnTo>
                  <a:lnTo>
                    <a:pt x="41" y="11705"/>
                  </a:lnTo>
                  <a:lnTo>
                    <a:pt x="101" y="11867"/>
                  </a:lnTo>
                  <a:lnTo>
                    <a:pt x="202" y="12048"/>
                  </a:lnTo>
                  <a:lnTo>
                    <a:pt x="343" y="12230"/>
                  </a:lnTo>
                  <a:lnTo>
                    <a:pt x="545" y="12411"/>
                  </a:lnTo>
                  <a:lnTo>
                    <a:pt x="787" y="12593"/>
                  </a:lnTo>
                  <a:lnTo>
                    <a:pt x="1070" y="12754"/>
                  </a:lnTo>
                  <a:lnTo>
                    <a:pt x="1393" y="12896"/>
                  </a:lnTo>
                  <a:lnTo>
                    <a:pt x="1736" y="12997"/>
                  </a:lnTo>
                  <a:lnTo>
                    <a:pt x="2139" y="13057"/>
                  </a:lnTo>
                  <a:lnTo>
                    <a:pt x="2947" y="13158"/>
                  </a:lnTo>
                  <a:lnTo>
                    <a:pt x="3754" y="13198"/>
                  </a:lnTo>
                  <a:lnTo>
                    <a:pt x="4561" y="13239"/>
                  </a:lnTo>
                  <a:lnTo>
                    <a:pt x="6135" y="13239"/>
                  </a:lnTo>
                  <a:lnTo>
                    <a:pt x="6902" y="13219"/>
                  </a:lnTo>
                  <a:lnTo>
                    <a:pt x="8435" y="13138"/>
                  </a:lnTo>
                  <a:lnTo>
                    <a:pt x="9949" y="13017"/>
                  </a:lnTo>
                  <a:lnTo>
                    <a:pt x="11442" y="12896"/>
                  </a:lnTo>
                  <a:lnTo>
                    <a:pt x="12774" y="12775"/>
                  </a:lnTo>
                  <a:lnTo>
                    <a:pt x="14106" y="12674"/>
                  </a:lnTo>
                  <a:lnTo>
                    <a:pt x="15075" y="12613"/>
                  </a:lnTo>
                  <a:lnTo>
                    <a:pt x="16467" y="12512"/>
                  </a:lnTo>
                  <a:lnTo>
                    <a:pt x="17173" y="12452"/>
                  </a:lnTo>
                  <a:lnTo>
                    <a:pt x="17880" y="12371"/>
                  </a:lnTo>
                  <a:lnTo>
                    <a:pt x="18586" y="12290"/>
                  </a:lnTo>
                  <a:lnTo>
                    <a:pt x="19272" y="12169"/>
                  </a:lnTo>
                  <a:lnTo>
                    <a:pt x="19978" y="12028"/>
                  </a:lnTo>
                  <a:lnTo>
                    <a:pt x="20665" y="11867"/>
                  </a:lnTo>
                  <a:lnTo>
                    <a:pt x="21149" y="11705"/>
                  </a:lnTo>
                  <a:lnTo>
                    <a:pt x="21613" y="11544"/>
                  </a:lnTo>
                  <a:lnTo>
                    <a:pt x="22057" y="11362"/>
                  </a:lnTo>
                  <a:lnTo>
                    <a:pt x="22461" y="11180"/>
                  </a:lnTo>
                  <a:lnTo>
                    <a:pt x="22824" y="10958"/>
                  </a:lnTo>
                  <a:lnTo>
                    <a:pt x="23167" y="10736"/>
                  </a:lnTo>
                  <a:lnTo>
                    <a:pt x="23470" y="10474"/>
                  </a:lnTo>
                  <a:lnTo>
                    <a:pt x="23752" y="10212"/>
                  </a:lnTo>
                  <a:lnTo>
                    <a:pt x="23914" y="10030"/>
                  </a:lnTo>
                  <a:lnTo>
                    <a:pt x="24075" y="9849"/>
                  </a:lnTo>
                  <a:lnTo>
                    <a:pt x="24358" y="9445"/>
                  </a:lnTo>
                  <a:lnTo>
                    <a:pt x="24600" y="9021"/>
                  </a:lnTo>
                  <a:lnTo>
                    <a:pt x="24822" y="8597"/>
                  </a:lnTo>
                  <a:lnTo>
                    <a:pt x="25023" y="8133"/>
                  </a:lnTo>
                  <a:lnTo>
                    <a:pt x="25185" y="7669"/>
                  </a:lnTo>
                  <a:lnTo>
                    <a:pt x="25508" y="6741"/>
                  </a:lnTo>
                  <a:lnTo>
                    <a:pt x="25770" y="6014"/>
                  </a:lnTo>
                  <a:lnTo>
                    <a:pt x="26053" y="5268"/>
                  </a:lnTo>
                  <a:lnTo>
                    <a:pt x="26194" y="4925"/>
                  </a:lnTo>
                  <a:lnTo>
                    <a:pt x="26376" y="4561"/>
                  </a:lnTo>
                  <a:lnTo>
                    <a:pt x="26557" y="4238"/>
                  </a:lnTo>
                  <a:lnTo>
                    <a:pt x="26759" y="3895"/>
                  </a:lnTo>
                  <a:lnTo>
                    <a:pt x="27021" y="3532"/>
                  </a:lnTo>
                  <a:lnTo>
                    <a:pt x="27324" y="3169"/>
                  </a:lnTo>
                  <a:lnTo>
                    <a:pt x="27627" y="2826"/>
                  </a:lnTo>
                  <a:lnTo>
                    <a:pt x="27950" y="2503"/>
                  </a:lnTo>
                  <a:lnTo>
                    <a:pt x="28293" y="2120"/>
                  </a:lnTo>
                  <a:lnTo>
                    <a:pt x="28656" y="1736"/>
                  </a:lnTo>
                  <a:lnTo>
                    <a:pt x="28979" y="1333"/>
                  </a:lnTo>
                  <a:lnTo>
                    <a:pt x="29120" y="1111"/>
                  </a:lnTo>
                  <a:lnTo>
                    <a:pt x="29261" y="889"/>
                  </a:lnTo>
                  <a:lnTo>
                    <a:pt x="29362" y="727"/>
                  </a:lnTo>
                  <a:lnTo>
                    <a:pt x="29382" y="626"/>
                  </a:lnTo>
                  <a:lnTo>
                    <a:pt x="29382" y="545"/>
                  </a:lnTo>
                  <a:lnTo>
                    <a:pt x="29362" y="445"/>
                  </a:lnTo>
                  <a:lnTo>
                    <a:pt x="29322" y="364"/>
                  </a:lnTo>
                  <a:lnTo>
                    <a:pt x="29261" y="303"/>
                  </a:lnTo>
                  <a:lnTo>
                    <a:pt x="29201" y="243"/>
                  </a:lnTo>
                  <a:lnTo>
                    <a:pt x="29059" y="162"/>
                  </a:lnTo>
                  <a:lnTo>
                    <a:pt x="28918" y="122"/>
                  </a:lnTo>
                  <a:lnTo>
                    <a:pt x="28716" y="61"/>
                  </a:lnTo>
                  <a:lnTo>
                    <a:pt x="28494" y="21"/>
                  </a:lnTo>
                  <a:lnTo>
                    <a:pt x="282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03" name="Google Shape;1703;p19"/>
          <p:cNvSpPr/>
          <p:nvPr/>
        </p:nvSpPr>
        <p:spPr>
          <a:xfrm>
            <a:off x="322954" y="2732577"/>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19"/>
          <p:cNvSpPr/>
          <p:nvPr/>
        </p:nvSpPr>
        <p:spPr>
          <a:xfrm>
            <a:off x="2337742" y="162452"/>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19"/>
          <p:cNvSpPr/>
          <p:nvPr/>
        </p:nvSpPr>
        <p:spPr>
          <a:xfrm>
            <a:off x="266642" y="1375840"/>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19"/>
          <p:cNvSpPr/>
          <p:nvPr/>
        </p:nvSpPr>
        <p:spPr>
          <a:xfrm>
            <a:off x="523842" y="1693465"/>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19"/>
          <p:cNvSpPr/>
          <p:nvPr/>
        </p:nvSpPr>
        <p:spPr>
          <a:xfrm>
            <a:off x="3174892" y="-10"/>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2">
    <p:spTree>
      <p:nvGrpSpPr>
        <p:cNvPr id="1708" name="Shape 1708"/>
        <p:cNvGrpSpPr/>
        <p:nvPr/>
      </p:nvGrpSpPr>
      <p:grpSpPr>
        <a:xfrm>
          <a:off x="0" y="0"/>
          <a:ext cx="0" cy="0"/>
          <a:chOff x="0" y="0"/>
          <a:chExt cx="0" cy="0"/>
        </a:xfrm>
      </p:grpSpPr>
      <p:sp>
        <p:nvSpPr>
          <p:cNvPr id="1709" name="Google Shape;1709;p20"/>
          <p:cNvSpPr txBox="1"/>
          <p:nvPr>
            <p:ph type="title"/>
          </p:nvPr>
        </p:nvSpPr>
        <p:spPr>
          <a:xfrm>
            <a:off x="713225" y="530350"/>
            <a:ext cx="7717800" cy="292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800"/>
              <a:buFont typeface="Dosis"/>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1710" name="Google Shape;1710;p20"/>
          <p:cNvSpPr txBox="1"/>
          <p:nvPr>
            <p:ph idx="1" type="body"/>
          </p:nvPr>
        </p:nvSpPr>
        <p:spPr>
          <a:xfrm>
            <a:off x="2286000" y="1638900"/>
            <a:ext cx="4848000" cy="18657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Clr>
                <a:srgbClr val="2A2828"/>
              </a:buClr>
              <a:buSzPts val="1400"/>
              <a:buFont typeface="Open Sans"/>
              <a:buAutoNum type="arabicPeriod"/>
              <a:defRPr/>
            </a:lvl1pPr>
            <a:lvl2pPr indent="-317500" lvl="1" marL="914400">
              <a:spcBef>
                <a:spcPts val="0"/>
              </a:spcBef>
              <a:spcAft>
                <a:spcPts val="0"/>
              </a:spcAft>
              <a:buClr>
                <a:srgbClr val="2A2828"/>
              </a:buClr>
              <a:buSzPts val="1400"/>
              <a:buFont typeface="Open Sans"/>
              <a:buAutoNum type="alphaLcPeriod"/>
              <a:defRPr/>
            </a:lvl2pPr>
            <a:lvl3pPr indent="-317500" lvl="2" marL="1371600">
              <a:spcBef>
                <a:spcPts val="0"/>
              </a:spcBef>
              <a:spcAft>
                <a:spcPts val="0"/>
              </a:spcAft>
              <a:buClr>
                <a:srgbClr val="2A2828"/>
              </a:buClr>
              <a:buSzPts val="1400"/>
              <a:buFont typeface="Open Sans"/>
              <a:buAutoNum type="romanLcPeriod"/>
              <a:defRPr/>
            </a:lvl3pPr>
            <a:lvl4pPr indent="-317500" lvl="3" marL="1828800">
              <a:spcBef>
                <a:spcPts val="0"/>
              </a:spcBef>
              <a:spcAft>
                <a:spcPts val="0"/>
              </a:spcAft>
              <a:buClr>
                <a:srgbClr val="2A2828"/>
              </a:buClr>
              <a:buSzPts val="1400"/>
              <a:buFont typeface="Open Sans"/>
              <a:buAutoNum type="arabicPeriod"/>
              <a:defRPr/>
            </a:lvl4pPr>
            <a:lvl5pPr indent="-317500" lvl="4" marL="2286000">
              <a:spcBef>
                <a:spcPts val="0"/>
              </a:spcBef>
              <a:spcAft>
                <a:spcPts val="0"/>
              </a:spcAft>
              <a:buClr>
                <a:srgbClr val="2A2828"/>
              </a:buClr>
              <a:buSzPts val="1400"/>
              <a:buFont typeface="Open Sans"/>
              <a:buAutoNum type="alphaLcPeriod"/>
              <a:defRPr/>
            </a:lvl5pPr>
            <a:lvl6pPr indent="-317500" lvl="5" marL="2743200">
              <a:spcBef>
                <a:spcPts val="0"/>
              </a:spcBef>
              <a:spcAft>
                <a:spcPts val="0"/>
              </a:spcAft>
              <a:buClr>
                <a:srgbClr val="2A2828"/>
              </a:buClr>
              <a:buSzPts val="1400"/>
              <a:buFont typeface="Open Sans"/>
              <a:buAutoNum type="romanLcPeriod"/>
              <a:defRPr/>
            </a:lvl6pPr>
            <a:lvl7pPr indent="-317500" lvl="6" marL="3200400">
              <a:spcBef>
                <a:spcPts val="0"/>
              </a:spcBef>
              <a:spcAft>
                <a:spcPts val="0"/>
              </a:spcAft>
              <a:buClr>
                <a:srgbClr val="2A2828"/>
              </a:buClr>
              <a:buSzPts val="1400"/>
              <a:buFont typeface="Open Sans"/>
              <a:buAutoNum type="arabicPeriod"/>
              <a:defRPr/>
            </a:lvl7pPr>
            <a:lvl8pPr indent="-317500" lvl="7" marL="3657600">
              <a:spcBef>
                <a:spcPts val="0"/>
              </a:spcBef>
              <a:spcAft>
                <a:spcPts val="0"/>
              </a:spcAft>
              <a:buClr>
                <a:srgbClr val="2A2828"/>
              </a:buClr>
              <a:buSzPts val="1400"/>
              <a:buFont typeface="Open Sans"/>
              <a:buAutoNum type="alphaLcPeriod"/>
              <a:defRPr/>
            </a:lvl8pPr>
            <a:lvl9pPr indent="-317500" lvl="8" marL="4114800">
              <a:spcBef>
                <a:spcPts val="0"/>
              </a:spcBef>
              <a:spcAft>
                <a:spcPts val="0"/>
              </a:spcAft>
              <a:buClr>
                <a:srgbClr val="2A2828"/>
              </a:buClr>
              <a:buSzPts val="1400"/>
              <a:buFont typeface="Open Sans"/>
              <a:buAutoNum type="romanLcPeriod"/>
              <a:defRPr/>
            </a:lvl9pPr>
          </a:lstStyle>
          <a:p/>
        </p:txBody>
      </p:sp>
      <p:sp>
        <p:nvSpPr>
          <p:cNvPr id="1711" name="Google Shape;1711;p20"/>
          <p:cNvSpPr/>
          <p:nvPr/>
        </p:nvSpPr>
        <p:spPr>
          <a:xfrm flipH="1">
            <a:off x="7934700" y="0"/>
            <a:ext cx="12093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20"/>
          <p:cNvSpPr/>
          <p:nvPr/>
        </p:nvSpPr>
        <p:spPr>
          <a:xfrm flipH="1">
            <a:off x="225" y="0"/>
            <a:ext cx="12093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20"/>
          <p:cNvSpPr/>
          <p:nvPr/>
        </p:nvSpPr>
        <p:spPr>
          <a:xfrm>
            <a:off x="343700" y="196035"/>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20"/>
          <p:cNvSpPr/>
          <p:nvPr/>
        </p:nvSpPr>
        <p:spPr>
          <a:xfrm>
            <a:off x="8352925" y="3903785"/>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20"/>
          <p:cNvSpPr/>
          <p:nvPr/>
        </p:nvSpPr>
        <p:spPr>
          <a:xfrm>
            <a:off x="8352938" y="4435510"/>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20"/>
          <p:cNvSpPr/>
          <p:nvPr/>
        </p:nvSpPr>
        <p:spPr>
          <a:xfrm>
            <a:off x="343713" y="727760"/>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17" name="Google Shape;1717;p20"/>
          <p:cNvGrpSpPr/>
          <p:nvPr/>
        </p:nvGrpSpPr>
        <p:grpSpPr>
          <a:xfrm>
            <a:off x="8389390" y="1997778"/>
            <a:ext cx="398956" cy="1147945"/>
            <a:chOff x="8644380" y="1997778"/>
            <a:chExt cx="398956" cy="1147945"/>
          </a:xfrm>
        </p:grpSpPr>
        <p:sp>
          <p:nvSpPr>
            <p:cNvPr id="1718" name="Google Shape;1718;p20"/>
            <p:cNvSpPr/>
            <p:nvPr/>
          </p:nvSpPr>
          <p:spPr>
            <a:xfrm>
              <a:off x="8979217" y="3084680"/>
              <a:ext cx="63359" cy="58003"/>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20"/>
            <p:cNvSpPr/>
            <p:nvPr/>
          </p:nvSpPr>
          <p:spPr>
            <a:xfrm>
              <a:off x="8977698" y="2926017"/>
              <a:ext cx="65638" cy="6184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20"/>
            <p:cNvSpPr/>
            <p:nvPr/>
          </p:nvSpPr>
          <p:spPr>
            <a:xfrm>
              <a:off x="8976938" y="2768911"/>
              <a:ext cx="58003" cy="64119"/>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20"/>
            <p:cNvSpPr/>
            <p:nvPr/>
          </p:nvSpPr>
          <p:spPr>
            <a:xfrm>
              <a:off x="8978458" y="2616363"/>
              <a:ext cx="60282" cy="55724"/>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20"/>
            <p:cNvSpPr/>
            <p:nvPr/>
          </p:nvSpPr>
          <p:spPr>
            <a:xfrm>
              <a:off x="8980737" y="1998575"/>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20"/>
            <p:cNvSpPr/>
            <p:nvPr/>
          </p:nvSpPr>
          <p:spPr>
            <a:xfrm>
              <a:off x="8814476" y="2772710"/>
              <a:ext cx="61802" cy="57243"/>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20"/>
            <p:cNvSpPr/>
            <p:nvPr/>
          </p:nvSpPr>
          <p:spPr>
            <a:xfrm>
              <a:off x="8813717" y="2614844"/>
              <a:ext cx="61802" cy="58763"/>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20"/>
            <p:cNvSpPr/>
            <p:nvPr/>
          </p:nvSpPr>
          <p:spPr>
            <a:xfrm>
              <a:off x="8980737" y="2153402"/>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20"/>
            <p:cNvSpPr/>
            <p:nvPr/>
          </p:nvSpPr>
          <p:spPr>
            <a:xfrm>
              <a:off x="8979217" y="2464575"/>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20"/>
            <p:cNvSpPr/>
            <p:nvPr/>
          </p:nvSpPr>
          <p:spPr>
            <a:xfrm>
              <a:off x="8814476" y="2929094"/>
              <a:ext cx="57243" cy="57205"/>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20"/>
            <p:cNvSpPr/>
            <p:nvPr/>
          </p:nvSpPr>
          <p:spPr>
            <a:xfrm>
              <a:off x="8814476" y="2463056"/>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20"/>
            <p:cNvSpPr/>
            <p:nvPr/>
          </p:nvSpPr>
          <p:spPr>
            <a:xfrm>
              <a:off x="8812957" y="3083921"/>
              <a:ext cx="63321" cy="60282"/>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20"/>
            <p:cNvSpPr/>
            <p:nvPr/>
          </p:nvSpPr>
          <p:spPr>
            <a:xfrm>
              <a:off x="8644380" y="3080844"/>
              <a:ext cx="61840" cy="64878"/>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20"/>
            <p:cNvSpPr/>
            <p:nvPr/>
          </p:nvSpPr>
          <p:spPr>
            <a:xfrm>
              <a:off x="8979977" y="2308229"/>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20"/>
            <p:cNvSpPr/>
            <p:nvPr/>
          </p:nvSpPr>
          <p:spPr>
            <a:xfrm>
              <a:off x="8815996" y="2299834"/>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20"/>
            <p:cNvSpPr/>
            <p:nvPr/>
          </p:nvSpPr>
          <p:spPr>
            <a:xfrm>
              <a:off x="8648216" y="2463816"/>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20"/>
            <p:cNvSpPr/>
            <p:nvPr/>
          </p:nvSpPr>
          <p:spPr>
            <a:xfrm>
              <a:off x="8650495" y="2308989"/>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20"/>
            <p:cNvSpPr/>
            <p:nvPr/>
          </p:nvSpPr>
          <p:spPr>
            <a:xfrm>
              <a:off x="8649735" y="2928296"/>
              <a:ext cx="57243" cy="57243"/>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20"/>
            <p:cNvSpPr/>
            <p:nvPr/>
          </p:nvSpPr>
          <p:spPr>
            <a:xfrm>
              <a:off x="8648216" y="2618642"/>
              <a:ext cx="58003" cy="5268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20"/>
            <p:cNvSpPr/>
            <p:nvPr/>
          </p:nvSpPr>
          <p:spPr>
            <a:xfrm>
              <a:off x="8814476" y="2154922"/>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20"/>
            <p:cNvSpPr/>
            <p:nvPr/>
          </p:nvSpPr>
          <p:spPr>
            <a:xfrm>
              <a:off x="8649735" y="2774229"/>
              <a:ext cx="57243" cy="54964"/>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20"/>
            <p:cNvSpPr/>
            <p:nvPr/>
          </p:nvSpPr>
          <p:spPr>
            <a:xfrm>
              <a:off x="8812197" y="1999335"/>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20"/>
            <p:cNvSpPr/>
            <p:nvPr/>
          </p:nvSpPr>
          <p:spPr>
            <a:xfrm>
              <a:off x="8652015" y="2152643"/>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20"/>
            <p:cNvSpPr/>
            <p:nvPr/>
          </p:nvSpPr>
          <p:spPr>
            <a:xfrm>
              <a:off x="8652774" y="1997778"/>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2" name="Google Shape;1742;p20"/>
          <p:cNvGrpSpPr/>
          <p:nvPr/>
        </p:nvGrpSpPr>
        <p:grpSpPr>
          <a:xfrm>
            <a:off x="351774" y="1997778"/>
            <a:ext cx="398956" cy="1147945"/>
            <a:chOff x="8644380" y="1997778"/>
            <a:chExt cx="398956" cy="1147945"/>
          </a:xfrm>
        </p:grpSpPr>
        <p:sp>
          <p:nvSpPr>
            <p:cNvPr id="1743" name="Google Shape;1743;p20"/>
            <p:cNvSpPr/>
            <p:nvPr/>
          </p:nvSpPr>
          <p:spPr>
            <a:xfrm>
              <a:off x="8979217" y="3084680"/>
              <a:ext cx="63359" cy="58003"/>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20"/>
            <p:cNvSpPr/>
            <p:nvPr/>
          </p:nvSpPr>
          <p:spPr>
            <a:xfrm>
              <a:off x="8977698" y="2926017"/>
              <a:ext cx="65638" cy="6184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20"/>
            <p:cNvSpPr/>
            <p:nvPr/>
          </p:nvSpPr>
          <p:spPr>
            <a:xfrm>
              <a:off x="8976938" y="2768911"/>
              <a:ext cx="58003" cy="64119"/>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20"/>
            <p:cNvSpPr/>
            <p:nvPr/>
          </p:nvSpPr>
          <p:spPr>
            <a:xfrm>
              <a:off x="8978458" y="2616363"/>
              <a:ext cx="60282" cy="55724"/>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20"/>
            <p:cNvSpPr/>
            <p:nvPr/>
          </p:nvSpPr>
          <p:spPr>
            <a:xfrm>
              <a:off x="8980737" y="1998575"/>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20"/>
            <p:cNvSpPr/>
            <p:nvPr/>
          </p:nvSpPr>
          <p:spPr>
            <a:xfrm>
              <a:off x="8814476" y="2772710"/>
              <a:ext cx="61802" cy="57243"/>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20"/>
            <p:cNvSpPr/>
            <p:nvPr/>
          </p:nvSpPr>
          <p:spPr>
            <a:xfrm>
              <a:off x="8813717" y="2614844"/>
              <a:ext cx="61802" cy="58763"/>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20"/>
            <p:cNvSpPr/>
            <p:nvPr/>
          </p:nvSpPr>
          <p:spPr>
            <a:xfrm>
              <a:off x="8980737" y="2153402"/>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20"/>
            <p:cNvSpPr/>
            <p:nvPr/>
          </p:nvSpPr>
          <p:spPr>
            <a:xfrm>
              <a:off x="8979217" y="2464575"/>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20"/>
            <p:cNvSpPr/>
            <p:nvPr/>
          </p:nvSpPr>
          <p:spPr>
            <a:xfrm>
              <a:off x="8814476" y="2929094"/>
              <a:ext cx="57243" cy="57205"/>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20"/>
            <p:cNvSpPr/>
            <p:nvPr/>
          </p:nvSpPr>
          <p:spPr>
            <a:xfrm>
              <a:off x="8814476" y="2463056"/>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20"/>
            <p:cNvSpPr/>
            <p:nvPr/>
          </p:nvSpPr>
          <p:spPr>
            <a:xfrm>
              <a:off x="8812957" y="3083921"/>
              <a:ext cx="63321" cy="60282"/>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20"/>
            <p:cNvSpPr/>
            <p:nvPr/>
          </p:nvSpPr>
          <p:spPr>
            <a:xfrm>
              <a:off x="8644380" y="3080844"/>
              <a:ext cx="61840" cy="64878"/>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20"/>
            <p:cNvSpPr/>
            <p:nvPr/>
          </p:nvSpPr>
          <p:spPr>
            <a:xfrm>
              <a:off x="8979977" y="2308229"/>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20"/>
            <p:cNvSpPr/>
            <p:nvPr/>
          </p:nvSpPr>
          <p:spPr>
            <a:xfrm>
              <a:off x="8815996" y="2299834"/>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20"/>
            <p:cNvSpPr/>
            <p:nvPr/>
          </p:nvSpPr>
          <p:spPr>
            <a:xfrm>
              <a:off x="8648216" y="2463816"/>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20"/>
            <p:cNvSpPr/>
            <p:nvPr/>
          </p:nvSpPr>
          <p:spPr>
            <a:xfrm>
              <a:off x="8650495" y="2308989"/>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20"/>
            <p:cNvSpPr/>
            <p:nvPr/>
          </p:nvSpPr>
          <p:spPr>
            <a:xfrm>
              <a:off x="8649735" y="2928296"/>
              <a:ext cx="57243" cy="57243"/>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20"/>
            <p:cNvSpPr/>
            <p:nvPr/>
          </p:nvSpPr>
          <p:spPr>
            <a:xfrm>
              <a:off x="8648216" y="2618642"/>
              <a:ext cx="58003" cy="5268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20"/>
            <p:cNvSpPr/>
            <p:nvPr/>
          </p:nvSpPr>
          <p:spPr>
            <a:xfrm>
              <a:off x="8814476" y="2154922"/>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20"/>
            <p:cNvSpPr/>
            <p:nvPr/>
          </p:nvSpPr>
          <p:spPr>
            <a:xfrm>
              <a:off x="8649735" y="2774229"/>
              <a:ext cx="57243" cy="54964"/>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20"/>
            <p:cNvSpPr/>
            <p:nvPr/>
          </p:nvSpPr>
          <p:spPr>
            <a:xfrm>
              <a:off x="8812197" y="1999335"/>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20"/>
            <p:cNvSpPr/>
            <p:nvPr/>
          </p:nvSpPr>
          <p:spPr>
            <a:xfrm>
              <a:off x="8652015" y="2152643"/>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20"/>
            <p:cNvSpPr/>
            <p:nvPr/>
          </p:nvSpPr>
          <p:spPr>
            <a:xfrm>
              <a:off x="8652774" y="1997778"/>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67" name="Google Shape;1767;p20"/>
          <p:cNvSpPr/>
          <p:nvPr/>
        </p:nvSpPr>
        <p:spPr>
          <a:xfrm>
            <a:off x="-636920" y="3488029"/>
            <a:ext cx="1596439" cy="1802961"/>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20"/>
          <p:cNvSpPr/>
          <p:nvPr/>
        </p:nvSpPr>
        <p:spPr>
          <a:xfrm>
            <a:off x="366041" y="4664747"/>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20"/>
          <p:cNvSpPr/>
          <p:nvPr/>
        </p:nvSpPr>
        <p:spPr>
          <a:xfrm>
            <a:off x="-555688" y="3574908"/>
            <a:ext cx="1395619" cy="1650669"/>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20"/>
          <p:cNvSpPr/>
          <p:nvPr/>
        </p:nvSpPr>
        <p:spPr>
          <a:xfrm>
            <a:off x="546506" y="4771920"/>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20"/>
          <p:cNvSpPr/>
          <p:nvPr/>
        </p:nvSpPr>
        <p:spPr>
          <a:xfrm>
            <a:off x="-454162" y="3686609"/>
            <a:ext cx="1193681" cy="142726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20"/>
          <p:cNvSpPr/>
          <p:nvPr/>
        </p:nvSpPr>
        <p:spPr>
          <a:xfrm>
            <a:off x="-321049" y="3828779"/>
            <a:ext cx="901508" cy="110456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20"/>
          <p:cNvSpPr/>
          <p:nvPr/>
        </p:nvSpPr>
        <p:spPr>
          <a:xfrm>
            <a:off x="368277" y="3939306"/>
            <a:ext cx="130935" cy="39045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20"/>
          <p:cNvSpPr/>
          <p:nvPr/>
        </p:nvSpPr>
        <p:spPr>
          <a:xfrm>
            <a:off x="425805" y="4080358"/>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20"/>
          <p:cNvSpPr/>
          <p:nvPr/>
        </p:nvSpPr>
        <p:spPr>
          <a:xfrm>
            <a:off x="400982" y="4105180"/>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20"/>
          <p:cNvSpPr/>
          <p:nvPr/>
        </p:nvSpPr>
        <p:spPr>
          <a:xfrm flipH="1">
            <a:off x="8401164" y="359803"/>
            <a:ext cx="429300" cy="42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20"/>
          <p:cNvSpPr/>
          <p:nvPr/>
        </p:nvSpPr>
        <p:spPr>
          <a:xfrm>
            <a:off x="8317542" y="25906"/>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20"/>
          <p:cNvSpPr/>
          <p:nvPr/>
        </p:nvSpPr>
        <p:spPr>
          <a:xfrm>
            <a:off x="8870345" y="1227390"/>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20"/>
          <p:cNvSpPr/>
          <p:nvPr/>
        </p:nvSpPr>
        <p:spPr>
          <a:xfrm>
            <a:off x="8450655" y="170312"/>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20"/>
          <p:cNvSpPr/>
          <p:nvPr/>
        </p:nvSpPr>
        <p:spPr>
          <a:xfrm>
            <a:off x="8942520" y="1296211"/>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20"/>
          <p:cNvSpPr/>
          <p:nvPr/>
        </p:nvSpPr>
        <p:spPr>
          <a:xfrm>
            <a:off x="8564592" y="231194"/>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20"/>
          <p:cNvSpPr/>
          <p:nvPr/>
        </p:nvSpPr>
        <p:spPr>
          <a:xfrm>
            <a:off x="9046338" y="1405675"/>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20"/>
          <p:cNvSpPr/>
          <p:nvPr/>
        </p:nvSpPr>
        <p:spPr>
          <a:xfrm>
            <a:off x="4194777" y="4711912"/>
            <a:ext cx="754445" cy="377331"/>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20"/>
          <p:cNvSpPr/>
          <p:nvPr/>
        </p:nvSpPr>
        <p:spPr>
          <a:xfrm>
            <a:off x="4194777" y="4334562"/>
            <a:ext cx="754445" cy="377331"/>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2_1">
    <p:spTree>
      <p:nvGrpSpPr>
        <p:cNvPr id="1785" name="Shape 1785"/>
        <p:cNvGrpSpPr/>
        <p:nvPr/>
      </p:nvGrpSpPr>
      <p:grpSpPr>
        <a:xfrm>
          <a:off x="0" y="0"/>
          <a:ext cx="0" cy="0"/>
          <a:chOff x="0" y="0"/>
          <a:chExt cx="0" cy="0"/>
        </a:xfrm>
      </p:grpSpPr>
      <p:sp>
        <p:nvSpPr>
          <p:cNvPr id="1786" name="Google Shape;1786;p21"/>
          <p:cNvSpPr txBox="1"/>
          <p:nvPr>
            <p:ph type="title"/>
          </p:nvPr>
        </p:nvSpPr>
        <p:spPr>
          <a:xfrm>
            <a:off x="4153050" y="1534200"/>
            <a:ext cx="4277700" cy="1122000"/>
          </a:xfrm>
          <a:prstGeom prst="rect">
            <a:avLst/>
          </a:prstGeom>
        </p:spPr>
        <p:txBody>
          <a:bodyPr anchorCtr="0" anchor="ctr" bIns="91425" lIns="91425" spcFirstLastPara="1" rIns="91425" wrap="square" tIns="91425">
            <a:noAutofit/>
          </a:bodyPr>
          <a:lstStyle>
            <a:lvl1pPr lvl="0" rtl="0" algn="r">
              <a:spcBef>
                <a:spcPts val="0"/>
              </a:spcBef>
              <a:spcAft>
                <a:spcPts val="0"/>
              </a:spcAft>
              <a:buClr>
                <a:schemeClr val="dk1"/>
              </a:buClr>
              <a:buSzPts val="2800"/>
              <a:buFont typeface="Dosis"/>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1787" name="Google Shape;1787;p21"/>
          <p:cNvSpPr txBox="1"/>
          <p:nvPr>
            <p:ph idx="1" type="subTitle"/>
          </p:nvPr>
        </p:nvSpPr>
        <p:spPr>
          <a:xfrm>
            <a:off x="5230300" y="2694900"/>
            <a:ext cx="3200400" cy="914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1788" name="Google Shape;1788;p21"/>
          <p:cNvSpPr/>
          <p:nvPr/>
        </p:nvSpPr>
        <p:spPr>
          <a:xfrm flipH="1">
            <a:off x="-75" y="0"/>
            <a:ext cx="27006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21"/>
          <p:cNvSpPr/>
          <p:nvPr/>
        </p:nvSpPr>
        <p:spPr>
          <a:xfrm>
            <a:off x="2488747" y="497678"/>
            <a:ext cx="429300" cy="42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21"/>
          <p:cNvSpPr/>
          <p:nvPr/>
        </p:nvSpPr>
        <p:spPr>
          <a:xfrm flipH="1">
            <a:off x="617717" y="163781"/>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21"/>
          <p:cNvSpPr/>
          <p:nvPr/>
        </p:nvSpPr>
        <p:spPr>
          <a:xfrm flipH="1">
            <a:off x="1817000" y="1365265"/>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21"/>
          <p:cNvSpPr/>
          <p:nvPr/>
        </p:nvSpPr>
        <p:spPr>
          <a:xfrm flipH="1">
            <a:off x="745189" y="308187"/>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21"/>
          <p:cNvSpPr/>
          <p:nvPr/>
        </p:nvSpPr>
        <p:spPr>
          <a:xfrm flipH="1">
            <a:off x="1961410" y="1434086"/>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21"/>
          <p:cNvSpPr/>
          <p:nvPr/>
        </p:nvSpPr>
        <p:spPr>
          <a:xfrm flipH="1">
            <a:off x="870424" y="369069"/>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21"/>
          <p:cNvSpPr/>
          <p:nvPr/>
        </p:nvSpPr>
        <p:spPr>
          <a:xfrm flipH="1">
            <a:off x="2105877" y="1543550"/>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21"/>
          <p:cNvSpPr/>
          <p:nvPr/>
        </p:nvSpPr>
        <p:spPr>
          <a:xfrm>
            <a:off x="772520" y="3766430"/>
            <a:ext cx="939900" cy="939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21"/>
          <p:cNvSpPr/>
          <p:nvPr/>
        </p:nvSpPr>
        <p:spPr>
          <a:xfrm flipH="1">
            <a:off x="163868" y="3478149"/>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21"/>
          <p:cNvSpPr/>
          <p:nvPr/>
        </p:nvSpPr>
        <p:spPr>
          <a:xfrm flipH="1">
            <a:off x="365816" y="3534558"/>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21"/>
          <p:cNvSpPr/>
          <p:nvPr/>
        </p:nvSpPr>
        <p:spPr>
          <a:xfrm flipH="1">
            <a:off x="652404" y="3641731"/>
            <a:ext cx="1642730" cy="740159"/>
          </a:xfrm>
          <a:custGeom>
            <a:rect b="b" l="l" r="r" t="t"/>
            <a:pathLst>
              <a:path extrusionOk="0" h="13239" w="29383">
                <a:moveTo>
                  <a:pt x="28272" y="81"/>
                </a:moveTo>
                <a:lnTo>
                  <a:pt x="28474" y="102"/>
                </a:lnTo>
                <a:lnTo>
                  <a:pt x="28696" y="142"/>
                </a:lnTo>
                <a:lnTo>
                  <a:pt x="28898" y="202"/>
                </a:lnTo>
                <a:lnTo>
                  <a:pt x="29019" y="243"/>
                </a:lnTo>
                <a:lnTo>
                  <a:pt x="29140" y="303"/>
                </a:lnTo>
                <a:lnTo>
                  <a:pt x="29201" y="364"/>
                </a:lnTo>
                <a:lnTo>
                  <a:pt x="29261" y="404"/>
                </a:lnTo>
                <a:lnTo>
                  <a:pt x="29281" y="465"/>
                </a:lnTo>
                <a:lnTo>
                  <a:pt x="29302" y="545"/>
                </a:lnTo>
                <a:lnTo>
                  <a:pt x="29302" y="626"/>
                </a:lnTo>
                <a:lnTo>
                  <a:pt x="29281" y="707"/>
                </a:lnTo>
                <a:lnTo>
                  <a:pt x="29201" y="848"/>
                </a:lnTo>
                <a:lnTo>
                  <a:pt x="29059" y="1070"/>
                </a:lnTo>
                <a:lnTo>
                  <a:pt x="28918" y="1272"/>
                </a:lnTo>
                <a:lnTo>
                  <a:pt x="28595" y="1676"/>
                </a:lnTo>
                <a:lnTo>
                  <a:pt x="28232" y="2079"/>
                </a:lnTo>
                <a:lnTo>
                  <a:pt x="27889" y="2442"/>
                </a:lnTo>
                <a:lnTo>
                  <a:pt x="27566" y="2785"/>
                </a:lnTo>
                <a:lnTo>
                  <a:pt x="27263" y="3129"/>
                </a:lnTo>
                <a:lnTo>
                  <a:pt x="26961" y="3492"/>
                </a:lnTo>
                <a:lnTo>
                  <a:pt x="26698" y="3855"/>
                </a:lnTo>
                <a:lnTo>
                  <a:pt x="26476" y="4198"/>
                </a:lnTo>
                <a:lnTo>
                  <a:pt x="26295" y="4521"/>
                </a:lnTo>
                <a:lnTo>
                  <a:pt x="26133" y="4884"/>
                </a:lnTo>
                <a:lnTo>
                  <a:pt x="25972" y="5247"/>
                </a:lnTo>
                <a:lnTo>
                  <a:pt x="25689" y="5974"/>
                </a:lnTo>
                <a:lnTo>
                  <a:pt x="25447" y="6721"/>
                </a:lnTo>
                <a:lnTo>
                  <a:pt x="25124" y="7649"/>
                </a:lnTo>
                <a:lnTo>
                  <a:pt x="24943" y="8113"/>
                </a:lnTo>
                <a:lnTo>
                  <a:pt x="24741" y="8557"/>
                </a:lnTo>
                <a:lnTo>
                  <a:pt x="24539" y="8981"/>
                </a:lnTo>
                <a:lnTo>
                  <a:pt x="24297" y="9405"/>
                </a:lnTo>
                <a:lnTo>
                  <a:pt x="24014" y="9788"/>
                </a:lnTo>
                <a:lnTo>
                  <a:pt x="23853" y="9990"/>
                </a:lnTo>
                <a:lnTo>
                  <a:pt x="23692" y="10171"/>
                </a:lnTo>
                <a:lnTo>
                  <a:pt x="23409" y="10414"/>
                </a:lnTo>
                <a:lnTo>
                  <a:pt x="23106" y="10676"/>
                </a:lnTo>
                <a:lnTo>
                  <a:pt x="22784" y="10898"/>
                </a:lnTo>
                <a:lnTo>
                  <a:pt x="22420" y="11100"/>
                </a:lnTo>
                <a:lnTo>
                  <a:pt x="22017" y="11301"/>
                </a:lnTo>
                <a:lnTo>
                  <a:pt x="21593" y="11483"/>
                </a:lnTo>
                <a:lnTo>
                  <a:pt x="21129" y="11645"/>
                </a:lnTo>
                <a:lnTo>
                  <a:pt x="20644" y="11786"/>
                </a:lnTo>
                <a:lnTo>
                  <a:pt x="19958" y="11947"/>
                </a:lnTo>
                <a:lnTo>
                  <a:pt x="19272" y="12088"/>
                </a:lnTo>
                <a:lnTo>
                  <a:pt x="18566" y="12210"/>
                </a:lnTo>
                <a:lnTo>
                  <a:pt x="17880" y="12290"/>
                </a:lnTo>
                <a:lnTo>
                  <a:pt x="17173" y="12371"/>
                </a:lnTo>
                <a:lnTo>
                  <a:pt x="16467" y="12432"/>
                </a:lnTo>
                <a:lnTo>
                  <a:pt x="15075" y="12532"/>
                </a:lnTo>
                <a:lnTo>
                  <a:pt x="14106" y="12593"/>
                </a:lnTo>
                <a:lnTo>
                  <a:pt x="12774" y="12694"/>
                </a:lnTo>
                <a:lnTo>
                  <a:pt x="11442" y="12815"/>
                </a:lnTo>
                <a:lnTo>
                  <a:pt x="9142" y="12997"/>
                </a:lnTo>
                <a:lnTo>
                  <a:pt x="7971" y="13077"/>
                </a:lnTo>
                <a:lnTo>
                  <a:pt x="6801" y="13138"/>
                </a:lnTo>
                <a:lnTo>
                  <a:pt x="5630" y="13158"/>
                </a:lnTo>
                <a:lnTo>
                  <a:pt x="4480" y="13158"/>
                </a:lnTo>
                <a:lnTo>
                  <a:pt x="3895" y="13138"/>
                </a:lnTo>
                <a:lnTo>
                  <a:pt x="3310" y="13098"/>
                </a:lnTo>
                <a:lnTo>
                  <a:pt x="2725" y="13057"/>
                </a:lnTo>
                <a:lnTo>
                  <a:pt x="2139" y="12976"/>
                </a:lnTo>
                <a:lnTo>
                  <a:pt x="1857" y="12936"/>
                </a:lnTo>
                <a:lnTo>
                  <a:pt x="1554" y="12855"/>
                </a:lnTo>
                <a:lnTo>
                  <a:pt x="1251" y="12754"/>
                </a:lnTo>
                <a:lnTo>
                  <a:pt x="969" y="12613"/>
                </a:lnTo>
                <a:lnTo>
                  <a:pt x="707" y="12452"/>
                </a:lnTo>
                <a:lnTo>
                  <a:pt x="485" y="12270"/>
                </a:lnTo>
                <a:lnTo>
                  <a:pt x="384" y="12169"/>
                </a:lnTo>
                <a:lnTo>
                  <a:pt x="303" y="12048"/>
                </a:lnTo>
                <a:lnTo>
                  <a:pt x="222" y="11947"/>
                </a:lnTo>
                <a:lnTo>
                  <a:pt x="162" y="11826"/>
                </a:lnTo>
                <a:lnTo>
                  <a:pt x="121" y="11685"/>
                </a:lnTo>
                <a:lnTo>
                  <a:pt x="81" y="11544"/>
                </a:lnTo>
                <a:lnTo>
                  <a:pt x="81" y="11382"/>
                </a:lnTo>
                <a:lnTo>
                  <a:pt x="101" y="11241"/>
                </a:lnTo>
                <a:lnTo>
                  <a:pt x="142" y="11079"/>
                </a:lnTo>
                <a:lnTo>
                  <a:pt x="202" y="10938"/>
                </a:lnTo>
                <a:lnTo>
                  <a:pt x="283" y="10777"/>
                </a:lnTo>
                <a:lnTo>
                  <a:pt x="384" y="10615"/>
                </a:lnTo>
                <a:lnTo>
                  <a:pt x="646" y="10313"/>
                </a:lnTo>
                <a:lnTo>
                  <a:pt x="929" y="10010"/>
                </a:lnTo>
                <a:lnTo>
                  <a:pt x="1272" y="9727"/>
                </a:lnTo>
                <a:lnTo>
                  <a:pt x="1635" y="9465"/>
                </a:lnTo>
                <a:lnTo>
                  <a:pt x="2038" y="9203"/>
                </a:lnTo>
                <a:lnTo>
                  <a:pt x="2422" y="8940"/>
                </a:lnTo>
                <a:lnTo>
                  <a:pt x="3229" y="8476"/>
                </a:lnTo>
                <a:lnTo>
                  <a:pt x="4016" y="7992"/>
                </a:lnTo>
                <a:lnTo>
                  <a:pt x="5005" y="7407"/>
                </a:lnTo>
                <a:lnTo>
                  <a:pt x="6014" y="6821"/>
                </a:lnTo>
                <a:lnTo>
                  <a:pt x="7063" y="6277"/>
                </a:lnTo>
                <a:lnTo>
                  <a:pt x="8153" y="5732"/>
                </a:lnTo>
                <a:lnTo>
                  <a:pt x="9283" y="5207"/>
                </a:lnTo>
                <a:lnTo>
                  <a:pt x="10433" y="4682"/>
                </a:lnTo>
                <a:lnTo>
                  <a:pt x="11644" y="4198"/>
                </a:lnTo>
                <a:lnTo>
                  <a:pt x="12895" y="3714"/>
                </a:lnTo>
                <a:lnTo>
                  <a:pt x="14146" y="3250"/>
                </a:lnTo>
                <a:lnTo>
                  <a:pt x="15438" y="2826"/>
                </a:lnTo>
                <a:lnTo>
                  <a:pt x="16790" y="2382"/>
                </a:lnTo>
                <a:lnTo>
                  <a:pt x="18182" y="1958"/>
                </a:lnTo>
                <a:lnTo>
                  <a:pt x="19151" y="1676"/>
                </a:lnTo>
                <a:lnTo>
                  <a:pt x="20180" y="1393"/>
                </a:lnTo>
                <a:lnTo>
                  <a:pt x="21250" y="1111"/>
                </a:lnTo>
                <a:lnTo>
                  <a:pt x="22380" y="848"/>
                </a:lnTo>
                <a:lnTo>
                  <a:pt x="23550" y="606"/>
                </a:lnTo>
                <a:lnTo>
                  <a:pt x="24761" y="404"/>
                </a:lnTo>
                <a:lnTo>
                  <a:pt x="25972" y="223"/>
                </a:lnTo>
                <a:lnTo>
                  <a:pt x="26598" y="162"/>
                </a:lnTo>
                <a:lnTo>
                  <a:pt x="27223" y="102"/>
                </a:lnTo>
                <a:lnTo>
                  <a:pt x="27647" y="81"/>
                </a:lnTo>
                <a:close/>
                <a:moveTo>
                  <a:pt x="27647" y="1"/>
                </a:moveTo>
                <a:lnTo>
                  <a:pt x="27223" y="21"/>
                </a:lnTo>
                <a:lnTo>
                  <a:pt x="26598" y="81"/>
                </a:lnTo>
                <a:lnTo>
                  <a:pt x="25972" y="142"/>
                </a:lnTo>
                <a:lnTo>
                  <a:pt x="24741" y="324"/>
                </a:lnTo>
                <a:lnTo>
                  <a:pt x="23550" y="525"/>
                </a:lnTo>
                <a:lnTo>
                  <a:pt x="22360" y="767"/>
                </a:lnTo>
                <a:lnTo>
                  <a:pt x="21230" y="1030"/>
                </a:lnTo>
                <a:lnTo>
                  <a:pt x="20160" y="1312"/>
                </a:lnTo>
                <a:lnTo>
                  <a:pt x="19131" y="1595"/>
                </a:lnTo>
                <a:lnTo>
                  <a:pt x="18162" y="1877"/>
                </a:lnTo>
                <a:lnTo>
                  <a:pt x="16750" y="2301"/>
                </a:lnTo>
                <a:lnTo>
                  <a:pt x="15418" y="2745"/>
                </a:lnTo>
                <a:lnTo>
                  <a:pt x="14106" y="3189"/>
                </a:lnTo>
                <a:lnTo>
                  <a:pt x="12855" y="3633"/>
                </a:lnTo>
                <a:lnTo>
                  <a:pt x="11604" y="4117"/>
                </a:lnTo>
                <a:lnTo>
                  <a:pt x="10413" y="4622"/>
                </a:lnTo>
                <a:lnTo>
                  <a:pt x="9243" y="5126"/>
                </a:lnTo>
                <a:lnTo>
                  <a:pt x="8113" y="5651"/>
                </a:lnTo>
                <a:lnTo>
                  <a:pt x="7023" y="6196"/>
                </a:lnTo>
                <a:lnTo>
                  <a:pt x="5974" y="6761"/>
                </a:lnTo>
                <a:lnTo>
                  <a:pt x="4965" y="7326"/>
                </a:lnTo>
                <a:lnTo>
                  <a:pt x="3976" y="7931"/>
                </a:lnTo>
                <a:lnTo>
                  <a:pt x="3189" y="8396"/>
                </a:lnTo>
                <a:lnTo>
                  <a:pt x="2381" y="8880"/>
                </a:lnTo>
                <a:lnTo>
                  <a:pt x="1978" y="9142"/>
                </a:lnTo>
                <a:lnTo>
                  <a:pt x="1594" y="9405"/>
                </a:lnTo>
                <a:lnTo>
                  <a:pt x="1211" y="9667"/>
                </a:lnTo>
                <a:lnTo>
                  <a:pt x="888" y="9949"/>
                </a:lnTo>
                <a:lnTo>
                  <a:pt x="585" y="10252"/>
                </a:lnTo>
                <a:lnTo>
                  <a:pt x="444" y="10414"/>
                </a:lnTo>
                <a:lnTo>
                  <a:pt x="323" y="10575"/>
                </a:lnTo>
                <a:lnTo>
                  <a:pt x="202" y="10736"/>
                </a:lnTo>
                <a:lnTo>
                  <a:pt x="121" y="10898"/>
                </a:lnTo>
                <a:lnTo>
                  <a:pt x="61" y="11059"/>
                </a:lnTo>
                <a:lnTo>
                  <a:pt x="20" y="11241"/>
                </a:lnTo>
                <a:lnTo>
                  <a:pt x="0" y="11382"/>
                </a:lnTo>
                <a:lnTo>
                  <a:pt x="0" y="11544"/>
                </a:lnTo>
                <a:lnTo>
                  <a:pt x="41" y="11705"/>
                </a:lnTo>
                <a:lnTo>
                  <a:pt x="101" y="11867"/>
                </a:lnTo>
                <a:lnTo>
                  <a:pt x="202" y="12048"/>
                </a:lnTo>
                <a:lnTo>
                  <a:pt x="343" y="12230"/>
                </a:lnTo>
                <a:lnTo>
                  <a:pt x="545" y="12411"/>
                </a:lnTo>
                <a:lnTo>
                  <a:pt x="787" y="12593"/>
                </a:lnTo>
                <a:lnTo>
                  <a:pt x="1070" y="12754"/>
                </a:lnTo>
                <a:lnTo>
                  <a:pt x="1393" y="12896"/>
                </a:lnTo>
                <a:lnTo>
                  <a:pt x="1736" y="12997"/>
                </a:lnTo>
                <a:lnTo>
                  <a:pt x="2139" y="13057"/>
                </a:lnTo>
                <a:lnTo>
                  <a:pt x="2947" y="13158"/>
                </a:lnTo>
                <a:lnTo>
                  <a:pt x="3754" y="13198"/>
                </a:lnTo>
                <a:lnTo>
                  <a:pt x="4561" y="13239"/>
                </a:lnTo>
                <a:lnTo>
                  <a:pt x="6135" y="13239"/>
                </a:lnTo>
                <a:lnTo>
                  <a:pt x="6902" y="13219"/>
                </a:lnTo>
                <a:lnTo>
                  <a:pt x="8435" y="13138"/>
                </a:lnTo>
                <a:lnTo>
                  <a:pt x="9949" y="13017"/>
                </a:lnTo>
                <a:lnTo>
                  <a:pt x="11442" y="12896"/>
                </a:lnTo>
                <a:lnTo>
                  <a:pt x="12774" y="12775"/>
                </a:lnTo>
                <a:lnTo>
                  <a:pt x="14106" y="12674"/>
                </a:lnTo>
                <a:lnTo>
                  <a:pt x="15075" y="12613"/>
                </a:lnTo>
                <a:lnTo>
                  <a:pt x="16467" y="12512"/>
                </a:lnTo>
                <a:lnTo>
                  <a:pt x="17173" y="12452"/>
                </a:lnTo>
                <a:lnTo>
                  <a:pt x="17880" y="12371"/>
                </a:lnTo>
                <a:lnTo>
                  <a:pt x="18586" y="12290"/>
                </a:lnTo>
                <a:lnTo>
                  <a:pt x="19272" y="12169"/>
                </a:lnTo>
                <a:lnTo>
                  <a:pt x="19978" y="12028"/>
                </a:lnTo>
                <a:lnTo>
                  <a:pt x="20665" y="11867"/>
                </a:lnTo>
                <a:lnTo>
                  <a:pt x="21149" y="11705"/>
                </a:lnTo>
                <a:lnTo>
                  <a:pt x="21613" y="11544"/>
                </a:lnTo>
                <a:lnTo>
                  <a:pt x="22057" y="11362"/>
                </a:lnTo>
                <a:lnTo>
                  <a:pt x="22461" y="11180"/>
                </a:lnTo>
                <a:lnTo>
                  <a:pt x="22824" y="10958"/>
                </a:lnTo>
                <a:lnTo>
                  <a:pt x="23167" y="10736"/>
                </a:lnTo>
                <a:lnTo>
                  <a:pt x="23470" y="10474"/>
                </a:lnTo>
                <a:lnTo>
                  <a:pt x="23752" y="10212"/>
                </a:lnTo>
                <a:lnTo>
                  <a:pt x="23914" y="10030"/>
                </a:lnTo>
                <a:lnTo>
                  <a:pt x="24075" y="9849"/>
                </a:lnTo>
                <a:lnTo>
                  <a:pt x="24358" y="9445"/>
                </a:lnTo>
                <a:lnTo>
                  <a:pt x="24600" y="9021"/>
                </a:lnTo>
                <a:lnTo>
                  <a:pt x="24822" y="8597"/>
                </a:lnTo>
                <a:lnTo>
                  <a:pt x="25023" y="8133"/>
                </a:lnTo>
                <a:lnTo>
                  <a:pt x="25185" y="7669"/>
                </a:lnTo>
                <a:lnTo>
                  <a:pt x="25508" y="6741"/>
                </a:lnTo>
                <a:lnTo>
                  <a:pt x="25770" y="6014"/>
                </a:lnTo>
                <a:lnTo>
                  <a:pt x="26053" y="5268"/>
                </a:lnTo>
                <a:lnTo>
                  <a:pt x="26194" y="4925"/>
                </a:lnTo>
                <a:lnTo>
                  <a:pt x="26376" y="4561"/>
                </a:lnTo>
                <a:lnTo>
                  <a:pt x="26557" y="4238"/>
                </a:lnTo>
                <a:lnTo>
                  <a:pt x="26759" y="3895"/>
                </a:lnTo>
                <a:lnTo>
                  <a:pt x="27021" y="3532"/>
                </a:lnTo>
                <a:lnTo>
                  <a:pt x="27324" y="3169"/>
                </a:lnTo>
                <a:lnTo>
                  <a:pt x="27627" y="2826"/>
                </a:lnTo>
                <a:lnTo>
                  <a:pt x="27950" y="2503"/>
                </a:lnTo>
                <a:lnTo>
                  <a:pt x="28293" y="2120"/>
                </a:lnTo>
                <a:lnTo>
                  <a:pt x="28656" y="1736"/>
                </a:lnTo>
                <a:lnTo>
                  <a:pt x="28979" y="1333"/>
                </a:lnTo>
                <a:lnTo>
                  <a:pt x="29120" y="1111"/>
                </a:lnTo>
                <a:lnTo>
                  <a:pt x="29261" y="889"/>
                </a:lnTo>
                <a:lnTo>
                  <a:pt x="29362" y="727"/>
                </a:lnTo>
                <a:lnTo>
                  <a:pt x="29382" y="626"/>
                </a:lnTo>
                <a:lnTo>
                  <a:pt x="29382" y="545"/>
                </a:lnTo>
                <a:lnTo>
                  <a:pt x="29362" y="445"/>
                </a:lnTo>
                <a:lnTo>
                  <a:pt x="29322" y="364"/>
                </a:lnTo>
                <a:lnTo>
                  <a:pt x="29261" y="303"/>
                </a:lnTo>
                <a:lnTo>
                  <a:pt x="29201" y="243"/>
                </a:lnTo>
                <a:lnTo>
                  <a:pt x="29059" y="162"/>
                </a:lnTo>
                <a:lnTo>
                  <a:pt x="28918" y="122"/>
                </a:lnTo>
                <a:lnTo>
                  <a:pt x="28716" y="61"/>
                </a:lnTo>
                <a:lnTo>
                  <a:pt x="28494" y="21"/>
                </a:lnTo>
                <a:lnTo>
                  <a:pt x="282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21"/>
          <p:cNvSpPr/>
          <p:nvPr/>
        </p:nvSpPr>
        <p:spPr>
          <a:xfrm flipH="1">
            <a:off x="1224411" y="4052419"/>
            <a:ext cx="235874" cy="188464"/>
          </a:xfrm>
          <a:custGeom>
            <a:rect b="b" l="l" r="r" t="t"/>
            <a:pathLst>
              <a:path extrusionOk="0" h="3371" w="4219">
                <a:moveTo>
                  <a:pt x="3875" y="81"/>
                </a:moveTo>
                <a:lnTo>
                  <a:pt x="3976" y="101"/>
                </a:lnTo>
                <a:lnTo>
                  <a:pt x="4057" y="182"/>
                </a:lnTo>
                <a:lnTo>
                  <a:pt x="4097" y="263"/>
                </a:lnTo>
                <a:lnTo>
                  <a:pt x="4137" y="363"/>
                </a:lnTo>
                <a:lnTo>
                  <a:pt x="4137" y="464"/>
                </a:lnTo>
                <a:lnTo>
                  <a:pt x="4137" y="585"/>
                </a:lnTo>
                <a:lnTo>
                  <a:pt x="4077" y="807"/>
                </a:lnTo>
                <a:lnTo>
                  <a:pt x="3936" y="1130"/>
                </a:lnTo>
                <a:lnTo>
                  <a:pt x="3794" y="1433"/>
                </a:lnTo>
                <a:lnTo>
                  <a:pt x="3613" y="1715"/>
                </a:lnTo>
                <a:lnTo>
                  <a:pt x="3411" y="1998"/>
                </a:lnTo>
                <a:lnTo>
                  <a:pt x="3189" y="2240"/>
                </a:lnTo>
                <a:lnTo>
                  <a:pt x="2947" y="2482"/>
                </a:lnTo>
                <a:lnTo>
                  <a:pt x="2684" y="2684"/>
                </a:lnTo>
                <a:lnTo>
                  <a:pt x="2422" y="2866"/>
                </a:lnTo>
                <a:lnTo>
                  <a:pt x="2180" y="2967"/>
                </a:lnTo>
                <a:lnTo>
                  <a:pt x="1897" y="3088"/>
                </a:lnTo>
                <a:lnTo>
                  <a:pt x="1575" y="3189"/>
                </a:lnTo>
                <a:lnTo>
                  <a:pt x="1252" y="3249"/>
                </a:lnTo>
                <a:lnTo>
                  <a:pt x="929" y="3290"/>
                </a:lnTo>
                <a:lnTo>
                  <a:pt x="626" y="3290"/>
                </a:lnTo>
                <a:lnTo>
                  <a:pt x="505" y="3269"/>
                </a:lnTo>
                <a:lnTo>
                  <a:pt x="384" y="3249"/>
                </a:lnTo>
                <a:lnTo>
                  <a:pt x="283" y="3209"/>
                </a:lnTo>
                <a:lnTo>
                  <a:pt x="202" y="3148"/>
                </a:lnTo>
                <a:lnTo>
                  <a:pt x="142" y="3088"/>
                </a:lnTo>
                <a:lnTo>
                  <a:pt x="122" y="3007"/>
                </a:lnTo>
                <a:lnTo>
                  <a:pt x="101" y="2926"/>
                </a:lnTo>
                <a:lnTo>
                  <a:pt x="81" y="2846"/>
                </a:lnTo>
                <a:lnTo>
                  <a:pt x="101" y="2745"/>
                </a:lnTo>
                <a:lnTo>
                  <a:pt x="122" y="2624"/>
                </a:lnTo>
                <a:lnTo>
                  <a:pt x="222" y="2381"/>
                </a:lnTo>
                <a:lnTo>
                  <a:pt x="344" y="2159"/>
                </a:lnTo>
                <a:lnTo>
                  <a:pt x="485" y="1958"/>
                </a:lnTo>
                <a:lnTo>
                  <a:pt x="666" y="1756"/>
                </a:lnTo>
                <a:lnTo>
                  <a:pt x="848" y="1574"/>
                </a:lnTo>
                <a:lnTo>
                  <a:pt x="1070" y="1393"/>
                </a:lnTo>
                <a:lnTo>
                  <a:pt x="1292" y="1231"/>
                </a:lnTo>
                <a:lnTo>
                  <a:pt x="1534" y="1070"/>
                </a:lnTo>
                <a:lnTo>
                  <a:pt x="1776" y="928"/>
                </a:lnTo>
                <a:lnTo>
                  <a:pt x="2261" y="666"/>
                </a:lnTo>
                <a:lnTo>
                  <a:pt x="2765" y="444"/>
                </a:lnTo>
                <a:lnTo>
                  <a:pt x="3229" y="263"/>
                </a:lnTo>
                <a:lnTo>
                  <a:pt x="3653" y="101"/>
                </a:lnTo>
                <a:lnTo>
                  <a:pt x="3774" y="81"/>
                </a:lnTo>
                <a:close/>
                <a:moveTo>
                  <a:pt x="3754" y="0"/>
                </a:moveTo>
                <a:lnTo>
                  <a:pt x="3633" y="41"/>
                </a:lnTo>
                <a:lnTo>
                  <a:pt x="3209" y="182"/>
                </a:lnTo>
                <a:lnTo>
                  <a:pt x="2725" y="363"/>
                </a:lnTo>
                <a:lnTo>
                  <a:pt x="2220" y="606"/>
                </a:lnTo>
                <a:lnTo>
                  <a:pt x="1716" y="868"/>
                </a:lnTo>
                <a:lnTo>
                  <a:pt x="1474" y="1009"/>
                </a:lnTo>
                <a:lnTo>
                  <a:pt x="1231" y="1171"/>
                </a:lnTo>
                <a:lnTo>
                  <a:pt x="1009" y="1352"/>
                </a:lnTo>
                <a:lnTo>
                  <a:pt x="787" y="1514"/>
                </a:lnTo>
                <a:lnTo>
                  <a:pt x="606" y="1715"/>
                </a:lnTo>
                <a:lnTo>
                  <a:pt x="424" y="1917"/>
                </a:lnTo>
                <a:lnTo>
                  <a:pt x="283" y="2119"/>
                </a:lnTo>
                <a:lnTo>
                  <a:pt x="142" y="2341"/>
                </a:lnTo>
                <a:lnTo>
                  <a:pt x="81" y="2482"/>
                </a:lnTo>
                <a:lnTo>
                  <a:pt x="41" y="2624"/>
                </a:lnTo>
                <a:lnTo>
                  <a:pt x="21" y="2745"/>
                </a:lnTo>
                <a:lnTo>
                  <a:pt x="0" y="2866"/>
                </a:lnTo>
                <a:lnTo>
                  <a:pt x="21" y="2967"/>
                </a:lnTo>
                <a:lnTo>
                  <a:pt x="41" y="3047"/>
                </a:lnTo>
                <a:lnTo>
                  <a:pt x="81" y="3128"/>
                </a:lnTo>
                <a:lnTo>
                  <a:pt x="142" y="3209"/>
                </a:lnTo>
                <a:lnTo>
                  <a:pt x="263" y="3290"/>
                </a:lnTo>
                <a:lnTo>
                  <a:pt x="404" y="3330"/>
                </a:lnTo>
                <a:lnTo>
                  <a:pt x="586" y="3370"/>
                </a:lnTo>
                <a:lnTo>
                  <a:pt x="989" y="3370"/>
                </a:lnTo>
                <a:lnTo>
                  <a:pt x="1211" y="3350"/>
                </a:lnTo>
                <a:lnTo>
                  <a:pt x="1453" y="3290"/>
                </a:lnTo>
                <a:lnTo>
                  <a:pt x="1675" y="3229"/>
                </a:lnTo>
                <a:lnTo>
                  <a:pt x="2119" y="3088"/>
                </a:lnTo>
                <a:lnTo>
                  <a:pt x="2301" y="3007"/>
                </a:lnTo>
                <a:lnTo>
                  <a:pt x="2462" y="2926"/>
                </a:lnTo>
                <a:lnTo>
                  <a:pt x="2745" y="2745"/>
                </a:lnTo>
                <a:lnTo>
                  <a:pt x="3007" y="2543"/>
                </a:lnTo>
                <a:lnTo>
                  <a:pt x="3249" y="2301"/>
                </a:lnTo>
                <a:lnTo>
                  <a:pt x="3471" y="2038"/>
                </a:lnTo>
                <a:lnTo>
                  <a:pt x="3673" y="1776"/>
                </a:lnTo>
                <a:lnTo>
                  <a:pt x="3855" y="1473"/>
                </a:lnTo>
                <a:lnTo>
                  <a:pt x="4016" y="1150"/>
                </a:lnTo>
                <a:lnTo>
                  <a:pt x="4137" y="828"/>
                </a:lnTo>
                <a:lnTo>
                  <a:pt x="4218" y="585"/>
                </a:lnTo>
                <a:lnTo>
                  <a:pt x="4218" y="464"/>
                </a:lnTo>
                <a:lnTo>
                  <a:pt x="4218" y="343"/>
                </a:lnTo>
                <a:lnTo>
                  <a:pt x="4178" y="222"/>
                </a:lnTo>
                <a:lnTo>
                  <a:pt x="4097" y="121"/>
                </a:lnTo>
                <a:lnTo>
                  <a:pt x="3996" y="41"/>
                </a:lnTo>
                <a:lnTo>
                  <a:pt x="39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21"/>
          <p:cNvSpPr/>
          <p:nvPr/>
        </p:nvSpPr>
        <p:spPr>
          <a:xfrm>
            <a:off x="8496749" y="3852866"/>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21"/>
          <p:cNvSpPr/>
          <p:nvPr/>
        </p:nvSpPr>
        <p:spPr>
          <a:xfrm rot="5400000">
            <a:off x="8496749" y="4457968"/>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03" name="Google Shape;1803;p21"/>
          <p:cNvGrpSpPr/>
          <p:nvPr/>
        </p:nvGrpSpPr>
        <p:grpSpPr>
          <a:xfrm>
            <a:off x="7825917" y="95832"/>
            <a:ext cx="1209708" cy="530878"/>
            <a:chOff x="7825917" y="-56568"/>
            <a:chExt cx="1209708" cy="530878"/>
          </a:xfrm>
        </p:grpSpPr>
        <p:sp>
          <p:nvSpPr>
            <p:cNvPr id="1804" name="Google Shape;1804;p21"/>
            <p:cNvSpPr/>
            <p:nvPr/>
          </p:nvSpPr>
          <p:spPr>
            <a:xfrm>
              <a:off x="8814401" y="-52770"/>
              <a:ext cx="56484" cy="5268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21"/>
            <p:cNvSpPr/>
            <p:nvPr/>
          </p:nvSpPr>
          <p:spPr>
            <a:xfrm>
              <a:off x="8815920" y="413268"/>
              <a:ext cx="57243" cy="55724"/>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21"/>
            <p:cNvSpPr/>
            <p:nvPr/>
          </p:nvSpPr>
          <p:spPr>
            <a:xfrm>
              <a:off x="8650419" y="414788"/>
              <a:ext cx="58003" cy="51888"/>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21"/>
            <p:cNvSpPr/>
            <p:nvPr/>
          </p:nvSpPr>
          <p:spPr>
            <a:xfrm>
              <a:off x="8485679" y="411749"/>
              <a:ext cx="61042" cy="59522"/>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21"/>
            <p:cNvSpPr/>
            <p:nvPr/>
          </p:nvSpPr>
          <p:spPr>
            <a:xfrm>
              <a:off x="8323217" y="412509"/>
              <a:ext cx="63359" cy="58003"/>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21"/>
            <p:cNvSpPr/>
            <p:nvPr/>
          </p:nvSpPr>
          <p:spPr>
            <a:xfrm>
              <a:off x="8160755" y="413268"/>
              <a:ext cx="63359" cy="58003"/>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21"/>
            <p:cNvSpPr/>
            <p:nvPr/>
          </p:nvSpPr>
          <p:spPr>
            <a:xfrm>
              <a:off x="8817439" y="259961"/>
              <a:ext cx="55724" cy="51888"/>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21"/>
            <p:cNvSpPr/>
            <p:nvPr/>
          </p:nvSpPr>
          <p:spPr>
            <a:xfrm>
              <a:off x="8652699" y="253845"/>
              <a:ext cx="54964" cy="60282"/>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21"/>
            <p:cNvSpPr/>
            <p:nvPr/>
          </p:nvSpPr>
          <p:spPr>
            <a:xfrm>
              <a:off x="8487198" y="258442"/>
              <a:ext cx="57243" cy="57243"/>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21"/>
            <p:cNvSpPr/>
            <p:nvPr/>
          </p:nvSpPr>
          <p:spPr>
            <a:xfrm>
              <a:off x="8323217" y="254605"/>
              <a:ext cx="57243" cy="58003"/>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21"/>
            <p:cNvSpPr/>
            <p:nvPr/>
          </p:nvSpPr>
          <p:spPr>
            <a:xfrm>
              <a:off x="8159235" y="254605"/>
              <a:ext cx="65638" cy="6184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21"/>
            <p:cNvSpPr/>
            <p:nvPr/>
          </p:nvSpPr>
          <p:spPr>
            <a:xfrm>
              <a:off x="8816680" y="102817"/>
              <a:ext cx="54205" cy="51166"/>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21"/>
            <p:cNvSpPr/>
            <p:nvPr/>
          </p:nvSpPr>
          <p:spPr>
            <a:xfrm>
              <a:off x="8652699" y="104374"/>
              <a:ext cx="54205" cy="50368"/>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21"/>
            <p:cNvSpPr/>
            <p:nvPr/>
          </p:nvSpPr>
          <p:spPr>
            <a:xfrm>
              <a:off x="8484919" y="99778"/>
              <a:ext cx="70196" cy="58003"/>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21"/>
            <p:cNvSpPr/>
            <p:nvPr/>
          </p:nvSpPr>
          <p:spPr>
            <a:xfrm>
              <a:off x="8323217" y="102057"/>
              <a:ext cx="58763" cy="55724"/>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21"/>
            <p:cNvSpPr/>
            <p:nvPr/>
          </p:nvSpPr>
          <p:spPr>
            <a:xfrm>
              <a:off x="8158476" y="97499"/>
              <a:ext cx="58003" cy="64119"/>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21"/>
            <p:cNvSpPr/>
            <p:nvPr/>
          </p:nvSpPr>
          <p:spPr>
            <a:xfrm>
              <a:off x="8648900" y="-50490"/>
              <a:ext cx="57243" cy="5420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21"/>
            <p:cNvSpPr/>
            <p:nvPr/>
          </p:nvSpPr>
          <p:spPr>
            <a:xfrm>
              <a:off x="8323217" y="-52010"/>
              <a:ext cx="57243" cy="5344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21"/>
            <p:cNvSpPr/>
            <p:nvPr/>
          </p:nvSpPr>
          <p:spPr>
            <a:xfrm>
              <a:off x="8489477" y="-53529"/>
              <a:ext cx="58003" cy="54964"/>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21"/>
            <p:cNvSpPr/>
            <p:nvPr/>
          </p:nvSpPr>
          <p:spPr>
            <a:xfrm>
              <a:off x="8159995" y="-55049"/>
              <a:ext cx="60282" cy="55724"/>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21"/>
            <p:cNvSpPr/>
            <p:nvPr/>
          </p:nvSpPr>
          <p:spPr>
            <a:xfrm>
              <a:off x="8982218" y="-49731"/>
              <a:ext cx="51888" cy="48089"/>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21"/>
            <p:cNvSpPr/>
            <p:nvPr/>
          </p:nvSpPr>
          <p:spPr>
            <a:xfrm>
              <a:off x="7996014" y="101298"/>
              <a:ext cx="61802" cy="57243"/>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21"/>
            <p:cNvSpPr/>
            <p:nvPr/>
          </p:nvSpPr>
          <p:spPr>
            <a:xfrm>
              <a:off x="7995254" y="-56568"/>
              <a:ext cx="61802" cy="58763"/>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21"/>
            <p:cNvSpPr/>
            <p:nvPr/>
          </p:nvSpPr>
          <p:spPr>
            <a:xfrm>
              <a:off x="8971507" y="414028"/>
              <a:ext cx="63359" cy="54964"/>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21"/>
            <p:cNvSpPr/>
            <p:nvPr/>
          </p:nvSpPr>
          <p:spPr>
            <a:xfrm>
              <a:off x="8981459" y="105134"/>
              <a:ext cx="53407" cy="51128"/>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21"/>
            <p:cNvSpPr/>
            <p:nvPr/>
          </p:nvSpPr>
          <p:spPr>
            <a:xfrm>
              <a:off x="7996014" y="257682"/>
              <a:ext cx="57243" cy="57205"/>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21"/>
            <p:cNvSpPr/>
            <p:nvPr/>
          </p:nvSpPr>
          <p:spPr>
            <a:xfrm>
              <a:off x="7994494" y="412509"/>
              <a:ext cx="63321" cy="60282"/>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21"/>
            <p:cNvSpPr/>
            <p:nvPr/>
          </p:nvSpPr>
          <p:spPr>
            <a:xfrm>
              <a:off x="7825917" y="409432"/>
              <a:ext cx="61840" cy="64878"/>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21"/>
            <p:cNvSpPr/>
            <p:nvPr/>
          </p:nvSpPr>
          <p:spPr>
            <a:xfrm>
              <a:off x="8980661" y="259961"/>
              <a:ext cx="54964" cy="51128"/>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21"/>
            <p:cNvSpPr/>
            <p:nvPr/>
          </p:nvSpPr>
          <p:spPr>
            <a:xfrm>
              <a:off x="7831273" y="256884"/>
              <a:ext cx="57243" cy="57243"/>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21"/>
            <p:cNvSpPr/>
            <p:nvPr/>
          </p:nvSpPr>
          <p:spPr>
            <a:xfrm>
              <a:off x="7829754" y="-52770"/>
              <a:ext cx="58003" cy="5268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21"/>
            <p:cNvSpPr/>
            <p:nvPr/>
          </p:nvSpPr>
          <p:spPr>
            <a:xfrm>
              <a:off x="7831273" y="102817"/>
              <a:ext cx="57243" cy="54964"/>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36" name="Google Shape;1836;p21"/>
          <p:cNvSpPr/>
          <p:nvPr/>
        </p:nvSpPr>
        <p:spPr>
          <a:xfrm flipH="1">
            <a:off x="8647205" y="999172"/>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21"/>
          <p:cNvSpPr/>
          <p:nvPr/>
        </p:nvSpPr>
        <p:spPr>
          <a:xfrm flipH="1">
            <a:off x="8748737" y="1106345"/>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15">
    <p:spTree>
      <p:nvGrpSpPr>
        <p:cNvPr id="1838" name="Shape 1838"/>
        <p:cNvGrpSpPr/>
        <p:nvPr/>
      </p:nvGrpSpPr>
      <p:grpSpPr>
        <a:xfrm>
          <a:off x="0" y="0"/>
          <a:ext cx="0" cy="0"/>
          <a:chOff x="0" y="0"/>
          <a:chExt cx="0" cy="0"/>
        </a:xfrm>
      </p:grpSpPr>
      <p:sp>
        <p:nvSpPr>
          <p:cNvPr id="1839" name="Google Shape;1839;p22"/>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b="1"/>
            </a:lvl2pPr>
            <a:lvl3pPr lvl="2" rtl="0">
              <a:spcBef>
                <a:spcPts val="0"/>
              </a:spcBef>
              <a:spcAft>
                <a:spcPts val="0"/>
              </a:spcAft>
              <a:buSzPts val="2800"/>
              <a:buNone/>
              <a:defRPr b="1"/>
            </a:lvl3pPr>
            <a:lvl4pPr lvl="3" rtl="0">
              <a:spcBef>
                <a:spcPts val="0"/>
              </a:spcBef>
              <a:spcAft>
                <a:spcPts val="0"/>
              </a:spcAft>
              <a:buSzPts val="2800"/>
              <a:buNone/>
              <a:defRPr b="1"/>
            </a:lvl4pPr>
            <a:lvl5pPr lvl="4" rtl="0">
              <a:spcBef>
                <a:spcPts val="0"/>
              </a:spcBef>
              <a:spcAft>
                <a:spcPts val="0"/>
              </a:spcAft>
              <a:buSzPts val="2800"/>
              <a:buNone/>
              <a:defRPr b="1"/>
            </a:lvl5pPr>
            <a:lvl6pPr lvl="5" rtl="0">
              <a:spcBef>
                <a:spcPts val="0"/>
              </a:spcBef>
              <a:spcAft>
                <a:spcPts val="0"/>
              </a:spcAft>
              <a:buSzPts val="2800"/>
              <a:buNone/>
              <a:defRPr b="1"/>
            </a:lvl6pPr>
            <a:lvl7pPr lvl="6" rtl="0">
              <a:spcBef>
                <a:spcPts val="0"/>
              </a:spcBef>
              <a:spcAft>
                <a:spcPts val="0"/>
              </a:spcAft>
              <a:buSzPts val="2800"/>
              <a:buNone/>
              <a:defRPr b="1"/>
            </a:lvl7pPr>
            <a:lvl8pPr lvl="7" rtl="0">
              <a:spcBef>
                <a:spcPts val="0"/>
              </a:spcBef>
              <a:spcAft>
                <a:spcPts val="0"/>
              </a:spcAft>
              <a:buSzPts val="2800"/>
              <a:buNone/>
              <a:defRPr b="1"/>
            </a:lvl8pPr>
            <a:lvl9pPr lvl="8" rtl="0">
              <a:spcBef>
                <a:spcPts val="0"/>
              </a:spcBef>
              <a:spcAft>
                <a:spcPts val="0"/>
              </a:spcAft>
              <a:buSzPts val="2800"/>
              <a:buNone/>
              <a:defRPr b="1"/>
            </a:lvl9pPr>
          </a:lstStyle>
          <a:p/>
        </p:txBody>
      </p:sp>
      <p:sp>
        <p:nvSpPr>
          <p:cNvPr id="1840" name="Google Shape;1840;p22"/>
          <p:cNvSpPr txBox="1"/>
          <p:nvPr>
            <p:ph idx="1" type="body"/>
          </p:nvPr>
        </p:nvSpPr>
        <p:spPr>
          <a:xfrm>
            <a:off x="1740600" y="1428750"/>
            <a:ext cx="5662800" cy="2286000"/>
          </a:xfrm>
          <a:prstGeom prst="rect">
            <a:avLst/>
          </a:prstGeom>
        </p:spPr>
        <p:txBody>
          <a:bodyPr anchorCtr="0" anchor="ctr" bIns="91425" lIns="91425" spcFirstLastPara="1" rIns="91425" wrap="square" tIns="91425">
            <a:noAutofit/>
          </a:bodyPr>
          <a:lstStyle>
            <a:lvl1pPr indent="-304800" lvl="0" marL="457200" rtl="0">
              <a:spcBef>
                <a:spcPts val="0"/>
              </a:spcBef>
              <a:spcAft>
                <a:spcPts val="0"/>
              </a:spcAft>
              <a:buSzPts val="1200"/>
              <a:buChar char="●"/>
              <a:defRPr sz="1600"/>
            </a:lvl1pPr>
            <a:lvl2pPr indent="-317500" lvl="1" marL="914400" rtl="0">
              <a:spcBef>
                <a:spcPts val="0"/>
              </a:spcBef>
              <a:spcAft>
                <a:spcPts val="0"/>
              </a:spcAft>
              <a:buSzPts val="1400"/>
              <a:buChar char="○"/>
              <a:defRPr sz="1400"/>
            </a:lvl2pPr>
            <a:lvl3pPr indent="-317500" lvl="2" marL="1371600" rtl="0">
              <a:spcBef>
                <a:spcPts val="0"/>
              </a:spcBef>
              <a:spcAft>
                <a:spcPts val="0"/>
              </a:spcAft>
              <a:buSzPts val="1400"/>
              <a:buChar char="■"/>
              <a:defRPr sz="1400"/>
            </a:lvl3pPr>
            <a:lvl4pPr indent="-317500" lvl="3" marL="1828800" rtl="0">
              <a:spcBef>
                <a:spcPts val="0"/>
              </a:spcBef>
              <a:spcAft>
                <a:spcPts val="0"/>
              </a:spcAft>
              <a:buSzPts val="1400"/>
              <a:buChar char="●"/>
              <a:defRPr sz="1400"/>
            </a:lvl4pPr>
            <a:lvl5pPr indent="-317500" lvl="4" marL="2286000" rtl="0">
              <a:spcBef>
                <a:spcPts val="0"/>
              </a:spcBef>
              <a:spcAft>
                <a:spcPts val="0"/>
              </a:spcAft>
              <a:buSzPts val="1400"/>
              <a:buChar char="○"/>
              <a:defRPr sz="1400"/>
            </a:lvl5pPr>
            <a:lvl6pPr indent="-317500" lvl="5" marL="2743200" rtl="0">
              <a:spcBef>
                <a:spcPts val="0"/>
              </a:spcBef>
              <a:spcAft>
                <a:spcPts val="0"/>
              </a:spcAft>
              <a:buSzPts val="1400"/>
              <a:buChar char="■"/>
              <a:defRPr sz="1400"/>
            </a:lvl6pPr>
            <a:lvl7pPr indent="-317500" lvl="6" marL="3200400" rtl="0">
              <a:spcBef>
                <a:spcPts val="0"/>
              </a:spcBef>
              <a:spcAft>
                <a:spcPts val="0"/>
              </a:spcAft>
              <a:buSzPts val="1400"/>
              <a:buChar char="●"/>
              <a:defRPr sz="1400"/>
            </a:lvl7pPr>
            <a:lvl8pPr indent="-317500" lvl="7" marL="3657600" rtl="0">
              <a:spcBef>
                <a:spcPts val="0"/>
              </a:spcBef>
              <a:spcAft>
                <a:spcPts val="0"/>
              </a:spcAft>
              <a:buSzPts val="1400"/>
              <a:buChar char="○"/>
              <a:defRPr sz="1400"/>
            </a:lvl8pPr>
            <a:lvl9pPr indent="-317500" lvl="8" marL="4114800" rtl="0">
              <a:spcBef>
                <a:spcPts val="0"/>
              </a:spcBef>
              <a:spcAft>
                <a:spcPts val="0"/>
              </a:spcAft>
              <a:buSzPts val="1400"/>
              <a:buChar char="■"/>
              <a:defRPr sz="1400"/>
            </a:lvl9pPr>
          </a:lstStyle>
          <a:p/>
        </p:txBody>
      </p:sp>
      <p:sp>
        <p:nvSpPr>
          <p:cNvPr id="1841" name="Google Shape;1841;p22"/>
          <p:cNvSpPr/>
          <p:nvPr/>
        </p:nvSpPr>
        <p:spPr>
          <a:xfrm flipH="1">
            <a:off x="4572000" y="0"/>
            <a:ext cx="4572000" cy="544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22"/>
          <p:cNvSpPr/>
          <p:nvPr/>
        </p:nvSpPr>
        <p:spPr>
          <a:xfrm flipH="1">
            <a:off x="0" y="4599425"/>
            <a:ext cx="4572000" cy="544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22"/>
          <p:cNvSpPr/>
          <p:nvPr/>
        </p:nvSpPr>
        <p:spPr>
          <a:xfrm>
            <a:off x="410720" y="162241"/>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22"/>
          <p:cNvSpPr/>
          <p:nvPr/>
        </p:nvSpPr>
        <p:spPr>
          <a:xfrm rot="5400000">
            <a:off x="410720" y="767343"/>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45" name="Google Shape;1845;p22"/>
          <p:cNvGrpSpPr/>
          <p:nvPr/>
        </p:nvGrpSpPr>
        <p:grpSpPr>
          <a:xfrm>
            <a:off x="4958737" y="4644318"/>
            <a:ext cx="1205112" cy="520243"/>
            <a:chOff x="5541266" y="4599416"/>
            <a:chExt cx="1205112" cy="520243"/>
          </a:xfrm>
        </p:grpSpPr>
        <p:sp>
          <p:nvSpPr>
            <p:cNvPr id="1846" name="Google Shape;1846;p22"/>
            <p:cNvSpPr/>
            <p:nvPr/>
          </p:nvSpPr>
          <p:spPr>
            <a:xfrm>
              <a:off x="6364211" y="506697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22"/>
            <p:cNvSpPr/>
            <p:nvPr/>
          </p:nvSpPr>
          <p:spPr>
            <a:xfrm>
              <a:off x="6035489"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22"/>
            <p:cNvSpPr/>
            <p:nvPr/>
          </p:nvSpPr>
          <p:spPr>
            <a:xfrm>
              <a:off x="6202509"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22"/>
            <p:cNvSpPr/>
            <p:nvPr/>
          </p:nvSpPr>
          <p:spPr>
            <a:xfrm>
              <a:off x="6037008"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22"/>
            <p:cNvSpPr/>
            <p:nvPr/>
          </p:nvSpPr>
          <p:spPr>
            <a:xfrm>
              <a:off x="6200230"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22"/>
            <p:cNvSpPr/>
            <p:nvPr/>
          </p:nvSpPr>
          <p:spPr>
            <a:xfrm>
              <a:off x="6366490"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22"/>
            <p:cNvSpPr/>
            <p:nvPr/>
          </p:nvSpPr>
          <p:spPr>
            <a:xfrm>
              <a:off x="6029373"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22"/>
            <p:cNvSpPr/>
            <p:nvPr/>
          </p:nvSpPr>
          <p:spPr>
            <a:xfrm>
              <a:off x="6201749"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22"/>
            <p:cNvSpPr/>
            <p:nvPr/>
          </p:nvSpPr>
          <p:spPr>
            <a:xfrm>
              <a:off x="6366490"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22"/>
            <p:cNvSpPr/>
            <p:nvPr/>
          </p:nvSpPr>
          <p:spPr>
            <a:xfrm>
              <a:off x="6032450" y="506545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22"/>
            <p:cNvSpPr/>
            <p:nvPr/>
          </p:nvSpPr>
          <p:spPr>
            <a:xfrm>
              <a:off x="6200990" y="506621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22"/>
            <p:cNvSpPr/>
            <p:nvPr/>
          </p:nvSpPr>
          <p:spPr>
            <a:xfrm>
              <a:off x="6367288"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22"/>
            <p:cNvSpPr/>
            <p:nvPr/>
          </p:nvSpPr>
          <p:spPr>
            <a:xfrm>
              <a:off x="6531269"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22"/>
            <p:cNvSpPr/>
            <p:nvPr/>
          </p:nvSpPr>
          <p:spPr>
            <a:xfrm>
              <a:off x="5873787"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22"/>
            <p:cNvSpPr/>
            <p:nvPr/>
          </p:nvSpPr>
          <p:spPr>
            <a:xfrm>
              <a:off x="5873787"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22"/>
            <p:cNvSpPr/>
            <p:nvPr/>
          </p:nvSpPr>
          <p:spPr>
            <a:xfrm>
              <a:off x="6529712" y="506697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22"/>
            <p:cNvSpPr/>
            <p:nvPr/>
          </p:nvSpPr>
          <p:spPr>
            <a:xfrm>
              <a:off x="5872267" y="506621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22"/>
            <p:cNvSpPr/>
            <p:nvPr/>
          </p:nvSpPr>
          <p:spPr>
            <a:xfrm>
              <a:off x="6530509"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22"/>
            <p:cNvSpPr/>
            <p:nvPr/>
          </p:nvSpPr>
          <p:spPr>
            <a:xfrm>
              <a:off x="5707526" y="506469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22"/>
            <p:cNvSpPr/>
            <p:nvPr/>
          </p:nvSpPr>
          <p:spPr>
            <a:xfrm>
              <a:off x="6529712"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22"/>
            <p:cNvSpPr/>
            <p:nvPr/>
          </p:nvSpPr>
          <p:spPr>
            <a:xfrm>
              <a:off x="5873027"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22"/>
            <p:cNvSpPr/>
            <p:nvPr/>
          </p:nvSpPr>
          <p:spPr>
            <a:xfrm>
              <a:off x="5709046"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22"/>
            <p:cNvSpPr/>
            <p:nvPr/>
          </p:nvSpPr>
          <p:spPr>
            <a:xfrm>
              <a:off x="5541266" y="506545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22"/>
            <p:cNvSpPr/>
            <p:nvPr/>
          </p:nvSpPr>
          <p:spPr>
            <a:xfrm>
              <a:off x="5543545"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22"/>
            <p:cNvSpPr/>
            <p:nvPr/>
          </p:nvSpPr>
          <p:spPr>
            <a:xfrm>
              <a:off x="6693731" y="506925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22"/>
            <p:cNvSpPr/>
            <p:nvPr/>
          </p:nvSpPr>
          <p:spPr>
            <a:xfrm>
              <a:off x="5707526"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22"/>
            <p:cNvSpPr/>
            <p:nvPr/>
          </p:nvSpPr>
          <p:spPr>
            <a:xfrm>
              <a:off x="5705247"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22"/>
            <p:cNvSpPr/>
            <p:nvPr/>
          </p:nvSpPr>
          <p:spPr>
            <a:xfrm>
              <a:off x="6692174"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22"/>
            <p:cNvSpPr/>
            <p:nvPr/>
          </p:nvSpPr>
          <p:spPr>
            <a:xfrm>
              <a:off x="6694491"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22"/>
            <p:cNvSpPr/>
            <p:nvPr/>
          </p:nvSpPr>
          <p:spPr>
            <a:xfrm>
              <a:off x="5545065"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22"/>
            <p:cNvSpPr/>
            <p:nvPr/>
          </p:nvSpPr>
          <p:spPr>
            <a:xfrm>
              <a:off x="5545824"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22"/>
            <p:cNvSpPr/>
            <p:nvPr/>
          </p:nvSpPr>
          <p:spPr>
            <a:xfrm>
              <a:off x="6695250"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78" name="Google Shape;1878;p22"/>
          <p:cNvGrpSpPr/>
          <p:nvPr/>
        </p:nvGrpSpPr>
        <p:grpSpPr>
          <a:xfrm>
            <a:off x="2982105" y="-6438"/>
            <a:ext cx="1205112" cy="520243"/>
            <a:chOff x="5541266" y="4599416"/>
            <a:chExt cx="1205112" cy="520243"/>
          </a:xfrm>
        </p:grpSpPr>
        <p:sp>
          <p:nvSpPr>
            <p:cNvPr id="1879" name="Google Shape;1879;p22"/>
            <p:cNvSpPr/>
            <p:nvPr/>
          </p:nvSpPr>
          <p:spPr>
            <a:xfrm>
              <a:off x="6364211" y="506697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22"/>
            <p:cNvSpPr/>
            <p:nvPr/>
          </p:nvSpPr>
          <p:spPr>
            <a:xfrm>
              <a:off x="6035489"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22"/>
            <p:cNvSpPr/>
            <p:nvPr/>
          </p:nvSpPr>
          <p:spPr>
            <a:xfrm>
              <a:off x="6202509"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22"/>
            <p:cNvSpPr/>
            <p:nvPr/>
          </p:nvSpPr>
          <p:spPr>
            <a:xfrm>
              <a:off x="6037008"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22"/>
            <p:cNvSpPr/>
            <p:nvPr/>
          </p:nvSpPr>
          <p:spPr>
            <a:xfrm>
              <a:off x="6200230"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22"/>
            <p:cNvSpPr/>
            <p:nvPr/>
          </p:nvSpPr>
          <p:spPr>
            <a:xfrm>
              <a:off x="6366490"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22"/>
            <p:cNvSpPr/>
            <p:nvPr/>
          </p:nvSpPr>
          <p:spPr>
            <a:xfrm>
              <a:off x="6029373"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22"/>
            <p:cNvSpPr/>
            <p:nvPr/>
          </p:nvSpPr>
          <p:spPr>
            <a:xfrm>
              <a:off x="6201749"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22"/>
            <p:cNvSpPr/>
            <p:nvPr/>
          </p:nvSpPr>
          <p:spPr>
            <a:xfrm>
              <a:off x="6366490"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22"/>
            <p:cNvSpPr/>
            <p:nvPr/>
          </p:nvSpPr>
          <p:spPr>
            <a:xfrm>
              <a:off x="6032450" y="506545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22"/>
            <p:cNvSpPr/>
            <p:nvPr/>
          </p:nvSpPr>
          <p:spPr>
            <a:xfrm>
              <a:off x="6200990" y="506621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22"/>
            <p:cNvSpPr/>
            <p:nvPr/>
          </p:nvSpPr>
          <p:spPr>
            <a:xfrm>
              <a:off x="6367288"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22"/>
            <p:cNvSpPr/>
            <p:nvPr/>
          </p:nvSpPr>
          <p:spPr>
            <a:xfrm>
              <a:off x="6531269"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22"/>
            <p:cNvSpPr/>
            <p:nvPr/>
          </p:nvSpPr>
          <p:spPr>
            <a:xfrm>
              <a:off x="5873787"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22"/>
            <p:cNvSpPr/>
            <p:nvPr/>
          </p:nvSpPr>
          <p:spPr>
            <a:xfrm>
              <a:off x="5873787"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22"/>
            <p:cNvSpPr/>
            <p:nvPr/>
          </p:nvSpPr>
          <p:spPr>
            <a:xfrm>
              <a:off x="6529712" y="506697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22"/>
            <p:cNvSpPr/>
            <p:nvPr/>
          </p:nvSpPr>
          <p:spPr>
            <a:xfrm>
              <a:off x="5872267" y="506621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22"/>
            <p:cNvSpPr/>
            <p:nvPr/>
          </p:nvSpPr>
          <p:spPr>
            <a:xfrm>
              <a:off x="6530509"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22"/>
            <p:cNvSpPr/>
            <p:nvPr/>
          </p:nvSpPr>
          <p:spPr>
            <a:xfrm>
              <a:off x="5707526" y="506469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22"/>
            <p:cNvSpPr/>
            <p:nvPr/>
          </p:nvSpPr>
          <p:spPr>
            <a:xfrm>
              <a:off x="6529712"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22"/>
            <p:cNvSpPr/>
            <p:nvPr/>
          </p:nvSpPr>
          <p:spPr>
            <a:xfrm>
              <a:off x="5873027"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22"/>
            <p:cNvSpPr/>
            <p:nvPr/>
          </p:nvSpPr>
          <p:spPr>
            <a:xfrm>
              <a:off x="5709046"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22"/>
            <p:cNvSpPr/>
            <p:nvPr/>
          </p:nvSpPr>
          <p:spPr>
            <a:xfrm>
              <a:off x="5541266" y="506545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22"/>
            <p:cNvSpPr/>
            <p:nvPr/>
          </p:nvSpPr>
          <p:spPr>
            <a:xfrm>
              <a:off x="5543545"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22"/>
            <p:cNvSpPr/>
            <p:nvPr/>
          </p:nvSpPr>
          <p:spPr>
            <a:xfrm>
              <a:off x="6693731" y="506925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22"/>
            <p:cNvSpPr/>
            <p:nvPr/>
          </p:nvSpPr>
          <p:spPr>
            <a:xfrm>
              <a:off x="5707526"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22"/>
            <p:cNvSpPr/>
            <p:nvPr/>
          </p:nvSpPr>
          <p:spPr>
            <a:xfrm>
              <a:off x="5705247"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22"/>
            <p:cNvSpPr/>
            <p:nvPr/>
          </p:nvSpPr>
          <p:spPr>
            <a:xfrm>
              <a:off x="6692174"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22"/>
            <p:cNvSpPr/>
            <p:nvPr/>
          </p:nvSpPr>
          <p:spPr>
            <a:xfrm>
              <a:off x="6694491"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22"/>
            <p:cNvSpPr/>
            <p:nvPr/>
          </p:nvSpPr>
          <p:spPr>
            <a:xfrm>
              <a:off x="5545065"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22"/>
            <p:cNvSpPr/>
            <p:nvPr/>
          </p:nvSpPr>
          <p:spPr>
            <a:xfrm>
              <a:off x="5545824"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22"/>
            <p:cNvSpPr/>
            <p:nvPr/>
          </p:nvSpPr>
          <p:spPr>
            <a:xfrm>
              <a:off x="6695250"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11" name="Google Shape;1911;p22"/>
          <p:cNvSpPr/>
          <p:nvPr/>
        </p:nvSpPr>
        <p:spPr>
          <a:xfrm>
            <a:off x="496925" y="397347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22"/>
          <p:cNvSpPr/>
          <p:nvPr/>
        </p:nvSpPr>
        <p:spPr>
          <a:xfrm>
            <a:off x="8202150" y="75787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22"/>
          <p:cNvSpPr/>
          <p:nvPr/>
        </p:nvSpPr>
        <p:spPr>
          <a:xfrm flipH="1">
            <a:off x="8085888" y="4081828"/>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22"/>
          <p:cNvSpPr/>
          <p:nvPr/>
        </p:nvSpPr>
        <p:spPr>
          <a:xfrm>
            <a:off x="341375" y="4816828"/>
            <a:ext cx="790800" cy="790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22"/>
          <p:cNvSpPr/>
          <p:nvPr/>
        </p:nvSpPr>
        <p:spPr>
          <a:xfrm>
            <a:off x="8019945" y="421546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22"/>
          <p:cNvSpPr/>
          <p:nvPr/>
        </p:nvSpPr>
        <p:spPr>
          <a:xfrm flipH="1" rot="-3594086">
            <a:off x="284520" y="4214679"/>
            <a:ext cx="1596467" cy="1802993"/>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22"/>
          <p:cNvSpPr/>
          <p:nvPr/>
        </p:nvSpPr>
        <p:spPr>
          <a:xfrm flipH="1" rot="-3594086">
            <a:off x="7882295" y="-270166"/>
            <a:ext cx="935349" cy="741291"/>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22"/>
          <p:cNvSpPr/>
          <p:nvPr/>
        </p:nvSpPr>
        <p:spPr>
          <a:xfrm flipH="1" rot="-3594086">
            <a:off x="403835" y="4279614"/>
            <a:ext cx="1395643" cy="1650698"/>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22"/>
          <p:cNvSpPr/>
          <p:nvPr/>
        </p:nvSpPr>
        <p:spPr>
          <a:xfrm flipH="1" rot="-3594086">
            <a:off x="8023044" y="-140108"/>
            <a:ext cx="653347" cy="57211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22"/>
          <p:cNvSpPr/>
          <p:nvPr/>
        </p:nvSpPr>
        <p:spPr>
          <a:xfrm flipH="1" rot="-3594086">
            <a:off x="504525" y="4391798"/>
            <a:ext cx="1193702" cy="1427288"/>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22"/>
          <p:cNvSpPr/>
          <p:nvPr/>
        </p:nvSpPr>
        <p:spPr>
          <a:xfrm flipH="1" rot="-3594086">
            <a:off x="640527" y="4532303"/>
            <a:ext cx="901524" cy="110458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22"/>
          <p:cNvSpPr/>
          <p:nvPr/>
        </p:nvSpPr>
        <p:spPr>
          <a:xfrm flipH="1" rot="-3594086">
            <a:off x="660066" y="5028769"/>
            <a:ext cx="130938" cy="390465"/>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22"/>
          <p:cNvSpPr/>
          <p:nvPr/>
        </p:nvSpPr>
        <p:spPr>
          <a:xfrm flipH="1" rot="-3594086">
            <a:off x="703144" y="5178147"/>
            <a:ext cx="4584" cy="55349"/>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22"/>
          <p:cNvSpPr/>
          <p:nvPr/>
        </p:nvSpPr>
        <p:spPr>
          <a:xfrm flipH="1" rot="-3594086">
            <a:off x="676997" y="5203733"/>
            <a:ext cx="55349"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22"/>
          <p:cNvSpPr/>
          <p:nvPr/>
        </p:nvSpPr>
        <p:spPr>
          <a:xfrm flipH="1">
            <a:off x="1941584" y="47406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22"/>
          <p:cNvSpPr/>
          <p:nvPr/>
        </p:nvSpPr>
        <p:spPr>
          <a:xfrm flipH="1">
            <a:off x="1331984" y="48930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22"/>
          <p:cNvSpPr/>
          <p:nvPr/>
        </p:nvSpPr>
        <p:spPr>
          <a:xfrm flipH="1">
            <a:off x="321974" y="48168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22"/>
          <p:cNvSpPr/>
          <p:nvPr/>
        </p:nvSpPr>
        <p:spPr>
          <a:xfrm flipH="1">
            <a:off x="7865774" y="3210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22"/>
          <p:cNvSpPr/>
          <p:nvPr/>
        </p:nvSpPr>
        <p:spPr>
          <a:xfrm flipH="1">
            <a:off x="8703974" y="924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22"/>
          <p:cNvSpPr/>
          <p:nvPr/>
        </p:nvSpPr>
        <p:spPr>
          <a:xfrm flipH="1">
            <a:off x="3501050" y="4664415"/>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22"/>
          <p:cNvSpPr/>
          <p:nvPr/>
        </p:nvSpPr>
        <p:spPr>
          <a:xfrm flipH="1">
            <a:off x="3645460" y="4733236"/>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22"/>
          <p:cNvSpPr/>
          <p:nvPr/>
        </p:nvSpPr>
        <p:spPr>
          <a:xfrm flipH="1">
            <a:off x="3789927" y="4842700"/>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22"/>
          <p:cNvSpPr/>
          <p:nvPr/>
        </p:nvSpPr>
        <p:spPr>
          <a:xfrm flipH="1">
            <a:off x="3875698" y="4816821"/>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16">
    <p:spTree>
      <p:nvGrpSpPr>
        <p:cNvPr id="1934" name="Shape 1934"/>
        <p:cNvGrpSpPr/>
        <p:nvPr/>
      </p:nvGrpSpPr>
      <p:grpSpPr>
        <a:xfrm>
          <a:off x="0" y="0"/>
          <a:ext cx="0" cy="0"/>
          <a:chOff x="0" y="0"/>
          <a:chExt cx="0" cy="0"/>
        </a:xfrm>
      </p:grpSpPr>
      <p:sp>
        <p:nvSpPr>
          <p:cNvPr id="1935" name="Google Shape;1935;p23"/>
          <p:cNvSpPr txBox="1"/>
          <p:nvPr>
            <p:ph idx="1" type="subTitle"/>
          </p:nvPr>
        </p:nvSpPr>
        <p:spPr>
          <a:xfrm>
            <a:off x="837050" y="2565945"/>
            <a:ext cx="3657600" cy="1097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None/>
              <a:defRPr sz="1600"/>
            </a:lvl1pPr>
            <a:lvl2pPr lvl="1" rtl="0" algn="r">
              <a:lnSpc>
                <a:spcPct val="100000"/>
              </a:lnSpc>
              <a:spcBef>
                <a:spcPts val="0"/>
              </a:spcBef>
              <a:spcAft>
                <a:spcPts val="0"/>
              </a:spcAft>
              <a:buNone/>
              <a:defRPr sz="1600"/>
            </a:lvl2pPr>
            <a:lvl3pPr lvl="2" rtl="0" algn="r">
              <a:lnSpc>
                <a:spcPct val="100000"/>
              </a:lnSpc>
              <a:spcBef>
                <a:spcPts val="0"/>
              </a:spcBef>
              <a:spcAft>
                <a:spcPts val="0"/>
              </a:spcAft>
              <a:buNone/>
              <a:defRPr sz="1600"/>
            </a:lvl3pPr>
            <a:lvl4pPr lvl="3" rtl="0" algn="r">
              <a:lnSpc>
                <a:spcPct val="100000"/>
              </a:lnSpc>
              <a:spcBef>
                <a:spcPts val="0"/>
              </a:spcBef>
              <a:spcAft>
                <a:spcPts val="0"/>
              </a:spcAft>
              <a:buNone/>
              <a:defRPr sz="1600"/>
            </a:lvl4pPr>
            <a:lvl5pPr lvl="4" rtl="0" algn="r">
              <a:lnSpc>
                <a:spcPct val="100000"/>
              </a:lnSpc>
              <a:spcBef>
                <a:spcPts val="0"/>
              </a:spcBef>
              <a:spcAft>
                <a:spcPts val="0"/>
              </a:spcAft>
              <a:buNone/>
              <a:defRPr sz="1600"/>
            </a:lvl5pPr>
            <a:lvl6pPr lvl="5" rtl="0" algn="r">
              <a:lnSpc>
                <a:spcPct val="100000"/>
              </a:lnSpc>
              <a:spcBef>
                <a:spcPts val="0"/>
              </a:spcBef>
              <a:spcAft>
                <a:spcPts val="0"/>
              </a:spcAft>
              <a:buNone/>
              <a:defRPr sz="1600"/>
            </a:lvl6pPr>
            <a:lvl7pPr lvl="6" rtl="0" algn="r">
              <a:lnSpc>
                <a:spcPct val="100000"/>
              </a:lnSpc>
              <a:spcBef>
                <a:spcPts val="0"/>
              </a:spcBef>
              <a:spcAft>
                <a:spcPts val="0"/>
              </a:spcAft>
              <a:buNone/>
              <a:defRPr sz="1600"/>
            </a:lvl7pPr>
            <a:lvl8pPr lvl="7" rtl="0" algn="r">
              <a:lnSpc>
                <a:spcPct val="100000"/>
              </a:lnSpc>
              <a:spcBef>
                <a:spcPts val="0"/>
              </a:spcBef>
              <a:spcAft>
                <a:spcPts val="0"/>
              </a:spcAft>
              <a:buNone/>
              <a:defRPr sz="1600"/>
            </a:lvl8pPr>
            <a:lvl9pPr lvl="8" rtl="0" algn="r">
              <a:lnSpc>
                <a:spcPct val="100000"/>
              </a:lnSpc>
              <a:spcBef>
                <a:spcPts val="0"/>
              </a:spcBef>
              <a:spcAft>
                <a:spcPts val="0"/>
              </a:spcAft>
              <a:buNone/>
              <a:defRPr sz="1600"/>
            </a:lvl9pPr>
          </a:lstStyle>
          <a:p/>
        </p:txBody>
      </p:sp>
      <p:sp>
        <p:nvSpPr>
          <p:cNvPr id="1936" name="Google Shape;1936;p23"/>
          <p:cNvSpPr txBox="1"/>
          <p:nvPr>
            <p:ph type="title"/>
          </p:nvPr>
        </p:nvSpPr>
        <p:spPr>
          <a:xfrm>
            <a:off x="2786100" y="1480150"/>
            <a:ext cx="1708500" cy="9144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37" name="Google Shape;1937;p23"/>
          <p:cNvSpPr/>
          <p:nvPr/>
        </p:nvSpPr>
        <p:spPr>
          <a:xfrm flipH="1">
            <a:off x="6540300" y="0"/>
            <a:ext cx="26037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23"/>
          <p:cNvSpPr/>
          <p:nvPr/>
        </p:nvSpPr>
        <p:spPr>
          <a:xfrm>
            <a:off x="2544682" y="1242"/>
            <a:ext cx="6330" cy="10086"/>
          </a:xfrm>
          <a:custGeom>
            <a:rect b="b" l="l" r="r" t="t"/>
            <a:pathLst>
              <a:path extrusionOk="0" h="145" w="91">
                <a:moveTo>
                  <a:pt x="0" y="0"/>
                </a:moveTo>
                <a:lnTo>
                  <a:pt x="72" y="144"/>
                </a:lnTo>
                <a:lnTo>
                  <a:pt x="9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23"/>
          <p:cNvSpPr/>
          <p:nvPr/>
        </p:nvSpPr>
        <p:spPr>
          <a:xfrm flipH="1" rot="5400000">
            <a:off x="7235071" y="-520256"/>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23"/>
          <p:cNvSpPr/>
          <p:nvPr/>
        </p:nvSpPr>
        <p:spPr>
          <a:xfrm flipH="1" rot="5400000">
            <a:off x="7447159" y="-477397"/>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41" name="Google Shape;1941;p23"/>
          <p:cNvGrpSpPr/>
          <p:nvPr/>
        </p:nvGrpSpPr>
        <p:grpSpPr>
          <a:xfrm>
            <a:off x="170355" y="118041"/>
            <a:ext cx="1209708" cy="1147945"/>
            <a:chOff x="5235125" y="2636100"/>
            <a:chExt cx="796175" cy="755525"/>
          </a:xfrm>
        </p:grpSpPr>
        <p:sp>
          <p:nvSpPr>
            <p:cNvPr id="1942" name="Google Shape;1942;p23"/>
            <p:cNvSpPr/>
            <p:nvPr/>
          </p:nvSpPr>
          <p:spPr>
            <a:xfrm>
              <a:off x="5779275" y="2943825"/>
              <a:ext cx="35175" cy="33150"/>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23"/>
            <p:cNvSpPr/>
            <p:nvPr/>
          </p:nvSpPr>
          <p:spPr>
            <a:xfrm>
              <a:off x="5885700" y="3044725"/>
              <a:ext cx="37175" cy="3467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23"/>
            <p:cNvSpPr/>
            <p:nvPr/>
          </p:nvSpPr>
          <p:spPr>
            <a:xfrm>
              <a:off x="5562925" y="2636100"/>
              <a:ext cx="35675" cy="33175"/>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23"/>
            <p:cNvSpPr/>
            <p:nvPr/>
          </p:nvSpPr>
          <p:spPr>
            <a:xfrm>
              <a:off x="5672850" y="2636100"/>
              <a:ext cx="33175" cy="32175"/>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23"/>
            <p:cNvSpPr/>
            <p:nvPr/>
          </p:nvSpPr>
          <p:spPr>
            <a:xfrm>
              <a:off x="5886700" y="3351450"/>
              <a:ext cx="37675" cy="36675"/>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23"/>
            <p:cNvSpPr/>
            <p:nvPr/>
          </p:nvSpPr>
          <p:spPr>
            <a:xfrm>
              <a:off x="5563925" y="2738525"/>
              <a:ext cx="35675" cy="34150"/>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23"/>
            <p:cNvSpPr/>
            <p:nvPr/>
          </p:nvSpPr>
          <p:spPr>
            <a:xfrm>
              <a:off x="5671350" y="2738025"/>
              <a:ext cx="35675" cy="35650"/>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23"/>
            <p:cNvSpPr/>
            <p:nvPr/>
          </p:nvSpPr>
          <p:spPr>
            <a:xfrm>
              <a:off x="5780775" y="2738525"/>
              <a:ext cx="33675" cy="31150"/>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23"/>
            <p:cNvSpPr/>
            <p:nvPr/>
          </p:nvSpPr>
          <p:spPr>
            <a:xfrm>
              <a:off x="5777775" y="3352450"/>
              <a:ext cx="38175" cy="34150"/>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23"/>
            <p:cNvSpPr/>
            <p:nvPr/>
          </p:nvSpPr>
          <p:spPr>
            <a:xfrm>
              <a:off x="5669350" y="3350450"/>
              <a:ext cx="40175" cy="39175"/>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23"/>
            <p:cNvSpPr/>
            <p:nvPr/>
          </p:nvSpPr>
          <p:spPr>
            <a:xfrm>
              <a:off x="5562425" y="3350950"/>
              <a:ext cx="41700" cy="38175"/>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23"/>
            <p:cNvSpPr/>
            <p:nvPr/>
          </p:nvSpPr>
          <p:spPr>
            <a:xfrm>
              <a:off x="5455500" y="3351450"/>
              <a:ext cx="41700" cy="38175"/>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23"/>
            <p:cNvSpPr/>
            <p:nvPr/>
          </p:nvSpPr>
          <p:spPr>
            <a:xfrm>
              <a:off x="5887700" y="3250550"/>
              <a:ext cx="36675" cy="34150"/>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23"/>
            <p:cNvSpPr/>
            <p:nvPr/>
          </p:nvSpPr>
          <p:spPr>
            <a:xfrm>
              <a:off x="5558900" y="2837900"/>
              <a:ext cx="42200" cy="36675"/>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23"/>
            <p:cNvSpPr/>
            <p:nvPr/>
          </p:nvSpPr>
          <p:spPr>
            <a:xfrm>
              <a:off x="5672350" y="2840925"/>
              <a:ext cx="35175" cy="33150"/>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23"/>
            <p:cNvSpPr/>
            <p:nvPr/>
          </p:nvSpPr>
          <p:spPr>
            <a:xfrm>
              <a:off x="5780775" y="2841425"/>
              <a:ext cx="33675" cy="31650"/>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23"/>
            <p:cNvSpPr/>
            <p:nvPr/>
          </p:nvSpPr>
          <p:spPr>
            <a:xfrm>
              <a:off x="5779275" y="3246525"/>
              <a:ext cx="36175" cy="39675"/>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23"/>
            <p:cNvSpPr/>
            <p:nvPr/>
          </p:nvSpPr>
          <p:spPr>
            <a:xfrm>
              <a:off x="5670350" y="3249550"/>
              <a:ext cx="37675" cy="37675"/>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23"/>
            <p:cNvSpPr/>
            <p:nvPr/>
          </p:nvSpPr>
          <p:spPr>
            <a:xfrm>
              <a:off x="5562425" y="3247025"/>
              <a:ext cx="37675" cy="38175"/>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23"/>
            <p:cNvSpPr/>
            <p:nvPr/>
          </p:nvSpPr>
          <p:spPr>
            <a:xfrm>
              <a:off x="5454500" y="3247025"/>
              <a:ext cx="43200" cy="4070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23"/>
            <p:cNvSpPr/>
            <p:nvPr/>
          </p:nvSpPr>
          <p:spPr>
            <a:xfrm>
              <a:off x="5887200" y="3147125"/>
              <a:ext cx="35675" cy="33675"/>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23"/>
            <p:cNvSpPr/>
            <p:nvPr/>
          </p:nvSpPr>
          <p:spPr>
            <a:xfrm>
              <a:off x="5560925" y="2942825"/>
              <a:ext cx="38175" cy="3517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23"/>
            <p:cNvSpPr/>
            <p:nvPr/>
          </p:nvSpPr>
          <p:spPr>
            <a:xfrm>
              <a:off x="5671850" y="2943325"/>
              <a:ext cx="35175" cy="33150"/>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23"/>
            <p:cNvSpPr/>
            <p:nvPr/>
          </p:nvSpPr>
          <p:spPr>
            <a:xfrm>
              <a:off x="5781300" y="2636625"/>
              <a:ext cx="33150" cy="30625"/>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23"/>
            <p:cNvSpPr/>
            <p:nvPr/>
          </p:nvSpPr>
          <p:spPr>
            <a:xfrm>
              <a:off x="5779275" y="3148150"/>
              <a:ext cx="35675" cy="33150"/>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23"/>
            <p:cNvSpPr/>
            <p:nvPr/>
          </p:nvSpPr>
          <p:spPr>
            <a:xfrm>
              <a:off x="5668850" y="3145125"/>
              <a:ext cx="46200" cy="38175"/>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23"/>
            <p:cNvSpPr/>
            <p:nvPr/>
          </p:nvSpPr>
          <p:spPr>
            <a:xfrm>
              <a:off x="5562425" y="3146625"/>
              <a:ext cx="38675" cy="36675"/>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23"/>
            <p:cNvSpPr/>
            <p:nvPr/>
          </p:nvSpPr>
          <p:spPr>
            <a:xfrm>
              <a:off x="5454000" y="3143625"/>
              <a:ext cx="38175" cy="42200"/>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23"/>
            <p:cNvSpPr/>
            <p:nvPr/>
          </p:nvSpPr>
          <p:spPr>
            <a:xfrm>
              <a:off x="5776775" y="3046225"/>
              <a:ext cx="37675" cy="3567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23"/>
            <p:cNvSpPr/>
            <p:nvPr/>
          </p:nvSpPr>
          <p:spPr>
            <a:xfrm>
              <a:off x="5562425" y="3045225"/>
              <a:ext cx="37675" cy="3517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23"/>
            <p:cNvSpPr/>
            <p:nvPr/>
          </p:nvSpPr>
          <p:spPr>
            <a:xfrm>
              <a:off x="5671850" y="3044225"/>
              <a:ext cx="38175" cy="36175"/>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23"/>
            <p:cNvSpPr/>
            <p:nvPr/>
          </p:nvSpPr>
          <p:spPr>
            <a:xfrm>
              <a:off x="5889225" y="2638125"/>
              <a:ext cx="32650" cy="29125"/>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23"/>
            <p:cNvSpPr/>
            <p:nvPr/>
          </p:nvSpPr>
          <p:spPr>
            <a:xfrm>
              <a:off x="5455000" y="3043225"/>
              <a:ext cx="39675" cy="36675"/>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23"/>
            <p:cNvSpPr/>
            <p:nvPr/>
          </p:nvSpPr>
          <p:spPr>
            <a:xfrm>
              <a:off x="5996150" y="3046725"/>
              <a:ext cx="34150" cy="31650"/>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23"/>
            <p:cNvSpPr/>
            <p:nvPr/>
          </p:nvSpPr>
          <p:spPr>
            <a:xfrm>
              <a:off x="5456500" y="2636625"/>
              <a:ext cx="35175" cy="35650"/>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23"/>
            <p:cNvSpPr/>
            <p:nvPr/>
          </p:nvSpPr>
          <p:spPr>
            <a:xfrm>
              <a:off x="5347075" y="3146125"/>
              <a:ext cx="40675" cy="37675"/>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23"/>
            <p:cNvSpPr/>
            <p:nvPr/>
          </p:nvSpPr>
          <p:spPr>
            <a:xfrm>
              <a:off x="5346575" y="3042225"/>
              <a:ext cx="40675" cy="38675"/>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23"/>
            <p:cNvSpPr/>
            <p:nvPr/>
          </p:nvSpPr>
          <p:spPr>
            <a:xfrm>
              <a:off x="5989100" y="3351950"/>
              <a:ext cx="41700" cy="36175"/>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23"/>
            <p:cNvSpPr/>
            <p:nvPr/>
          </p:nvSpPr>
          <p:spPr>
            <a:xfrm>
              <a:off x="5456500" y="2738525"/>
              <a:ext cx="34675" cy="32650"/>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23"/>
            <p:cNvSpPr/>
            <p:nvPr/>
          </p:nvSpPr>
          <p:spPr>
            <a:xfrm>
              <a:off x="5888200" y="2943825"/>
              <a:ext cx="34175" cy="31650"/>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23"/>
            <p:cNvSpPr/>
            <p:nvPr/>
          </p:nvSpPr>
          <p:spPr>
            <a:xfrm>
              <a:off x="5455500" y="2943325"/>
              <a:ext cx="36675" cy="3517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23"/>
            <p:cNvSpPr/>
            <p:nvPr/>
          </p:nvSpPr>
          <p:spPr>
            <a:xfrm>
              <a:off x="5995650" y="3148650"/>
              <a:ext cx="35150" cy="33650"/>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23"/>
            <p:cNvSpPr/>
            <p:nvPr/>
          </p:nvSpPr>
          <p:spPr>
            <a:xfrm>
              <a:off x="5888725" y="2740025"/>
              <a:ext cx="33650" cy="296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23"/>
            <p:cNvSpPr/>
            <p:nvPr/>
          </p:nvSpPr>
          <p:spPr>
            <a:xfrm>
              <a:off x="5347075" y="3249050"/>
              <a:ext cx="37675" cy="37650"/>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23"/>
            <p:cNvSpPr/>
            <p:nvPr/>
          </p:nvSpPr>
          <p:spPr>
            <a:xfrm>
              <a:off x="5347075" y="2942325"/>
              <a:ext cx="38675" cy="36175"/>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23"/>
            <p:cNvSpPr/>
            <p:nvPr/>
          </p:nvSpPr>
          <p:spPr>
            <a:xfrm>
              <a:off x="5346075" y="3350950"/>
              <a:ext cx="41675" cy="39675"/>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23"/>
            <p:cNvSpPr/>
            <p:nvPr/>
          </p:nvSpPr>
          <p:spPr>
            <a:xfrm>
              <a:off x="5235125" y="3348925"/>
              <a:ext cx="40700" cy="42700"/>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23"/>
            <p:cNvSpPr/>
            <p:nvPr/>
          </p:nvSpPr>
          <p:spPr>
            <a:xfrm>
              <a:off x="5888200" y="2842425"/>
              <a:ext cx="34175" cy="3065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23"/>
            <p:cNvSpPr/>
            <p:nvPr/>
          </p:nvSpPr>
          <p:spPr>
            <a:xfrm>
              <a:off x="5456000" y="2840425"/>
              <a:ext cx="35175" cy="36175"/>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23"/>
            <p:cNvSpPr/>
            <p:nvPr/>
          </p:nvSpPr>
          <p:spPr>
            <a:xfrm>
              <a:off x="5995125" y="3250550"/>
              <a:ext cx="36175" cy="33650"/>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p23"/>
            <p:cNvSpPr/>
            <p:nvPr/>
          </p:nvSpPr>
          <p:spPr>
            <a:xfrm>
              <a:off x="5348075" y="2834900"/>
              <a:ext cx="37675" cy="39675"/>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23"/>
            <p:cNvSpPr/>
            <p:nvPr/>
          </p:nvSpPr>
          <p:spPr>
            <a:xfrm>
              <a:off x="5237650" y="2942825"/>
              <a:ext cx="38175" cy="33650"/>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23"/>
            <p:cNvSpPr/>
            <p:nvPr/>
          </p:nvSpPr>
          <p:spPr>
            <a:xfrm>
              <a:off x="5239150" y="2840925"/>
              <a:ext cx="36150" cy="33150"/>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23"/>
            <p:cNvSpPr/>
            <p:nvPr/>
          </p:nvSpPr>
          <p:spPr>
            <a:xfrm>
              <a:off x="5238650" y="3248525"/>
              <a:ext cx="37675" cy="37675"/>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23"/>
            <p:cNvSpPr/>
            <p:nvPr/>
          </p:nvSpPr>
          <p:spPr>
            <a:xfrm>
              <a:off x="5996150" y="2945325"/>
              <a:ext cx="34650" cy="29150"/>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23"/>
            <p:cNvSpPr/>
            <p:nvPr/>
          </p:nvSpPr>
          <p:spPr>
            <a:xfrm>
              <a:off x="5237650" y="3044725"/>
              <a:ext cx="38175" cy="3467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23"/>
            <p:cNvSpPr/>
            <p:nvPr/>
          </p:nvSpPr>
          <p:spPr>
            <a:xfrm>
              <a:off x="5347075" y="2739525"/>
              <a:ext cx="37175" cy="32150"/>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23"/>
            <p:cNvSpPr/>
            <p:nvPr/>
          </p:nvSpPr>
          <p:spPr>
            <a:xfrm>
              <a:off x="5238650" y="3147125"/>
              <a:ext cx="37675" cy="36175"/>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23"/>
            <p:cNvSpPr/>
            <p:nvPr/>
          </p:nvSpPr>
          <p:spPr>
            <a:xfrm>
              <a:off x="5345575" y="2637125"/>
              <a:ext cx="36650" cy="30625"/>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23"/>
            <p:cNvSpPr/>
            <p:nvPr/>
          </p:nvSpPr>
          <p:spPr>
            <a:xfrm>
              <a:off x="5995125" y="2843425"/>
              <a:ext cx="35675" cy="29150"/>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23"/>
            <p:cNvSpPr/>
            <p:nvPr/>
          </p:nvSpPr>
          <p:spPr>
            <a:xfrm>
              <a:off x="5996650" y="2741025"/>
              <a:ext cx="30125" cy="28125"/>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23"/>
            <p:cNvSpPr/>
            <p:nvPr/>
          </p:nvSpPr>
          <p:spPr>
            <a:xfrm>
              <a:off x="5240150" y="2738025"/>
              <a:ext cx="35150" cy="32650"/>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23"/>
            <p:cNvSpPr/>
            <p:nvPr/>
          </p:nvSpPr>
          <p:spPr>
            <a:xfrm>
              <a:off x="5240650" y="2636100"/>
              <a:ext cx="36175" cy="31650"/>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23"/>
            <p:cNvSpPr/>
            <p:nvPr/>
          </p:nvSpPr>
          <p:spPr>
            <a:xfrm>
              <a:off x="5997150" y="2638625"/>
              <a:ext cx="29125" cy="27125"/>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06" name="Google Shape;2006;p23"/>
          <p:cNvGrpSpPr/>
          <p:nvPr/>
        </p:nvGrpSpPr>
        <p:grpSpPr>
          <a:xfrm>
            <a:off x="336002" y="4222100"/>
            <a:ext cx="754445" cy="754656"/>
            <a:chOff x="336002" y="4222100"/>
            <a:chExt cx="754445" cy="754656"/>
          </a:xfrm>
        </p:grpSpPr>
        <p:sp>
          <p:nvSpPr>
            <p:cNvPr id="2007" name="Google Shape;2007;p23"/>
            <p:cNvSpPr/>
            <p:nvPr/>
          </p:nvSpPr>
          <p:spPr>
            <a:xfrm>
              <a:off x="336002" y="4599425"/>
              <a:ext cx="754445" cy="377331"/>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23"/>
            <p:cNvSpPr/>
            <p:nvPr/>
          </p:nvSpPr>
          <p:spPr>
            <a:xfrm>
              <a:off x="336002" y="4222100"/>
              <a:ext cx="754445" cy="377331"/>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09" name="Google Shape;2009;p23"/>
          <p:cNvSpPr/>
          <p:nvPr/>
        </p:nvSpPr>
        <p:spPr>
          <a:xfrm flipH="1">
            <a:off x="7788569" y="3860679"/>
            <a:ext cx="1596439" cy="1802961"/>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23"/>
          <p:cNvSpPr/>
          <p:nvPr/>
        </p:nvSpPr>
        <p:spPr>
          <a:xfrm flipH="1">
            <a:off x="7141914" y="4732597"/>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23"/>
          <p:cNvSpPr/>
          <p:nvPr/>
        </p:nvSpPr>
        <p:spPr>
          <a:xfrm flipH="1">
            <a:off x="7908157" y="3947558"/>
            <a:ext cx="1395619" cy="1650669"/>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23"/>
          <p:cNvSpPr/>
          <p:nvPr/>
        </p:nvSpPr>
        <p:spPr>
          <a:xfrm flipH="1">
            <a:off x="7243446" y="4839770"/>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23"/>
          <p:cNvSpPr/>
          <p:nvPr/>
        </p:nvSpPr>
        <p:spPr>
          <a:xfrm flipH="1">
            <a:off x="8008568" y="4059259"/>
            <a:ext cx="1193681" cy="142726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23"/>
          <p:cNvSpPr/>
          <p:nvPr/>
        </p:nvSpPr>
        <p:spPr>
          <a:xfrm flipH="1">
            <a:off x="8167628" y="4201429"/>
            <a:ext cx="901508" cy="110456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23"/>
          <p:cNvSpPr/>
          <p:nvPr/>
        </p:nvSpPr>
        <p:spPr>
          <a:xfrm flipH="1">
            <a:off x="8248875" y="4311956"/>
            <a:ext cx="130935" cy="39045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23"/>
          <p:cNvSpPr/>
          <p:nvPr/>
        </p:nvSpPr>
        <p:spPr>
          <a:xfrm flipH="1">
            <a:off x="8317698" y="4453008"/>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23"/>
          <p:cNvSpPr/>
          <p:nvPr/>
        </p:nvSpPr>
        <p:spPr>
          <a:xfrm flipH="1">
            <a:off x="8291757" y="4477830"/>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23"/>
          <p:cNvSpPr/>
          <p:nvPr/>
        </p:nvSpPr>
        <p:spPr>
          <a:xfrm>
            <a:off x="8587350" y="65534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23"/>
          <p:cNvSpPr/>
          <p:nvPr/>
        </p:nvSpPr>
        <p:spPr>
          <a:xfrm>
            <a:off x="8587363" y="118707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23"/>
          <p:cNvSpPr/>
          <p:nvPr/>
        </p:nvSpPr>
        <p:spPr>
          <a:xfrm flipH="1">
            <a:off x="7109773" y="4755098"/>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23"/>
          <p:cNvSpPr/>
          <p:nvPr/>
        </p:nvSpPr>
        <p:spPr>
          <a:xfrm flipH="1">
            <a:off x="8073983" y="4907498"/>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23"/>
          <p:cNvSpPr/>
          <p:nvPr/>
        </p:nvSpPr>
        <p:spPr>
          <a:xfrm flipH="1">
            <a:off x="8481373" y="4374098"/>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23"/>
          <p:cNvSpPr/>
          <p:nvPr/>
        </p:nvSpPr>
        <p:spPr>
          <a:xfrm rot="-5400000">
            <a:off x="8942300" y="2039329"/>
            <a:ext cx="429300" cy="42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23"/>
          <p:cNvSpPr/>
          <p:nvPr/>
        </p:nvSpPr>
        <p:spPr>
          <a:xfrm flipH="1" rot="-5400000">
            <a:off x="8237792" y="2326318"/>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23"/>
          <p:cNvSpPr/>
          <p:nvPr/>
        </p:nvSpPr>
        <p:spPr>
          <a:xfrm flipH="1" rot="-5400000">
            <a:off x="8287966" y="2553663"/>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23"/>
          <p:cNvSpPr/>
          <p:nvPr/>
        </p:nvSpPr>
        <p:spPr>
          <a:xfrm flipH="1" rot="-5400000">
            <a:off x="8238319" y="2778130"/>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17">
    <p:spTree>
      <p:nvGrpSpPr>
        <p:cNvPr id="2027" name="Shape 2027"/>
        <p:cNvGrpSpPr/>
        <p:nvPr/>
      </p:nvGrpSpPr>
      <p:grpSpPr>
        <a:xfrm>
          <a:off x="0" y="0"/>
          <a:ext cx="0" cy="0"/>
          <a:chOff x="0" y="0"/>
          <a:chExt cx="0" cy="0"/>
        </a:xfrm>
      </p:grpSpPr>
      <p:sp>
        <p:nvSpPr>
          <p:cNvPr id="2028" name="Google Shape;2028;p24"/>
          <p:cNvSpPr txBox="1"/>
          <p:nvPr>
            <p:ph idx="1" type="subTitle"/>
          </p:nvPr>
        </p:nvSpPr>
        <p:spPr>
          <a:xfrm>
            <a:off x="4527400" y="2569464"/>
            <a:ext cx="3657600" cy="1097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600"/>
            </a:lvl1pPr>
            <a:lvl2pPr lvl="1" rtl="0">
              <a:lnSpc>
                <a:spcPct val="100000"/>
              </a:lnSpc>
              <a:spcBef>
                <a:spcPts val="0"/>
              </a:spcBef>
              <a:spcAft>
                <a:spcPts val="0"/>
              </a:spcAft>
              <a:buNone/>
              <a:defRPr sz="1600"/>
            </a:lvl2pPr>
            <a:lvl3pPr lvl="2" rtl="0">
              <a:lnSpc>
                <a:spcPct val="100000"/>
              </a:lnSpc>
              <a:spcBef>
                <a:spcPts val="0"/>
              </a:spcBef>
              <a:spcAft>
                <a:spcPts val="0"/>
              </a:spcAft>
              <a:buNone/>
              <a:defRPr sz="1600"/>
            </a:lvl3pPr>
            <a:lvl4pPr lvl="3" rtl="0">
              <a:lnSpc>
                <a:spcPct val="100000"/>
              </a:lnSpc>
              <a:spcBef>
                <a:spcPts val="0"/>
              </a:spcBef>
              <a:spcAft>
                <a:spcPts val="0"/>
              </a:spcAft>
              <a:buNone/>
              <a:defRPr sz="1600"/>
            </a:lvl4pPr>
            <a:lvl5pPr lvl="4" rtl="0">
              <a:lnSpc>
                <a:spcPct val="100000"/>
              </a:lnSpc>
              <a:spcBef>
                <a:spcPts val="0"/>
              </a:spcBef>
              <a:spcAft>
                <a:spcPts val="0"/>
              </a:spcAft>
              <a:buNone/>
              <a:defRPr sz="1600"/>
            </a:lvl5pPr>
            <a:lvl6pPr lvl="5" rtl="0">
              <a:lnSpc>
                <a:spcPct val="100000"/>
              </a:lnSpc>
              <a:spcBef>
                <a:spcPts val="0"/>
              </a:spcBef>
              <a:spcAft>
                <a:spcPts val="0"/>
              </a:spcAft>
              <a:buNone/>
              <a:defRPr sz="1600"/>
            </a:lvl6pPr>
            <a:lvl7pPr lvl="6" rtl="0">
              <a:lnSpc>
                <a:spcPct val="100000"/>
              </a:lnSpc>
              <a:spcBef>
                <a:spcPts val="0"/>
              </a:spcBef>
              <a:spcAft>
                <a:spcPts val="0"/>
              </a:spcAft>
              <a:buNone/>
              <a:defRPr sz="1600"/>
            </a:lvl7pPr>
            <a:lvl8pPr lvl="7" rtl="0">
              <a:lnSpc>
                <a:spcPct val="100000"/>
              </a:lnSpc>
              <a:spcBef>
                <a:spcPts val="0"/>
              </a:spcBef>
              <a:spcAft>
                <a:spcPts val="0"/>
              </a:spcAft>
              <a:buNone/>
              <a:defRPr sz="1600"/>
            </a:lvl8pPr>
            <a:lvl9pPr lvl="8" rtl="0">
              <a:lnSpc>
                <a:spcPct val="100000"/>
              </a:lnSpc>
              <a:spcBef>
                <a:spcPts val="0"/>
              </a:spcBef>
              <a:spcAft>
                <a:spcPts val="0"/>
              </a:spcAft>
              <a:buNone/>
              <a:defRPr sz="1600"/>
            </a:lvl9pPr>
          </a:lstStyle>
          <a:p/>
        </p:txBody>
      </p:sp>
      <p:sp>
        <p:nvSpPr>
          <p:cNvPr id="2029" name="Google Shape;2029;p24"/>
          <p:cNvSpPr txBox="1"/>
          <p:nvPr>
            <p:ph type="title"/>
          </p:nvPr>
        </p:nvSpPr>
        <p:spPr>
          <a:xfrm>
            <a:off x="4527400" y="1481328"/>
            <a:ext cx="1788600" cy="9144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30" name="Google Shape;2030;p24"/>
          <p:cNvSpPr/>
          <p:nvPr/>
        </p:nvSpPr>
        <p:spPr>
          <a:xfrm>
            <a:off x="5508" y="0"/>
            <a:ext cx="26037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24"/>
          <p:cNvSpPr/>
          <p:nvPr/>
        </p:nvSpPr>
        <p:spPr>
          <a:xfrm rot="-5400000">
            <a:off x="912575" y="-520256"/>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24"/>
          <p:cNvSpPr/>
          <p:nvPr/>
        </p:nvSpPr>
        <p:spPr>
          <a:xfrm rot="-5400000">
            <a:off x="1141541" y="-477397"/>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33" name="Google Shape;2033;p24"/>
          <p:cNvGrpSpPr/>
          <p:nvPr/>
        </p:nvGrpSpPr>
        <p:grpSpPr>
          <a:xfrm flipH="1">
            <a:off x="7769446" y="118041"/>
            <a:ext cx="1209708" cy="1147945"/>
            <a:chOff x="5235125" y="2636100"/>
            <a:chExt cx="796175" cy="755525"/>
          </a:xfrm>
        </p:grpSpPr>
        <p:sp>
          <p:nvSpPr>
            <p:cNvPr id="2034" name="Google Shape;2034;p24"/>
            <p:cNvSpPr/>
            <p:nvPr/>
          </p:nvSpPr>
          <p:spPr>
            <a:xfrm>
              <a:off x="5779275" y="2943825"/>
              <a:ext cx="35175" cy="33150"/>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24"/>
            <p:cNvSpPr/>
            <p:nvPr/>
          </p:nvSpPr>
          <p:spPr>
            <a:xfrm>
              <a:off x="5885700" y="3044725"/>
              <a:ext cx="37175" cy="3467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24"/>
            <p:cNvSpPr/>
            <p:nvPr/>
          </p:nvSpPr>
          <p:spPr>
            <a:xfrm>
              <a:off x="5562925" y="2636100"/>
              <a:ext cx="35675" cy="33175"/>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24"/>
            <p:cNvSpPr/>
            <p:nvPr/>
          </p:nvSpPr>
          <p:spPr>
            <a:xfrm>
              <a:off x="5672850" y="2636100"/>
              <a:ext cx="33175" cy="32175"/>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24"/>
            <p:cNvSpPr/>
            <p:nvPr/>
          </p:nvSpPr>
          <p:spPr>
            <a:xfrm>
              <a:off x="5886700" y="3351450"/>
              <a:ext cx="37675" cy="36675"/>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24"/>
            <p:cNvSpPr/>
            <p:nvPr/>
          </p:nvSpPr>
          <p:spPr>
            <a:xfrm>
              <a:off x="5563925" y="2738525"/>
              <a:ext cx="35675" cy="34150"/>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24"/>
            <p:cNvSpPr/>
            <p:nvPr/>
          </p:nvSpPr>
          <p:spPr>
            <a:xfrm>
              <a:off x="5671350" y="2738025"/>
              <a:ext cx="35675" cy="35650"/>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24"/>
            <p:cNvSpPr/>
            <p:nvPr/>
          </p:nvSpPr>
          <p:spPr>
            <a:xfrm>
              <a:off x="5780775" y="2738525"/>
              <a:ext cx="33675" cy="31150"/>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24"/>
            <p:cNvSpPr/>
            <p:nvPr/>
          </p:nvSpPr>
          <p:spPr>
            <a:xfrm>
              <a:off x="5777775" y="3352450"/>
              <a:ext cx="38175" cy="34150"/>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24"/>
            <p:cNvSpPr/>
            <p:nvPr/>
          </p:nvSpPr>
          <p:spPr>
            <a:xfrm>
              <a:off x="5669350" y="3350450"/>
              <a:ext cx="40175" cy="39175"/>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24"/>
            <p:cNvSpPr/>
            <p:nvPr/>
          </p:nvSpPr>
          <p:spPr>
            <a:xfrm>
              <a:off x="5562425" y="3350950"/>
              <a:ext cx="41700" cy="38175"/>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24"/>
            <p:cNvSpPr/>
            <p:nvPr/>
          </p:nvSpPr>
          <p:spPr>
            <a:xfrm>
              <a:off x="5455500" y="3351450"/>
              <a:ext cx="41700" cy="38175"/>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24"/>
            <p:cNvSpPr/>
            <p:nvPr/>
          </p:nvSpPr>
          <p:spPr>
            <a:xfrm>
              <a:off x="5887700" y="3250550"/>
              <a:ext cx="36675" cy="34150"/>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24"/>
            <p:cNvSpPr/>
            <p:nvPr/>
          </p:nvSpPr>
          <p:spPr>
            <a:xfrm>
              <a:off x="5558900" y="2837900"/>
              <a:ext cx="42200" cy="36675"/>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24"/>
            <p:cNvSpPr/>
            <p:nvPr/>
          </p:nvSpPr>
          <p:spPr>
            <a:xfrm>
              <a:off x="5672350" y="2840925"/>
              <a:ext cx="35175" cy="33150"/>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24"/>
            <p:cNvSpPr/>
            <p:nvPr/>
          </p:nvSpPr>
          <p:spPr>
            <a:xfrm>
              <a:off x="5780775" y="2841425"/>
              <a:ext cx="33675" cy="31650"/>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24"/>
            <p:cNvSpPr/>
            <p:nvPr/>
          </p:nvSpPr>
          <p:spPr>
            <a:xfrm>
              <a:off x="5779275" y="3246525"/>
              <a:ext cx="36175" cy="39675"/>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24"/>
            <p:cNvSpPr/>
            <p:nvPr/>
          </p:nvSpPr>
          <p:spPr>
            <a:xfrm>
              <a:off x="5670350" y="3249550"/>
              <a:ext cx="37675" cy="37675"/>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24"/>
            <p:cNvSpPr/>
            <p:nvPr/>
          </p:nvSpPr>
          <p:spPr>
            <a:xfrm>
              <a:off x="5562425" y="3247025"/>
              <a:ext cx="37675" cy="38175"/>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24"/>
            <p:cNvSpPr/>
            <p:nvPr/>
          </p:nvSpPr>
          <p:spPr>
            <a:xfrm>
              <a:off x="5454500" y="3247025"/>
              <a:ext cx="43200" cy="4070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24"/>
            <p:cNvSpPr/>
            <p:nvPr/>
          </p:nvSpPr>
          <p:spPr>
            <a:xfrm>
              <a:off x="5887200" y="3147125"/>
              <a:ext cx="35675" cy="33675"/>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24"/>
            <p:cNvSpPr/>
            <p:nvPr/>
          </p:nvSpPr>
          <p:spPr>
            <a:xfrm>
              <a:off x="5560925" y="2942825"/>
              <a:ext cx="38175" cy="3517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24"/>
            <p:cNvSpPr/>
            <p:nvPr/>
          </p:nvSpPr>
          <p:spPr>
            <a:xfrm>
              <a:off x="5671850" y="2943325"/>
              <a:ext cx="35175" cy="33150"/>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24"/>
            <p:cNvSpPr/>
            <p:nvPr/>
          </p:nvSpPr>
          <p:spPr>
            <a:xfrm>
              <a:off x="5781300" y="2636625"/>
              <a:ext cx="33150" cy="30625"/>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24"/>
            <p:cNvSpPr/>
            <p:nvPr/>
          </p:nvSpPr>
          <p:spPr>
            <a:xfrm>
              <a:off x="5779275" y="3148150"/>
              <a:ext cx="35675" cy="33150"/>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24"/>
            <p:cNvSpPr/>
            <p:nvPr/>
          </p:nvSpPr>
          <p:spPr>
            <a:xfrm>
              <a:off x="5668850" y="3145125"/>
              <a:ext cx="46200" cy="38175"/>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24"/>
            <p:cNvSpPr/>
            <p:nvPr/>
          </p:nvSpPr>
          <p:spPr>
            <a:xfrm>
              <a:off x="5562425" y="3146625"/>
              <a:ext cx="38675" cy="36675"/>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24"/>
            <p:cNvSpPr/>
            <p:nvPr/>
          </p:nvSpPr>
          <p:spPr>
            <a:xfrm>
              <a:off x="5454000" y="3143625"/>
              <a:ext cx="38175" cy="42200"/>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24"/>
            <p:cNvSpPr/>
            <p:nvPr/>
          </p:nvSpPr>
          <p:spPr>
            <a:xfrm>
              <a:off x="5776775" y="3046225"/>
              <a:ext cx="37675" cy="3567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24"/>
            <p:cNvSpPr/>
            <p:nvPr/>
          </p:nvSpPr>
          <p:spPr>
            <a:xfrm>
              <a:off x="5562425" y="3045225"/>
              <a:ext cx="37675" cy="3517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24"/>
            <p:cNvSpPr/>
            <p:nvPr/>
          </p:nvSpPr>
          <p:spPr>
            <a:xfrm>
              <a:off x="5671850" y="3044225"/>
              <a:ext cx="38175" cy="36175"/>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24"/>
            <p:cNvSpPr/>
            <p:nvPr/>
          </p:nvSpPr>
          <p:spPr>
            <a:xfrm>
              <a:off x="5889225" y="2638125"/>
              <a:ext cx="32650" cy="29125"/>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24"/>
            <p:cNvSpPr/>
            <p:nvPr/>
          </p:nvSpPr>
          <p:spPr>
            <a:xfrm>
              <a:off x="5455000" y="3043225"/>
              <a:ext cx="39675" cy="36675"/>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24"/>
            <p:cNvSpPr/>
            <p:nvPr/>
          </p:nvSpPr>
          <p:spPr>
            <a:xfrm>
              <a:off x="5996150" y="3046725"/>
              <a:ext cx="34150" cy="31650"/>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8" name="Google Shape;2068;p24"/>
            <p:cNvSpPr/>
            <p:nvPr/>
          </p:nvSpPr>
          <p:spPr>
            <a:xfrm>
              <a:off x="5456500" y="2636625"/>
              <a:ext cx="35175" cy="35650"/>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24"/>
            <p:cNvSpPr/>
            <p:nvPr/>
          </p:nvSpPr>
          <p:spPr>
            <a:xfrm>
              <a:off x="5347075" y="3146125"/>
              <a:ext cx="40675" cy="37675"/>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24"/>
            <p:cNvSpPr/>
            <p:nvPr/>
          </p:nvSpPr>
          <p:spPr>
            <a:xfrm>
              <a:off x="5346575" y="3042225"/>
              <a:ext cx="40675" cy="38675"/>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24"/>
            <p:cNvSpPr/>
            <p:nvPr/>
          </p:nvSpPr>
          <p:spPr>
            <a:xfrm>
              <a:off x="5989100" y="3351950"/>
              <a:ext cx="41700" cy="36175"/>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24"/>
            <p:cNvSpPr/>
            <p:nvPr/>
          </p:nvSpPr>
          <p:spPr>
            <a:xfrm>
              <a:off x="5456500" y="2738525"/>
              <a:ext cx="34675" cy="32650"/>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24"/>
            <p:cNvSpPr/>
            <p:nvPr/>
          </p:nvSpPr>
          <p:spPr>
            <a:xfrm>
              <a:off x="5888200" y="2943825"/>
              <a:ext cx="34175" cy="31650"/>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24"/>
            <p:cNvSpPr/>
            <p:nvPr/>
          </p:nvSpPr>
          <p:spPr>
            <a:xfrm>
              <a:off x="5455500" y="2943325"/>
              <a:ext cx="36675" cy="3517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24"/>
            <p:cNvSpPr/>
            <p:nvPr/>
          </p:nvSpPr>
          <p:spPr>
            <a:xfrm>
              <a:off x="5995650" y="3148650"/>
              <a:ext cx="35150" cy="33650"/>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24"/>
            <p:cNvSpPr/>
            <p:nvPr/>
          </p:nvSpPr>
          <p:spPr>
            <a:xfrm>
              <a:off x="5888725" y="2740025"/>
              <a:ext cx="33650" cy="296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24"/>
            <p:cNvSpPr/>
            <p:nvPr/>
          </p:nvSpPr>
          <p:spPr>
            <a:xfrm>
              <a:off x="5347075" y="3249050"/>
              <a:ext cx="37675" cy="37650"/>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24"/>
            <p:cNvSpPr/>
            <p:nvPr/>
          </p:nvSpPr>
          <p:spPr>
            <a:xfrm>
              <a:off x="5347075" y="2942325"/>
              <a:ext cx="38675" cy="36175"/>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24"/>
            <p:cNvSpPr/>
            <p:nvPr/>
          </p:nvSpPr>
          <p:spPr>
            <a:xfrm>
              <a:off x="5346075" y="3350950"/>
              <a:ext cx="41675" cy="39675"/>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24"/>
            <p:cNvSpPr/>
            <p:nvPr/>
          </p:nvSpPr>
          <p:spPr>
            <a:xfrm>
              <a:off x="5235125" y="3348925"/>
              <a:ext cx="40700" cy="42700"/>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24"/>
            <p:cNvSpPr/>
            <p:nvPr/>
          </p:nvSpPr>
          <p:spPr>
            <a:xfrm>
              <a:off x="5888200" y="2842425"/>
              <a:ext cx="34175" cy="3065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24"/>
            <p:cNvSpPr/>
            <p:nvPr/>
          </p:nvSpPr>
          <p:spPr>
            <a:xfrm>
              <a:off x="5456000" y="2840425"/>
              <a:ext cx="35175" cy="36175"/>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24"/>
            <p:cNvSpPr/>
            <p:nvPr/>
          </p:nvSpPr>
          <p:spPr>
            <a:xfrm>
              <a:off x="5995125" y="3250550"/>
              <a:ext cx="36175" cy="33650"/>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24"/>
            <p:cNvSpPr/>
            <p:nvPr/>
          </p:nvSpPr>
          <p:spPr>
            <a:xfrm>
              <a:off x="5348075" y="2834900"/>
              <a:ext cx="37675" cy="39675"/>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24"/>
            <p:cNvSpPr/>
            <p:nvPr/>
          </p:nvSpPr>
          <p:spPr>
            <a:xfrm>
              <a:off x="5237650" y="2942825"/>
              <a:ext cx="38175" cy="33650"/>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24"/>
            <p:cNvSpPr/>
            <p:nvPr/>
          </p:nvSpPr>
          <p:spPr>
            <a:xfrm>
              <a:off x="5239150" y="2840925"/>
              <a:ext cx="36150" cy="33150"/>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24"/>
            <p:cNvSpPr/>
            <p:nvPr/>
          </p:nvSpPr>
          <p:spPr>
            <a:xfrm>
              <a:off x="5238650" y="3248525"/>
              <a:ext cx="37675" cy="37675"/>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24"/>
            <p:cNvSpPr/>
            <p:nvPr/>
          </p:nvSpPr>
          <p:spPr>
            <a:xfrm>
              <a:off x="5996150" y="2945325"/>
              <a:ext cx="34650" cy="29150"/>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24"/>
            <p:cNvSpPr/>
            <p:nvPr/>
          </p:nvSpPr>
          <p:spPr>
            <a:xfrm>
              <a:off x="5237650" y="3044725"/>
              <a:ext cx="38175" cy="3467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24"/>
            <p:cNvSpPr/>
            <p:nvPr/>
          </p:nvSpPr>
          <p:spPr>
            <a:xfrm>
              <a:off x="5347075" y="2739525"/>
              <a:ext cx="37175" cy="32150"/>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24"/>
            <p:cNvSpPr/>
            <p:nvPr/>
          </p:nvSpPr>
          <p:spPr>
            <a:xfrm>
              <a:off x="5238650" y="3147125"/>
              <a:ext cx="37675" cy="36175"/>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24"/>
            <p:cNvSpPr/>
            <p:nvPr/>
          </p:nvSpPr>
          <p:spPr>
            <a:xfrm>
              <a:off x="5345575" y="2637125"/>
              <a:ext cx="36650" cy="30625"/>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24"/>
            <p:cNvSpPr/>
            <p:nvPr/>
          </p:nvSpPr>
          <p:spPr>
            <a:xfrm>
              <a:off x="5995125" y="2843425"/>
              <a:ext cx="35675" cy="29150"/>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24"/>
            <p:cNvSpPr/>
            <p:nvPr/>
          </p:nvSpPr>
          <p:spPr>
            <a:xfrm>
              <a:off x="5996650" y="2741025"/>
              <a:ext cx="30125" cy="28125"/>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24"/>
            <p:cNvSpPr/>
            <p:nvPr/>
          </p:nvSpPr>
          <p:spPr>
            <a:xfrm>
              <a:off x="5240150" y="2738025"/>
              <a:ext cx="35150" cy="32650"/>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24"/>
            <p:cNvSpPr/>
            <p:nvPr/>
          </p:nvSpPr>
          <p:spPr>
            <a:xfrm>
              <a:off x="5240650" y="2636100"/>
              <a:ext cx="36175" cy="31650"/>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24"/>
            <p:cNvSpPr/>
            <p:nvPr/>
          </p:nvSpPr>
          <p:spPr>
            <a:xfrm>
              <a:off x="5997150" y="2638625"/>
              <a:ext cx="29125" cy="27125"/>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98" name="Google Shape;2098;p24"/>
          <p:cNvGrpSpPr/>
          <p:nvPr/>
        </p:nvGrpSpPr>
        <p:grpSpPr>
          <a:xfrm flipH="1">
            <a:off x="8059061" y="4222100"/>
            <a:ext cx="754445" cy="754656"/>
            <a:chOff x="336002" y="4222100"/>
            <a:chExt cx="754445" cy="754656"/>
          </a:xfrm>
        </p:grpSpPr>
        <p:sp>
          <p:nvSpPr>
            <p:cNvPr id="2099" name="Google Shape;2099;p24"/>
            <p:cNvSpPr/>
            <p:nvPr/>
          </p:nvSpPr>
          <p:spPr>
            <a:xfrm>
              <a:off x="336002" y="4599425"/>
              <a:ext cx="754445" cy="377331"/>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24"/>
            <p:cNvSpPr/>
            <p:nvPr/>
          </p:nvSpPr>
          <p:spPr>
            <a:xfrm>
              <a:off x="336002" y="4222100"/>
              <a:ext cx="754445" cy="377331"/>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01" name="Google Shape;2101;p24"/>
          <p:cNvSpPr/>
          <p:nvPr/>
        </p:nvSpPr>
        <p:spPr>
          <a:xfrm>
            <a:off x="-235499" y="3860679"/>
            <a:ext cx="1596439" cy="1802961"/>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24"/>
          <p:cNvSpPr/>
          <p:nvPr/>
        </p:nvSpPr>
        <p:spPr>
          <a:xfrm>
            <a:off x="1072262" y="4732597"/>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24"/>
          <p:cNvSpPr/>
          <p:nvPr/>
        </p:nvSpPr>
        <p:spPr>
          <a:xfrm>
            <a:off x="-154267" y="3947558"/>
            <a:ext cx="1395619" cy="1650669"/>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24"/>
          <p:cNvSpPr/>
          <p:nvPr/>
        </p:nvSpPr>
        <p:spPr>
          <a:xfrm>
            <a:off x="1252727" y="4839770"/>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24"/>
          <p:cNvSpPr/>
          <p:nvPr/>
        </p:nvSpPr>
        <p:spPr>
          <a:xfrm>
            <a:off x="-52741" y="4059259"/>
            <a:ext cx="1193681" cy="142726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24"/>
          <p:cNvSpPr/>
          <p:nvPr/>
        </p:nvSpPr>
        <p:spPr>
          <a:xfrm>
            <a:off x="80372" y="4201429"/>
            <a:ext cx="901508" cy="110456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24"/>
          <p:cNvSpPr/>
          <p:nvPr/>
        </p:nvSpPr>
        <p:spPr>
          <a:xfrm>
            <a:off x="769698" y="4311956"/>
            <a:ext cx="130935" cy="39045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24"/>
          <p:cNvSpPr/>
          <p:nvPr/>
        </p:nvSpPr>
        <p:spPr>
          <a:xfrm>
            <a:off x="827225" y="4453008"/>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24"/>
          <p:cNvSpPr/>
          <p:nvPr/>
        </p:nvSpPr>
        <p:spPr>
          <a:xfrm>
            <a:off x="802403" y="4477830"/>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24"/>
          <p:cNvSpPr/>
          <p:nvPr/>
        </p:nvSpPr>
        <p:spPr>
          <a:xfrm flipH="1">
            <a:off x="104921" y="65534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24"/>
          <p:cNvSpPr/>
          <p:nvPr/>
        </p:nvSpPr>
        <p:spPr>
          <a:xfrm flipH="1">
            <a:off x="104908" y="118707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24"/>
          <p:cNvSpPr/>
          <p:nvPr/>
        </p:nvSpPr>
        <p:spPr>
          <a:xfrm>
            <a:off x="1939270" y="4755098"/>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24"/>
          <p:cNvSpPr/>
          <p:nvPr/>
        </p:nvSpPr>
        <p:spPr>
          <a:xfrm>
            <a:off x="975059" y="4907498"/>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24"/>
          <p:cNvSpPr/>
          <p:nvPr/>
        </p:nvSpPr>
        <p:spPr>
          <a:xfrm>
            <a:off x="567670" y="4374098"/>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24"/>
          <p:cNvSpPr/>
          <p:nvPr/>
        </p:nvSpPr>
        <p:spPr>
          <a:xfrm flipH="1" rot="5400000">
            <a:off x="-222092" y="2039329"/>
            <a:ext cx="429300" cy="42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24"/>
          <p:cNvSpPr/>
          <p:nvPr/>
        </p:nvSpPr>
        <p:spPr>
          <a:xfrm rot="5400000">
            <a:off x="-1472235" y="2326318"/>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24"/>
          <p:cNvSpPr/>
          <p:nvPr/>
        </p:nvSpPr>
        <p:spPr>
          <a:xfrm rot="5400000">
            <a:off x="-1261825" y="2553663"/>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24"/>
          <p:cNvSpPr/>
          <p:nvPr/>
        </p:nvSpPr>
        <p:spPr>
          <a:xfrm rot="5400000">
            <a:off x="-973005" y="2778130"/>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12_1_1">
    <p:spTree>
      <p:nvGrpSpPr>
        <p:cNvPr id="2119" name="Shape 2119"/>
        <p:cNvGrpSpPr/>
        <p:nvPr/>
      </p:nvGrpSpPr>
      <p:grpSpPr>
        <a:xfrm>
          <a:off x="0" y="0"/>
          <a:ext cx="0" cy="0"/>
          <a:chOff x="0" y="0"/>
          <a:chExt cx="0" cy="0"/>
        </a:xfrm>
      </p:grpSpPr>
      <p:sp>
        <p:nvSpPr>
          <p:cNvPr id="2120" name="Google Shape;2120;p25"/>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800"/>
              <a:buFont typeface="Dosis"/>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2121" name="Google Shape;2121;p25"/>
          <p:cNvSpPr txBox="1"/>
          <p:nvPr>
            <p:ph idx="1" type="subTitle"/>
          </p:nvPr>
        </p:nvSpPr>
        <p:spPr>
          <a:xfrm>
            <a:off x="713225" y="1012850"/>
            <a:ext cx="3858900" cy="35289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1300"/>
              <a:buChar char="●"/>
              <a:defRPr sz="1300">
                <a:solidFill>
                  <a:schemeClr val="dk1"/>
                </a:solidFill>
              </a:defRPr>
            </a:lvl1pPr>
            <a:lvl2pPr lvl="1" rtl="0">
              <a:spcBef>
                <a:spcPts val="0"/>
              </a:spcBef>
              <a:spcAft>
                <a:spcPts val="0"/>
              </a:spcAft>
              <a:buClr>
                <a:schemeClr val="dk1"/>
              </a:buClr>
              <a:buSzPts val="1600"/>
              <a:buChar char="○"/>
              <a:defRPr>
                <a:solidFill>
                  <a:schemeClr val="dk1"/>
                </a:solidFill>
              </a:defRPr>
            </a:lvl2pPr>
            <a:lvl3pPr lvl="2" rtl="0">
              <a:spcBef>
                <a:spcPts val="0"/>
              </a:spcBef>
              <a:spcAft>
                <a:spcPts val="0"/>
              </a:spcAft>
              <a:buClr>
                <a:schemeClr val="dk1"/>
              </a:buClr>
              <a:buSzPts val="1600"/>
              <a:buChar char="■"/>
              <a:defRPr>
                <a:solidFill>
                  <a:schemeClr val="dk1"/>
                </a:solidFill>
              </a:defRPr>
            </a:lvl3pPr>
            <a:lvl4pPr lvl="3" rtl="0">
              <a:spcBef>
                <a:spcPts val="0"/>
              </a:spcBef>
              <a:spcAft>
                <a:spcPts val="0"/>
              </a:spcAft>
              <a:buClr>
                <a:schemeClr val="dk1"/>
              </a:buClr>
              <a:buSzPts val="1600"/>
              <a:buChar char="●"/>
              <a:defRPr>
                <a:solidFill>
                  <a:schemeClr val="dk1"/>
                </a:solidFill>
              </a:defRPr>
            </a:lvl4pPr>
            <a:lvl5pPr lvl="4" rtl="0">
              <a:spcBef>
                <a:spcPts val="0"/>
              </a:spcBef>
              <a:spcAft>
                <a:spcPts val="0"/>
              </a:spcAft>
              <a:buClr>
                <a:schemeClr val="dk1"/>
              </a:buClr>
              <a:buSzPts val="1600"/>
              <a:buChar char="○"/>
              <a:defRPr>
                <a:solidFill>
                  <a:schemeClr val="dk1"/>
                </a:solidFill>
              </a:defRPr>
            </a:lvl5pPr>
            <a:lvl6pPr lvl="5" rtl="0">
              <a:spcBef>
                <a:spcPts val="0"/>
              </a:spcBef>
              <a:spcAft>
                <a:spcPts val="0"/>
              </a:spcAft>
              <a:buClr>
                <a:schemeClr val="dk1"/>
              </a:buClr>
              <a:buSzPts val="1600"/>
              <a:buChar char="■"/>
              <a:defRPr>
                <a:solidFill>
                  <a:schemeClr val="dk1"/>
                </a:solidFill>
              </a:defRPr>
            </a:lvl6pPr>
            <a:lvl7pPr lvl="6" rtl="0">
              <a:spcBef>
                <a:spcPts val="0"/>
              </a:spcBef>
              <a:spcAft>
                <a:spcPts val="0"/>
              </a:spcAft>
              <a:buClr>
                <a:schemeClr val="dk1"/>
              </a:buClr>
              <a:buSzPts val="1600"/>
              <a:buChar char="●"/>
              <a:defRPr>
                <a:solidFill>
                  <a:schemeClr val="dk1"/>
                </a:solidFill>
              </a:defRPr>
            </a:lvl7pPr>
            <a:lvl8pPr lvl="7" rtl="0">
              <a:spcBef>
                <a:spcPts val="0"/>
              </a:spcBef>
              <a:spcAft>
                <a:spcPts val="0"/>
              </a:spcAft>
              <a:buClr>
                <a:schemeClr val="dk1"/>
              </a:buClr>
              <a:buSzPts val="1600"/>
              <a:buChar char="○"/>
              <a:defRPr>
                <a:solidFill>
                  <a:schemeClr val="dk1"/>
                </a:solidFill>
              </a:defRPr>
            </a:lvl8pPr>
            <a:lvl9pPr lvl="8" rtl="0">
              <a:spcBef>
                <a:spcPts val="0"/>
              </a:spcBef>
              <a:spcAft>
                <a:spcPts val="0"/>
              </a:spcAft>
              <a:buClr>
                <a:schemeClr val="dk1"/>
              </a:buClr>
              <a:buSzPts val="1600"/>
              <a:buChar char="■"/>
              <a:defRPr>
                <a:solidFill>
                  <a:schemeClr val="dk1"/>
                </a:solidFill>
              </a:defRPr>
            </a:lvl9pPr>
          </a:lstStyle>
          <a:p/>
        </p:txBody>
      </p:sp>
      <p:sp>
        <p:nvSpPr>
          <p:cNvPr id="2122" name="Google Shape;2122;p25"/>
          <p:cNvSpPr txBox="1"/>
          <p:nvPr>
            <p:ph idx="2" type="subTitle"/>
          </p:nvPr>
        </p:nvSpPr>
        <p:spPr>
          <a:xfrm>
            <a:off x="4572025" y="1012850"/>
            <a:ext cx="3858900" cy="35289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1300"/>
              <a:buChar char="●"/>
              <a:defRPr sz="1300">
                <a:solidFill>
                  <a:schemeClr val="dk1"/>
                </a:solidFill>
              </a:defRPr>
            </a:lvl1pPr>
            <a:lvl2pPr lvl="1" rtl="0">
              <a:spcBef>
                <a:spcPts val="0"/>
              </a:spcBef>
              <a:spcAft>
                <a:spcPts val="0"/>
              </a:spcAft>
              <a:buClr>
                <a:schemeClr val="dk1"/>
              </a:buClr>
              <a:buSzPts val="1600"/>
              <a:buChar char="○"/>
              <a:defRPr>
                <a:solidFill>
                  <a:schemeClr val="dk1"/>
                </a:solidFill>
              </a:defRPr>
            </a:lvl2pPr>
            <a:lvl3pPr lvl="2" rtl="0">
              <a:spcBef>
                <a:spcPts val="0"/>
              </a:spcBef>
              <a:spcAft>
                <a:spcPts val="0"/>
              </a:spcAft>
              <a:buClr>
                <a:schemeClr val="dk1"/>
              </a:buClr>
              <a:buSzPts val="1600"/>
              <a:buChar char="■"/>
              <a:defRPr>
                <a:solidFill>
                  <a:schemeClr val="dk1"/>
                </a:solidFill>
              </a:defRPr>
            </a:lvl3pPr>
            <a:lvl4pPr lvl="3" rtl="0">
              <a:spcBef>
                <a:spcPts val="0"/>
              </a:spcBef>
              <a:spcAft>
                <a:spcPts val="0"/>
              </a:spcAft>
              <a:buClr>
                <a:schemeClr val="dk1"/>
              </a:buClr>
              <a:buSzPts val="1600"/>
              <a:buChar char="●"/>
              <a:defRPr>
                <a:solidFill>
                  <a:schemeClr val="dk1"/>
                </a:solidFill>
              </a:defRPr>
            </a:lvl4pPr>
            <a:lvl5pPr lvl="4" rtl="0">
              <a:spcBef>
                <a:spcPts val="0"/>
              </a:spcBef>
              <a:spcAft>
                <a:spcPts val="0"/>
              </a:spcAft>
              <a:buClr>
                <a:schemeClr val="dk1"/>
              </a:buClr>
              <a:buSzPts val="1600"/>
              <a:buChar char="○"/>
              <a:defRPr>
                <a:solidFill>
                  <a:schemeClr val="dk1"/>
                </a:solidFill>
              </a:defRPr>
            </a:lvl5pPr>
            <a:lvl6pPr lvl="5" rtl="0">
              <a:spcBef>
                <a:spcPts val="0"/>
              </a:spcBef>
              <a:spcAft>
                <a:spcPts val="0"/>
              </a:spcAft>
              <a:buClr>
                <a:schemeClr val="dk1"/>
              </a:buClr>
              <a:buSzPts val="1600"/>
              <a:buChar char="■"/>
              <a:defRPr>
                <a:solidFill>
                  <a:schemeClr val="dk1"/>
                </a:solidFill>
              </a:defRPr>
            </a:lvl6pPr>
            <a:lvl7pPr lvl="6" rtl="0">
              <a:spcBef>
                <a:spcPts val="0"/>
              </a:spcBef>
              <a:spcAft>
                <a:spcPts val="0"/>
              </a:spcAft>
              <a:buClr>
                <a:schemeClr val="dk1"/>
              </a:buClr>
              <a:buSzPts val="1600"/>
              <a:buChar char="●"/>
              <a:defRPr>
                <a:solidFill>
                  <a:schemeClr val="dk1"/>
                </a:solidFill>
              </a:defRPr>
            </a:lvl7pPr>
            <a:lvl8pPr lvl="7" rtl="0">
              <a:spcBef>
                <a:spcPts val="0"/>
              </a:spcBef>
              <a:spcAft>
                <a:spcPts val="0"/>
              </a:spcAft>
              <a:buClr>
                <a:schemeClr val="dk1"/>
              </a:buClr>
              <a:buSzPts val="1600"/>
              <a:buChar char="○"/>
              <a:defRPr>
                <a:solidFill>
                  <a:schemeClr val="dk1"/>
                </a:solidFill>
              </a:defRPr>
            </a:lvl8pPr>
            <a:lvl9pPr lvl="8" rtl="0">
              <a:spcBef>
                <a:spcPts val="0"/>
              </a:spcBef>
              <a:spcAft>
                <a:spcPts val="0"/>
              </a:spcAft>
              <a:buClr>
                <a:schemeClr val="dk1"/>
              </a:buClr>
              <a:buSzPts val="1600"/>
              <a:buChar char="■"/>
              <a:defRPr>
                <a:solidFill>
                  <a:schemeClr val="dk1"/>
                </a:solidFill>
              </a:defRPr>
            </a:lvl9pPr>
          </a:lstStyle>
          <a:p/>
        </p:txBody>
      </p:sp>
      <p:sp>
        <p:nvSpPr>
          <p:cNvPr id="2123" name="Google Shape;2123;p25"/>
          <p:cNvSpPr/>
          <p:nvPr/>
        </p:nvSpPr>
        <p:spPr>
          <a:xfrm>
            <a:off x="8430925" y="207341"/>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25"/>
          <p:cNvSpPr/>
          <p:nvPr/>
        </p:nvSpPr>
        <p:spPr>
          <a:xfrm rot="5400000">
            <a:off x="8430925" y="812443"/>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25"/>
          <p:cNvSpPr/>
          <p:nvPr/>
        </p:nvSpPr>
        <p:spPr>
          <a:xfrm flipH="1">
            <a:off x="8085888" y="4081828"/>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25"/>
          <p:cNvSpPr/>
          <p:nvPr/>
        </p:nvSpPr>
        <p:spPr>
          <a:xfrm>
            <a:off x="8019945" y="421546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25"/>
          <p:cNvSpPr/>
          <p:nvPr/>
        </p:nvSpPr>
        <p:spPr>
          <a:xfrm>
            <a:off x="-1765585" y="-1356372"/>
            <a:ext cx="2433600" cy="243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25"/>
          <p:cNvSpPr/>
          <p:nvPr/>
        </p:nvSpPr>
        <p:spPr>
          <a:xfrm flipH="1">
            <a:off x="-194140" y="-200037"/>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25"/>
          <p:cNvSpPr/>
          <p:nvPr/>
        </p:nvSpPr>
        <p:spPr>
          <a:xfrm flipH="1">
            <a:off x="-118543" y="-60104"/>
            <a:ext cx="1730784" cy="1441910"/>
          </a:xfrm>
          <a:custGeom>
            <a:rect b="b" l="l" r="r" t="t"/>
            <a:pathLst>
              <a:path extrusionOk="0" h="25791" w="30958">
                <a:moveTo>
                  <a:pt x="13179" y="81"/>
                </a:moveTo>
                <a:lnTo>
                  <a:pt x="14551" y="101"/>
                </a:lnTo>
                <a:lnTo>
                  <a:pt x="15257" y="121"/>
                </a:lnTo>
                <a:lnTo>
                  <a:pt x="15963" y="162"/>
                </a:lnTo>
                <a:lnTo>
                  <a:pt x="16690" y="242"/>
                </a:lnTo>
                <a:lnTo>
                  <a:pt x="17416" y="323"/>
                </a:lnTo>
                <a:lnTo>
                  <a:pt x="18143" y="444"/>
                </a:lnTo>
                <a:lnTo>
                  <a:pt x="18869" y="586"/>
                </a:lnTo>
                <a:lnTo>
                  <a:pt x="19576" y="767"/>
                </a:lnTo>
                <a:lnTo>
                  <a:pt x="20282" y="969"/>
                </a:lnTo>
                <a:lnTo>
                  <a:pt x="20988" y="1211"/>
                </a:lnTo>
                <a:lnTo>
                  <a:pt x="21654" y="1494"/>
                </a:lnTo>
                <a:lnTo>
                  <a:pt x="21997" y="1655"/>
                </a:lnTo>
                <a:lnTo>
                  <a:pt x="22320" y="1837"/>
                </a:lnTo>
                <a:lnTo>
                  <a:pt x="22643" y="2018"/>
                </a:lnTo>
                <a:lnTo>
                  <a:pt x="22946" y="2200"/>
                </a:lnTo>
                <a:lnTo>
                  <a:pt x="23269" y="2402"/>
                </a:lnTo>
                <a:lnTo>
                  <a:pt x="23551" y="2624"/>
                </a:lnTo>
                <a:lnTo>
                  <a:pt x="23854" y="2866"/>
                </a:lnTo>
                <a:lnTo>
                  <a:pt x="24136" y="3108"/>
                </a:lnTo>
                <a:lnTo>
                  <a:pt x="24540" y="3491"/>
                </a:lnTo>
                <a:lnTo>
                  <a:pt x="24923" y="3895"/>
                </a:lnTo>
                <a:lnTo>
                  <a:pt x="25287" y="4339"/>
                </a:lnTo>
                <a:lnTo>
                  <a:pt x="25670" y="4823"/>
                </a:lnTo>
                <a:lnTo>
                  <a:pt x="26013" y="5348"/>
                </a:lnTo>
                <a:lnTo>
                  <a:pt x="26356" y="5913"/>
                </a:lnTo>
                <a:lnTo>
                  <a:pt x="26719" y="6518"/>
                </a:lnTo>
                <a:lnTo>
                  <a:pt x="27042" y="7164"/>
                </a:lnTo>
                <a:lnTo>
                  <a:pt x="27345" y="7749"/>
                </a:lnTo>
                <a:lnTo>
                  <a:pt x="27607" y="8335"/>
                </a:lnTo>
                <a:lnTo>
                  <a:pt x="27870" y="8940"/>
                </a:lnTo>
                <a:lnTo>
                  <a:pt x="28112" y="9546"/>
                </a:lnTo>
                <a:lnTo>
                  <a:pt x="28556" y="10756"/>
                </a:lnTo>
                <a:lnTo>
                  <a:pt x="28959" y="11947"/>
                </a:lnTo>
                <a:lnTo>
                  <a:pt x="29343" y="13138"/>
                </a:lnTo>
                <a:lnTo>
                  <a:pt x="29666" y="14328"/>
                </a:lnTo>
                <a:lnTo>
                  <a:pt x="29948" y="15478"/>
                </a:lnTo>
                <a:lnTo>
                  <a:pt x="30231" y="16588"/>
                </a:lnTo>
                <a:lnTo>
                  <a:pt x="30453" y="17577"/>
                </a:lnTo>
                <a:lnTo>
                  <a:pt x="30654" y="18606"/>
                </a:lnTo>
                <a:lnTo>
                  <a:pt x="30735" y="19111"/>
                </a:lnTo>
                <a:lnTo>
                  <a:pt x="30816" y="19636"/>
                </a:lnTo>
                <a:lnTo>
                  <a:pt x="30856" y="20160"/>
                </a:lnTo>
                <a:lnTo>
                  <a:pt x="30876" y="20685"/>
                </a:lnTo>
                <a:lnTo>
                  <a:pt x="30876" y="21169"/>
                </a:lnTo>
                <a:lnTo>
                  <a:pt x="30856" y="21674"/>
                </a:lnTo>
                <a:lnTo>
                  <a:pt x="30796" y="22219"/>
                </a:lnTo>
                <a:lnTo>
                  <a:pt x="30695" y="22784"/>
                </a:lnTo>
                <a:lnTo>
                  <a:pt x="30614" y="23046"/>
                </a:lnTo>
                <a:lnTo>
                  <a:pt x="30533" y="23329"/>
                </a:lnTo>
                <a:lnTo>
                  <a:pt x="30412" y="23611"/>
                </a:lnTo>
                <a:lnTo>
                  <a:pt x="30311" y="23873"/>
                </a:lnTo>
                <a:lnTo>
                  <a:pt x="30170" y="24136"/>
                </a:lnTo>
                <a:lnTo>
                  <a:pt x="30009" y="24398"/>
                </a:lnTo>
                <a:lnTo>
                  <a:pt x="29847" y="24640"/>
                </a:lnTo>
                <a:lnTo>
                  <a:pt x="29645" y="24882"/>
                </a:lnTo>
                <a:lnTo>
                  <a:pt x="29383" y="25145"/>
                </a:lnTo>
                <a:lnTo>
                  <a:pt x="29242" y="25266"/>
                </a:lnTo>
                <a:lnTo>
                  <a:pt x="29101" y="25387"/>
                </a:lnTo>
                <a:lnTo>
                  <a:pt x="28939" y="25468"/>
                </a:lnTo>
                <a:lnTo>
                  <a:pt x="28798" y="25548"/>
                </a:lnTo>
                <a:lnTo>
                  <a:pt x="28657" y="25609"/>
                </a:lnTo>
                <a:lnTo>
                  <a:pt x="28515" y="25649"/>
                </a:lnTo>
                <a:lnTo>
                  <a:pt x="28334" y="25690"/>
                </a:lnTo>
                <a:lnTo>
                  <a:pt x="28152" y="25710"/>
                </a:lnTo>
                <a:lnTo>
                  <a:pt x="27991" y="25710"/>
                </a:lnTo>
                <a:lnTo>
                  <a:pt x="27809" y="25690"/>
                </a:lnTo>
                <a:lnTo>
                  <a:pt x="27648" y="25669"/>
                </a:lnTo>
                <a:lnTo>
                  <a:pt x="27466" y="25629"/>
                </a:lnTo>
                <a:lnTo>
                  <a:pt x="27143" y="25508"/>
                </a:lnTo>
                <a:lnTo>
                  <a:pt x="26800" y="25347"/>
                </a:lnTo>
                <a:lnTo>
                  <a:pt x="26477" y="25165"/>
                </a:lnTo>
                <a:lnTo>
                  <a:pt x="26154" y="24963"/>
                </a:lnTo>
                <a:lnTo>
                  <a:pt x="25852" y="24741"/>
                </a:lnTo>
                <a:lnTo>
                  <a:pt x="25145" y="24196"/>
                </a:lnTo>
                <a:lnTo>
                  <a:pt x="24419" y="23631"/>
                </a:lnTo>
                <a:lnTo>
                  <a:pt x="23692" y="23046"/>
                </a:lnTo>
                <a:lnTo>
                  <a:pt x="22946" y="22420"/>
                </a:lnTo>
                <a:lnTo>
                  <a:pt x="22199" y="21775"/>
                </a:lnTo>
                <a:lnTo>
                  <a:pt x="21412" y="21109"/>
                </a:lnTo>
                <a:lnTo>
                  <a:pt x="20625" y="20382"/>
                </a:lnTo>
                <a:lnTo>
                  <a:pt x="19798" y="19636"/>
                </a:lnTo>
                <a:lnTo>
                  <a:pt x="18506" y="18405"/>
                </a:lnTo>
                <a:lnTo>
                  <a:pt x="17215" y="17153"/>
                </a:lnTo>
                <a:lnTo>
                  <a:pt x="14692" y="14671"/>
                </a:lnTo>
                <a:lnTo>
                  <a:pt x="12270" y="12290"/>
                </a:lnTo>
                <a:lnTo>
                  <a:pt x="11039" y="11079"/>
                </a:lnTo>
                <a:lnTo>
                  <a:pt x="9808" y="9909"/>
                </a:lnTo>
                <a:lnTo>
                  <a:pt x="8376" y="8597"/>
                </a:lnTo>
                <a:lnTo>
                  <a:pt x="7024" y="7406"/>
                </a:lnTo>
                <a:lnTo>
                  <a:pt x="5732" y="6317"/>
                </a:lnTo>
                <a:lnTo>
                  <a:pt x="4461" y="5308"/>
                </a:lnTo>
                <a:lnTo>
                  <a:pt x="4118" y="5086"/>
                </a:lnTo>
                <a:lnTo>
                  <a:pt x="3593" y="4743"/>
                </a:lnTo>
                <a:lnTo>
                  <a:pt x="2523" y="4057"/>
                </a:lnTo>
                <a:lnTo>
                  <a:pt x="1958" y="3673"/>
                </a:lnTo>
                <a:lnTo>
                  <a:pt x="1414" y="3290"/>
                </a:lnTo>
                <a:lnTo>
                  <a:pt x="929" y="2886"/>
                </a:lnTo>
                <a:lnTo>
                  <a:pt x="707" y="2704"/>
                </a:lnTo>
                <a:lnTo>
                  <a:pt x="526" y="2503"/>
                </a:lnTo>
                <a:lnTo>
                  <a:pt x="364" y="2341"/>
                </a:lnTo>
                <a:lnTo>
                  <a:pt x="223" y="2160"/>
                </a:lnTo>
                <a:lnTo>
                  <a:pt x="142" y="1998"/>
                </a:lnTo>
                <a:lnTo>
                  <a:pt x="82" y="1857"/>
                </a:lnTo>
                <a:lnTo>
                  <a:pt x="82" y="1776"/>
                </a:lnTo>
                <a:lnTo>
                  <a:pt x="82" y="1716"/>
                </a:lnTo>
                <a:lnTo>
                  <a:pt x="102" y="1655"/>
                </a:lnTo>
                <a:lnTo>
                  <a:pt x="142" y="1595"/>
                </a:lnTo>
                <a:lnTo>
                  <a:pt x="243" y="1473"/>
                </a:lnTo>
                <a:lnTo>
                  <a:pt x="364" y="1373"/>
                </a:lnTo>
                <a:lnTo>
                  <a:pt x="485" y="1292"/>
                </a:lnTo>
                <a:lnTo>
                  <a:pt x="647" y="1231"/>
                </a:lnTo>
                <a:lnTo>
                  <a:pt x="788" y="1171"/>
                </a:lnTo>
                <a:lnTo>
                  <a:pt x="949" y="1130"/>
                </a:lnTo>
                <a:lnTo>
                  <a:pt x="1292" y="1070"/>
                </a:lnTo>
                <a:lnTo>
                  <a:pt x="2745" y="848"/>
                </a:lnTo>
                <a:lnTo>
                  <a:pt x="4219" y="646"/>
                </a:lnTo>
                <a:lnTo>
                  <a:pt x="5712" y="464"/>
                </a:lnTo>
                <a:lnTo>
                  <a:pt x="7185" y="323"/>
                </a:lnTo>
                <a:lnTo>
                  <a:pt x="8658" y="222"/>
                </a:lnTo>
                <a:lnTo>
                  <a:pt x="10152" y="142"/>
                </a:lnTo>
                <a:lnTo>
                  <a:pt x="11645" y="81"/>
                </a:lnTo>
                <a:close/>
                <a:moveTo>
                  <a:pt x="11645" y="0"/>
                </a:moveTo>
                <a:lnTo>
                  <a:pt x="10152" y="61"/>
                </a:lnTo>
                <a:lnTo>
                  <a:pt x="8658" y="142"/>
                </a:lnTo>
                <a:lnTo>
                  <a:pt x="7185" y="242"/>
                </a:lnTo>
                <a:lnTo>
                  <a:pt x="5692" y="384"/>
                </a:lnTo>
                <a:lnTo>
                  <a:pt x="4219" y="565"/>
                </a:lnTo>
                <a:lnTo>
                  <a:pt x="2745" y="767"/>
                </a:lnTo>
                <a:lnTo>
                  <a:pt x="1272" y="989"/>
                </a:lnTo>
                <a:lnTo>
                  <a:pt x="929" y="1070"/>
                </a:lnTo>
                <a:lnTo>
                  <a:pt x="768" y="1110"/>
                </a:lnTo>
                <a:lnTo>
                  <a:pt x="606" y="1151"/>
                </a:lnTo>
                <a:lnTo>
                  <a:pt x="445" y="1231"/>
                </a:lnTo>
                <a:lnTo>
                  <a:pt x="304" y="1312"/>
                </a:lnTo>
                <a:lnTo>
                  <a:pt x="183" y="1413"/>
                </a:lnTo>
                <a:lnTo>
                  <a:pt x="82" y="1554"/>
                </a:lnTo>
                <a:lnTo>
                  <a:pt x="41" y="1615"/>
                </a:lnTo>
                <a:lnTo>
                  <a:pt x="1" y="1695"/>
                </a:lnTo>
                <a:lnTo>
                  <a:pt x="1" y="1776"/>
                </a:lnTo>
                <a:lnTo>
                  <a:pt x="1" y="1857"/>
                </a:lnTo>
                <a:lnTo>
                  <a:pt x="61" y="2018"/>
                </a:lnTo>
                <a:lnTo>
                  <a:pt x="142" y="2180"/>
                </a:lnTo>
                <a:lnTo>
                  <a:pt x="283" y="2361"/>
                </a:lnTo>
                <a:lnTo>
                  <a:pt x="445" y="2543"/>
                </a:lnTo>
                <a:lnTo>
                  <a:pt x="627" y="2725"/>
                </a:lnTo>
                <a:lnTo>
                  <a:pt x="849" y="2926"/>
                </a:lnTo>
                <a:lnTo>
                  <a:pt x="1333" y="3310"/>
                </a:lnTo>
                <a:lnTo>
                  <a:pt x="1878" y="3713"/>
                </a:lnTo>
                <a:lnTo>
                  <a:pt x="2443" y="4097"/>
                </a:lnTo>
                <a:lnTo>
                  <a:pt x="3532" y="4803"/>
                </a:lnTo>
                <a:lnTo>
                  <a:pt x="4077" y="5146"/>
                </a:lnTo>
                <a:lnTo>
                  <a:pt x="4420" y="5388"/>
                </a:lnTo>
                <a:lnTo>
                  <a:pt x="5672" y="6377"/>
                </a:lnTo>
                <a:lnTo>
                  <a:pt x="6963" y="7467"/>
                </a:lnTo>
                <a:lnTo>
                  <a:pt x="8315" y="8658"/>
                </a:lnTo>
                <a:lnTo>
                  <a:pt x="9748" y="9969"/>
                </a:lnTo>
                <a:lnTo>
                  <a:pt x="10999" y="11140"/>
                </a:lnTo>
                <a:lnTo>
                  <a:pt x="12230" y="12351"/>
                </a:lnTo>
                <a:lnTo>
                  <a:pt x="14631" y="14732"/>
                </a:lnTo>
                <a:lnTo>
                  <a:pt x="17154" y="17214"/>
                </a:lnTo>
                <a:lnTo>
                  <a:pt x="18445" y="18465"/>
                </a:lnTo>
                <a:lnTo>
                  <a:pt x="19737" y="19696"/>
                </a:lnTo>
                <a:lnTo>
                  <a:pt x="20564" y="20443"/>
                </a:lnTo>
                <a:lnTo>
                  <a:pt x="21372" y="21169"/>
                </a:lnTo>
                <a:lnTo>
                  <a:pt x="22138" y="21835"/>
                </a:lnTo>
                <a:lnTo>
                  <a:pt x="22885" y="22501"/>
                </a:lnTo>
                <a:lnTo>
                  <a:pt x="23632" y="23107"/>
                </a:lnTo>
                <a:lnTo>
                  <a:pt x="24358" y="23692"/>
                </a:lnTo>
                <a:lnTo>
                  <a:pt x="25085" y="24257"/>
                </a:lnTo>
                <a:lnTo>
                  <a:pt x="25811" y="24802"/>
                </a:lnTo>
                <a:lnTo>
                  <a:pt x="26336" y="25165"/>
                </a:lnTo>
                <a:lnTo>
                  <a:pt x="26598" y="25326"/>
                </a:lnTo>
                <a:lnTo>
                  <a:pt x="26881" y="25488"/>
                </a:lnTo>
                <a:lnTo>
                  <a:pt x="27183" y="25609"/>
                </a:lnTo>
                <a:lnTo>
                  <a:pt x="27466" y="25710"/>
                </a:lnTo>
                <a:lnTo>
                  <a:pt x="27769" y="25770"/>
                </a:lnTo>
                <a:lnTo>
                  <a:pt x="28051" y="25790"/>
                </a:lnTo>
                <a:lnTo>
                  <a:pt x="28293" y="25770"/>
                </a:lnTo>
                <a:lnTo>
                  <a:pt x="28536" y="25730"/>
                </a:lnTo>
                <a:lnTo>
                  <a:pt x="28677" y="25690"/>
                </a:lnTo>
                <a:lnTo>
                  <a:pt x="28838" y="25609"/>
                </a:lnTo>
                <a:lnTo>
                  <a:pt x="28979" y="25548"/>
                </a:lnTo>
                <a:lnTo>
                  <a:pt x="29141" y="25447"/>
                </a:lnTo>
                <a:lnTo>
                  <a:pt x="29282" y="25347"/>
                </a:lnTo>
                <a:lnTo>
                  <a:pt x="29423" y="25225"/>
                </a:lnTo>
                <a:lnTo>
                  <a:pt x="29706" y="24923"/>
                </a:lnTo>
                <a:lnTo>
                  <a:pt x="29908" y="24681"/>
                </a:lnTo>
                <a:lnTo>
                  <a:pt x="30089" y="24438"/>
                </a:lnTo>
                <a:lnTo>
                  <a:pt x="30231" y="24176"/>
                </a:lnTo>
                <a:lnTo>
                  <a:pt x="30372" y="23914"/>
                </a:lnTo>
                <a:lnTo>
                  <a:pt x="30493" y="23631"/>
                </a:lnTo>
                <a:lnTo>
                  <a:pt x="30594" y="23369"/>
                </a:lnTo>
                <a:lnTo>
                  <a:pt x="30695" y="23086"/>
                </a:lnTo>
                <a:lnTo>
                  <a:pt x="30755" y="22804"/>
                </a:lnTo>
                <a:lnTo>
                  <a:pt x="30816" y="22521"/>
                </a:lnTo>
                <a:lnTo>
                  <a:pt x="30876" y="22239"/>
                </a:lnTo>
                <a:lnTo>
                  <a:pt x="30937" y="21694"/>
                </a:lnTo>
                <a:lnTo>
                  <a:pt x="30957" y="21169"/>
                </a:lnTo>
                <a:lnTo>
                  <a:pt x="30957" y="20685"/>
                </a:lnTo>
                <a:lnTo>
                  <a:pt x="30937" y="20160"/>
                </a:lnTo>
                <a:lnTo>
                  <a:pt x="30897" y="19636"/>
                </a:lnTo>
                <a:lnTo>
                  <a:pt x="30816" y="19111"/>
                </a:lnTo>
                <a:lnTo>
                  <a:pt x="30735" y="18586"/>
                </a:lnTo>
                <a:lnTo>
                  <a:pt x="30533" y="17557"/>
                </a:lnTo>
                <a:lnTo>
                  <a:pt x="30311" y="16568"/>
                </a:lnTo>
                <a:lnTo>
                  <a:pt x="30029" y="15458"/>
                </a:lnTo>
                <a:lnTo>
                  <a:pt x="29746" y="14308"/>
                </a:lnTo>
                <a:lnTo>
                  <a:pt x="29403" y="13117"/>
                </a:lnTo>
                <a:lnTo>
                  <a:pt x="29040" y="11927"/>
                </a:lnTo>
                <a:lnTo>
                  <a:pt x="28636" y="10716"/>
                </a:lnTo>
                <a:lnTo>
                  <a:pt x="28192" y="9505"/>
                </a:lnTo>
                <a:lnTo>
                  <a:pt x="27950" y="8900"/>
                </a:lnTo>
                <a:lnTo>
                  <a:pt x="27688" y="8315"/>
                </a:lnTo>
                <a:lnTo>
                  <a:pt x="27405" y="7709"/>
                </a:lnTo>
                <a:lnTo>
                  <a:pt x="27123" y="7124"/>
                </a:lnTo>
                <a:lnTo>
                  <a:pt x="26780" y="6478"/>
                </a:lnTo>
                <a:lnTo>
                  <a:pt x="26437" y="5853"/>
                </a:lnTo>
                <a:lnTo>
                  <a:pt x="26074" y="5288"/>
                </a:lnTo>
                <a:lnTo>
                  <a:pt x="25730" y="4783"/>
                </a:lnTo>
                <a:lnTo>
                  <a:pt x="25367" y="4279"/>
                </a:lnTo>
                <a:lnTo>
                  <a:pt x="24984" y="3835"/>
                </a:lnTo>
                <a:lnTo>
                  <a:pt x="24600" y="3431"/>
                </a:lnTo>
                <a:lnTo>
                  <a:pt x="24197" y="3048"/>
                </a:lnTo>
                <a:lnTo>
                  <a:pt x="23672" y="2604"/>
                </a:lnTo>
                <a:lnTo>
                  <a:pt x="23127" y="2220"/>
                </a:lnTo>
                <a:lnTo>
                  <a:pt x="22522" y="1857"/>
                </a:lnTo>
                <a:lnTo>
                  <a:pt x="21896" y="1514"/>
                </a:lnTo>
                <a:lnTo>
                  <a:pt x="21251" y="1231"/>
                </a:lnTo>
                <a:lnTo>
                  <a:pt x="20544" y="969"/>
                </a:lnTo>
                <a:lnTo>
                  <a:pt x="19798" y="727"/>
                </a:lnTo>
                <a:lnTo>
                  <a:pt x="19031" y="525"/>
                </a:lnTo>
                <a:lnTo>
                  <a:pt x="18405" y="404"/>
                </a:lnTo>
                <a:lnTo>
                  <a:pt x="17759" y="303"/>
                </a:lnTo>
                <a:lnTo>
                  <a:pt x="17093" y="202"/>
                </a:lnTo>
                <a:lnTo>
                  <a:pt x="16387" y="121"/>
                </a:lnTo>
                <a:lnTo>
                  <a:pt x="15640" y="61"/>
                </a:lnTo>
                <a:lnTo>
                  <a:pt x="14853" y="21"/>
                </a:lnTo>
                <a:lnTo>
                  <a:pt x="140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25"/>
          <p:cNvSpPr/>
          <p:nvPr/>
        </p:nvSpPr>
        <p:spPr>
          <a:xfrm flipH="1">
            <a:off x="104872" y="10953"/>
            <a:ext cx="1058329" cy="998564"/>
          </a:xfrm>
          <a:custGeom>
            <a:rect b="b" l="l" r="r" t="t"/>
            <a:pathLst>
              <a:path extrusionOk="0" h="17861" w="18930">
                <a:moveTo>
                  <a:pt x="3431" y="81"/>
                </a:moveTo>
                <a:lnTo>
                  <a:pt x="4117" y="102"/>
                </a:lnTo>
                <a:lnTo>
                  <a:pt x="4824" y="162"/>
                </a:lnTo>
                <a:lnTo>
                  <a:pt x="5510" y="263"/>
                </a:lnTo>
                <a:lnTo>
                  <a:pt x="6216" y="404"/>
                </a:lnTo>
                <a:lnTo>
                  <a:pt x="6882" y="566"/>
                </a:lnTo>
                <a:lnTo>
                  <a:pt x="7568" y="768"/>
                </a:lnTo>
                <a:lnTo>
                  <a:pt x="8234" y="1010"/>
                </a:lnTo>
                <a:lnTo>
                  <a:pt x="8880" y="1272"/>
                </a:lnTo>
                <a:lnTo>
                  <a:pt x="9505" y="1575"/>
                </a:lnTo>
                <a:lnTo>
                  <a:pt x="10131" y="1918"/>
                </a:lnTo>
                <a:lnTo>
                  <a:pt x="10736" y="2281"/>
                </a:lnTo>
                <a:lnTo>
                  <a:pt x="11301" y="2664"/>
                </a:lnTo>
                <a:lnTo>
                  <a:pt x="11866" y="3088"/>
                </a:lnTo>
                <a:lnTo>
                  <a:pt x="12391" y="3552"/>
                </a:lnTo>
                <a:lnTo>
                  <a:pt x="12896" y="4017"/>
                </a:lnTo>
                <a:lnTo>
                  <a:pt x="13380" y="4521"/>
                </a:lnTo>
                <a:lnTo>
                  <a:pt x="13824" y="5026"/>
                </a:lnTo>
                <a:lnTo>
                  <a:pt x="14248" y="5570"/>
                </a:lnTo>
                <a:lnTo>
                  <a:pt x="14651" y="6115"/>
                </a:lnTo>
                <a:lnTo>
                  <a:pt x="15035" y="6680"/>
                </a:lnTo>
                <a:lnTo>
                  <a:pt x="15418" y="7245"/>
                </a:lnTo>
                <a:lnTo>
                  <a:pt x="15761" y="7831"/>
                </a:lnTo>
                <a:lnTo>
                  <a:pt x="16084" y="8416"/>
                </a:lnTo>
                <a:lnTo>
                  <a:pt x="16387" y="9021"/>
                </a:lnTo>
                <a:lnTo>
                  <a:pt x="16689" y="9627"/>
                </a:lnTo>
                <a:lnTo>
                  <a:pt x="16972" y="10232"/>
                </a:lnTo>
                <a:lnTo>
                  <a:pt x="17497" y="11423"/>
                </a:lnTo>
                <a:lnTo>
                  <a:pt x="17981" y="12593"/>
                </a:lnTo>
                <a:lnTo>
                  <a:pt x="18183" y="13158"/>
                </a:lnTo>
                <a:lnTo>
                  <a:pt x="18385" y="13723"/>
                </a:lnTo>
                <a:lnTo>
                  <a:pt x="18566" y="14288"/>
                </a:lnTo>
                <a:lnTo>
                  <a:pt x="18707" y="14853"/>
                </a:lnTo>
                <a:lnTo>
                  <a:pt x="18768" y="15136"/>
                </a:lnTo>
                <a:lnTo>
                  <a:pt x="18808" y="15438"/>
                </a:lnTo>
                <a:lnTo>
                  <a:pt x="18829" y="15721"/>
                </a:lnTo>
                <a:lnTo>
                  <a:pt x="18849" y="16003"/>
                </a:lnTo>
                <a:lnTo>
                  <a:pt x="18849" y="16286"/>
                </a:lnTo>
                <a:lnTo>
                  <a:pt x="18829" y="16589"/>
                </a:lnTo>
                <a:lnTo>
                  <a:pt x="18788" y="16871"/>
                </a:lnTo>
                <a:lnTo>
                  <a:pt x="18728" y="17154"/>
                </a:lnTo>
                <a:lnTo>
                  <a:pt x="18687" y="17295"/>
                </a:lnTo>
                <a:lnTo>
                  <a:pt x="18647" y="17416"/>
                </a:lnTo>
                <a:lnTo>
                  <a:pt x="18586" y="17537"/>
                </a:lnTo>
                <a:lnTo>
                  <a:pt x="18486" y="17658"/>
                </a:lnTo>
                <a:lnTo>
                  <a:pt x="18405" y="17699"/>
                </a:lnTo>
                <a:lnTo>
                  <a:pt x="18324" y="17739"/>
                </a:lnTo>
                <a:lnTo>
                  <a:pt x="18243" y="17759"/>
                </a:lnTo>
                <a:lnTo>
                  <a:pt x="18163" y="17779"/>
                </a:lnTo>
                <a:lnTo>
                  <a:pt x="17981" y="17759"/>
                </a:lnTo>
                <a:lnTo>
                  <a:pt x="17799" y="17699"/>
                </a:lnTo>
                <a:lnTo>
                  <a:pt x="17638" y="17618"/>
                </a:lnTo>
                <a:lnTo>
                  <a:pt x="17477" y="17517"/>
                </a:lnTo>
                <a:lnTo>
                  <a:pt x="17234" y="17315"/>
                </a:lnTo>
                <a:lnTo>
                  <a:pt x="16346" y="16548"/>
                </a:lnTo>
                <a:lnTo>
                  <a:pt x="15418" y="15701"/>
                </a:lnTo>
                <a:lnTo>
                  <a:pt x="14429" y="14793"/>
                </a:lnTo>
                <a:lnTo>
                  <a:pt x="13319" y="13743"/>
                </a:lnTo>
                <a:lnTo>
                  <a:pt x="11140" y="11645"/>
                </a:lnTo>
                <a:lnTo>
                  <a:pt x="8860" y="9465"/>
                </a:lnTo>
                <a:lnTo>
                  <a:pt x="7709" y="8375"/>
                </a:lnTo>
                <a:lnTo>
                  <a:pt x="6539" y="7306"/>
                </a:lnTo>
                <a:lnTo>
                  <a:pt x="5611" y="6478"/>
                </a:lnTo>
                <a:lnTo>
                  <a:pt x="4703" y="5691"/>
                </a:lnTo>
                <a:lnTo>
                  <a:pt x="3835" y="4965"/>
                </a:lnTo>
                <a:lnTo>
                  <a:pt x="3007" y="4279"/>
                </a:lnTo>
                <a:lnTo>
                  <a:pt x="2644" y="4017"/>
                </a:lnTo>
                <a:lnTo>
                  <a:pt x="2220" y="3734"/>
                </a:lnTo>
                <a:lnTo>
                  <a:pt x="1575" y="3290"/>
                </a:lnTo>
                <a:lnTo>
                  <a:pt x="1252" y="3048"/>
                </a:lnTo>
                <a:lnTo>
                  <a:pt x="929" y="2806"/>
                </a:lnTo>
                <a:lnTo>
                  <a:pt x="667" y="2564"/>
                </a:lnTo>
                <a:lnTo>
                  <a:pt x="424" y="2301"/>
                </a:lnTo>
                <a:lnTo>
                  <a:pt x="323" y="2160"/>
                </a:lnTo>
                <a:lnTo>
                  <a:pt x="243" y="2019"/>
                </a:lnTo>
                <a:lnTo>
                  <a:pt x="182" y="1898"/>
                </a:lnTo>
                <a:lnTo>
                  <a:pt x="122" y="1756"/>
                </a:lnTo>
                <a:lnTo>
                  <a:pt x="81" y="1575"/>
                </a:lnTo>
                <a:lnTo>
                  <a:pt x="102" y="1413"/>
                </a:lnTo>
                <a:lnTo>
                  <a:pt x="122" y="1232"/>
                </a:lnTo>
                <a:lnTo>
                  <a:pt x="202" y="1070"/>
                </a:lnTo>
                <a:lnTo>
                  <a:pt x="283" y="909"/>
                </a:lnTo>
                <a:lnTo>
                  <a:pt x="384" y="768"/>
                </a:lnTo>
                <a:lnTo>
                  <a:pt x="505" y="646"/>
                </a:lnTo>
                <a:lnTo>
                  <a:pt x="646" y="546"/>
                </a:lnTo>
                <a:lnTo>
                  <a:pt x="808" y="445"/>
                </a:lnTo>
                <a:lnTo>
                  <a:pt x="969" y="384"/>
                </a:lnTo>
                <a:lnTo>
                  <a:pt x="1131" y="324"/>
                </a:lnTo>
                <a:lnTo>
                  <a:pt x="1312" y="263"/>
                </a:lnTo>
                <a:lnTo>
                  <a:pt x="1655" y="202"/>
                </a:lnTo>
                <a:lnTo>
                  <a:pt x="2019" y="142"/>
                </a:lnTo>
                <a:lnTo>
                  <a:pt x="2725" y="102"/>
                </a:lnTo>
                <a:lnTo>
                  <a:pt x="3431" y="81"/>
                </a:lnTo>
                <a:close/>
                <a:moveTo>
                  <a:pt x="3431" y="1"/>
                </a:moveTo>
                <a:lnTo>
                  <a:pt x="2725" y="21"/>
                </a:lnTo>
                <a:lnTo>
                  <a:pt x="2019" y="61"/>
                </a:lnTo>
                <a:lnTo>
                  <a:pt x="1655" y="122"/>
                </a:lnTo>
                <a:lnTo>
                  <a:pt x="1272" y="182"/>
                </a:lnTo>
                <a:lnTo>
                  <a:pt x="1111" y="243"/>
                </a:lnTo>
                <a:lnTo>
                  <a:pt x="929" y="303"/>
                </a:lnTo>
                <a:lnTo>
                  <a:pt x="767" y="384"/>
                </a:lnTo>
                <a:lnTo>
                  <a:pt x="606" y="485"/>
                </a:lnTo>
                <a:lnTo>
                  <a:pt x="465" y="586"/>
                </a:lnTo>
                <a:lnTo>
                  <a:pt x="323" y="727"/>
                </a:lnTo>
                <a:lnTo>
                  <a:pt x="223" y="868"/>
                </a:lnTo>
                <a:lnTo>
                  <a:pt x="122" y="1050"/>
                </a:lnTo>
                <a:lnTo>
                  <a:pt x="41" y="1211"/>
                </a:lnTo>
                <a:lnTo>
                  <a:pt x="21" y="1393"/>
                </a:lnTo>
                <a:lnTo>
                  <a:pt x="1" y="1595"/>
                </a:lnTo>
                <a:lnTo>
                  <a:pt x="41" y="1777"/>
                </a:lnTo>
                <a:lnTo>
                  <a:pt x="102" y="1918"/>
                </a:lnTo>
                <a:lnTo>
                  <a:pt x="162" y="2059"/>
                </a:lnTo>
                <a:lnTo>
                  <a:pt x="263" y="2200"/>
                </a:lnTo>
                <a:lnTo>
                  <a:pt x="364" y="2342"/>
                </a:lnTo>
                <a:lnTo>
                  <a:pt x="586" y="2604"/>
                </a:lnTo>
                <a:lnTo>
                  <a:pt x="868" y="2866"/>
                </a:lnTo>
                <a:lnTo>
                  <a:pt x="1191" y="3108"/>
                </a:lnTo>
                <a:lnTo>
                  <a:pt x="1514" y="3351"/>
                </a:lnTo>
                <a:lnTo>
                  <a:pt x="2180" y="3795"/>
                </a:lnTo>
                <a:lnTo>
                  <a:pt x="2604" y="4077"/>
                </a:lnTo>
                <a:lnTo>
                  <a:pt x="2947" y="4339"/>
                </a:lnTo>
                <a:lnTo>
                  <a:pt x="3794" y="5026"/>
                </a:lnTo>
                <a:lnTo>
                  <a:pt x="4662" y="5752"/>
                </a:lnTo>
                <a:lnTo>
                  <a:pt x="5550" y="6539"/>
                </a:lnTo>
                <a:lnTo>
                  <a:pt x="6499" y="7366"/>
                </a:lnTo>
                <a:lnTo>
                  <a:pt x="7649" y="8436"/>
                </a:lnTo>
                <a:lnTo>
                  <a:pt x="8799" y="9526"/>
                </a:lnTo>
                <a:lnTo>
                  <a:pt x="11079" y="11705"/>
                </a:lnTo>
                <a:lnTo>
                  <a:pt x="13279" y="13804"/>
                </a:lnTo>
                <a:lnTo>
                  <a:pt x="14369" y="14853"/>
                </a:lnTo>
                <a:lnTo>
                  <a:pt x="15358" y="15761"/>
                </a:lnTo>
                <a:lnTo>
                  <a:pt x="16286" y="16609"/>
                </a:lnTo>
                <a:lnTo>
                  <a:pt x="17174" y="17376"/>
                </a:lnTo>
                <a:lnTo>
                  <a:pt x="17355" y="17537"/>
                </a:lnTo>
                <a:lnTo>
                  <a:pt x="17598" y="17678"/>
                </a:lnTo>
                <a:lnTo>
                  <a:pt x="17719" y="17739"/>
                </a:lnTo>
                <a:lnTo>
                  <a:pt x="17860" y="17800"/>
                </a:lnTo>
                <a:lnTo>
                  <a:pt x="18001" y="17840"/>
                </a:lnTo>
                <a:lnTo>
                  <a:pt x="18142" y="17860"/>
                </a:lnTo>
                <a:lnTo>
                  <a:pt x="18243" y="17840"/>
                </a:lnTo>
                <a:lnTo>
                  <a:pt x="18344" y="17820"/>
                </a:lnTo>
                <a:lnTo>
                  <a:pt x="18445" y="17779"/>
                </a:lnTo>
                <a:lnTo>
                  <a:pt x="18526" y="17719"/>
                </a:lnTo>
                <a:lnTo>
                  <a:pt x="18647" y="17598"/>
                </a:lnTo>
                <a:lnTo>
                  <a:pt x="18707" y="17456"/>
                </a:lnTo>
                <a:lnTo>
                  <a:pt x="18768" y="17315"/>
                </a:lnTo>
                <a:lnTo>
                  <a:pt x="18808" y="17174"/>
                </a:lnTo>
                <a:lnTo>
                  <a:pt x="18869" y="16891"/>
                </a:lnTo>
                <a:lnTo>
                  <a:pt x="18909" y="16589"/>
                </a:lnTo>
                <a:lnTo>
                  <a:pt x="18929" y="16306"/>
                </a:lnTo>
                <a:lnTo>
                  <a:pt x="18929" y="16003"/>
                </a:lnTo>
                <a:lnTo>
                  <a:pt x="18909" y="15721"/>
                </a:lnTo>
                <a:lnTo>
                  <a:pt x="18889" y="15418"/>
                </a:lnTo>
                <a:lnTo>
                  <a:pt x="18849" y="15136"/>
                </a:lnTo>
                <a:lnTo>
                  <a:pt x="18788" y="14853"/>
                </a:lnTo>
                <a:lnTo>
                  <a:pt x="18647" y="14268"/>
                </a:lnTo>
                <a:lnTo>
                  <a:pt x="18465" y="13703"/>
                </a:lnTo>
                <a:lnTo>
                  <a:pt x="18264" y="13138"/>
                </a:lnTo>
                <a:lnTo>
                  <a:pt x="18042" y="12573"/>
                </a:lnTo>
                <a:lnTo>
                  <a:pt x="17577" y="11382"/>
                </a:lnTo>
                <a:lnTo>
                  <a:pt x="17053" y="10192"/>
                </a:lnTo>
                <a:lnTo>
                  <a:pt x="16770" y="9586"/>
                </a:lnTo>
                <a:lnTo>
                  <a:pt x="16468" y="8981"/>
                </a:lnTo>
                <a:lnTo>
                  <a:pt x="16145" y="8375"/>
                </a:lnTo>
                <a:lnTo>
                  <a:pt x="15822" y="7790"/>
                </a:lnTo>
                <a:lnTo>
                  <a:pt x="15479" y="7205"/>
                </a:lnTo>
                <a:lnTo>
                  <a:pt x="15115" y="6620"/>
                </a:lnTo>
                <a:lnTo>
                  <a:pt x="14732" y="6055"/>
                </a:lnTo>
                <a:lnTo>
                  <a:pt x="14308" y="5510"/>
                </a:lnTo>
                <a:lnTo>
                  <a:pt x="13884" y="4965"/>
                </a:lnTo>
                <a:lnTo>
                  <a:pt x="13441" y="4460"/>
                </a:lnTo>
                <a:lnTo>
                  <a:pt x="12956" y="3956"/>
                </a:lnTo>
                <a:lnTo>
                  <a:pt x="12452" y="3492"/>
                </a:lnTo>
                <a:lnTo>
                  <a:pt x="11927" y="3028"/>
                </a:lnTo>
                <a:lnTo>
                  <a:pt x="11362" y="2604"/>
                </a:lnTo>
                <a:lnTo>
                  <a:pt x="10777" y="2200"/>
                </a:lnTo>
                <a:lnTo>
                  <a:pt x="10171" y="1837"/>
                </a:lnTo>
                <a:lnTo>
                  <a:pt x="9546" y="1494"/>
                </a:lnTo>
                <a:lnTo>
                  <a:pt x="8900" y="1191"/>
                </a:lnTo>
                <a:lnTo>
                  <a:pt x="8254" y="929"/>
                </a:lnTo>
                <a:lnTo>
                  <a:pt x="7588" y="687"/>
                </a:lnTo>
                <a:lnTo>
                  <a:pt x="6902" y="485"/>
                </a:lnTo>
                <a:lnTo>
                  <a:pt x="6216" y="324"/>
                </a:lnTo>
                <a:lnTo>
                  <a:pt x="5530" y="182"/>
                </a:lnTo>
                <a:lnTo>
                  <a:pt x="4824" y="81"/>
                </a:lnTo>
                <a:lnTo>
                  <a:pt x="4138" y="21"/>
                </a:lnTo>
                <a:lnTo>
                  <a:pt x="34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25"/>
          <p:cNvSpPr/>
          <p:nvPr/>
        </p:nvSpPr>
        <p:spPr>
          <a:xfrm flipH="1">
            <a:off x="401579" y="121536"/>
            <a:ext cx="453633" cy="455870"/>
          </a:xfrm>
          <a:custGeom>
            <a:rect b="b" l="l" r="r" t="t"/>
            <a:pathLst>
              <a:path extrusionOk="0" h="8154" w="8114">
                <a:moveTo>
                  <a:pt x="1010" y="81"/>
                </a:moveTo>
                <a:lnTo>
                  <a:pt x="1151" y="101"/>
                </a:lnTo>
                <a:lnTo>
                  <a:pt x="1413" y="162"/>
                </a:lnTo>
                <a:lnTo>
                  <a:pt x="1696" y="263"/>
                </a:lnTo>
                <a:lnTo>
                  <a:pt x="1938" y="384"/>
                </a:lnTo>
                <a:lnTo>
                  <a:pt x="2200" y="545"/>
                </a:lnTo>
                <a:lnTo>
                  <a:pt x="2422" y="707"/>
                </a:lnTo>
                <a:lnTo>
                  <a:pt x="2644" y="888"/>
                </a:lnTo>
                <a:lnTo>
                  <a:pt x="3108" y="1251"/>
                </a:lnTo>
                <a:lnTo>
                  <a:pt x="3552" y="1635"/>
                </a:lnTo>
                <a:lnTo>
                  <a:pt x="3976" y="2039"/>
                </a:lnTo>
                <a:lnTo>
                  <a:pt x="4400" y="2422"/>
                </a:lnTo>
                <a:lnTo>
                  <a:pt x="4783" y="2826"/>
                </a:lnTo>
                <a:lnTo>
                  <a:pt x="5167" y="3229"/>
                </a:lnTo>
                <a:lnTo>
                  <a:pt x="5530" y="3653"/>
                </a:lnTo>
                <a:lnTo>
                  <a:pt x="5873" y="4077"/>
                </a:lnTo>
                <a:lnTo>
                  <a:pt x="6196" y="4500"/>
                </a:lnTo>
                <a:lnTo>
                  <a:pt x="6499" y="4924"/>
                </a:lnTo>
                <a:lnTo>
                  <a:pt x="6781" y="5348"/>
                </a:lnTo>
                <a:lnTo>
                  <a:pt x="7064" y="5792"/>
                </a:lnTo>
                <a:lnTo>
                  <a:pt x="7306" y="6236"/>
                </a:lnTo>
                <a:lnTo>
                  <a:pt x="7548" y="6680"/>
                </a:lnTo>
                <a:lnTo>
                  <a:pt x="7770" y="7144"/>
                </a:lnTo>
                <a:lnTo>
                  <a:pt x="7972" y="7588"/>
                </a:lnTo>
                <a:lnTo>
                  <a:pt x="8012" y="7729"/>
                </a:lnTo>
                <a:lnTo>
                  <a:pt x="8032" y="7871"/>
                </a:lnTo>
                <a:lnTo>
                  <a:pt x="8032" y="7931"/>
                </a:lnTo>
                <a:lnTo>
                  <a:pt x="8012" y="7992"/>
                </a:lnTo>
                <a:lnTo>
                  <a:pt x="7972" y="8032"/>
                </a:lnTo>
                <a:lnTo>
                  <a:pt x="7932" y="8052"/>
                </a:lnTo>
                <a:lnTo>
                  <a:pt x="7851" y="8072"/>
                </a:lnTo>
                <a:lnTo>
                  <a:pt x="7790" y="8072"/>
                </a:lnTo>
                <a:lnTo>
                  <a:pt x="7649" y="8012"/>
                </a:lnTo>
                <a:lnTo>
                  <a:pt x="7346" y="7830"/>
                </a:lnTo>
                <a:lnTo>
                  <a:pt x="7084" y="7628"/>
                </a:lnTo>
                <a:lnTo>
                  <a:pt x="6822" y="7386"/>
                </a:lnTo>
                <a:lnTo>
                  <a:pt x="6559" y="7164"/>
                </a:lnTo>
                <a:lnTo>
                  <a:pt x="2523" y="3310"/>
                </a:lnTo>
                <a:lnTo>
                  <a:pt x="2180" y="3007"/>
                </a:lnTo>
                <a:lnTo>
                  <a:pt x="1514" y="2462"/>
                </a:lnTo>
                <a:lnTo>
                  <a:pt x="1151" y="2119"/>
                </a:lnTo>
                <a:lnTo>
                  <a:pt x="808" y="1776"/>
                </a:lnTo>
                <a:lnTo>
                  <a:pt x="485" y="1413"/>
                </a:lnTo>
                <a:lnTo>
                  <a:pt x="364" y="1251"/>
                </a:lnTo>
                <a:lnTo>
                  <a:pt x="243" y="1070"/>
                </a:lnTo>
                <a:lnTo>
                  <a:pt x="162" y="908"/>
                </a:lnTo>
                <a:lnTo>
                  <a:pt x="102" y="767"/>
                </a:lnTo>
                <a:lnTo>
                  <a:pt x="81" y="626"/>
                </a:lnTo>
                <a:lnTo>
                  <a:pt x="81" y="485"/>
                </a:lnTo>
                <a:lnTo>
                  <a:pt x="122" y="424"/>
                </a:lnTo>
                <a:lnTo>
                  <a:pt x="142" y="364"/>
                </a:lnTo>
                <a:lnTo>
                  <a:pt x="243" y="263"/>
                </a:lnTo>
                <a:lnTo>
                  <a:pt x="404" y="182"/>
                </a:lnTo>
                <a:lnTo>
                  <a:pt x="606" y="101"/>
                </a:lnTo>
                <a:lnTo>
                  <a:pt x="747" y="81"/>
                </a:lnTo>
                <a:close/>
                <a:moveTo>
                  <a:pt x="727" y="0"/>
                </a:moveTo>
                <a:lnTo>
                  <a:pt x="586" y="41"/>
                </a:lnTo>
                <a:lnTo>
                  <a:pt x="364" y="101"/>
                </a:lnTo>
                <a:lnTo>
                  <a:pt x="203" y="202"/>
                </a:lnTo>
                <a:lnTo>
                  <a:pt x="122" y="263"/>
                </a:lnTo>
                <a:lnTo>
                  <a:pt x="81" y="323"/>
                </a:lnTo>
                <a:lnTo>
                  <a:pt x="41" y="384"/>
                </a:lnTo>
                <a:lnTo>
                  <a:pt x="21" y="464"/>
                </a:lnTo>
                <a:lnTo>
                  <a:pt x="1" y="606"/>
                </a:lnTo>
                <a:lnTo>
                  <a:pt x="21" y="767"/>
                </a:lnTo>
                <a:lnTo>
                  <a:pt x="81" y="908"/>
                </a:lnTo>
                <a:lnTo>
                  <a:pt x="162" y="1090"/>
                </a:lnTo>
                <a:lnTo>
                  <a:pt x="263" y="1251"/>
                </a:lnTo>
                <a:lnTo>
                  <a:pt x="404" y="1433"/>
                </a:lnTo>
                <a:lnTo>
                  <a:pt x="707" y="1796"/>
                </a:lnTo>
                <a:lnTo>
                  <a:pt x="1070" y="2139"/>
                </a:lnTo>
                <a:lnTo>
                  <a:pt x="1434" y="2482"/>
                </a:lnTo>
                <a:lnTo>
                  <a:pt x="2120" y="3088"/>
                </a:lnTo>
                <a:lnTo>
                  <a:pt x="2463" y="3370"/>
                </a:lnTo>
                <a:lnTo>
                  <a:pt x="6499" y="7225"/>
                </a:lnTo>
                <a:lnTo>
                  <a:pt x="6761" y="7467"/>
                </a:lnTo>
                <a:lnTo>
                  <a:pt x="7023" y="7689"/>
                </a:lnTo>
                <a:lnTo>
                  <a:pt x="7306" y="7911"/>
                </a:lnTo>
                <a:lnTo>
                  <a:pt x="7609" y="8093"/>
                </a:lnTo>
                <a:lnTo>
                  <a:pt x="7730" y="8133"/>
                </a:lnTo>
                <a:lnTo>
                  <a:pt x="7851" y="8153"/>
                </a:lnTo>
                <a:lnTo>
                  <a:pt x="7911" y="8153"/>
                </a:lnTo>
                <a:lnTo>
                  <a:pt x="7972" y="8133"/>
                </a:lnTo>
                <a:lnTo>
                  <a:pt x="8032" y="8093"/>
                </a:lnTo>
                <a:lnTo>
                  <a:pt x="8073" y="8032"/>
                </a:lnTo>
                <a:lnTo>
                  <a:pt x="8093" y="7971"/>
                </a:lnTo>
                <a:lnTo>
                  <a:pt x="8113" y="7891"/>
                </a:lnTo>
                <a:lnTo>
                  <a:pt x="8093" y="7729"/>
                </a:lnTo>
                <a:lnTo>
                  <a:pt x="8032" y="7568"/>
                </a:lnTo>
                <a:lnTo>
                  <a:pt x="7831" y="7104"/>
                </a:lnTo>
                <a:lnTo>
                  <a:pt x="7629" y="6640"/>
                </a:lnTo>
                <a:lnTo>
                  <a:pt x="7387" y="6196"/>
                </a:lnTo>
                <a:lnTo>
                  <a:pt x="7124" y="5752"/>
                </a:lnTo>
                <a:lnTo>
                  <a:pt x="6862" y="5308"/>
                </a:lnTo>
                <a:lnTo>
                  <a:pt x="6559" y="4884"/>
                </a:lnTo>
                <a:lnTo>
                  <a:pt x="6257" y="4440"/>
                </a:lnTo>
                <a:lnTo>
                  <a:pt x="5934" y="4016"/>
                </a:lnTo>
                <a:lnTo>
                  <a:pt x="5591" y="3592"/>
                </a:lnTo>
                <a:lnTo>
                  <a:pt x="5227" y="3189"/>
                </a:lnTo>
                <a:lnTo>
                  <a:pt x="4844" y="2785"/>
                </a:lnTo>
                <a:lnTo>
                  <a:pt x="4461" y="2382"/>
                </a:lnTo>
                <a:lnTo>
                  <a:pt x="4037" y="1978"/>
                </a:lnTo>
                <a:lnTo>
                  <a:pt x="3613" y="1574"/>
                </a:lnTo>
                <a:lnTo>
                  <a:pt x="3169" y="1191"/>
                </a:lnTo>
                <a:lnTo>
                  <a:pt x="2705" y="808"/>
                </a:lnTo>
                <a:lnTo>
                  <a:pt x="2463" y="646"/>
                </a:lnTo>
                <a:lnTo>
                  <a:pt x="2221" y="464"/>
                </a:lnTo>
                <a:lnTo>
                  <a:pt x="1978" y="323"/>
                </a:lnTo>
                <a:lnTo>
                  <a:pt x="1716" y="182"/>
                </a:lnTo>
                <a:lnTo>
                  <a:pt x="1434" y="81"/>
                </a:lnTo>
                <a:lnTo>
                  <a:pt x="1151" y="21"/>
                </a:lnTo>
                <a:lnTo>
                  <a:pt x="10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25"/>
          <p:cNvSpPr/>
          <p:nvPr/>
        </p:nvSpPr>
        <p:spPr>
          <a:xfrm flipH="1">
            <a:off x="-241449" y="199358"/>
            <a:ext cx="101584" cy="100466"/>
          </a:xfrm>
          <a:custGeom>
            <a:rect b="b" l="l" r="r" t="t"/>
            <a:pathLst>
              <a:path extrusionOk="0" h="1797" w="1817">
                <a:moveTo>
                  <a:pt x="909" y="1"/>
                </a:moveTo>
                <a:lnTo>
                  <a:pt x="727" y="21"/>
                </a:lnTo>
                <a:lnTo>
                  <a:pt x="566" y="61"/>
                </a:lnTo>
                <a:lnTo>
                  <a:pt x="404" y="142"/>
                </a:lnTo>
                <a:lnTo>
                  <a:pt x="283" y="263"/>
                </a:lnTo>
                <a:lnTo>
                  <a:pt x="162" y="384"/>
                </a:lnTo>
                <a:lnTo>
                  <a:pt x="81" y="546"/>
                </a:lnTo>
                <a:lnTo>
                  <a:pt x="21" y="707"/>
                </a:lnTo>
                <a:lnTo>
                  <a:pt x="1" y="889"/>
                </a:lnTo>
                <a:lnTo>
                  <a:pt x="21" y="1070"/>
                </a:lnTo>
                <a:lnTo>
                  <a:pt x="81" y="1252"/>
                </a:lnTo>
                <a:lnTo>
                  <a:pt x="162" y="1393"/>
                </a:lnTo>
                <a:lnTo>
                  <a:pt x="283" y="1534"/>
                </a:lnTo>
                <a:lnTo>
                  <a:pt x="404" y="1635"/>
                </a:lnTo>
                <a:lnTo>
                  <a:pt x="566" y="1716"/>
                </a:lnTo>
                <a:lnTo>
                  <a:pt x="727" y="1777"/>
                </a:lnTo>
                <a:lnTo>
                  <a:pt x="909" y="1797"/>
                </a:lnTo>
                <a:lnTo>
                  <a:pt x="1090" y="1777"/>
                </a:lnTo>
                <a:lnTo>
                  <a:pt x="1272" y="1716"/>
                </a:lnTo>
                <a:lnTo>
                  <a:pt x="1413" y="1635"/>
                </a:lnTo>
                <a:lnTo>
                  <a:pt x="1554" y="1534"/>
                </a:lnTo>
                <a:lnTo>
                  <a:pt x="1655" y="1393"/>
                </a:lnTo>
                <a:lnTo>
                  <a:pt x="1736" y="1252"/>
                </a:lnTo>
                <a:lnTo>
                  <a:pt x="1797" y="1070"/>
                </a:lnTo>
                <a:lnTo>
                  <a:pt x="1817" y="889"/>
                </a:lnTo>
                <a:lnTo>
                  <a:pt x="1797" y="707"/>
                </a:lnTo>
                <a:lnTo>
                  <a:pt x="1736" y="546"/>
                </a:lnTo>
                <a:lnTo>
                  <a:pt x="1655" y="384"/>
                </a:lnTo>
                <a:lnTo>
                  <a:pt x="1554" y="263"/>
                </a:lnTo>
                <a:lnTo>
                  <a:pt x="1413" y="142"/>
                </a:lnTo>
                <a:lnTo>
                  <a:pt x="1272" y="61"/>
                </a:lnTo>
                <a:lnTo>
                  <a:pt x="1090" y="21"/>
                </a:lnTo>
                <a:lnTo>
                  <a:pt x="9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25"/>
          <p:cNvSpPr/>
          <p:nvPr/>
        </p:nvSpPr>
        <p:spPr>
          <a:xfrm flipH="1">
            <a:off x="-243741" y="197122"/>
            <a:ext cx="106112" cy="104994"/>
          </a:xfrm>
          <a:custGeom>
            <a:rect b="b" l="l" r="r" t="t"/>
            <a:pathLst>
              <a:path extrusionOk="0" h="1878" w="1898">
                <a:moveTo>
                  <a:pt x="949" y="81"/>
                </a:moveTo>
                <a:lnTo>
                  <a:pt x="1130" y="101"/>
                </a:lnTo>
                <a:lnTo>
                  <a:pt x="1292" y="142"/>
                </a:lnTo>
                <a:lnTo>
                  <a:pt x="1433" y="222"/>
                </a:lnTo>
                <a:lnTo>
                  <a:pt x="1554" y="323"/>
                </a:lnTo>
                <a:lnTo>
                  <a:pt x="1655" y="444"/>
                </a:lnTo>
                <a:lnTo>
                  <a:pt x="1736" y="606"/>
                </a:lnTo>
                <a:lnTo>
                  <a:pt x="1796" y="767"/>
                </a:lnTo>
                <a:lnTo>
                  <a:pt x="1816" y="929"/>
                </a:lnTo>
                <a:lnTo>
                  <a:pt x="1796" y="1110"/>
                </a:lnTo>
                <a:lnTo>
                  <a:pt x="1736" y="1272"/>
                </a:lnTo>
                <a:lnTo>
                  <a:pt x="1655" y="1413"/>
                </a:lnTo>
                <a:lnTo>
                  <a:pt x="1554" y="1534"/>
                </a:lnTo>
                <a:lnTo>
                  <a:pt x="1433" y="1655"/>
                </a:lnTo>
                <a:lnTo>
                  <a:pt x="1292" y="1736"/>
                </a:lnTo>
                <a:lnTo>
                  <a:pt x="1130" y="1776"/>
                </a:lnTo>
                <a:lnTo>
                  <a:pt x="949" y="1796"/>
                </a:lnTo>
                <a:lnTo>
                  <a:pt x="787" y="1776"/>
                </a:lnTo>
                <a:lnTo>
                  <a:pt x="626" y="1736"/>
                </a:lnTo>
                <a:lnTo>
                  <a:pt x="464" y="1655"/>
                </a:lnTo>
                <a:lnTo>
                  <a:pt x="343" y="1534"/>
                </a:lnTo>
                <a:lnTo>
                  <a:pt x="242" y="1413"/>
                </a:lnTo>
                <a:lnTo>
                  <a:pt x="162" y="1272"/>
                </a:lnTo>
                <a:lnTo>
                  <a:pt x="101" y="1110"/>
                </a:lnTo>
                <a:lnTo>
                  <a:pt x="81" y="929"/>
                </a:lnTo>
                <a:lnTo>
                  <a:pt x="101" y="767"/>
                </a:lnTo>
                <a:lnTo>
                  <a:pt x="162" y="606"/>
                </a:lnTo>
                <a:lnTo>
                  <a:pt x="242" y="444"/>
                </a:lnTo>
                <a:lnTo>
                  <a:pt x="343" y="323"/>
                </a:lnTo>
                <a:lnTo>
                  <a:pt x="464" y="222"/>
                </a:lnTo>
                <a:lnTo>
                  <a:pt x="626" y="142"/>
                </a:lnTo>
                <a:lnTo>
                  <a:pt x="787" y="101"/>
                </a:lnTo>
                <a:lnTo>
                  <a:pt x="949" y="81"/>
                </a:lnTo>
                <a:close/>
                <a:moveTo>
                  <a:pt x="949" y="0"/>
                </a:moveTo>
                <a:lnTo>
                  <a:pt x="767" y="21"/>
                </a:lnTo>
                <a:lnTo>
                  <a:pt x="585" y="61"/>
                </a:lnTo>
                <a:lnTo>
                  <a:pt x="424" y="162"/>
                </a:lnTo>
                <a:lnTo>
                  <a:pt x="283" y="263"/>
                </a:lnTo>
                <a:lnTo>
                  <a:pt x="162" y="404"/>
                </a:lnTo>
                <a:lnTo>
                  <a:pt x="81" y="565"/>
                </a:lnTo>
                <a:lnTo>
                  <a:pt x="20" y="747"/>
                </a:lnTo>
                <a:lnTo>
                  <a:pt x="0" y="929"/>
                </a:lnTo>
                <a:lnTo>
                  <a:pt x="20" y="1130"/>
                </a:lnTo>
                <a:lnTo>
                  <a:pt x="81" y="1292"/>
                </a:lnTo>
                <a:lnTo>
                  <a:pt x="162" y="1453"/>
                </a:lnTo>
                <a:lnTo>
                  <a:pt x="283" y="1595"/>
                </a:lnTo>
                <a:lnTo>
                  <a:pt x="424" y="1716"/>
                </a:lnTo>
                <a:lnTo>
                  <a:pt x="585" y="1796"/>
                </a:lnTo>
                <a:lnTo>
                  <a:pt x="767" y="1857"/>
                </a:lnTo>
                <a:lnTo>
                  <a:pt x="949" y="1877"/>
                </a:lnTo>
                <a:lnTo>
                  <a:pt x="1150" y="1857"/>
                </a:lnTo>
                <a:lnTo>
                  <a:pt x="1312" y="1796"/>
                </a:lnTo>
                <a:lnTo>
                  <a:pt x="1473" y="1716"/>
                </a:lnTo>
                <a:lnTo>
                  <a:pt x="1615" y="1595"/>
                </a:lnTo>
                <a:lnTo>
                  <a:pt x="1736" y="1453"/>
                </a:lnTo>
                <a:lnTo>
                  <a:pt x="1816" y="1292"/>
                </a:lnTo>
                <a:lnTo>
                  <a:pt x="1877" y="1130"/>
                </a:lnTo>
                <a:lnTo>
                  <a:pt x="1897" y="929"/>
                </a:lnTo>
                <a:lnTo>
                  <a:pt x="1877" y="747"/>
                </a:lnTo>
                <a:lnTo>
                  <a:pt x="1816" y="565"/>
                </a:lnTo>
                <a:lnTo>
                  <a:pt x="1736" y="404"/>
                </a:lnTo>
                <a:lnTo>
                  <a:pt x="1615" y="263"/>
                </a:lnTo>
                <a:lnTo>
                  <a:pt x="1473" y="162"/>
                </a:lnTo>
                <a:lnTo>
                  <a:pt x="1312" y="61"/>
                </a:lnTo>
                <a:lnTo>
                  <a:pt x="1150" y="21"/>
                </a:lnTo>
                <a:lnTo>
                  <a:pt x="9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25"/>
          <p:cNvSpPr/>
          <p:nvPr/>
        </p:nvSpPr>
        <p:spPr>
          <a:xfrm flipH="1">
            <a:off x="0" y="4474800"/>
            <a:ext cx="3923400" cy="668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25"/>
          <p:cNvSpPr/>
          <p:nvPr/>
        </p:nvSpPr>
        <p:spPr>
          <a:xfrm flipH="1">
            <a:off x="-106954" y="3264494"/>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25"/>
          <p:cNvSpPr/>
          <p:nvPr/>
        </p:nvSpPr>
        <p:spPr>
          <a:xfrm flipH="1">
            <a:off x="41934" y="3387432"/>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12_1_1_1">
    <p:spTree>
      <p:nvGrpSpPr>
        <p:cNvPr id="2137" name="Shape 2137"/>
        <p:cNvGrpSpPr/>
        <p:nvPr/>
      </p:nvGrpSpPr>
      <p:grpSpPr>
        <a:xfrm>
          <a:off x="0" y="0"/>
          <a:ext cx="0" cy="0"/>
          <a:chOff x="0" y="0"/>
          <a:chExt cx="0" cy="0"/>
        </a:xfrm>
      </p:grpSpPr>
      <p:sp>
        <p:nvSpPr>
          <p:cNvPr id="2138" name="Google Shape;2138;p26"/>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800"/>
              <a:buFont typeface="Dosis"/>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2139" name="Google Shape;2139;p26"/>
          <p:cNvSpPr txBox="1"/>
          <p:nvPr>
            <p:ph idx="1" type="subTitle"/>
          </p:nvPr>
        </p:nvSpPr>
        <p:spPr>
          <a:xfrm>
            <a:off x="878975" y="3388143"/>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140" name="Google Shape;2140;p26"/>
          <p:cNvSpPr txBox="1"/>
          <p:nvPr>
            <p:ph idx="2" type="subTitle"/>
          </p:nvPr>
        </p:nvSpPr>
        <p:spPr>
          <a:xfrm>
            <a:off x="713225" y="3739977"/>
            <a:ext cx="17946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141" name="Google Shape;2141;p26"/>
          <p:cNvSpPr txBox="1"/>
          <p:nvPr>
            <p:ph idx="3" type="subTitle"/>
          </p:nvPr>
        </p:nvSpPr>
        <p:spPr>
          <a:xfrm>
            <a:off x="2945900" y="3388143"/>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142" name="Google Shape;2142;p26"/>
          <p:cNvSpPr txBox="1"/>
          <p:nvPr>
            <p:ph idx="4" type="subTitle"/>
          </p:nvPr>
        </p:nvSpPr>
        <p:spPr>
          <a:xfrm>
            <a:off x="2780150" y="3739977"/>
            <a:ext cx="17946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143" name="Google Shape;2143;p26"/>
          <p:cNvSpPr txBox="1"/>
          <p:nvPr>
            <p:ph idx="5" type="subTitle"/>
          </p:nvPr>
        </p:nvSpPr>
        <p:spPr>
          <a:xfrm>
            <a:off x="841632" y="1729225"/>
            <a:ext cx="3593400" cy="613800"/>
          </a:xfrm>
          <a:prstGeom prst="rect">
            <a:avLst/>
          </a:prstGeom>
        </p:spPr>
        <p:txBody>
          <a:bodyPr anchorCtr="0" anchor="ctr" bIns="91425" lIns="91425" spcFirstLastPara="1" rIns="91425" wrap="square" tIns="91425">
            <a:noAutofit/>
          </a:bodyPr>
          <a:lstStyle>
            <a:lvl1pPr lvl="0" algn="ctr">
              <a:spcBef>
                <a:spcPts val="0"/>
              </a:spcBef>
              <a:spcAft>
                <a:spcPts val="0"/>
              </a:spcAft>
              <a:buSzPts val="1600"/>
              <a:buNone/>
              <a:defRPr/>
            </a:lvl1pPr>
            <a:lvl2pPr lvl="1">
              <a:spcBef>
                <a:spcPts val="0"/>
              </a:spcBef>
              <a:spcAft>
                <a:spcPts val="0"/>
              </a:spcAft>
              <a:buSzPts val="1600"/>
              <a:buNone/>
              <a:defRPr/>
            </a:lvl2pPr>
            <a:lvl3pPr lvl="2">
              <a:spcBef>
                <a:spcPts val="0"/>
              </a:spcBef>
              <a:spcAft>
                <a:spcPts val="0"/>
              </a:spcAft>
              <a:buSzPts val="1600"/>
              <a:buNone/>
              <a:defRPr/>
            </a:lvl3pPr>
            <a:lvl4pPr lvl="3">
              <a:spcBef>
                <a:spcPts val="0"/>
              </a:spcBef>
              <a:spcAft>
                <a:spcPts val="0"/>
              </a:spcAft>
              <a:buSzPts val="1600"/>
              <a:buNone/>
              <a:defRPr/>
            </a:lvl4pPr>
            <a:lvl5pPr lvl="4">
              <a:spcBef>
                <a:spcPts val="0"/>
              </a:spcBef>
              <a:spcAft>
                <a:spcPts val="0"/>
              </a:spcAft>
              <a:buSzPts val="1600"/>
              <a:buNone/>
              <a:defRPr/>
            </a:lvl5pPr>
            <a:lvl6pPr lvl="5">
              <a:spcBef>
                <a:spcPts val="0"/>
              </a:spcBef>
              <a:spcAft>
                <a:spcPts val="0"/>
              </a:spcAft>
              <a:buSzPts val="1600"/>
              <a:buNone/>
              <a:defRPr/>
            </a:lvl6pPr>
            <a:lvl7pPr lvl="6">
              <a:spcBef>
                <a:spcPts val="0"/>
              </a:spcBef>
              <a:spcAft>
                <a:spcPts val="0"/>
              </a:spcAft>
              <a:buSzPts val="1600"/>
              <a:buNone/>
              <a:defRPr/>
            </a:lvl7pPr>
            <a:lvl8pPr lvl="7">
              <a:spcBef>
                <a:spcPts val="0"/>
              </a:spcBef>
              <a:spcAft>
                <a:spcPts val="0"/>
              </a:spcAft>
              <a:buSzPts val="1600"/>
              <a:buNone/>
              <a:defRPr/>
            </a:lvl8pPr>
            <a:lvl9pPr lvl="8">
              <a:spcBef>
                <a:spcPts val="0"/>
              </a:spcBef>
              <a:spcAft>
                <a:spcPts val="0"/>
              </a:spcAft>
              <a:buSzPts val="1600"/>
              <a:buNone/>
              <a:defRPr/>
            </a:lvl9pPr>
          </a:lstStyle>
          <a:p/>
        </p:txBody>
      </p:sp>
      <p:sp>
        <p:nvSpPr>
          <p:cNvPr id="2144" name="Google Shape;2144;p26"/>
          <p:cNvSpPr/>
          <p:nvPr/>
        </p:nvSpPr>
        <p:spPr>
          <a:xfrm>
            <a:off x="4932650" y="0"/>
            <a:ext cx="42114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26"/>
          <p:cNvSpPr/>
          <p:nvPr/>
        </p:nvSpPr>
        <p:spPr>
          <a:xfrm>
            <a:off x="75025" y="3826466"/>
            <a:ext cx="597600" cy="597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26"/>
          <p:cNvSpPr/>
          <p:nvPr/>
        </p:nvSpPr>
        <p:spPr>
          <a:xfrm rot="5400000">
            <a:off x="75025" y="4431568"/>
            <a:ext cx="597600" cy="5976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26"/>
          <p:cNvSpPr/>
          <p:nvPr/>
        </p:nvSpPr>
        <p:spPr>
          <a:xfrm>
            <a:off x="-1384585" y="-1156347"/>
            <a:ext cx="2433600" cy="243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26"/>
          <p:cNvSpPr/>
          <p:nvPr/>
        </p:nvSpPr>
        <p:spPr>
          <a:xfrm>
            <a:off x="8550863" y="60489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26"/>
          <p:cNvSpPr/>
          <p:nvPr/>
        </p:nvSpPr>
        <p:spPr>
          <a:xfrm>
            <a:off x="8550863" y="11009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26"/>
          <p:cNvSpPr/>
          <p:nvPr/>
        </p:nvSpPr>
        <p:spPr>
          <a:xfrm flipH="1">
            <a:off x="8601930" y="1355447"/>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26"/>
          <p:cNvSpPr/>
          <p:nvPr/>
        </p:nvSpPr>
        <p:spPr>
          <a:xfrm flipH="1">
            <a:off x="8703462" y="1462620"/>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26"/>
          <p:cNvSpPr/>
          <p:nvPr/>
        </p:nvSpPr>
        <p:spPr>
          <a:xfrm flipH="1">
            <a:off x="7997696" y="2343244"/>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26"/>
          <p:cNvSpPr/>
          <p:nvPr/>
        </p:nvSpPr>
        <p:spPr>
          <a:xfrm flipH="1">
            <a:off x="8146584" y="2466182"/>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26"/>
          <p:cNvSpPr/>
          <p:nvPr/>
        </p:nvSpPr>
        <p:spPr>
          <a:xfrm>
            <a:off x="6822995" y="3873305"/>
            <a:ext cx="939900" cy="939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26"/>
          <p:cNvSpPr/>
          <p:nvPr/>
        </p:nvSpPr>
        <p:spPr>
          <a:xfrm flipH="1">
            <a:off x="6214343" y="3585024"/>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26"/>
          <p:cNvSpPr/>
          <p:nvPr/>
        </p:nvSpPr>
        <p:spPr>
          <a:xfrm flipH="1">
            <a:off x="6416291" y="3641433"/>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26"/>
          <p:cNvSpPr/>
          <p:nvPr/>
        </p:nvSpPr>
        <p:spPr>
          <a:xfrm flipH="1">
            <a:off x="6702879" y="3748606"/>
            <a:ext cx="1642730" cy="740159"/>
          </a:xfrm>
          <a:custGeom>
            <a:rect b="b" l="l" r="r" t="t"/>
            <a:pathLst>
              <a:path extrusionOk="0" h="13239" w="29383">
                <a:moveTo>
                  <a:pt x="28272" y="81"/>
                </a:moveTo>
                <a:lnTo>
                  <a:pt x="28474" y="102"/>
                </a:lnTo>
                <a:lnTo>
                  <a:pt x="28696" y="142"/>
                </a:lnTo>
                <a:lnTo>
                  <a:pt x="28898" y="202"/>
                </a:lnTo>
                <a:lnTo>
                  <a:pt x="29019" y="243"/>
                </a:lnTo>
                <a:lnTo>
                  <a:pt x="29140" y="303"/>
                </a:lnTo>
                <a:lnTo>
                  <a:pt x="29201" y="364"/>
                </a:lnTo>
                <a:lnTo>
                  <a:pt x="29261" y="404"/>
                </a:lnTo>
                <a:lnTo>
                  <a:pt x="29281" y="465"/>
                </a:lnTo>
                <a:lnTo>
                  <a:pt x="29302" y="545"/>
                </a:lnTo>
                <a:lnTo>
                  <a:pt x="29302" y="626"/>
                </a:lnTo>
                <a:lnTo>
                  <a:pt x="29281" y="707"/>
                </a:lnTo>
                <a:lnTo>
                  <a:pt x="29201" y="848"/>
                </a:lnTo>
                <a:lnTo>
                  <a:pt x="29059" y="1070"/>
                </a:lnTo>
                <a:lnTo>
                  <a:pt x="28918" y="1272"/>
                </a:lnTo>
                <a:lnTo>
                  <a:pt x="28595" y="1676"/>
                </a:lnTo>
                <a:lnTo>
                  <a:pt x="28232" y="2079"/>
                </a:lnTo>
                <a:lnTo>
                  <a:pt x="27889" y="2442"/>
                </a:lnTo>
                <a:lnTo>
                  <a:pt x="27566" y="2785"/>
                </a:lnTo>
                <a:lnTo>
                  <a:pt x="27263" y="3129"/>
                </a:lnTo>
                <a:lnTo>
                  <a:pt x="26961" y="3492"/>
                </a:lnTo>
                <a:lnTo>
                  <a:pt x="26698" y="3855"/>
                </a:lnTo>
                <a:lnTo>
                  <a:pt x="26476" y="4198"/>
                </a:lnTo>
                <a:lnTo>
                  <a:pt x="26295" y="4521"/>
                </a:lnTo>
                <a:lnTo>
                  <a:pt x="26133" y="4884"/>
                </a:lnTo>
                <a:lnTo>
                  <a:pt x="25972" y="5247"/>
                </a:lnTo>
                <a:lnTo>
                  <a:pt x="25689" y="5974"/>
                </a:lnTo>
                <a:lnTo>
                  <a:pt x="25447" y="6721"/>
                </a:lnTo>
                <a:lnTo>
                  <a:pt x="25124" y="7649"/>
                </a:lnTo>
                <a:lnTo>
                  <a:pt x="24943" y="8113"/>
                </a:lnTo>
                <a:lnTo>
                  <a:pt x="24741" y="8557"/>
                </a:lnTo>
                <a:lnTo>
                  <a:pt x="24539" y="8981"/>
                </a:lnTo>
                <a:lnTo>
                  <a:pt x="24297" y="9405"/>
                </a:lnTo>
                <a:lnTo>
                  <a:pt x="24014" y="9788"/>
                </a:lnTo>
                <a:lnTo>
                  <a:pt x="23853" y="9990"/>
                </a:lnTo>
                <a:lnTo>
                  <a:pt x="23692" y="10171"/>
                </a:lnTo>
                <a:lnTo>
                  <a:pt x="23409" y="10414"/>
                </a:lnTo>
                <a:lnTo>
                  <a:pt x="23106" y="10676"/>
                </a:lnTo>
                <a:lnTo>
                  <a:pt x="22784" y="10898"/>
                </a:lnTo>
                <a:lnTo>
                  <a:pt x="22420" y="11100"/>
                </a:lnTo>
                <a:lnTo>
                  <a:pt x="22017" y="11301"/>
                </a:lnTo>
                <a:lnTo>
                  <a:pt x="21593" y="11483"/>
                </a:lnTo>
                <a:lnTo>
                  <a:pt x="21129" y="11645"/>
                </a:lnTo>
                <a:lnTo>
                  <a:pt x="20644" y="11786"/>
                </a:lnTo>
                <a:lnTo>
                  <a:pt x="19958" y="11947"/>
                </a:lnTo>
                <a:lnTo>
                  <a:pt x="19272" y="12088"/>
                </a:lnTo>
                <a:lnTo>
                  <a:pt x="18566" y="12210"/>
                </a:lnTo>
                <a:lnTo>
                  <a:pt x="17880" y="12290"/>
                </a:lnTo>
                <a:lnTo>
                  <a:pt x="17173" y="12371"/>
                </a:lnTo>
                <a:lnTo>
                  <a:pt x="16467" y="12432"/>
                </a:lnTo>
                <a:lnTo>
                  <a:pt x="15075" y="12532"/>
                </a:lnTo>
                <a:lnTo>
                  <a:pt x="14106" y="12593"/>
                </a:lnTo>
                <a:lnTo>
                  <a:pt x="12774" y="12694"/>
                </a:lnTo>
                <a:lnTo>
                  <a:pt x="11442" y="12815"/>
                </a:lnTo>
                <a:lnTo>
                  <a:pt x="9142" y="12997"/>
                </a:lnTo>
                <a:lnTo>
                  <a:pt x="7971" y="13077"/>
                </a:lnTo>
                <a:lnTo>
                  <a:pt x="6801" y="13138"/>
                </a:lnTo>
                <a:lnTo>
                  <a:pt x="5630" y="13158"/>
                </a:lnTo>
                <a:lnTo>
                  <a:pt x="4480" y="13158"/>
                </a:lnTo>
                <a:lnTo>
                  <a:pt x="3895" y="13138"/>
                </a:lnTo>
                <a:lnTo>
                  <a:pt x="3310" y="13098"/>
                </a:lnTo>
                <a:lnTo>
                  <a:pt x="2725" y="13057"/>
                </a:lnTo>
                <a:lnTo>
                  <a:pt x="2139" y="12976"/>
                </a:lnTo>
                <a:lnTo>
                  <a:pt x="1857" y="12936"/>
                </a:lnTo>
                <a:lnTo>
                  <a:pt x="1554" y="12855"/>
                </a:lnTo>
                <a:lnTo>
                  <a:pt x="1251" y="12754"/>
                </a:lnTo>
                <a:lnTo>
                  <a:pt x="969" y="12613"/>
                </a:lnTo>
                <a:lnTo>
                  <a:pt x="707" y="12452"/>
                </a:lnTo>
                <a:lnTo>
                  <a:pt x="485" y="12270"/>
                </a:lnTo>
                <a:lnTo>
                  <a:pt x="384" y="12169"/>
                </a:lnTo>
                <a:lnTo>
                  <a:pt x="303" y="12048"/>
                </a:lnTo>
                <a:lnTo>
                  <a:pt x="222" y="11947"/>
                </a:lnTo>
                <a:lnTo>
                  <a:pt x="162" y="11826"/>
                </a:lnTo>
                <a:lnTo>
                  <a:pt x="121" y="11685"/>
                </a:lnTo>
                <a:lnTo>
                  <a:pt x="81" y="11544"/>
                </a:lnTo>
                <a:lnTo>
                  <a:pt x="81" y="11382"/>
                </a:lnTo>
                <a:lnTo>
                  <a:pt x="101" y="11241"/>
                </a:lnTo>
                <a:lnTo>
                  <a:pt x="142" y="11079"/>
                </a:lnTo>
                <a:lnTo>
                  <a:pt x="202" y="10938"/>
                </a:lnTo>
                <a:lnTo>
                  <a:pt x="283" y="10777"/>
                </a:lnTo>
                <a:lnTo>
                  <a:pt x="384" y="10615"/>
                </a:lnTo>
                <a:lnTo>
                  <a:pt x="646" y="10313"/>
                </a:lnTo>
                <a:lnTo>
                  <a:pt x="929" y="10010"/>
                </a:lnTo>
                <a:lnTo>
                  <a:pt x="1272" y="9727"/>
                </a:lnTo>
                <a:lnTo>
                  <a:pt x="1635" y="9465"/>
                </a:lnTo>
                <a:lnTo>
                  <a:pt x="2038" y="9203"/>
                </a:lnTo>
                <a:lnTo>
                  <a:pt x="2422" y="8940"/>
                </a:lnTo>
                <a:lnTo>
                  <a:pt x="3229" y="8476"/>
                </a:lnTo>
                <a:lnTo>
                  <a:pt x="4016" y="7992"/>
                </a:lnTo>
                <a:lnTo>
                  <a:pt x="5005" y="7407"/>
                </a:lnTo>
                <a:lnTo>
                  <a:pt x="6014" y="6821"/>
                </a:lnTo>
                <a:lnTo>
                  <a:pt x="7063" y="6277"/>
                </a:lnTo>
                <a:lnTo>
                  <a:pt x="8153" y="5732"/>
                </a:lnTo>
                <a:lnTo>
                  <a:pt x="9283" y="5207"/>
                </a:lnTo>
                <a:lnTo>
                  <a:pt x="10433" y="4682"/>
                </a:lnTo>
                <a:lnTo>
                  <a:pt x="11644" y="4198"/>
                </a:lnTo>
                <a:lnTo>
                  <a:pt x="12895" y="3714"/>
                </a:lnTo>
                <a:lnTo>
                  <a:pt x="14146" y="3250"/>
                </a:lnTo>
                <a:lnTo>
                  <a:pt x="15438" y="2826"/>
                </a:lnTo>
                <a:lnTo>
                  <a:pt x="16790" y="2382"/>
                </a:lnTo>
                <a:lnTo>
                  <a:pt x="18182" y="1958"/>
                </a:lnTo>
                <a:lnTo>
                  <a:pt x="19151" y="1676"/>
                </a:lnTo>
                <a:lnTo>
                  <a:pt x="20180" y="1393"/>
                </a:lnTo>
                <a:lnTo>
                  <a:pt x="21250" y="1111"/>
                </a:lnTo>
                <a:lnTo>
                  <a:pt x="22380" y="848"/>
                </a:lnTo>
                <a:lnTo>
                  <a:pt x="23550" y="606"/>
                </a:lnTo>
                <a:lnTo>
                  <a:pt x="24761" y="404"/>
                </a:lnTo>
                <a:lnTo>
                  <a:pt x="25972" y="223"/>
                </a:lnTo>
                <a:lnTo>
                  <a:pt x="26598" y="162"/>
                </a:lnTo>
                <a:lnTo>
                  <a:pt x="27223" y="102"/>
                </a:lnTo>
                <a:lnTo>
                  <a:pt x="27647" y="81"/>
                </a:lnTo>
                <a:close/>
                <a:moveTo>
                  <a:pt x="27647" y="1"/>
                </a:moveTo>
                <a:lnTo>
                  <a:pt x="27223" y="21"/>
                </a:lnTo>
                <a:lnTo>
                  <a:pt x="26598" y="81"/>
                </a:lnTo>
                <a:lnTo>
                  <a:pt x="25972" y="142"/>
                </a:lnTo>
                <a:lnTo>
                  <a:pt x="24741" y="324"/>
                </a:lnTo>
                <a:lnTo>
                  <a:pt x="23550" y="525"/>
                </a:lnTo>
                <a:lnTo>
                  <a:pt x="22360" y="767"/>
                </a:lnTo>
                <a:lnTo>
                  <a:pt x="21230" y="1030"/>
                </a:lnTo>
                <a:lnTo>
                  <a:pt x="20160" y="1312"/>
                </a:lnTo>
                <a:lnTo>
                  <a:pt x="19131" y="1595"/>
                </a:lnTo>
                <a:lnTo>
                  <a:pt x="18162" y="1877"/>
                </a:lnTo>
                <a:lnTo>
                  <a:pt x="16750" y="2301"/>
                </a:lnTo>
                <a:lnTo>
                  <a:pt x="15418" y="2745"/>
                </a:lnTo>
                <a:lnTo>
                  <a:pt x="14106" y="3189"/>
                </a:lnTo>
                <a:lnTo>
                  <a:pt x="12855" y="3633"/>
                </a:lnTo>
                <a:lnTo>
                  <a:pt x="11604" y="4117"/>
                </a:lnTo>
                <a:lnTo>
                  <a:pt x="10413" y="4622"/>
                </a:lnTo>
                <a:lnTo>
                  <a:pt x="9243" y="5126"/>
                </a:lnTo>
                <a:lnTo>
                  <a:pt x="8113" y="5651"/>
                </a:lnTo>
                <a:lnTo>
                  <a:pt x="7023" y="6196"/>
                </a:lnTo>
                <a:lnTo>
                  <a:pt x="5974" y="6761"/>
                </a:lnTo>
                <a:lnTo>
                  <a:pt x="4965" y="7326"/>
                </a:lnTo>
                <a:lnTo>
                  <a:pt x="3976" y="7931"/>
                </a:lnTo>
                <a:lnTo>
                  <a:pt x="3189" y="8396"/>
                </a:lnTo>
                <a:lnTo>
                  <a:pt x="2381" y="8880"/>
                </a:lnTo>
                <a:lnTo>
                  <a:pt x="1978" y="9142"/>
                </a:lnTo>
                <a:lnTo>
                  <a:pt x="1594" y="9405"/>
                </a:lnTo>
                <a:lnTo>
                  <a:pt x="1211" y="9667"/>
                </a:lnTo>
                <a:lnTo>
                  <a:pt x="888" y="9949"/>
                </a:lnTo>
                <a:lnTo>
                  <a:pt x="585" y="10252"/>
                </a:lnTo>
                <a:lnTo>
                  <a:pt x="444" y="10414"/>
                </a:lnTo>
                <a:lnTo>
                  <a:pt x="323" y="10575"/>
                </a:lnTo>
                <a:lnTo>
                  <a:pt x="202" y="10736"/>
                </a:lnTo>
                <a:lnTo>
                  <a:pt x="121" y="10898"/>
                </a:lnTo>
                <a:lnTo>
                  <a:pt x="61" y="11059"/>
                </a:lnTo>
                <a:lnTo>
                  <a:pt x="20" y="11241"/>
                </a:lnTo>
                <a:lnTo>
                  <a:pt x="0" y="11382"/>
                </a:lnTo>
                <a:lnTo>
                  <a:pt x="0" y="11544"/>
                </a:lnTo>
                <a:lnTo>
                  <a:pt x="41" y="11705"/>
                </a:lnTo>
                <a:lnTo>
                  <a:pt x="101" y="11867"/>
                </a:lnTo>
                <a:lnTo>
                  <a:pt x="202" y="12048"/>
                </a:lnTo>
                <a:lnTo>
                  <a:pt x="343" y="12230"/>
                </a:lnTo>
                <a:lnTo>
                  <a:pt x="545" y="12411"/>
                </a:lnTo>
                <a:lnTo>
                  <a:pt x="787" y="12593"/>
                </a:lnTo>
                <a:lnTo>
                  <a:pt x="1070" y="12754"/>
                </a:lnTo>
                <a:lnTo>
                  <a:pt x="1393" y="12896"/>
                </a:lnTo>
                <a:lnTo>
                  <a:pt x="1736" y="12997"/>
                </a:lnTo>
                <a:lnTo>
                  <a:pt x="2139" y="13057"/>
                </a:lnTo>
                <a:lnTo>
                  <a:pt x="2947" y="13158"/>
                </a:lnTo>
                <a:lnTo>
                  <a:pt x="3754" y="13198"/>
                </a:lnTo>
                <a:lnTo>
                  <a:pt x="4561" y="13239"/>
                </a:lnTo>
                <a:lnTo>
                  <a:pt x="6135" y="13239"/>
                </a:lnTo>
                <a:lnTo>
                  <a:pt x="6902" y="13219"/>
                </a:lnTo>
                <a:lnTo>
                  <a:pt x="8435" y="13138"/>
                </a:lnTo>
                <a:lnTo>
                  <a:pt x="9949" y="13017"/>
                </a:lnTo>
                <a:lnTo>
                  <a:pt x="11442" y="12896"/>
                </a:lnTo>
                <a:lnTo>
                  <a:pt x="12774" y="12775"/>
                </a:lnTo>
                <a:lnTo>
                  <a:pt x="14106" y="12674"/>
                </a:lnTo>
                <a:lnTo>
                  <a:pt x="15075" y="12613"/>
                </a:lnTo>
                <a:lnTo>
                  <a:pt x="16467" y="12512"/>
                </a:lnTo>
                <a:lnTo>
                  <a:pt x="17173" y="12452"/>
                </a:lnTo>
                <a:lnTo>
                  <a:pt x="17880" y="12371"/>
                </a:lnTo>
                <a:lnTo>
                  <a:pt x="18586" y="12290"/>
                </a:lnTo>
                <a:lnTo>
                  <a:pt x="19272" y="12169"/>
                </a:lnTo>
                <a:lnTo>
                  <a:pt x="19978" y="12028"/>
                </a:lnTo>
                <a:lnTo>
                  <a:pt x="20665" y="11867"/>
                </a:lnTo>
                <a:lnTo>
                  <a:pt x="21149" y="11705"/>
                </a:lnTo>
                <a:lnTo>
                  <a:pt x="21613" y="11544"/>
                </a:lnTo>
                <a:lnTo>
                  <a:pt x="22057" y="11362"/>
                </a:lnTo>
                <a:lnTo>
                  <a:pt x="22461" y="11180"/>
                </a:lnTo>
                <a:lnTo>
                  <a:pt x="22824" y="10958"/>
                </a:lnTo>
                <a:lnTo>
                  <a:pt x="23167" y="10736"/>
                </a:lnTo>
                <a:lnTo>
                  <a:pt x="23470" y="10474"/>
                </a:lnTo>
                <a:lnTo>
                  <a:pt x="23752" y="10212"/>
                </a:lnTo>
                <a:lnTo>
                  <a:pt x="23914" y="10030"/>
                </a:lnTo>
                <a:lnTo>
                  <a:pt x="24075" y="9849"/>
                </a:lnTo>
                <a:lnTo>
                  <a:pt x="24358" y="9445"/>
                </a:lnTo>
                <a:lnTo>
                  <a:pt x="24600" y="9021"/>
                </a:lnTo>
                <a:lnTo>
                  <a:pt x="24822" y="8597"/>
                </a:lnTo>
                <a:lnTo>
                  <a:pt x="25023" y="8133"/>
                </a:lnTo>
                <a:lnTo>
                  <a:pt x="25185" y="7669"/>
                </a:lnTo>
                <a:lnTo>
                  <a:pt x="25508" y="6741"/>
                </a:lnTo>
                <a:lnTo>
                  <a:pt x="25770" y="6014"/>
                </a:lnTo>
                <a:lnTo>
                  <a:pt x="26053" y="5268"/>
                </a:lnTo>
                <a:lnTo>
                  <a:pt x="26194" y="4925"/>
                </a:lnTo>
                <a:lnTo>
                  <a:pt x="26376" y="4561"/>
                </a:lnTo>
                <a:lnTo>
                  <a:pt x="26557" y="4238"/>
                </a:lnTo>
                <a:lnTo>
                  <a:pt x="26759" y="3895"/>
                </a:lnTo>
                <a:lnTo>
                  <a:pt x="27021" y="3532"/>
                </a:lnTo>
                <a:lnTo>
                  <a:pt x="27324" y="3169"/>
                </a:lnTo>
                <a:lnTo>
                  <a:pt x="27627" y="2826"/>
                </a:lnTo>
                <a:lnTo>
                  <a:pt x="27950" y="2503"/>
                </a:lnTo>
                <a:lnTo>
                  <a:pt x="28293" y="2120"/>
                </a:lnTo>
                <a:lnTo>
                  <a:pt x="28656" y="1736"/>
                </a:lnTo>
                <a:lnTo>
                  <a:pt x="28979" y="1333"/>
                </a:lnTo>
                <a:lnTo>
                  <a:pt x="29120" y="1111"/>
                </a:lnTo>
                <a:lnTo>
                  <a:pt x="29261" y="889"/>
                </a:lnTo>
                <a:lnTo>
                  <a:pt x="29362" y="727"/>
                </a:lnTo>
                <a:lnTo>
                  <a:pt x="29382" y="626"/>
                </a:lnTo>
                <a:lnTo>
                  <a:pt x="29382" y="545"/>
                </a:lnTo>
                <a:lnTo>
                  <a:pt x="29362" y="445"/>
                </a:lnTo>
                <a:lnTo>
                  <a:pt x="29322" y="364"/>
                </a:lnTo>
                <a:lnTo>
                  <a:pt x="29261" y="303"/>
                </a:lnTo>
                <a:lnTo>
                  <a:pt x="29201" y="243"/>
                </a:lnTo>
                <a:lnTo>
                  <a:pt x="29059" y="162"/>
                </a:lnTo>
                <a:lnTo>
                  <a:pt x="28918" y="122"/>
                </a:lnTo>
                <a:lnTo>
                  <a:pt x="28716" y="61"/>
                </a:lnTo>
                <a:lnTo>
                  <a:pt x="28494" y="21"/>
                </a:lnTo>
                <a:lnTo>
                  <a:pt x="282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26"/>
          <p:cNvSpPr/>
          <p:nvPr/>
        </p:nvSpPr>
        <p:spPr>
          <a:xfrm flipH="1">
            <a:off x="8614854" y="3704496"/>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26"/>
          <p:cNvSpPr/>
          <p:nvPr/>
        </p:nvSpPr>
        <p:spPr>
          <a:xfrm flipH="1">
            <a:off x="8767254" y="2428889"/>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26"/>
          <p:cNvSpPr/>
          <p:nvPr/>
        </p:nvSpPr>
        <p:spPr>
          <a:xfrm flipH="1">
            <a:off x="8919654" y="1666889"/>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26"/>
          <p:cNvSpPr/>
          <p:nvPr/>
        </p:nvSpPr>
        <p:spPr>
          <a:xfrm flipH="1">
            <a:off x="8919654" y="4562489"/>
            <a:ext cx="100466" cy="100466"/>
          </a:xfrm>
          <a:custGeom>
            <a:rect b="b" l="l" r="r" t="t"/>
            <a:pathLst>
              <a:path extrusionOk="0" h="1797" w="1797">
                <a:moveTo>
                  <a:pt x="888" y="1"/>
                </a:moveTo>
                <a:lnTo>
                  <a:pt x="707" y="21"/>
                </a:lnTo>
                <a:lnTo>
                  <a:pt x="545" y="82"/>
                </a:lnTo>
                <a:lnTo>
                  <a:pt x="384" y="162"/>
                </a:lnTo>
                <a:lnTo>
                  <a:pt x="263" y="263"/>
                </a:lnTo>
                <a:lnTo>
                  <a:pt x="142" y="405"/>
                </a:lnTo>
                <a:lnTo>
                  <a:pt x="61" y="546"/>
                </a:lnTo>
                <a:lnTo>
                  <a:pt x="21" y="727"/>
                </a:lnTo>
                <a:lnTo>
                  <a:pt x="0" y="909"/>
                </a:lnTo>
                <a:lnTo>
                  <a:pt x="21" y="1091"/>
                </a:lnTo>
                <a:lnTo>
                  <a:pt x="61" y="1252"/>
                </a:lnTo>
                <a:lnTo>
                  <a:pt x="142" y="1414"/>
                </a:lnTo>
                <a:lnTo>
                  <a:pt x="263" y="1535"/>
                </a:lnTo>
                <a:lnTo>
                  <a:pt x="384" y="1656"/>
                </a:lnTo>
                <a:lnTo>
                  <a:pt x="545" y="1736"/>
                </a:lnTo>
                <a:lnTo>
                  <a:pt x="707" y="1797"/>
                </a:lnTo>
                <a:lnTo>
                  <a:pt x="1070" y="1797"/>
                </a:lnTo>
                <a:lnTo>
                  <a:pt x="1252" y="1736"/>
                </a:lnTo>
                <a:lnTo>
                  <a:pt x="1393" y="1656"/>
                </a:lnTo>
                <a:lnTo>
                  <a:pt x="1534" y="1535"/>
                </a:lnTo>
                <a:lnTo>
                  <a:pt x="1635" y="1414"/>
                </a:lnTo>
                <a:lnTo>
                  <a:pt x="1716" y="1252"/>
                </a:lnTo>
                <a:lnTo>
                  <a:pt x="1776" y="1091"/>
                </a:lnTo>
                <a:lnTo>
                  <a:pt x="1796" y="909"/>
                </a:lnTo>
                <a:lnTo>
                  <a:pt x="1776" y="727"/>
                </a:lnTo>
                <a:lnTo>
                  <a:pt x="1716" y="546"/>
                </a:lnTo>
                <a:lnTo>
                  <a:pt x="1635" y="405"/>
                </a:lnTo>
                <a:lnTo>
                  <a:pt x="1534" y="263"/>
                </a:lnTo>
                <a:lnTo>
                  <a:pt x="1393" y="162"/>
                </a:lnTo>
                <a:lnTo>
                  <a:pt x="1252" y="82"/>
                </a:lnTo>
                <a:lnTo>
                  <a:pt x="1070" y="21"/>
                </a:lnTo>
                <a:lnTo>
                  <a:pt x="8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26"/>
          <p:cNvSpPr/>
          <p:nvPr/>
        </p:nvSpPr>
        <p:spPr>
          <a:xfrm>
            <a:off x="3125286" y="5066798"/>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26"/>
          <p:cNvSpPr/>
          <p:nvPr/>
        </p:nvSpPr>
        <p:spPr>
          <a:xfrm>
            <a:off x="2796564" y="4599241"/>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26"/>
          <p:cNvSpPr/>
          <p:nvPr/>
        </p:nvSpPr>
        <p:spPr>
          <a:xfrm>
            <a:off x="2963584" y="4599241"/>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26"/>
          <p:cNvSpPr/>
          <p:nvPr/>
        </p:nvSpPr>
        <p:spPr>
          <a:xfrm>
            <a:off x="2798083" y="4754865"/>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26"/>
          <p:cNvSpPr/>
          <p:nvPr/>
        </p:nvSpPr>
        <p:spPr>
          <a:xfrm>
            <a:off x="2961305" y="4754105"/>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26"/>
          <p:cNvSpPr/>
          <p:nvPr/>
        </p:nvSpPr>
        <p:spPr>
          <a:xfrm>
            <a:off x="3127565" y="4754865"/>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26"/>
          <p:cNvSpPr/>
          <p:nvPr/>
        </p:nvSpPr>
        <p:spPr>
          <a:xfrm>
            <a:off x="2790448" y="4905856"/>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26"/>
          <p:cNvSpPr/>
          <p:nvPr/>
        </p:nvSpPr>
        <p:spPr>
          <a:xfrm>
            <a:off x="2962824" y="4910452"/>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26"/>
          <p:cNvSpPr/>
          <p:nvPr/>
        </p:nvSpPr>
        <p:spPr>
          <a:xfrm>
            <a:off x="3127565" y="4911211"/>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26"/>
          <p:cNvSpPr/>
          <p:nvPr/>
        </p:nvSpPr>
        <p:spPr>
          <a:xfrm>
            <a:off x="2793525" y="5065279"/>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26"/>
          <p:cNvSpPr/>
          <p:nvPr/>
        </p:nvSpPr>
        <p:spPr>
          <a:xfrm>
            <a:off x="2962065" y="5066038"/>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26"/>
          <p:cNvSpPr/>
          <p:nvPr/>
        </p:nvSpPr>
        <p:spPr>
          <a:xfrm>
            <a:off x="3128363" y="4600038"/>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26"/>
          <p:cNvSpPr/>
          <p:nvPr/>
        </p:nvSpPr>
        <p:spPr>
          <a:xfrm>
            <a:off x="3292344" y="4602317"/>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26"/>
          <p:cNvSpPr/>
          <p:nvPr/>
        </p:nvSpPr>
        <p:spPr>
          <a:xfrm>
            <a:off x="2634862" y="4600038"/>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26"/>
          <p:cNvSpPr/>
          <p:nvPr/>
        </p:nvSpPr>
        <p:spPr>
          <a:xfrm>
            <a:off x="2634862" y="4754865"/>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26"/>
          <p:cNvSpPr/>
          <p:nvPr/>
        </p:nvSpPr>
        <p:spPr>
          <a:xfrm>
            <a:off x="3290787" y="5066798"/>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26"/>
          <p:cNvSpPr/>
          <p:nvPr/>
        </p:nvSpPr>
        <p:spPr>
          <a:xfrm>
            <a:off x="2633342" y="5066038"/>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26"/>
          <p:cNvSpPr/>
          <p:nvPr/>
        </p:nvSpPr>
        <p:spPr>
          <a:xfrm>
            <a:off x="3291584" y="4757144"/>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26"/>
          <p:cNvSpPr/>
          <p:nvPr/>
        </p:nvSpPr>
        <p:spPr>
          <a:xfrm>
            <a:off x="2468601" y="5064519"/>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26"/>
          <p:cNvSpPr/>
          <p:nvPr/>
        </p:nvSpPr>
        <p:spPr>
          <a:xfrm>
            <a:off x="3290787" y="4912731"/>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26"/>
          <p:cNvSpPr/>
          <p:nvPr/>
        </p:nvSpPr>
        <p:spPr>
          <a:xfrm>
            <a:off x="2634102" y="4909692"/>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26"/>
          <p:cNvSpPr/>
          <p:nvPr/>
        </p:nvSpPr>
        <p:spPr>
          <a:xfrm>
            <a:off x="2470121" y="4901297"/>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26"/>
          <p:cNvSpPr/>
          <p:nvPr/>
        </p:nvSpPr>
        <p:spPr>
          <a:xfrm>
            <a:off x="2302341" y="5065279"/>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26"/>
          <p:cNvSpPr/>
          <p:nvPr/>
        </p:nvSpPr>
        <p:spPr>
          <a:xfrm>
            <a:off x="2304620" y="4910452"/>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26"/>
          <p:cNvSpPr/>
          <p:nvPr/>
        </p:nvSpPr>
        <p:spPr>
          <a:xfrm>
            <a:off x="3454806" y="5069077"/>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26"/>
          <p:cNvSpPr/>
          <p:nvPr/>
        </p:nvSpPr>
        <p:spPr>
          <a:xfrm>
            <a:off x="2468601" y="4756385"/>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26"/>
          <p:cNvSpPr/>
          <p:nvPr/>
        </p:nvSpPr>
        <p:spPr>
          <a:xfrm>
            <a:off x="2466322" y="4600798"/>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26"/>
          <p:cNvSpPr/>
          <p:nvPr/>
        </p:nvSpPr>
        <p:spPr>
          <a:xfrm>
            <a:off x="3453249" y="4914250"/>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26"/>
          <p:cNvSpPr/>
          <p:nvPr/>
        </p:nvSpPr>
        <p:spPr>
          <a:xfrm>
            <a:off x="3455566" y="4758664"/>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26"/>
          <p:cNvSpPr/>
          <p:nvPr/>
        </p:nvSpPr>
        <p:spPr>
          <a:xfrm>
            <a:off x="2306140" y="4754105"/>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26"/>
          <p:cNvSpPr/>
          <p:nvPr/>
        </p:nvSpPr>
        <p:spPr>
          <a:xfrm>
            <a:off x="2306899" y="4599241"/>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26"/>
          <p:cNvSpPr/>
          <p:nvPr/>
        </p:nvSpPr>
        <p:spPr>
          <a:xfrm>
            <a:off x="3456325" y="4603077"/>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
    <p:spTree>
      <p:nvGrpSpPr>
        <p:cNvPr id="2194" name="Shape 2194"/>
        <p:cNvGrpSpPr/>
        <p:nvPr/>
      </p:nvGrpSpPr>
      <p:grpSpPr>
        <a:xfrm>
          <a:off x="0" y="0"/>
          <a:ext cx="0" cy="0"/>
          <a:chOff x="0" y="0"/>
          <a:chExt cx="0" cy="0"/>
        </a:xfrm>
      </p:grpSpPr>
      <p:sp>
        <p:nvSpPr>
          <p:cNvPr id="2195" name="Google Shape;2195;p27"/>
          <p:cNvSpPr txBox="1"/>
          <p:nvPr>
            <p:ph idx="1" type="subTitle"/>
          </p:nvPr>
        </p:nvSpPr>
        <p:spPr>
          <a:xfrm>
            <a:off x="993600" y="2818403"/>
            <a:ext cx="2011800" cy="183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000"/>
            </a:lvl1pPr>
            <a:lvl2pPr lvl="1" rtl="0" algn="ctr">
              <a:lnSpc>
                <a:spcPct val="100000"/>
              </a:lnSpc>
              <a:spcBef>
                <a:spcPts val="0"/>
              </a:spcBef>
              <a:spcAft>
                <a:spcPts val="0"/>
              </a:spcAft>
              <a:buNone/>
              <a:defRPr b="1" sz="2000"/>
            </a:lvl2pPr>
            <a:lvl3pPr lvl="2" rtl="0" algn="ctr">
              <a:lnSpc>
                <a:spcPct val="100000"/>
              </a:lnSpc>
              <a:spcBef>
                <a:spcPts val="0"/>
              </a:spcBef>
              <a:spcAft>
                <a:spcPts val="0"/>
              </a:spcAft>
              <a:buNone/>
              <a:defRPr b="1" sz="2000"/>
            </a:lvl3pPr>
            <a:lvl4pPr lvl="3" rtl="0" algn="ctr">
              <a:lnSpc>
                <a:spcPct val="100000"/>
              </a:lnSpc>
              <a:spcBef>
                <a:spcPts val="0"/>
              </a:spcBef>
              <a:spcAft>
                <a:spcPts val="0"/>
              </a:spcAft>
              <a:buNone/>
              <a:defRPr b="1" sz="2000"/>
            </a:lvl4pPr>
            <a:lvl5pPr lvl="4" rtl="0" algn="ctr">
              <a:lnSpc>
                <a:spcPct val="100000"/>
              </a:lnSpc>
              <a:spcBef>
                <a:spcPts val="0"/>
              </a:spcBef>
              <a:spcAft>
                <a:spcPts val="0"/>
              </a:spcAft>
              <a:buNone/>
              <a:defRPr b="1" sz="2000"/>
            </a:lvl5pPr>
            <a:lvl6pPr lvl="5" rtl="0" algn="ctr">
              <a:lnSpc>
                <a:spcPct val="100000"/>
              </a:lnSpc>
              <a:spcBef>
                <a:spcPts val="0"/>
              </a:spcBef>
              <a:spcAft>
                <a:spcPts val="0"/>
              </a:spcAft>
              <a:buNone/>
              <a:defRPr b="1" sz="2000"/>
            </a:lvl6pPr>
            <a:lvl7pPr lvl="6" rtl="0" algn="ctr">
              <a:lnSpc>
                <a:spcPct val="100000"/>
              </a:lnSpc>
              <a:spcBef>
                <a:spcPts val="0"/>
              </a:spcBef>
              <a:spcAft>
                <a:spcPts val="0"/>
              </a:spcAft>
              <a:buNone/>
              <a:defRPr b="1" sz="2000"/>
            </a:lvl7pPr>
            <a:lvl8pPr lvl="7" rtl="0" algn="ctr">
              <a:lnSpc>
                <a:spcPct val="100000"/>
              </a:lnSpc>
              <a:spcBef>
                <a:spcPts val="0"/>
              </a:spcBef>
              <a:spcAft>
                <a:spcPts val="0"/>
              </a:spcAft>
              <a:buNone/>
              <a:defRPr b="1" sz="2000"/>
            </a:lvl8pPr>
            <a:lvl9pPr lvl="8" rtl="0" algn="ctr">
              <a:lnSpc>
                <a:spcPct val="100000"/>
              </a:lnSpc>
              <a:spcBef>
                <a:spcPts val="0"/>
              </a:spcBef>
              <a:spcAft>
                <a:spcPts val="0"/>
              </a:spcAft>
              <a:buNone/>
              <a:defRPr b="1" sz="2000"/>
            </a:lvl9pPr>
          </a:lstStyle>
          <a:p/>
        </p:txBody>
      </p:sp>
      <p:sp>
        <p:nvSpPr>
          <p:cNvPr id="2196" name="Google Shape;2196;p27"/>
          <p:cNvSpPr txBox="1"/>
          <p:nvPr>
            <p:ph idx="2" type="subTitle"/>
          </p:nvPr>
        </p:nvSpPr>
        <p:spPr>
          <a:xfrm>
            <a:off x="993600" y="3259225"/>
            <a:ext cx="2011800" cy="36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600"/>
            </a:lvl1pPr>
            <a:lvl2pPr lvl="1" rtl="0" algn="ctr">
              <a:lnSpc>
                <a:spcPct val="100000"/>
              </a:lnSpc>
              <a:spcBef>
                <a:spcPts val="0"/>
              </a:spcBef>
              <a:spcAft>
                <a:spcPts val="0"/>
              </a:spcAft>
              <a:buNone/>
              <a:defRPr sz="1600"/>
            </a:lvl2pPr>
            <a:lvl3pPr lvl="2" rtl="0" algn="ctr">
              <a:lnSpc>
                <a:spcPct val="100000"/>
              </a:lnSpc>
              <a:spcBef>
                <a:spcPts val="0"/>
              </a:spcBef>
              <a:spcAft>
                <a:spcPts val="0"/>
              </a:spcAft>
              <a:buNone/>
              <a:defRPr sz="1600"/>
            </a:lvl3pPr>
            <a:lvl4pPr lvl="3" rtl="0" algn="ctr">
              <a:lnSpc>
                <a:spcPct val="100000"/>
              </a:lnSpc>
              <a:spcBef>
                <a:spcPts val="0"/>
              </a:spcBef>
              <a:spcAft>
                <a:spcPts val="0"/>
              </a:spcAft>
              <a:buNone/>
              <a:defRPr sz="1600"/>
            </a:lvl4pPr>
            <a:lvl5pPr lvl="4" rtl="0" algn="ctr">
              <a:lnSpc>
                <a:spcPct val="100000"/>
              </a:lnSpc>
              <a:spcBef>
                <a:spcPts val="0"/>
              </a:spcBef>
              <a:spcAft>
                <a:spcPts val="0"/>
              </a:spcAft>
              <a:buNone/>
              <a:defRPr sz="1600"/>
            </a:lvl5pPr>
            <a:lvl6pPr lvl="5" rtl="0" algn="ctr">
              <a:lnSpc>
                <a:spcPct val="100000"/>
              </a:lnSpc>
              <a:spcBef>
                <a:spcPts val="0"/>
              </a:spcBef>
              <a:spcAft>
                <a:spcPts val="0"/>
              </a:spcAft>
              <a:buNone/>
              <a:defRPr sz="1600"/>
            </a:lvl6pPr>
            <a:lvl7pPr lvl="6" rtl="0" algn="ctr">
              <a:lnSpc>
                <a:spcPct val="100000"/>
              </a:lnSpc>
              <a:spcBef>
                <a:spcPts val="0"/>
              </a:spcBef>
              <a:spcAft>
                <a:spcPts val="0"/>
              </a:spcAft>
              <a:buNone/>
              <a:defRPr sz="1600"/>
            </a:lvl7pPr>
            <a:lvl8pPr lvl="7" rtl="0" algn="ctr">
              <a:lnSpc>
                <a:spcPct val="100000"/>
              </a:lnSpc>
              <a:spcBef>
                <a:spcPts val="0"/>
              </a:spcBef>
              <a:spcAft>
                <a:spcPts val="0"/>
              </a:spcAft>
              <a:buNone/>
              <a:defRPr sz="1600"/>
            </a:lvl8pPr>
            <a:lvl9pPr lvl="8" rtl="0" algn="ctr">
              <a:lnSpc>
                <a:spcPct val="100000"/>
              </a:lnSpc>
              <a:spcBef>
                <a:spcPts val="0"/>
              </a:spcBef>
              <a:spcAft>
                <a:spcPts val="0"/>
              </a:spcAft>
              <a:buNone/>
              <a:defRPr sz="1600"/>
            </a:lvl9pPr>
          </a:lstStyle>
          <a:p/>
        </p:txBody>
      </p:sp>
      <p:sp>
        <p:nvSpPr>
          <p:cNvPr id="2197" name="Google Shape;2197;p27"/>
          <p:cNvSpPr txBox="1"/>
          <p:nvPr>
            <p:ph idx="3" type="subTitle"/>
          </p:nvPr>
        </p:nvSpPr>
        <p:spPr>
          <a:xfrm>
            <a:off x="3566100" y="2818403"/>
            <a:ext cx="2011800" cy="183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000"/>
            </a:lvl1pPr>
            <a:lvl2pPr lvl="1" rtl="0" algn="ctr">
              <a:lnSpc>
                <a:spcPct val="100000"/>
              </a:lnSpc>
              <a:spcBef>
                <a:spcPts val="0"/>
              </a:spcBef>
              <a:spcAft>
                <a:spcPts val="0"/>
              </a:spcAft>
              <a:buNone/>
              <a:defRPr b="1" sz="2000"/>
            </a:lvl2pPr>
            <a:lvl3pPr lvl="2" rtl="0" algn="ctr">
              <a:lnSpc>
                <a:spcPct val="100000"/>
              </a:lnSpc>
              <a:spcBef>
                <a:spcPts val="0"/>
              </a:spcBef>
              <a:spcAft>
                <a:spcPts val="0"/>
              </a:spcAft>
              <a:buNone/>
              <a:defRPr b="1" sz="2000"/>
            </a:lvl3pPr>
            <a:lvl4pPr lvl="3" rtl="0" algn="ctr">
              <a:lnSpc>
                <a:spcPct val="100000"/>
              </a:lnSpc>
              <a:spcBef>
                <a:spcPts val="0"/>
              </a:spcBef>
              <a:spcAft>
                <a:spcPts val="0"/>
              </a:spcAft>
              <a:buNone/>
              <a:defRPr b="1" sz="2000"/>
            </a:lvl4pPr>
            <a:lvl5pPr lvl="4" rtl="0" algn="ctr">
              <a:lnSpc>
                <a:spcPct val="100000"/>
              </a:lnSpc>
              <a:spcBef>
                <a:spcPts val="0"/>
              </a:spcBef>
              <a:spcAft>
                <a:spcPts val="0"/>
              </a:spcAft>
              <a:buNone/>
              <a:defRPr b="1" sz="2000"/>
            </a:lvl5pPr>
            <a:lvl6pPr lvl="5" rtl="0" algn="ctr">
              <a:lnSpc>
                <a:spcPct val="100000"/>
              </a:lnSpc>
              <a:spcBef>
                <a:spcPts val="0"/>
              </a:spcBef>
              <a:spcAft>
                <a:spcPts val="0"/>
              </a:spcAft>
              <a:buNone/>
              <a:defRPr b="1" sz="2000"/>
            </a:lvl6pPr>
            <a:lvl7pPr lvl="6" rtl="0" algn="ctr">
              <a:lnSpc>
                <a:spcPct val="100000"/>
              </a:lnSpc>
              <a:spcBef>
                <a:spcPts val="0"/>
              </a:spcBef>
              <a:spcAft>
                <a:spcPts val="0"/>
              </a:spcAft>
              <a:buNone/>
              <a:defRPr b="1" sz="2000"/>
            </a:lvl7pPr>
            <a:lvl8pPr lvl="7" rtl="0" algn="ctr">
              <a:lnSpc>
                <a:spcPct val="100000"/>
              </a:lnSpc>
              <a:spcBef>
                <a:spcPts val="0"/>
              </a:spcBef>
              <a:spcAft>
                <a:spcPts val="0"/>
              </a:spcAft>
              <a:buNone/>
              <a:defRPr b="1" sz="2000"/>
            </a:lvl8pPr>
            <a:lvl9pPr lvl="8" rtl="0" algn="ctr">
              <a:lnSpc>
                <a:spcPct val="100000"/>
              </a:lnSpc>
              <a:spcBef>
                <a:spcPts val="0"/>
              </a:spcBef>
              <a:spcAft>
                <a:spcPts val="0"/>
              </a:spcAft>
              <a:buNone/>
              <a:defRPr b="1" sz="2000"/>
            </a:lvl9pPr>
          </a:lstStyle>
          <a:p/>
        </p:txBody>
      </p:sp>
      <p:sp>
        <p:nvSpPr>
          <p:cNvPr id="2198" name="Google Shape;2198;p27"/>
          <p:cNvSpPr txBox="1"/>
          <p:nvPr>
            <p:ph idx="4" type="subTitle"/>
          </p:nvPr>
        </p:nvSpPr>
        <p:spPr>
          <a:xfrm>
            <a:off x="3566100" y="3259220"/>
            <a:ext cx="2011800" cy="36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600"/>
            </a:lvl1pPr>
            <a:lvl2pPr lvl="1" rtl="0" algn="ctr">
              <a:lnSpc>
                <a:spcPct val="100000"/>
              </a:lnSpc>
              <a:spcBef>
                <a:spcPts val="0"/>
              </a:spcBef>
              <a:spcAft>
                <a:spcPts val="0"/>
              </a:spcAft>
              <a:buNone/>
              <a:defRPr sz="1600"/>
            </a:lvl2pPr>
            <a:lvl3pPr lvl="2" rtl="0" algn="ctr">
              <a:lnSpc>
                <a:spcPct val="100000"/>
              </a:lnSpc>
              <a:spcBef>
                <a:spcPts val="0"/>
              </a:spcBef>
              <a:spcAft>
                <a:spcPts val="0"/>
              </a:spcAft>
              <a:buNone/>
              <a:defRPr sz="1600"/>
            </a:lvl3pPr>
            <a:lvl4pPr lvl="3" rtl="0" algn="ctr">
              <a:lnSpc>
                <a:spcPct val="100000"/>
              </a:lnSpc>
              <a:spcBef>
                <a:spcPts val="0"/>
              </a:spcBef>
              <a:spcAft>
                <a:spcPts val="0"/>
              </a:spcAft>
              <a:buNone/>
              <a:defRPr sz="1600"/>
            </a:lvl4pPr>
            <a:lvl5pPr lvl="4" rtl="0" algn="ctr">
              <a:lnSpc>
                <a:spcPct val="100000"/>
              </a:lnSpc>
              <a:spcBef>
                <a:spcPts val="0"/>
              </a:spcBef>
              <a:spcAft>
                <a:spcPts val="0"/>
              </a:spcAft>
              <a:buNone/>
              <a:defRPr sz="1600"/>
            </a:lvl5pPr>
            <a:lvl6pPr lvl="5" rtl="0" algn="ctr">
              <a:lnSpc>
                <a:spcPct val="100000"/>
              </a:lnSpc>
              <a:spcBef>
                <a:spcPts val="0"/>
              </a:spcBef>
              <a:spcAft>
                <a:spcPts val="0"/>
              </a:spcAft>
              <a:buNone/>
              <a:defRPr sz="1600"/>
            </a:lvl6pPr>
            <a:lvl7pPr lvl="6" rtl="0" algn="ctr">
              <a:lnSpc>
                <a:spcPct val="100000"/>
              </a:lnSpc>
              <a:spcBef>
                <a:spcPts val="0"/>
              </a:spcBef>
              <a:spcAft>
                <a:spcPts val="0"/>
              </a:spcAft>
              <a:buNone/>
              <a:defRPr sz="1600"/>
            </a:lvl7pPr>
            <a:lvl8pPr lvl="7" rtl="0" algn="ctr">
              <a:lnSpc>
                <a:spcPct val="100000"/>
              </a:lnSpc>
              <a:spcBef>
                <a:spcPts val="0"/>
              </a:spcBef>
              <a:spcAft>
                <a:spcPts val="0"/>
              </a:spcAft>
              <a:buNone/>
              <a:defRPr sz="1600"/>
            </a:lvl8pPr>
            <a:lvl9pPr lvl="8" rtl="0" algn="ctr">
              <a:lnSpc>
                <a:spcPct val="100000"/>
              </a:lnSpc>
              <a:spcBef>
                <a:spcPts val="0"/>
              </a:spcBef>
              <a:spcAft>
                <a:spcPts val="0"/>
              </a:spcAft>
              <a:buNone/>
              <a:defRPr sz="1600"/>
            </a:lvl9pPr>
          </a:lstStyle>
          <a:p/>
        </p:txBody>
      </p:sp>
      <p:sp>
        <p:nvSpPr>
          <p:cNvPr id="2199" name="Google Shape;2199;p27"/>
          <p:cNvSpPr txBox="1"/>
          <p:nvPr>
            <p:ph idx="5" type="subTitle"/>
          </p:nvPr>
        </p:nvSpPr>
        <p:spPr>
          <a:xfrm>
            <a:off x="6138600" y="2818403"/>
            <a:ext cx="2011800" cy="183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000"/>
            </a:lvl1pPr>
            <a:lvl2pPr lvl="1" rtl="0" algn="ctr">
              <a:lnSpc>
                <a:spcPct val="100000"/>
              </a:lnSpc>
              <a:spcBef>
                <a:spcPts val="0"/>
              </a:spcBef>
              <a:spcAft>
                <a:spcPts val="0"/>
              </a:spcAft>
              <a:buNone/>
              <a:defRPr b="1" sz="2000"/>
            </a:lvl2pPr>
            <a:lvl3pPr lvl="2" rtl="0" algn="ctr">
              <a:lnSpc>
                <a:spcPct val="100000"/>
              </a:lnSpc>
              <a:spcBef>
                <a:spcPts val="0"/>
              </a:spcBef>
              <a:spcAft>
                <a:spcPts val="0"/>
              </a:spcAft>
              <a:buNone/>
              <a:defRPr b="1" sz="2000"/>
            </a:lvl3pPr>
            <a:lvl4pPr lvl="3" rtl="0" algn="ctr">
              <a:lnSpc>
                <a:spcPct val="100000"/>
              </a:lnSpc>
              <a:spcBef>
                <a:spcPts val="0"/>
              </a:spcBef>
              <a:spcAft>
                <a:spcPts val="0"/>
              </a:spcAft>
              <a:buNone/>
              <a:defRPr b="1" sz="2000"/>
            </a:lvl4pPr>
            <a:lvl5pPr lvl="4" rtl="0" algn="ctr">
              <a:lnSpc>
                <a:spcPct val="100000"/>
              </a:lnSpc>
              <a:spcBef>
                <a:spcPts val="0"/>
              </a:spcBef>
              <a:spcAft>
                <a:spcPts val="0"/>
              </a:spcAft>
              <a:buNone/>
              <a:defRPr b="1" sz="2000"/>
            </a:lvl5pPr>
            <a:lvl6pPr lvl="5" rtl="0" algn="ctr">
              <a:lnSpc>
                <a:spcPct val="100000"/>
              </a:lnSpc>
              <a:spcBef>
                <a:spcPts val="0"/>
              </a:spcBef>
              <a:spcAft>
                <a:spcPts val="0"/>
              </a:spcAft>
              <a:buNone/>
              <a:defRPr b="1" sz="2000"/>
            </a:lvl6pPr>
            <a:lvl7pPr lvl="6" rtl="0" algn="ctr">
              <a:lnSpc>
                <a:spcPct val="100000"/>
              </a:lnSpc>
              <a:spcBef>
                <a:spcPts val="0"/>
              </a:spcBef>
              <a:spcAft>
                <a:spcPts val="0"/>
              </a:spcAft>
              <a:buNone/>
              <a:defRPr b="1" sz="2000"/>
            </a:lvl7pPr>
            <a:lvl8pPr lvl="7" rtl="0" algn="ctr">
              <a:lnSpc>
                <a:spcPct val="100000"/>
              </a:lnSpc>
              <a:spcBef>
                <a:spcPts val="0"/>
              </a:spcBef>
              <a:spcAft>
                <a:spcPts val="0"/>
              </a:spcAft>
              <a:buNone/>
              <a:defRPr b="1" sz="2000"/>
            </a:lvl8pPr>
            <a:lvl9pPr lvl="8" rtl="0" algn="ctr">
              <a:lnSpc>
                <a:spcPct val="100000"/>
              </a:lnSpc>
              <a:spcBef>
                <a:spcPts val="0"/>
              </a:spcBef>
              <a:spcAft>
                <a:spcPts val="0"/>
              </a:spcAft>
              <a:buNone/>
              <a:defRPr b="1" sz="2000"/>
            </a:lvl9pPr>
          </a:lstStyle>
          <a:p/>
        </p:txBody>
      </p:sp>
      <p:sp>
        <p:nvSpPr>
          <p:cNvPr id="2200" name="Google Shape;2200;p27"/>
          <p:cNvSpPr txBox="1"/>
          <p:nvPr>
            <p:ph idx="6" type="subTitle"/>
          </p:nvPr>
        </p:nvSpPr>
        <p:spPr>
          <a:xfrm>
            <a:off x="6138600" y="3259220"/>
            <a:ext cx="2011800" cy="36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600"/>
            </a:lvl1pPr>
            <a:lvl2pPr lvl="1" rtl="0" algn="ctr">
              <a:lnSpc>
                <a:spcPct val="100000"/>
              </a:lnSpc>
              <a:spcBef>
                <a:spcPts val="0"/>
              </a:spcBef>
              <a:spcAft>
                <a:spcPts val="0"/>
              </a:spcAft>
              <a:buNone/>
              <a:defRPr sz="1600"/>
            </a:lvl2pPr>
            <a:lvl3pPr lvl="2" rtl="0" algn="ctr">
              <a:lnSpc>
                <a:spcPct val="100000"/>
              </a:lnSpc>
              <a:spcBef>
                <a:spcPts val="0"/>
              </a:spcBef>
              <a:spcAft>
                <a:spcPts val="0"/>
              </a:spcAft>
              <a:buNone/>
              <a:defRPr sz="1600"/>
            </a:lvl3pPr>
            <a:lvl4pPr lvl="3" rtl="0" algn="ctr">
              <a:lnSpc>
                <a:spcPct val="100000"/>
              </a:lnSpc>
              <a:spcBef>
                <a:spcPts val="0"/>
              </a:spcBef>
              <a:spcAft>
                <a:spcPts val="0"/>
              </a:spcAft>
              <a:buNone/>
              <a:defRPr sz="1600"/>
            </a:lvl4pPr>
            <a:lvl5pPr lvl="4" rtl="0" algn="ctr">
              <a:lnSpc>
                <a:spcPct val="100000"/>
              </a:lnSpc>
              <a:spcBef>
                <a:spcPts val="0"/>
              </a:spcBef>
              <a:spcAft>
                <a:spcPts val="0"/>
              </a:spcAft>
              <a:buNone/>
              <a:defRPr sz="1600"/>
            </a:lvl5pPr>
            <a:lvl6pPr lvl="5" rtl="0" algn="ctr">
              <a:lnSpc>
                <a:spcPct val="100000"/>
              </a:lnSpc>
              <a:spcBef>
                <a:spcPts val="0"/>
              </a:spcBef>
              <a:spcAft>
                <a:spcPts val="0"/>
              </a:spcAft>
              <a:buNone/>
              <a:defRPr sz="1600"/>
            </a:lvl6pPr>
            <a:lvl7pPr lvl="6" rtl="0" algn="ctr">
              <a:lnSpc>
                <a:spcPct val="100000"/>
              </a:lnSpc>
              <a:spcBef>
                <a:spcPts val="0"/>
              </a:spcBef>
              <a:spcAft>
                <a:spcPts val="0"/>
              </a:spcAft>
              <a:buNone/>
              <a:defRPr sz="1600"/>
            </a:lvl7pPr>
            <a:lvl8pPr lvl="7" rtl="0" algn="ctr">
              <a:lnSpc>
                <a:spcPct val="100000"/>
              </a:lnSpc>
              <a:spcBef>
                <a:spcPts val="0"/>
              </a:spcBef>
              <a:spcAft>
                <a:spcPts val="0"/>
              </a:spcAft>
              <a:buNone/>
              <a:defRPr sz="1600"/>
            </a:lvl8pPr>
            <a:lvl9pPr lvl="8" rtl="0" algn="ctr">
              <a:lnSpc>
                <a:spcPct val="100000"/>
              </a:lnSpc>
              <a:spcBef>
                <a:spcPts val="0"/>
              </a:spcBef>
              <a:spcAft>
                <a:spcPts val="0"/>
              </a:spcAft>
              <a:buNone/>
              <a:defRPr sz="1600"/>
            </a:lvl9pPr>
          </a:lstStyle>
          <a:p/>
        </p:txBody>
      </p:sp>
      <p:sp>
        <p:nvSpPr>
          <p:cNvPr id="2201" name="Google Shape;2201;p27"/>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800"/>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2202" name="Google Shape;2202;p27"/>
          <p:cNvSpPr/>
          <p:nvPr/>
        </p:nvSpPr>
        <p:spPr>
          <a:xfrm flipH="1">
            <a:off x="125" y="0"/>
            <a:ext cx="7131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27"/>
          <p:cNvSpPr/>
          <p:nvPr/>
        </p:nvSpPr>
        <p:spPr>
          <a:xfrm>
            <a:off x="8202150" y="32479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27"/>
          <p:cNvSpPr/>
          <p:nvPr/>
        </p:nvSpPr>
        <p:spPr>
          <a:xfrm flipH="1">
            <a:off x="8104938" y="4100878"/>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27"/>
          <p:cNvSpPr/>
          <p:nvPr/>
        </p:nvSpPr>
        <p:spPr>
          <a:xfrm>
            <a:off x="484613" y="43847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06" name="Google Shape;2206;p27"/>
          <p:cNvGrpSpPr/>
          <p:nvPr/>
        </p:nvGrpSpPr>
        <p:grpSpPr>
          <a:xfrm>
            <a:off x="8053502" y="4224312"/>
            <a:ext cx="754524" cy="750237"/>
            <a:chOff x="8523754" y="10"/>
            <a:chExt cx="516408" cy="513439"/>
          </a:xfrm>
        </p:grpSpPr>
        <p:sp>
          <p:nvSpPr>
            <p:cNvPr id="2207" name="Google Shape;2207;p27"/>
            <p:cNvSpPr/>
            <p:nvPr/>
          </p:nvSpPr>
          <p:spPr>
            <a:xfrm>
              <a:off x="8523754" y="255242"/>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27"/>
            <p:cNvSpPr/>
            <p:nvPr/>
          </p:nvSpPr>
          <p:spPr>
            <a:xfrm>
              <a:off x="8523754" y="10"/>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09" name="Google Shape;2209;p27"/>
          <p:cNvSpPr/>
          <p:nvPr/>
        </p:nvSpPr>
        <p:spPr>
          <a:xfrm flipH="1" rot="5400000">
            <a:off x="2464850" y="-1754725"/>
            <a:ext cx="361800" cy="3865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27"/>
          <p:cNvSpPr/>
          <p:nvPr/>
        </p:nvSpPr>
        <p:spPr>
          <a:xfrm flipH="1" rot="10800000">
            <a:off x="-971791" y="-267796"/>
            <a:ext cx="1596439" cy="1802961"/>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27"/>
          <p:cNvSpPr/>
          <p:nvPr/>
        </p:nvSpPr>
        <p:spPr>
          <a:xfrm flipH="1" rot="10800000">
            <a:off x="-890559" y="-202382"/>
            <a:ext cx="1395619" cy="1650669"/>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27"/>
          <p:cNvSpPr/>
          <p:nvPr/>
        </p:nvSpPr>
        <p:spPr>
          <a:xfrm flipH="1" rot="10800000">
            <a:off x="-789033" y="-90677"/>
            <a:ext cx="1193681" cy="142726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27"/>
          <p:cNvSpPr/>
          <p:nvPr/>
        </p:nvSpPr>
        <p:spPr>
          <a:xfrm flipH="1" rot="10800000">
            <a:off x="-655919" y="89851"/>
            <a:ext cx="901508" cy="110456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27"/>
          <p:cNvSpPr/>
          <p:nvPr/>
        </p:nvSpPr>
        <p:spPr>
          <a:xfrm flipH="1" rot="10800000">
            <a:off x="33406" y="693431"/>
            <a:ext cx="130935" cy="39045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27"/>
          <p:cNvSpPr/>
          <p:nvPr/>
        </p:nvSpPr>
        <p:spPr>
          <a:xfrm flipH="1" rot="10800000">
            <a:off x="90934" y="887489"/>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27"/>
          <p:cNvSpPr/>
          <p:nvPr/>
        </p:nvSpPr>
        <p:spPr>
          <a:xfrm flipH="1" rot="10800000">
            <a:off x="66112" y="913430"/>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27"/>
          <p:cNvSpPr/>
          <p:nvPr/>
        </p:nvSpPr>
        <p:spPr>
          <a:xfrm flipH="1" rot="5400000">
            <a:off x="-1584790" y="2486012"/>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27"/>
          <p:cNvSpPr/>
          <p:nvPr/>
        </p:nvSpPr>
        <p:spPr>
          <a:xfrm flipH="1" rot="5400000">
            <a:off x="-1296556" y="2431317"/>
            <a:ext cx="1730784" cy="1441910"/>
          </a:xfrm>
          <a:custGeom>
            <a:rect b="b" l="l" r="r" t="t"/>
            <a:pathLst>
              <a:path extrusionOk="0" h="25791" w="30958">
                <a:moveTo>
                  <a:pt x="13179" y="81"/>
                </a:moveTo>
                <a:lnTo>
                  <a:pt x="14551" y="101"/>
                </a:lnTo>
                <a:lnTo>
                  <a:pt x="15257" y="121"/>
                </a:lnTo>
                <a:lnTo>
                  <a:pt x="15963" y="162"/>
                </a:lnTo>
                <a:lnTo>
                  <a:pt x="16690" y="242"/>
                </a:lnTo>
                <a:lnTo>
                  <a:pt x="17416" y="323"/>
                </a:lnTo>
                <a:lnTo>
                  <a:pt x="18143" y="444"/>
                </a:lnTo>
                <a:lnTo>
                  <a:pt x="18869" y="586"/>
                </a:lnTo>
                <a:lnTo>
                  <a:pt x="19576" y="767"/>
                </a:lnTo>
                <a:lnTo>
                  <a:pt x="20282" y="969"/>
                </a:lnTo>
                <a:lnTo>
                  <a:pt x="20988" y="1211"/>
                </a:lnTo>
                <a:lnTo>
                  <a:pt x="21654" y="1494"/>
                </a:lnTo>
                <a:lnTo>
                  <a:pt x="21997" y="1655"/>
                </a:lnTo>
                <a:lnTo>
                  <a:pt x="22320" y="1837"/>
                </a:lnTo>
                <a:lnTo>
                  <a:pt x="22643" y="2018"/>
                </a:lnTo>
                <a:lnTo>
                  <a:pt x="22946" y="2200"/>
                </a:lnTo>
                <a:lnTo>
                  <a:pt x="23269" y="2402"/>
                </a:lnTo>
                <a:lnTo>
                  <a:pt x="23551" y="2624"/>
                </a:lnTo>
                <a:lnTo>
                  <a:pt x="23854" y="2866"/>
                </a:lnTo>
                <a:lnTo>
                  <a:pt x="24136" y="3108"/>
                </a:lnTo>
                <a:lnTo>
                  <a:pt x="24540" y="3491"/>
                </a:lnTo>
                <a:lnTo>
                  <a:pt x="24923" y="3895"/>
                </a:lnTo>
                <a:lnTo>
                  <a:pt x="25287" y="4339"/>
                </a:lnTo>
                <a:lnTo>
                  <a:pt x="25670" y="4823"/>
                </a:lnTo>
                <a:lnTo>
                  <a:pt x="26013" y="5348"/>
                </a:lnTo>
                <a:lnTo>
                  <a:pt x="26356" y="5913"/>
                </a:lnTo>
                <a:lnTo>
                  <a:pt x="26719" y="6518"/>
                </a:lnTo>
                <a:lnTo>
                  <a:pt x="27042" y="7164"/>
                </a:lnTo>
                <a:lnTo>
                  <a:pt x="27345" y="7749"/>
                </a:lnTo>
                <a:lnTo>
                  <a:pt x="27607" y="8335"/>
                </a:lnTo>
                <a:lnTo>
                  <a:pt x="27870" y="8940"/>
                </a:lnTo>
                <a:lnTo>
                  <a:pt x="28112" y="9546"/>
                </a:lnTo>
                <a:lnTo>
                  <a:pt x="28556" y="10756"/>
                </a:lnTo>
                <a:lnTo>
                  <a:pt x="28959" y="11947"/>
                </a:lnTo>
                <a:lnTo>
                  <a:pt x="29343" y="13138"/>
                </a:lnTo>
                <a:lnTo>
                  <a:pt x="29666" y="14328"/>
                </a:lnTo>
                <a:lnTo>
                  <a:pt x="29948" y="15478"/>
                </a:lnTo>
                <a:lnTo>
                  <a:pt x="30231" y="16588"/>
                </a:lnTo>
                <a:lnTo>
                  <a:pt x="30453" y="17577"/>
                </a:lnTo>
                <a:lnTo>
                  <a:pt x="30654" y="18606"/>
                </a:lnTo>
                <a:lnTo>
                  <a:pt x="30735" y="19111"/>
                </a:lnTo>
                <a:lnTo>
                  <a:pt x="30816" y="19636"/>
                </a:lnTo>
                <a:lnTo>
                  <a:pt x="30856" y="20160"/>
                </a:lnTo>
                <a:lnTo>
                  <a:pt x="30876" y="20685"/>
                </a:lnTo>
                <a:lnTo>
                  <a:pt x="30876" y="21169"/>
                </a:lnTo>
                <a:lnTo>
                  <a:pt x="30856" y="21674"/>
                </a:lnTo>
                <a:lnTo>
                  <a:pt x="30796" y="22219"/>
                </a:lnTo>
                <a:lnTo>
                  <a:pt x="30695" y="22784"/>
                </a:lnTo>
                <a:lnTo>
                  <a:pt x="30614" y="23046"/>
                </a:lnTo>
                <a:lnTo>
                  <a:pt x="30533" y="23329"/>
                </a:lnTo>
                <a:lnTo>
                  <a:pt x="30412" y="23611"/>
                </a:lnTo>
                <a:lnTo>
                  <a:pt x="30311" y="23873"/>
                </a:lnTo>
                <a:lnTo>
                  <a:pt x="30170" y="24136"/>
                </a:lnTo>
                <a:lnTo>
                  <a:pt x="30009" y="24398"/>
                </a:lnTo>
                <a:lnTo>
                  <a:pt x="29847" y="24640"/>
                </a:lnTo>
                <a:lnTo>
                  <a:pt x="29645" y="24882"/>
                </a:lnTo>
                <a:lnTo>
                  <a:pt x="29383" y="25145"/>
                </a:lnTo>
                <a:lnTo>
                  <a:pt x="29242" y="25266"/>
                </a:lnTo>
                <a:lnTo>
                  <a:pt x="29101" y="25387"/>
                </a:lnTo>
                <a:lnTo>
                  <a:pt x="28939" y="25468"/>
                </a:lnTo>
                <a:lnTo>
                  <a:pt x="28798" y="25548"/>
                </a:lnTo>
                <a:lnTo>
                  <a:pt x="28657" y="25609"/>
                </a:lnTo>
                <a:lnTo>
                  <a:pt x="28515" y="25649"/>
                </a:lnTo>
                <a:lnTo>
                  <a:pt x="28334" y="25690"/>
                </a:lnTo>
                <a:lnTo>
                  <a:pt x="28152" y="25710"/>
                </a:lnTo>
                <a:lnTo>
                  <a:pt x="27991" y="25710"/>
                </a:lnTo>
                <a:lnTo>
                  <a:pt x="27809" y="25690"/>
                </a:lnTo>
                <a:lnTo>
                  <a:pt x="27648" y="25669"/>
                </a:lnTo>
                <a:lnTo>
                  <a:pt x="27466" y="25629"/>
                </a:lnTo>
                <a:lnTo>
                  <a:pt x="27143" y="25508"/>
                </a:lnTo>
                <a:lnTo>
                  <a:pt x="26800" y="25347"/>
                </a:lnTo>
                <a:lnTo>
                  <a:pt x="26477" y="25165"/>
                </a:lnTo>
                <a:lnTo>
                  <a:pt x="26154" y="24963"/>
                </a:lnTo>
                <a:lnTo>
                  <a:pt x="25852" y="24741"/>
                </a:lnTo>
                <a:lnTo>
                  <a:pt x="25145" y="24196"/>
                </a:lnTo>
                <a:lnTo>
                  <a:pt x="24419" y="23631"/>
                </a:lnTo>
                <a:lnTo>
                  <a:pt x="23692" y="23046"/>
                </a:lnTo>
                <a:lnTo>
                  <a:pt x="22946" y="22420"/>
                </a:lnTo>
                <a:lnTo>
                  <a:pt x="22199" y="21775"/>
                </a:lnTo>
                <a:lnTo>
                  <a:pt x="21412" y="21109"/>
                </a:lnTo>
                <a:lnTo>
                  <a:pt x="20625" y="20382"/>
                </a:lnTo>
                <a:lnTo>
                  <a:pt x="19798" y="19636"/>
                </a:lnTo>
                <a:lnTo>
                  <a:pt x="18506" y="18405"/>
                </a:lnTo>
                <a:lnTo>
                  <a:pt x="17215" y="17153"/>
                </a:lnTo>
                <a:lnTo>
                  <a:pt x="14692" y="14671"/>
                </a:lnTo>
                <a:lnTo>
                  <a:pt x="12270" y="12290"/>
                </a:lnTo>
                <a:lnTo>
                  <a:pt x="11039" y="11079"/>
                </a:lnTo>
                <a:lnTo>
                  <a:pt x="9808" y="9909"/>
                </a:lnTo>
                <a:lnTo>
                  <a:pt x="8376" y="8597"/>
                </a:lnTo>
                <a:lnTo>
                  <a:pt x="7024" y="7406"/>
                </a:lnTo>
                <a:lnTo>
                  <a:pt x="5732" y="6317"/>
                </a:lnTo>
                <a:lnTo>
                  <a:pt x="4461" y="5308"/>
                </a:lnTo>
                <a:lnTo>
                  <a:pt x="4118" y="5086"/>
                </a:lnTo>
                <a:lnTo>
                  <a:pt x="3593" y="4743"/>
                </a:lnTo>
                <a:lnTo>
                  <a:pt x="2523" y="4057"/>
                </a:lnTo>
                <a:lnTo>
                  <a:pt x="1958" y="3673"/>
                </a:lnTo>
                <a:lnTo>
                  <a:pt x="1414" y="3290"/>
                </a:lnTo>
                <a:lnTo>
                  <a:pt x="929" y="2886"/>
                </a:lnTo>
                <a:lnTo>
                  <a:pt x="707" y="2704"/>
                </a:lnTo>
                <a:lnTo>
                  <a:pt x="526" y="2503"/>
                </a:lnTo>
                <a:lnTo>
                  <a:pt x="364" y="2341"/>
                </a:lnTo>
                <a:lnTo>
                  <a:pt x="223" y="2160"/>
                </a:lnTo>
                <a:lnTo>
                  <a:pt x="142" y="1998"/>
                </a:lnTo>
                <a:lnTo>
                  <a:pt x="82" y="1857"/>
                </a:lnTo>
                <a:lnTo>
                  <a:pt x="82" y="1776"/>
                </a:lnTo>
                <a:lnTo>
                  <a:pt x="82" y="1716"/>
                </a:lnTo>
                <a:lnTo>
                  <a:pt x="102" y="1655"/>
                </a:lnTo>
                <a:lnTo>
                  <a:pt x="142" y="1595"/>
                </a:lnTo>
                <a:lnTo>
                  <a:pt x="243" y="1473"/>
                </a:lnTo>
                <a:lnTo>
                  <a:pt x="364" y="1373"/>
                </a:lnTo>
                <a:lnTo>
                  <a:pt x="485" y="1292"/>
                </a:lnTo>
                <a:lnTo>
                  <a:pt x="647" y="1231"/>
                </a:lnTo>
                <a:lnTo>
                  <a:pt x="788" y="1171"/>
                </a:lnTo>
                <a:lnTo>
                  <a:pt x="949" y="1130"/>
                </a:lnTo>
                <a:lnTo>
                  <a:pt x="1292" y="1070"/>
                </a:lnTo>
                <a:lnTo>
                  <a:pt x="2745" y="848"/>
                </a:lnTo>
                <a:lnTo>
                  <a:pt x="4219" y="646"/>
                </a:lnTo>
                <a:lnTo>
                  <a:pt x="5712" y="464"/>
                </a:lnTo>
                <a:lnTo>
                  <a:pt x="7185" y="323"/>
                </a:lnTo>
                <a:lnTo>
                  <a:pt x="8658" y="222"/>
                </a:lnTo>
                <a:lnTo>
                  <a:pt x="10152" y="142"/>
                </a:lnTo>
                <a:lnTo>
                  <a:pt x="11645" y="81"/>
                </a:lnTo>
                <a:close/>
                <a:moveTo>
                  <a:pt x="11645" y="0"/>
                </a:moveTo>
                <a:lnTo>
                  <a:pt x="10152" y="61"/>
                </a:lnTo>
                <a:lnTo>
                  <a:pt x="8658" y="142"/>
                </a:lnTo>
                <a:lnTo>
                  <a:pt x="7185" y="242"/>
                </a:lnTo>
                <a:lnTo>
                  <a:pt x="5692" y="384"/>
                </a:lnTo>
                <a:lnTo>
                  <a:pt x="4219" y="565"/>
                </a:lnTo>
                <a:lnTo>
                  <a:pt x="2745" y="767"/>
                </a:lnTo>
                <a:lnTo>
                  <a:pt x="1272" y="989"/>
                </a:lnTo>
                <a:lnTo>
                  <a:pt x="929" y="1070"/>
                </a:lnTo>
                <a:lnTo>
                  <a:pt x="768" y="1110"/>
                </a:lnTo>
                <a:lnTo>
                  <a:pt x="606" y="1151"/>
                </a:lnTo>
                <a:lnTo>
                  <a:pt x="445" y="1231"/>
                </a:lnTo>
                <a:lnTo>
                  <a:pt x="304" y="1312"/>
                </a:lnTo>
                <a:lnTo>
                  <a:pt x="183" y="1413"/>
                </a:lnTo>
                <a:lnTo>
                  <a:pt x="82" y="1554"/>
                </a:lnTo>
                <a:lnTo>
                  <a:pt x="41" y="1615"/>
                </a:lnTo>
                <a:lnTo>
                  <a:pt x="1" y="1695"/>
                </a:lnTo>
                <a:lnTo>
                  <a:pt x="1" y="1776"/>
                </a:lnTo>
                <a:lnTo>
                  <a:pt x="1" y="1857"/>
                </a:lnTo>
                <a:lnTo>
                  <a:pt x="61" y="2018"/>
                </a:lnTo>
                <a:lnTo>
                  <a:pt x="142" y="2180"/>
                </a:lnTo>
                <a:lnTo>
                  <a:pt x="283" y="2361"/>
                </a:lnTo>
                <a:lnTo>
                  <a:pt x="445" y="2543"/>
                </a:lnTo>
                <a:lnTo>
                  <a:pt x="627" y="2725"/>
                </a:lnTo>
                <a:lnTo>
                  <a:pt x="849" y="2926"/>
                </a:lnTo>
                <a:lnTo>
                  <a:pt x="1333" y="3310"/>
                </a:lnTo>
                <a:lnTo>
                  <a:pt x="1878" y="3713"/>
                </a:lnTo>
                <a:lnTo>
                  <a:pt x="2443" y="4097"/>
                </a:lnTo>
                <a:lnTo>
                  <a:pt x="3532" y="4803"/>
                </a:lnTo>
                <a:lnTo>
                  <a:pt x="4077" y="5146"/>
                </a:lnTo>
                <a:lnTo>
                  <a:pt x="4420" y="5388"/>
                </a:lnTo>
                <a:lnTo>
                  <a:pt x="5672" y="6377"/>
                </a:lnTo>
                <a:lnTo>
                  <a:pt x="6963" y="7467"/>
                </a:lnTo>
                <a:lnTo>
                  <a:pt x="8315" y="8658"/>
                </a:lnTo>
                <a:lnTo>
                  <a:pt x="9748" y="9969"/>
                </a:lnTo>
                <a:lnTo>
                  <a:pt x="10999" y="11140"/>
                </a:lnTo>
                <a:lnTo>
                  <a:pt x="12230" y="12351"/>
                </a:lnTo>
                <a:lnTo>
                  <a:pt x="14631" y="14732"/>
                </a:lnTo>
                <a:lnTo>
                  <a:pt x="17154" y="17214"/>
                </a:lnTo>
                <a:lnTo>
                  <a:pt x="18445" y="18465"/>
                </a:lnTo>
                <a:lnTo>
                  <a:pt x="19737" y="19696"/>
                </a:lnTo>
                <a:lnTo>
                  <a:pt x="20564" y="20443"/>
                </a:lnTo>
                <a:lnTo>
                  <a:pt x="21372" y="21169"/>
                </a:lnTo>
                <a:lnTo>
                  <a:pt x="22138" y="21835"/>
                </a:lnTo>
                <a:lnTo>
                  <a:pt x="22885" y="22501"/>
                </a:lnTo>
                <a:lnTo>
                  <a:pt x="23632" y="23107"/>
                </a:lnTo>
                <a:lnTo>
                  <a:pt x="24358" y="23692"/>
                </a:lnTo>
                <a:lnTo>
                  <a:pt x="25085" y="24257"/>
                </a:lnTo>
                <a:lnTo>
                  <a:pt x="25811" y="24802"/>
                </a:lnTo>
                <a:lnTo>
                  <a:pt x="26336" y="25165"/>
                </a:lnTo>
                <a:lnTo>
                  <a:pt x="26598" y="25326"/>
                </a:lnTo>
                <a:lnTo>
                  <a:pt x="26881" y="25488"/>
                </a:lnTo>
                <a:lnTo>
                  <a:pt x="27183" y="25609"/>
                </a:lnTo>
                <a:lnTo>
                  <a:pt x="27466" y="25710"/>
                </a:lnTo>
                <a:lnTo>
                  <a:pt x="27769" y="25770"/>
                </a:lnTo>
                <a:lnTo>
                  <a:pt x="28051" y="25790"/>
                </a:lnTo>
                <a:lnTo>
                  <a:pt x="28293" y="25770"/>
                </a:lnTo>
                <a:lnTo>
                  <a:pt x="28536" y="25730"/>
                </a:lnTo>
                <a:lnTo>
                  <a:pt x="28677" y="25690"/>
                </a:lnTo>
                <a:lnTo>
                  <a:pt x="28838" y="25609"/>
                </a:lnTo>
                <a:lnTo>
                  <a:pt x="28979" y="25548"/>
                </a:lnTo>
                <a:lnTo>
                  <a:pt x="29141" y="25447"/>
                </a:lnTo>
                <a:lnTo>
                  <a:pt x="29282" y="25347"/>
                </a:lnTo>
                <a:lnTo>
                  <a:pt x="29423" y="25225"/>
                </a:lnTo>
                <a:lnTo>
                  <a:pt x="29706" y="24923"/>
                </a:lnTo>
                <a:lnTo>
                  <a:pt x="29908" y="24681"/>
                </a:lnTo>
                <a:lnTo>
                  <a:pt x="30089" y="24438"/>
                </a:lnTo>
                <a:lnTo>
                  <a:pt x="30231" y="24176"/>
                </a:lnTo>
                <a:lnTo>
                  <a:pt x="30372" y="23914"/>
                </a:lnTo>
                <a:lnTo>
                  <a:pt x="30493" y="23631"/>
                </a:lnTo>
                <a:lnTo>
                  <a:pt x="30594" y="23369"/>
                </a:lnTo>
                <a:lnTo>
                  <a:pt x="30695" y="23086"/>
                </a:lnTo>
                <a:lnTo>
                  <a:pt x="30755" y="22804"/>
                </a:lnTo>
                <a:lnTo>
                  <a:pt x="30816" y="22521"/>
                </a:lnTo>
                <a:lnTo>
                  <a:pt x="30876" y="22239"/>
                </a:lnTo>
                <a:lnTo>
                  <a:pt x="30937" y="21694"/>
                </a:lnTo>
                <a:lnTo>
                  <a:pt x="30957" y="21169"/>
                </a:lnTo>
                <a:lnTo>
                  <a:pt x="30957" y="20685"/>
                </a:lnTo>
                <a:lnTo>
                  <a:pt x="30937" y="20160"/>
                </a:lnTo>
                <a:lnTo>
                  <a:pt x="30897" y="19636"/>
                </a:lnTo>
                <a:lnTo>
                  <a:pt x="30816" y="19111"/>
                </a:lnTo>
                <a:lnTo>
                  <a:pt x="30735" y="18586"/>
                </a:lnTo>
                <a:lnTo>
                  <a:pt x="30533" y="17557"/>
                </a:lnTo>
                <a:lnTo>
                  <a:pt x="30311" y="16568"/>
                </a:lnTo>
                <a:lnTo>
                  <a:pt x="30029" y="15458"/>
                </a:lnTo>
                <a:lnTo>
                  <a:pt x="29746" y="14308"/>
                </a:lnTo>
                <a:lnTo>
                  <a:pt x="29403" y="13117"/>
                </a:lnTo>
                <a:lnTo>
                  <a:pt x="29040" y="11927"/>
                </a:lnTo>
                <a:lnTo>
                  <a:pt x="28636" y="10716"/>
                </a:lnTo>
                <a:lnTo>
                  <a:pt x="28192" y="9505"/>
                </a:lnTo>
                <a:lnTo>
                  <a:pt x="27950" y="8900"/>
                </a:lnTo>
                <a:lnTo>
                  <a:pt x="27688" y="8315"/>
                </a:lnTo>
                <a:lnTo>
                  <a:pt x="27405" y="7709"/>
                </a:lnTo>
                <a:lnTo>
                  <a:pt x="27123" y="7124"/>
                </a:lnTo>
                <a:lnTo>
                  <a:pt x="26780" y="6478"/>
                </a:lnTo>
                <a:lnTo>
                  <a:pt x="26437" y="5853"/>
                </a:lnTo>
                <a:lnTo>
                  <a:pt x="26074" y="5288"/>
                </a:lnTo>
                <a:lnTo>
                  <a:pt x="25730" y="4783"/>
                </a:lnTo>
                <a:lnTo>
                  <a:pt x="25367" y="4279"/>
                </a:lnTo>
                <a:lnTo>
                  <a:pt x="24984" y="3835"/>
                </a:lnTo>
                <a:lnTo>
                  <a:pt x="24600" y="3431"/>
                </a:lnTo>
                <a:lnTo>
                  <a:pt x="24197" y="3048"/>
                </a:lnTo>
                <a:lnTo>
                  <a:pt x="23672" y="2604"/>
                </a:lnTo>
                <a:lnTo>
                  <a:pt x="23127" y="2220"/>
                </a:lnTo>
                <a:lnTo>
                  <a:pt x="22522" y="1857"/>
                </a:lnTo>
                <a:lnTo>
                  <a:pt x="21896" y="1514"/>
                </a:lnTo>
                <a:lnTo>
                  <a:pt x="21251" y="1231"/>
                </a:lnTo>
                <a:lnTo>
                  <a:pt x="20544" y="969"/>
                </a:lnTo>
                <a:lnTo>
                  <a:pt x="19798" y="727"/>
                </a:lnTo>
                <a:lnTo>
                  <a:pt x="19031" y="525"/>
                </a:lnTo>
                <a:lnTo>
                  <a:pt x="18405" y="404"/>
                </a:lnTo>
                <a:lnTo>
                  <a:pt x="17759" y="303"/>
                </a:lnTo>
                <a:lnTo>
                  <a:pt x="17093" y="202"/>
                </a:lnTo>
                <a:lnTo>
                  <a:pt x="16387" y="121"/>
                </a:lnTo>
                <a:lnTo>
                  <a:pt x="15640" y="61"/>
                </a:lnTo>
                <a:lnTo>
                  <a:pt x="14853" y="21"/>
                </a:lnTo>
                <a:lnTo>
                  <a:pt x="140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27"/>
          <p:cNvSpPr/>
          <p:nvPr/>
        </p:nvSpPr>
        <p:spPr>
          <a:xfrm flipH="1" rot="5400000">
            <a:off x="-809712" y="2540177"/>
            <a:ext cx="1058329" cy="998564"/>
          </a:xfrm>
          <a:custGeom>
            <a:rect b="b" l="l" r="r" t="t"/>
            <a:pathLst>
              <a:path extrusionOk="0" h="17861" w="18930">
                <a:moveTo>
                  <a:pt x="3431" y="81"/>
                </a:moveTo>
                <a:lnTo>
                  <a:pt x="4117" y="102"/>
                </a:lnTo>
                <a:lnTo>
                  <a:pt x="4824" y="162"/>
                </a:lnTo>
                <a:lnTo>
                  <a:pt x="5510" y="263"/>
                </a:lnTo>
                <a:lnTo>
                  <a:pt x="6216" y="404"/>
                </a:lnTo>
                <a:lnTo>
                  <a:pt x="6882" y="566"/>
                </a:lnTo>
                <a:lnTo>
                  <a:pt x="7568" y="768"/>
                </a:lnTo>
                <a:lnTo>
                  <a:pt x="8234" y="1010"/>
                </a:lnTo>
                <a:lnTo>
                  <a:pt x="8880" y="1272"/>
                </a:lnTo>
                <a:lnTo>
                  <a:pt x="9505" y="1575"/>
                </a:lnTo>
                <a:lnTo>
                  <a:pt x="10131" y="1918"/>
                </a:lnTo>
                <a:lnTo>
                  <a:pt x="10736" y="2281"/>
                </a:lnTo>
                <a:lnTo>
                  <a:pt x="11301" y="2664"/>
                </a:lnTo>
                <a:lnTo>
                  <a:pt x="11866" y="3088"/>
                </a:lnTo>
                <a:lnTo>
                  <a:pt x="12391" y="3552"/>
                </a:lnTo>
                <a:lnTo>
                  <a:pt x="12896" y="4017"/>
                </a:lnTo>
                <a:lnTo>
                  <a:pt x="13380" y="4521"/>
                </a:lnTo>
                <a:lnTo>
                  <a:pt x="13824" y="5026"/>
                </a:lnTo>
                <a:lnTo>
                  <a:pt x="14248" y="5570"/>
                </a:lnTo>
                <a:lnTo>
                  <a:pt x="14651" y="6115"/>
                </a:lnTo>
                <a:lnTo>
                  <a:pt x="15035" y="6680"/>
                </a:lnTo>
                <a:lnTo>
                  <a:pt x="15418" y="7245"/>
                </a:lnTo>
                <a:lnTo>
                  <a:pt x="15761" y="7831"/>
                </a:lnTo>
                <a:lnTo>
                  <a:pt x="16084" y="8416"/>
                </a:lnTo>
                <a:lnTo>
                  <a:pt x="16387" y="9021"/>
                </a:lnTo>
                <a:lnTo>
                  <a:pt x="16689" y="9627"/>
                </a:lnTo>
                <a:lnTo>
                  <a:pt x="16972" y="10232"/>
                </a:lnTo>
                <a:lnTo>
                  <a:pt x="17497" y="11423"/>
                </a:lnTo>
                <a:lnTo>
                  <a:pt x="17981" y="12593"/>
                </a:lnTo>
                <a:lnTo>
                  <a:pt x="18183" y="13158"/>
                </a:lnTo>
                <a:lnTo>
                  <a:pt x="18385" y="13723"/>
                </a:lnTo>
                <a:lnTo>
                  <a:pt x="18566" y="14288"/>
                </a:lnTo>
                <a:lnTo>
                  <a:pt x="18707" y="14853"/>
                </a:lnTo>
                <a:lnTo>
                  <a:pt x="18768" y="15136"/>
                </a:lnTo>
                <a:lnTo>
                  <a:pt x="18808" y="15438"/>
                </a:lnTo>
                <a:lnTo>
                  <a:pt x="18829" y="15721"/>
                </a:lnTo>
                <a:lnTo>
                  <a:pt x="18849" y="16003"/>
                </a:lnTo>
                <a:lnTo>
                  <a:pt x="18849" y="16286"/>
                </a:lnTo>
                <a:lnTo>
                  <a:pt x="18829" y="16589"/>
                </a:lnTo>
                <a:lnTo>
                  <a:pt x="18788" y="16871"/>
                </a:lnTo>
                <a:lnTo>
                  <a:pt x="18728" y="17154"/>
                </a:lnTo>
                <a:lnTo>
                  <a:pt x="18687" y="17295"/>
                </a:lnTo>
                <a:lnTo>
                  <a:pt x="18647" y="17416"/>
                </a:lnTo>
                <a:lnTo>
                  <a:pt x="18586" y="17537"/>
                </a:lnTo>
                <a:lnTo>
                  <a:pt x="18486" y="17658"/>
                </a:lnTo>
                <a:lnTo>
                  <a:pt x="18405" y="17699"/>
                </a:lnTo>
                <a:lnTo>
                  <a:pt x="18324" y="17739"/>
                </a:lnTo>
                <a:lnTo>
                  <a:pt x="18243" y="17759"/>
                </a:lnTo>
                <a:lnTo>
                  <a:pt x="18163" y="17779"/>
                </a:lnTo>
                <a:lnTo>
                  <a:pt x="17981" y="17759"/>
                </a:lnTo>
                <a:lnTo>
                  <a:pt x="17799" y="17699"/>
                </a:lnTo>
                <a:lnTo>
                  <a:pt x="17638" y="17618"/>
                </a:lnTo>
                <a:lnTo>
                  <a:pt x="17477" y="17517"/>
                </a:lnTo>
                <a:lnTo>
                  <a:pt x="17234" y="17315"/>
                </a:lnTo>
                <a:lnTo>
                  <a:pt x="16346" y="16548"/>
                </a:lnTo>
                <a:lnTo>
                  <a:pt x="15418" y="15701"/>
                </a:lnTo>
                <a:lnTo>
                  <a:pt x="14429" y="14793"/>
                </a:lnTo>
                <a:lnTo>
                  <a:pt x="13319" y="13743"/>
                </a:lnTo>
                <a:lnTo>
                  <a:pt x="11140" y="11645"/>
                </a:lnTo>
                <a:lnTo>
                  <a:pt x="8860" y="9465"/>
                </a:lnTo>
                <a:lnTo>
                  <a:pt x="7709" y="8375"/>
                </a:lnTo>
                <a:lnTo>
                  <a:pt x="6539" y="7306"/>
                </a:lnTo>
                <a:lnTo>
                  <a:pt x="5611" y="6478"/>
                </a:lnTo>
                <a:lnTo>
                  <a:pt x="4703" y="5691"/>
                </a:lnTo>
                <a:lnTo>
                  <a:pt x="3835" y="4965"/>
                </a:lnTo>
                <a:lnTo>
                  <a:pt x="3007" y="4279"/>
                </a:lnTo>
                <a:lnTo>
                  <a:pt x="2644" y="4017"/>
                </a:lnTo>
                <a:lnTo>
                  <a:pt x="2220" y="3734"/>
                </a:lnTo>
                <a:lnTo>
                  <a:pt x="1575" y="3290"/>
                </a:lnTo>
                <a:lnTo>
                  <a:pt x="1252" y="3048"/>
                </a:lnTo>
                <a:lnTo>
                  <a:pt x="929" y="2806"/>
                </a:lnTo>
                <a:lnTo>
                  <a:pt x="667" y="2564"/>
                </a:lnTo>
                <a:lnTo>
                  <a:pt x="424" y="2301"/>
                </a:lnTo>
                <a:lnTo>
                  <a:pt x="323" y="2160"/>
                </a:lnTo>
                <a:lnTo>
                  <a:pt x="243" y="2019"/>
                </a:lnTo>
                <a:lnTo>
                  <a:pt x="182" y="1898"/>
                </a:lnTo>
                <a:lnTo>
                  <a:pt x="122" y="1756"/>
                </a:lnTo>
                <a:lnTo>
                  <a:pt x="81" y="1575"/>
                </a:lnTo>
                <a:lnTo>
                  <a:pt x="102" y="1413"/>
                </a:lnTo>
                <a:lnTo>
                  <a:pt x="122" y="1232"/>
                </a:lnTo>
                <a:lnTo>
                  <a:pt x="202" y="1070"/>
                </a:lnTo>
                <a:lnTo>
                  <a:pt x="283" y="909"/>
                </a:lnTo>
                <a:lnTo>
                  <a:pt x="384" y="768"/>
                </a:lnTo>
                <a:lnTo>
                  <a:pt x="505" y="646"/>
                </a:lnTo>
                <a:lnTo>
                  <a:pt x="646" y="546"/>
                </a:lnTo>
                <a:lnTo>
                  <a:pt x="808" y="445"/>
                </a:lnTo>
                <a:lnTo>
                  <a:pt x="969" y="384"/>
                </a:lnTo>
                <a:lnTo>
                  <a:pt x="1131" y="324"/>
                </a:lnTo>
                <a:lnTo>
                  <a:pt x="1312" y="263"/>
                </a:lnTo>
                <a:lnTo>
                  <a:pt x="1655" y="202"/>
                </a:lnTo>
                <a:lnTo>
                  <a:pt x="2019" y="142"/>
                </a:lnTo>
                <a:lnTo>
                  <a:pt x="2725" y="102"/>
                </a:lnTo>
                <a:lnTo>
                  <a:pt x="3431" y="81"/>
                </a:lnTo>
                <a:close/>
                <a:moveTo>
                  <a:pt x="3431" y="1"/>
                </a:moveTo>
                <a:lnTo>
                  <a:pt x="2725" y="21"/>
                </a:lnTo>
                <a:lnTo>
                  <a:pt x="2019" y="61"/>
                </a:lnTo>
                <a:lnTo>
                  <a:pt x="1655" y="122"/>
                </a:lnTo>
                <a:lnTo>
                  <a:pt x="1272" y="182"/>
                </a:lnTo>
                <a:lnTo>
                  <a:pt x="1111" y="243"/>
                </a:lnTo>
                <a:lnTo>
                  <a:pt x="929" y="303"/>
                </a:lnTo>
                <a:lnTo>
                  <a:pt x="767" y="384"/>
                </a:lnTo>
                <a:lnTo>
                  <a:pt x="606" y="485"/>
                </a:lnTo>
                <a:lnTo>
                  <a:pt x="465" y="586"/>
                </a:lnTo>
                <a:lnTo>
                  <a:pt x="323" y="727"/>
                </a:lnTo>
                <a:lnTo>
                  <a:pt x="223" y="868"/>
                </a:lnTo>
                <a:lnTo>
                  <a:pt x="122" y="1050"/>
                </a:lnTo>
                <a:lnTo>
                  <a:pt x="41" y="1211"/>
                </a:lnTo>
                <a:lnTo>
                  <a:pt x="21" y="1393"/>
                </a:lnTo>
                <a:lnTo>
                  <a:pt x="1" y="1595"/>
                </a:lnTo>
                <a:lnTo>
                  <a:pt x="41" y="1777"/>
                </a:lnTo>
                <a:lnTo>
                  <a:pt x="102" y="1918"/>
                </a:lnTo>
                <a:lnTo>
                  <a:pt x="162" y="2059"/>
                </a:lnTo>
                <a:lnTo>
                  <a:pt x="263" y="2200"/>
                </a:lnTo>
                <a:lnTo>
                  <a:pt x="364" y="2342"/>
                </a:lnTo>
                <a:lnTo>
                  <a:pt x="586" y="2604"/>
                </a:lnTo>
                <a:lnTo>
                  <a:pt x="868" y="2866"/>
                </a:lnTo>
                <a:lnTo>
                  <a:pt x="1191" y="3108"/>
                </a:lnTo>
                <a:lnTo>
                  <a:pt x="1514" y="3351"/>
                </a:lnTo>
                <a:lnTo>
                  <a:pt x="2180" y="3795"/>
                </a:lnTo>
                <a:lnTo>
                  <a:pt x="2604" y="4077"/>
                </a:lnTo>
                <a:lnTo>
                  <a:pt x="2947" y="4339"/>
                </a:lnTo>
                <a:lnTo>
                  <a:pt x="3794" y="5026"/>
                </a:lnTo>
                <a:lnTo>
                  <a:pt x="4662" y="5752"/>
                </a:lnTo>
                <a:lnTo>
                  <a:pt x="5550" y="6539"/>
                </a:lnTo>
                <a:lnTo>
                  <a:pt x="6499" y="7366"/>
                </a:lnTo>
                <a:lnTo>
                  <a:pt x="7649" y="8436"/>
                </a:lnTo>
                <a:lnTo>
                  <a:pt x="8799" y="9526"/>
                </a:lnTo>
                <a:lnTo>
                  <a:pt x="11079" y="11705"/>
                </a:lnTo>
                <a:lnTo>
                  <a:pt x="13279" y="13804"/>
                </a:lnTo>
                <a:lnTo>
                  <a:pt x="14369" y="14853"/>
                </a:lnTo>
                <a:lnTo>
                  <a:pt x="15358" y="15761"/>
                </a:lnTo>
                <a:lnTo>
                  <a:pt x="16286" y="16609"/>
                </a:lnTo>
                <a:lnTo>
                  <a:pt x="17174" y="17376"/>
                </a:lnTo>
                <a:lnTo>
                  <a:pt x="17355" y="17537"/>
                </a:lnTo>
                <a:lnTo>
                  <a:pt x="17598" y="17678"/>
                </a:lnTo>
                <a:lnTo>
                  <a:pt x="17719" y="17739"/>
                </a:lnTo>
                <a:lnTo>
                  <a:pt x="17860" y="17800"/>
                </a:lnTo>
                <a:lnTo>
                  <a:pt x="18001" y="17840"/>
                </a:lnTo>
                <a:lnTo>
                  <a:pt x="18142" y="17860"/>
                </a:lnTo>
                <a:lnTo>
                  <a:pt x="18243" y="17840"/>
                </a:lnTo>
                <a:lnTo>
                  <a:pt x="18344" y="17820"/>
                </a:lnTo>
                <a:lnTo>
                  <a:pt x="18445" y="17779"/>
                </a:lnTo>
                <a:lnTo>
                  <a:pt x="18526" y="17719"/>
                </a:lnTo>
                <a:lnTo>
                  <a:pt x="18647" y="17598"/>
                </a:lnTo>
                <a:lnTo>
                  <a:pt x="18707" y="17456"/>
                </a:lnTo>
                <a:lnTo>
                  <a:pt x="18768" y="17315"/>
                </a:lnTo>
                <a:lnTo>
                  <a:pt x="18808" y="17174"/>
                </a:lnTo>
                <a:lnTo>
                  <a:pt x="18869" y="16891"/>
                </a:lnTo>
                <a:lnTo>
                  <a:pt x="18909" y="16589"/>
                </a:lnTo>
                <a:lnTo>
                  <a:pt x="18929" y="16306"/>
                </a:lnTo>
                <a:lnTo>
                  <a:pt x="18929" y="16003"/>
                </a:lnTo>
                <a:lnTo>
                  <a:pt x="18909" y="15721"/>
                </a:lnTo>
                <a:lnTo>
                  <a:pt x="18889" y="15418"/>
                </a:lnTo>
                <a:lnTo>
                  <a:pt x="18849" y="15136"/>
                </a:lnTo>
                <a:lnTo>
                  <a:pt x="18788" y="14853"/>
                </a:lnTo>
                <a:lnTo>
                  <a:pt x="18647" y="14268"/>
                </a:lnTo>
                <a:lnTo>
                  <a:pt x="18465" y="13703"/>
                </a:lnTo>
                <a:lnTo>
                  <a:pt x="18264" y="13138"/>
                </a:lnTo>
                <a:lnTo>
                  <a:pt x="18042" y="12573"/>
                </a:lnTo>
                <a:lnTo>
                  <a:pt x="17577" y="11382"/>
                </a:lnTo>
                <a:lnTo>
                  <a:pt x="17053" y="10192"/>
                </a:lnTo>
                <a:lnTo>
                  <a:pt x="16770" y="9586"/>
                </a:lnTo>
                <a:lnTo>
                  <a:pt x="16468" y="8981"/>
                </a:lnTo>
                <a:lnTo>
                  <a:pt x="16145" y="8375"/>
                </a:lnTo>
                <a:lnTo>
                  <a:pt x="15822" y="7790"/>
                </a:lnTo>
                <a:lnTo>
                  <a:pt x="15479" y="7205"/>
                </a:lnTo>
                <a:lnTo>
                  <a:pt x="15115" y="6620"/>
                </a:lnTo>
                <a:lnTo>
                  <a:pt x="14732" y="6055"/>
                </a:lnTo>
                <a:lnTo>
                  <a:pt x="14308" y="5510"/>
                </a:lnTo>
                <a:lnTo>
                  <a:pt x="13884" y="4965"/>
                </a:lnTo>
                <a:lnTo>
                  <a:pt x="13441" y="4460"/>
                </a:lnTo>
                <a:lnTo>
                  <a:pt x="12956" y="3956"/>
                </a:lnTo>
                <a:lnTo>
                  <a:pt x="12452" y="3492"/>
                </a:lnTo>
                <a:lnTo>
                  <a:pt x="11927" y="3028"/>
                </a:lnTo>
                <a:lnTo>
                  <a:pt x="11362" y="2604"/>
                </a:lnTo>
                <a:lnTo>
                  <a:pt x="10777" y="2200"/>
                </a:lnTo>
                <a:lnTo>
                  <a:pt x="10171" y="1837"/>
                </a:lnTo>
                <a:lnTo>
                  <a:pt x="9546" y="1494"/>
                </a:lnTo>
                <a:lnTo>
                  <a:pt x="8900" y="1191"/>
                </a:lnTo>
                <a:lnTo>
                  <a:pt x="8254" y="929"/>
                </a:lnTo>
                <a:lnTo>
                  <a:pt x="7588" y="687"/>
                </a:lnTo>
                <a:lnTo>
                  <a:pt x="6902" y="485"/>
                </a:lnTo>
                <a:lnTo>
                  <a:pt x="6216" y="324"/>
                </a:lnTo>
                <a:lnTo>
                  <a:pt x="5530" y="182"/>
                </a:lnTo>
                <a:lnTo>
                  <a:pt x="4824" y="81"/>
                </a:lnTo>
                <a:lnTo>
                  <a:pt x="4138" y="21"/>
                </a:lnTo>
                <a:lnTo>
                  <a:pt x="34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27"/>
          <p:cNvSpPr/>
          <p:nvPr/>
        </p:nvSpPr>
        <p:spPr>
          <a:xfrm flipH="1" rot="5400000">
            <a:off x="-346600" y="2805884"/>
            <a:ext cx="453633" cy="455870"/>
          </a:xfrm>
          <a:custGeom>
            <a:rect b="b" l="l" r="r" t="t"/>
            <a:pathLst>
              <a:path extrusionOk="0" h="8154" w="8114">
                <a:moveTo>
                  <a:pt x="1010" y="81"/>
                </a:moveTo>
                <a:lnTo>
                  <a:pt x="1151" y="101"/>
                </a:lnTo>
                <a:lnTo>
                  <a:pt x="1413" y="162"/>
                </a:lnTo>
                <a:lnTo>
                  <a:pt x="1696" y="263"/>
                </a:lnTo>
                <a:lnTo>
                  <a:pt x="1938" y="384"/>
                </a:lnTo>
                <a:lnTo>
                  <a:pt x="2200" y="545"/>
                </a:lnTo>
                <a:lnTo>
                  <a:pt x="2422" y="707"/>
                </a:lnTo>
                <a:lnTo>
                  <a:pt x="2644" y="888"/>
                </a:lnTo>
                <a:lnTo>
                  <a:pt x="3108" y="1251"/>
                </a:lnTo>
                <a:lnTo>
                  <a:pt x="3552" y="1635"/>
                </a:lnTo>
                <a:lnTo>
                  <a:pt x="3976" y="2039"/>
                </a:lnTo>
                <a:lnTo>
                  <a:pt x="4400" y="2422"/>
                </a:lnTo>
                <a:lnTo>
                  <a:pt x="4783" y="2826"/>
                </a:lnTo>
                <a:lnTo>
                  <a:pt x="5167" y="3229"/>
                </a:lnTo>
                <a:lnTo>
                  <a:pt x="5530" y="3653"/>
                </a:lnTo>
                <a:lnTo>
                  <a:pt x="5873" y="4077"/>
                </a:lnTo>
                <a:lnTo>
                  <a:pt x="6196" y="4500"/>
                </a:lnTo>
                <a:lnTo>
                  <a:pt x="6499" y="4924"/>
                </a:lnTo>
                <a:lnTo>
                  <a:pt x="6781" y="5348"/>
                </a:lnTo>
                <a:lnTo>
                  <a:pt x="7064" y="5792"/>
                </a:lnTo>
                <a:lnTo>
                  <a:pt x="7306" y="6236"/>
                </a:lnTo>
                <a:lnTo>
                  <a:pt x="7548" y="6680"/>
                </a:lnTo>
                <a:lnTo>
                  <a:pt x="7770" y="7144"/>
                </a:lnTo>
                <a:lnTo>
                  <a:pt x="7972" y="7588"/>
                </a:lnTo>
                <a:lnTo>
                  <a:pt x="8012" y="7729"/>
                </a:lnTo>
                <a:lnTo>
                  <a:pt x="8032" y="7871"/>
                </a:lnTo>
                <a:lnTo>
                  <a:pt x="8032" y="7931"/>
                </a:lnTo>
                <a:lnTo>
                  <a:pt x="8012" y="7992"/>
                </a:lnTo>
                <a:lnTo>
                  <a:pt x="7972" y="8032"/>
                </a:lnTo>
                <a:lnTo>
                  <a:pt x="7932" y="8052"/>
                </a:lnTo>
                <a:lnTo>
                  <a:pt x="7851" y="8072"/>
                </a:lnTo>
                <a:lnTo>
                  <a:pt x="7790" y="8072"/>
                </a:lnTo>
                <a:lnTo>
                  <a:pt x="7649" y="8012"/>
                </a:lnTo>
                <a:lnTo>
                  <a:pt x="7346" y="7830"/>
                </a:lnTo>
                <a:lnTo>
                  <a:pt x="7084" y="7628"/>
                </a:lnTo>
                <a:lnTo>
                  <a:pt x="6822" y="7386"/>
                </a:lnTo>
                <a:lnTo>
                  <a:pt x="6559" y="7164"/>
                </a:lnTo>
                <a:lnTo>
                  <a:pt x="2523" y="3310"/>
                </a:lnTo>
                <a:lnTo>
                  <a:pt x="2180" y="3007"/>
                </a:lnTo>
                <a:lnTo>
                  <a:pt x="1514" y="2462"/>
                </a:lnTo>
                <a:lnTo>
                  <a:pt x="1151" y="2119"/>
                </a:lnTo>
                <a:lnTo>
                  <a:pt x="808" y="1776"/>
                </a:lnTo>
                <a:lnTo>
                  <a:pt x="485" y="1413"/>
                </a:lnTo>
                <a:lnTo>
                  <a:pt x="364" y="1251"/>
                </a:lnTo>
                <a:lnTo>
                  <a:pt x="243" y="1070"/>
                </a:lnTo>
                <a:lnTo>
                  <a:pt x="162" y="908"/>
                </a:lnTo>
                <a:lnTo>
                  <a:pt x="102" y="767"/>
                </a:lnTo>
                <a:lnTo>
                  <a:pt x="81" y="626"/>
                </a:lnTo>
                <a:lnTo>
                  <a:pt x="81" y="485"/>
                </a:lnTo>
                <a:lnTo>
                  <a:pt x="122" y="424"/>
                </a:lnTo>
                <a:lnTo>
                  <a:pt x="142" y="364"/>
                </a:lnTo>
                <a:lnTo>
                  <a:pt x="243" y="263"/>
                </a:lnTo>
                <a:lnTo>
                  <a:pt x="404" y="182"/>
                </a:lnTo>
                <a:lnTo>
                  <a:pt x="606" y="101"/>
                </a:lnTo>
                <a:lnTo>
                  <a:pt x="747" y="81"/>
                </a:lnTo>
                <a:close/>
                <a:moveTo>
                  <a:pt x="727" y="0"/>
                </a:moveTo>
                <a:lnTo>
                  <a:pt x="586" y="41"/>
                </a:lnTo>
                <a:lnTo>
                  <a:pt x="364" y="101"/>
                </a:lnTo>
                <a:lnTo>
                  <a:pt x="203" y="202"/>
                </a:lnTo>
                <a:lnTo>
                  <a:pt x="122" y="263"/>
                </a:lnTo>
                <a:lnTo>
                  <a:pt x="81" y="323"/>
                </a:lnTo>
                <a:lnTo>
                  <a:pt x="41" y="384"/>
                </a:lnTo>
                <a:lnTo>
                  <a:pt x="21" y="464"/>
                </a:lnTo>
                <a:lnTo>
                  <a:pt x="1" y="606"/>
                </a:lnTo>
                <a:lnTo>
                  <a:pt x="21" y="767"/>
                </a:lnTo>
                <a:lnTo>
                  <a:pt x="81" y="908"/>
                </a:lnTo>
                <a:lnTo>
                  <a:pt x="162" y="1090"/>
                </a:lnTo>
                <a:lnTo>
                  <a:pt x="263" y="1251"/>
                </a:lnTo>
                <a:lnTo>
                  <a:pt x="404" y="1433"/>
                </a:lnTo>
                <a:lnTo>
                  <a:pt x="707" y="1796"/>
                </a:lnTo>
                <a:lnTo>
                  <a:pt x="1070" y="2139"/>
                </a:lnTo>
                <a:lnTo>
                  <a:pt x="1434" y="2482"/>
                </a:lnTo>
                <a:lnTo>
                  <a:pt x="2120" y="3088"/>
                </a:lnTo>
                <a:lnTo>
                  <a:pt x="2463" y="3370"/>
                </a:lnTo>
                <a:lnTo>
                  <a:pt x="6499" y="7225"/>
                </a:lnTo>
                <a:lnTo>
                  <a:pt x="6761" y="7467"/>
                </a:lnTo>
                <a:lnTo>
                  <a:pt x="7023" y="7689"/>
                </a:lnTo>
                <a:lnTo>
                  <a:pt x="7306" y="7911"/>
                </a:lnTo>
                <a:lnTo>
                  <a:pt x="7609" y="8093"/>
                </a:lnTo>
                <a:lnTo>
                  <a:pt x="7730" y="8133"/>
                </a:lnTo>
                <a:lnTo>
                  <a:pt x="7851" y="8153"/>
                </a:lnTo>
                <a:lnTo>
                  <a:pt x="7911" y="8153"/>
                </a:lnTo>
                <a:lnTo>
                  <a:pt x="7972" y="8133"/>
                </a:lnTo>
                <a:lnTo>
                  <a:pt x="8032" y="8093"/>
                </a:lnTo>
                <a:lnTo>
                  <a:pt x="8073" y="8032"/>
                </a:lnTo>
                <a:lnTo>
                  <a:pt x="8093" y="7971"/>
                </a:lnTo>
                <a:lnTo>
                  <a:pt x="8113" y="7891"/>
                </a:lnTo>
                <a:lnTo>
                  <a:pt x="8093" y="7729"/>
                </a:lnTo>
                <a:lnTo>
                  <a:pt x="8032" y="7568"/>
                </a:lnTo>
                <a:lnTo>
                  <a:pt x="7831" y="7104"/>
                </a:lnTo>
                <a:lnTo>
                  <a:pt x="7629" y="6640"/>
                </a:lnTo>
                <a:lnTo>
                  <a:pt x="7387" y="6196"/>
                </a:lnTo>
                <a:lnTo>
                  <a:pt x="7124" y="5752"/>
                </a:lnTo>
                <a:lnTo>
                  <a:pt x="6862" y="5308"/>
                </a:lnTo>
                <a:lnTo>
                  <a:pt x="6559" y="4884"/>
                </a:lnTo>
                <a:lnTo>
                  <a:pt x="6257" y="4440"/>
                </a:lnTo>
                <a:lnTo>
                  <a:pt x="5934" y="4016"/>
                </a:lnTo>
                <a:lnTo>
                  <a:pt x="5591" y="3592"/>
                </a:lnTo>
                <a:lnTo>
                  <a:pt x="5227" y="3189"/>
                </a:lnTo>
                <a:lnTo>
                  <a:pt x="4844" y="2785"/>
                </a:lnTo>
                <a:lnTo>
                  <a:pt x="4461" y="2382"/>
                </a:lnTo>
                <a:lnTo>
                  <a:pt x="4037" y="1978"/>
                </a:lnTo>
                <a:lnTo>
                  <a:pt x="3613" y="1574"/>
                </a:lnTo>
                <a:lnTo>
                  <a:pt x="3169" y="1191"/>
                </a:lnTo>
                <a:lnTo>
                  <a:pt x="2705" y="808"/>
                </a:lnTo>
                <a:lnTo>
                  <a:pt x="2463" y="646"/>
                </a:lnTo>
                <a:lnTo>
                  <a:pt x="2221" y="464"/>
                </a:lnTo>
                <a:lnTo>
                  <a:pt x="1978" y="323"/>
                </a:lnTo>
                <a:lnTo>
                  <a:pt x="1716" y="182"/>
                </a:lnTo>
                <a:lnTo>
                  <a:pt x="1434" y="81"/>
                </a:lnTo>
                <a:lnTo>
                  <a:pt x="1151" y="21"/>
                </a:lnTo>
                <a:lnTo>
                  <a:pt x="10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1" name="Google Shape;2221;p27"/>
          <p:cNvSpPr/>
          <p:nvPr/>
        </p:nvSpPr>
        <p:spPr>
          <a:xfrm>
            <a:off x="4176570" y="455836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22" name="Google Shape;2222;p27"/>
          <p:cNvGrpSpPr/>
          <p:nvPr/>
        </p:nvGrpSpPr>
        <p:grpSpPr>
          <a:xfrm>
            <a:off x="8520555" y="1997778"/>
            <a:ext cx="560659" cy="1147945"/>
            <a:chOff x="8491980" y="1997778"/>
            <a:chExt cx="560659" cy="1147945"/>
          </a:xfrm>
        </p:grpSpPr>
        <p:sp>
          <p:nvSpPr>
            <p:cNvPr id="2223" name="Google Shape;2223;p27"/>
            <p:cNvSpPr/>
            <p:nvPr/>
          </p:nvSpPr>
          <p:spPr>
            <a:xfrm>
              <a:off x="8990039" y="1997778"/>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27"/>
            <p:cNvSpPr/>
            <p:nvPr/>
          </p:nvSpPr>
          <p:spPr>
            <a:xfrm>
              <a:off x="8991558" y="2153402"/>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27"/>
            <p:cNvSpPr/>
            <p:nvPr/>
          </p:nvSpPr>
          <p:spPr>
            <a:xfrm>
              <a:off x="8989279" y="3083921"/>
              <a:ext cx="63359" cy="58003"/>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27"/>
            <p:cNvSpPr/>
            <p:nvPr/>
          </p:nvSpPr>
          <p:spPr>
            <a:xfrm>
              <a:off x="8826817" y="3084680"/>
              <a:ext cx="63359" cy="58003"/>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27"/>
            <p:cNvSpPr/>
            <p:nvPr/>
          </p:nvSpPr>
          <p:spPr>
            <a:xfrm>
              <a:off x="8983923" y="2304393"/>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27"/>
            <p:cNvSpPr/>
            <p:nvPr/>
          </p:nvSpPr>
          <p:spPr>
            <a:xfrm>
              <a:off x="8989279" y="2926017"/>
              <a:ext cx="57243" cy="58003"/>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27"/>
            <p:cNvSpPr/>
            <p:nvPr/>
          </p:nvSpPr>
          <p:spPr>
            <a:xfrm>
              <a:off x="8825298" y="2926017"/>
              <a:ext cx="65638" cy="6184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27"/>
            <p:cNvSpPr/>
            <p:nvPr/>
          </p:nvSpPr>
          <p:spPr>
            <a:xfrm>
              <a:off x="8987000" y="2463816"/>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27"/>
            <p:cNvSpPr/>
            <p:nvPr/>
          </p:nvSpPr>
          <p:spPr>
            <a:xfrm>
              <a:off x="8989279" y="2773469"/>
              <a:ext cx="58763" cy="55724"/>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27"/>
            <p:cNvSpPr/>
            <p:nvPr/>
          </p:nvSpPr>
          <p:spPr>
            <a:xfrm>
              <a:off x="8824538" y="2768911"/>
              <a:ext cx="58003" cy="64119"/>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27"/>
            <p:cNvSpPr/>
            <p:nvPr/>
          </p:nvSpPr>
          <p:spPr>
            <a:xfrm>
              <a:off x="8989279" y="2619402"/>
              <a:ext cx="57243" cy="5344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27"/>
            <p:cNvSpPr/>
            <p:nvPr/>
          </p:nvSpPr>
          <p:spPr>
            <a:xfrm>
              <a:off x="8826058" y="2616363"/>
              <a:ext cx="60282" cy="55724"/>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27"/>
            <p:cNvSpPr/>
            <p:nvPr/>
          </p:nvSpPr>
          <p:spPr>
            <a:xfrm>
              <a:off x="8828337" y="1998575"/>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27"/>
            <p:cNvSpPr/>
            <p:nvPr/>
          </p:nvSpPr>
          <p:spPr>
            <a:xfrm>
              <a:off x="8662076" y="2772710"/>
              <a:ext cx="61802" cy="57243"/>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27"/>
            <p:cNvSpPr/>
            <p:nvPr/>
          </p:nvSpPr>
          <p:spPr>
            <a:xfrm>
              <a:off x="8661317" y="2614844"/>
              <a:ext cx="61802" cy="58763"/>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27"/>
            <p:cNvSpPr/>
            <p:nvPr/>
          </p:nvSpPr>
          <p:spPr>
            <a:xfrm>
              <a:off x="8828337" y="2153402"/>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9" name="Google Shape;2239;p27"/>
            <p:cNvSpPr/>
            <p:nvPr/>
          </p:nvSpPr>
          <p:spPr>
            <a:xfrm>
              <a:off x="8826817" y="2464575"/>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27"/>
            <p:cNvSpPr/>
            <p:nvPr/>
          </p:nvSpPr>
          <p:spPr>
            <a:xfrm>
              <a:off x="8662076" y="2929094"/>
              <a:ext cx="57243" cy="57205"/>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27"/>
            <p:cNvSpPr/>
            <p:nvPr/>
          </p:nvSpPr>
          <p:spPr>
            <a:xfrm>
              <a:off x="8662076" y="2463056"/>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27"/>
            <p:cNvSpPr/>
            <p:nvPr/>
          </p:nvSpPr>
          <p:spPr>
            <a:xfrm>
              <a:off x="8660557" y="3083921"/>
              <a:ext cx="63321" cy="60282"/>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27"/>
            <p:cNvSpPr/>
            <p:nvPr/>
          </p:nvSpPr>
          <p:spPr>
            <a:xfrm>
              <a:off x="8491980" y="3080844"/>
              <a:ext cx="61840" cy="64878"/>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27"/>
            <p:cNvSpPr/>
            <p:nvPr/>
          </p:nvSpPr>
          <p:spPr>
            <a:xfrm>
              <a:off x="8827577" y="2308229"/>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27"/>
            <p:cNvSpPr/>
            <p:nvPr/>
          </p:nvSpPr>
          <p:spPr>
            <a:xfrm>
              <a:off x="8663596" y="2299834"/>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27"/>
            <p:cNvSpPr/>
            <p:nvPr/>
          </p:nvSpPr>
          <p:spPr>
            <a:xfrm>
              <a:off x="8495816" y="2463816"/>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27"/>
            <p:cNvSpPr/>
            <p:nvPr/>
          </p:nvSpPr>
          <p:spPr>
            <a:xfrm>
              <a:off x="8498095" y="2308989"/>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27"/>
            <p:cNvSpPr/>
            <p:nvPr/>
          </p:nvSpPr>
          <p:spPr>
            <a:xfrm>
              <a:off x="8497335" y="2928296"/>
              <a:ext cx="57243" cy="57243"/>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27"/>
            <p:cNvSpPr/>
            <p:nvPr/>
          </p:nvSpPr>
          <p:spPr>
            <a:xfrm>
              <a:off x="8495816" y="2618642"/>
              <a:ext cx="58003" cy="5268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27"/>
            <p:cNvSpPr/>
            <p:nvPr/>
          </p:nvSpPr>
          <p:spPr>
            <a:xfrm>
              <a:off x="8662076" y="2154922"/>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27"/>
            <p:cNvSpPr/>
            <p:nvPr/>
          </p:nvSpPr>
          <p:spPr>
            <a:xfrm>
              <a:off x="8497335" y="2774229"/>
              <a:ext cx="57243" cy="54964"/>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27"/>
            <p:cNvSpPr/>
            <p:nvPr/>
          </p:nvSpPr>
          <p:spPr>
            <a:xfrm>
              <a:off x="8659797" y="1999335"/>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27"/>
            <p:cNvSpPr/>
            <p:nvPr/>
          </p:nvSpPr>
          <p:spPr>
            <a:xfrm>
              <a:off x="8499615" y="2152643"/>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27"/>
            <p:cNvSpPr/>
            <p:nvPr/>
          </p:nvSpPr>
          <p:spPr>
            <a:xfrm>
              <a:off x="8500374" y="1997778"/>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1">
    <p:spTree>
      <p:nvGrpSpPr>
        <p:cNvPr id="2255" name="Shape 2255"/>
        <p:cNvGrpSpPr/>
        <p:nvPr/>
      </p:nvGrpSpPr>
      <p:grpSpPr>
        <a:xfrm>
          <a:off x="0" y="0"/>
          <a:ext cx="0" cy="0"/>
          <a:chOff x="0" y="0"/>
          <a:chExt cx="0" cy="0"/>
        </a:xfrm>
      </p:grpSpPr>
      <p:sp>
        <p:nvSpPr>
          <p:cNvPr id="2256" name="Google Shape;2256;p28"/>
          <p:cNvSpPr txBox="1"/>
          <p:nvPr>
            <p:ph idx="1" type="subTitle"/>
          </p:nvPr>
        </p:nvSpPr>
        <p:spPr>
          <a:xfrm>
            <a:off x="967008" y="2845925"/>
            <a:ext cx="14355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257" name="Google Shape;2257;p28"/>
          <p:cNvSpPr txBox="1"/>
          <p:nvPr>
            <p:ph idx="2" type="subTitle"/>
          </p:nvPr>
        </p:nvSpPr>
        <p:spPr>
          <a:xfrm>
            <a:off x="838908" y="3187025"/>
            <a:ext cx="1691700" cy="457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258" name="Google Shape;2258;p28"/>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800"/>
              <a:buFont typeface="Dosis"/>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2259" name="Google Shape;2259;p28"/>
          <p:cNvSpPr txBox="1"/>
          <p:nvPr>
            <p:ph idx="3" type="subTitle"/>
          </p:nvPr>
        </p:nvSpPr>
        <p:spPr>
          <a:xfrm>
            <a:off x="6749531" y="2845912"/>
            <a:ext cx="14355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260" name="Google Shape;2260;p28"/>
          <p:cNvSpPr txBox="1"/>
          <p:nvPr>
            <p:ph idx="4" type="subTitle"/>
          </p:nvPr>
        </p:nvSpPr>
        <p:spPr>
          <a:xfrm>
            <a:off x="6621431" y="3187025"/>
            <a:ext cx="1691700" cy="457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261" name="Google Shape;2261;p28"/>
          <p:cNvSpPr txBox="1"/>
          <p:nvPr>
            <p:ph idx="5" type="subTitle"/>
          </p:nvPr>
        </p:nvSpPr>
        <p:spPr>
          <a:xfrm>
            <a:off x="2894516" y="2845912"/>
            <a:ext cx="14355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262" name="Google Shape;2262;p28"/>
          <p:cNvSpPr txBox="1"/>
          <p:nvPr>
            <p:ph idx="6" type="subTitle"/>
          </p:nvPr>
        </p:nvSpPr>
        <p:spPr>
          <a:xfrm>
            <a:off x="2768730" y="3187025"/>
            <a:ext cx="1691700" cy="457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263" name="Google Shape;2263;p28"/>
          <p:cNvSpPr txBox="1"/>
          <p:nvPr>
            <p:ph idx="7" type="subTitle"/>
          </p:nvPr>
        </p:nvSpPr>
        <p:spPr>
          <a:xfrm>
            <a:off x="4822024" y="2845912"/>
            <a:ext cx="14355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264" name="Google Shape;2264;p28"/>
          <p:cNvSpPr txBox="1"/>
          <p:nvPr>
            <p:ph idx="8" type="subTitle"/>
          </p:nvPr>
        </p:nvSpPr>
        <p:spPr>
          <a:xfrm>
            <a:off x="4694714" y="3187025"/>
            <a:ext cx="1691700" cy="457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265" name="Google Shape;2265;p28"/>
          <p:cNvSpPr/>
          <p:nvPr/>
        </p:nvSpPr>
        <p:spPr>
          <a:xfrm flipH="1">
            <a:off x="0" y="4599425"/>
            <a:ext cx="9144000" cy="544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28"/>
          <p:cNvSpPr/>
          <p:nvPr/>
        </p:nvSpPr>
        <p:spPr>
          <a:xfrm flipH="1" rot="5400000">
            <a:off x="6236225" y="2200800"/>
            <a:ext cx="5137200" cy="748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28"/>
          <p:cNvSpPr/>
          <p:nvPr/>
        </p:nvSpPr>
        <p:spPr>
          <a:xfrm>
            <a:off x="8598938" y="11009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28"/>
          <p:cNvSpPr/>
          <p:nvPr/>
        </p:nvSpPr>
        <p:spPr>
          <a:xfrm>
            <a:off x="8598938" y="56729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28"/>
          <p:cNvSpPr/>
          <p:nvPr/>
        </p:nvSpPr>
        <p:spPr>
          <a:xfrm>
            <a:off x="84465" y="539495"/>
            <a:ext cx="754445" cy="377331"/>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28"/>
          <p:cNvSpPr/>
          <p:nvPr/>
        </p:nvSpPr>
        <p:spPr>
          <a:xfrm>
            <a:off x="84465" y="162170"/>
            <a:ext cx="754445" cy="377331"/>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28"/>
          <p:cNvSpPr/>
          <p:nvPr/>
        </p:nvSpPr>
        <p:spPr>
          <a:xfrm flipH="1">
            <a:off x="8085888" y="4081828"/>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28"/>
          <p:cNvSpPr/>
          <p:nvPr/>
        </p:nvSpPr>
        <p:spPr>
          <a:xfrm>
            <a:off x="8019945" y="421546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28"/>
          <p:cNvSpPr/>
          <p:nvPr/>
        </p:nvSpPr>
        <p:spPr>
          <a:xfrm flipH="1">
            <a:off x="8512125" y="1229740"/>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28"/>
          <p:cNvSpPr/>
          <p:nvPr/>
        </p:nvSpPr>
        <p:spPr>
          <a:xfrm flipH="1">
            <a:off x="8656535" y="1298561"/>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28"/>
          <p:cNvSpPr/>
          <p:nvPr/>
        </p:nvSpPr>
        <p:spPr>
          <a:xfrm flipH="1">
            <a:off x="8801002" y="1408025"/>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28"/>
          <p:cNvSpPr/>
          <p:nvPr/>
        </p:nvSpPr>
        <p:spPr>
          <a:xfrm flipH="1">
            <a:off x="8548121" y="2042644"/>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28"/>
          <p:cNvSpPr/>
          <p:nvPr/>
        </p:nvSpPr>
        <p:spPr>
          <a:xfrm flipH="1">
            <a:off x="8697009" y="2165582"/>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28"/>
          <p:cNvSpPr/>
          <p:nvPr/>
        </p:nvSpPr>
        <p:spPr>
          <a:xfrm flipH="1">
            <a:off x="8639628" y="3345848"/>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28"/>
          <p:cNvSpPr/>
          <p:nvPr/>
        </p:nvSpPr>
        <p:spPr>
          <a:xfrm flipH="1">
            <a:off x="8944428" y="2136173"/>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80" name="Google Shape;2280;p28"/>
          <p:cNvGrpSpPr/>
          <p:nvPr/>
        </p:nvGrpSpPr>
        <p:grpSpPr>
          <a:xfrm>
            <a:off x="114483" y="4712891"/>
            <a:ext cx="1202833" cy="365416"/>
            <a:chOff x="114483" y="4665266"/>
            <a:chExt cx="1202833" cy="365416"/>
          </a:xfrm>
        </p:grpSpPr>
        <p:sp>
          <p:nvSpPr>
            <p:cNvPr id="2281" name="Google Shape;2281;p28"/>
            <p:cNvSpPr/>
            <p:nvPr/>
          </p:nvSpPr>
          <p:spPr>
            <a:xfrm>
              <a:off x="606426" y="466526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28"/>
            <p:cNvSpPr/>
            <p:nvPr/>
          </p:nvSpPr>
          <p:spPr>
            <a:xfrm>
              <a:off x="773446" y="466526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3" name="Google Shape;2283;p28"/>
            <p:cNvSpPr/>
            <p:nvPr/>
          </p:nvSpPr>
          <p:spPr>
            <a:xfrm>
              <a:off x="607946" y="482089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28"/>
            <p:cNvSpPr/>
            <p:nvPr/>
          </p:nvSpPr>
          <p:spPr>
            <a:xfrm>
              <a:off x="771167" y="482013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28"/>
            <p:cNvSpPr/>
            <p:nvPr/>
          </p:nvSpPr>
          <p:spPr>
            <a:xfrm>
              <a:off x="937428" y="482089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28"/>
            <p:cNvSpPr/>
            <p:nvPr/>
          </p:nvSpPr>
          <p:spPr>
            <a:xfrm>
              <a:off x="600311" y="497188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28"/>
            <p:cNvSpPr/>
            <p:nvPr/>
          </p:nvSpPr>
          <p:spPr>
            <a:xfrm>
              <a:off x="772687" y="497647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8" name="Google Shape;2288;p28"/>
            <p:cNvSpPr/>
            <p:nvPr/>
          </p:nvSpPr>
          <p:spPr>
            <a:xfrm>
              <a:off x="937428" y="497723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28"/>
            <p:cNvSpPr/>
            <p:nvPr/>
          </p:nvSpPr>
          <p:spPr>
            <a:xfrm>
              <a:off x="938225" y="466606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28"/>
            <p:cNvSpPr/>
            <p:nvPr/>
          </p:nvSpPr>
          <p:spPr>
            <a:xfrm>
              <a:off x="1102207" y="466834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1" name="Google Shape;2291;p28"/>
            <p:cNvSpPr/>
            <p:nvPr/>
          </p:nvSpPr>
          <p:spPr>
            <a:xfrm>
              <a:off x="444724" y="466606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28"/>
            <p:cNvSpPr/>
            <p:nvPr/>
          </p:nvSpPr>
          <p:spPr>
            <a:xfrm>
              <a:off x="444724" y="482089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28"/>
            <p:cNvSpPr/>
            <p:nvPr/>
          </p:nvSpPr>
          <p:spPr>
            <a:xfrm>
              <a:off x="1101447" y="482316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28"/>
            <p:cNvSpPr/>
            <p:nvPr/>
          </p:nvSpPr>
          <p:spPr>
            <a:xfrm>
              <a:off x="1100649" y="497875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28"/>
            <p:cNvSpPr/>
            <p:nvPr/>
          </p:nvSpPr>
          <p:spPr>
            <a:xfrm>
              <a:off x="443965" y="497571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28"/>
            <p:cNvSpPr/>
            <p:nvPr/>
          </p:nvSpPr>
          <p:spPr>
            <a:xfrm>
              <a:off x="279983" y="496732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28"/>
            <p:cNvSpPr/>
            <p:nvPr/>
          </p:nvSpPr>
          <p:spPr>
            <a:xfrm>
              <a:off x="114483" y="497647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8" name="Google Shape;2298;p28"/>
            <p:cNvSpPr/>
            <p:nvPr/>
          </p:nvSpPr>
          <p:spPr>
            <a:xfrm>
              <a:off x="278464" y="482241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28"/>
            <p:cNvSpPr/>
            <p:nvPr/>
          </p:nvSpPr>
          <p:spPr>
            <a:xfrm>
              <a:off x="276185" y="466682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28"/>
            <p:cNvSpPr/>
            <p:nvPr/>
          </p:nvSpPr>
          <p:spPr>
            <a:xfrm>
              <a:off x="1263111" y="498027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28"/>
            <p:cNvSpPr/>
            <p:nvPr/>
          </p:nvSpPr>
          <p:spPr>
            <a:xfrm>
              <a:off x="1265428" y="482468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2" name="Google Shape;2302;p28"/>
            <p:cNvSpPr/>
            <p:nvPr/>
          </p:nvSpPr>
          <p:spPr>
            <a:xfrm>
              <a:off x="116002" y="482013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3" name="Google Shape;2303;p28"/>
            <p:cNvSpPr/>
            <p:nvPr/>
          </p:nvSpPr>
          <p:spPr>
            <a:xfrm>
              <a:off x="116762" y="466526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4" name="Google Shape;2304;p28"/>
            <p:cNvSpPr/>
            <p:nvPr/>
          </p:nvSpPr>
          <p:spPr>
            <a:xfrm>
              <a:off x="1266188" y="466910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05" name="Google Shape;2305;p28"/>
          <p:cNvSpPr/>
          <p:nvPr/>
        </p:nvSpPr>
        <p:spPr>
          <a:xfrm flipH="1" rot="-5400000">
            <a:off x="2064746" y="4175744"/>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6" name="Google Shape;2306;p28"/>
          <p:cNvSpPr/>
          <p:nvPr/>
        </p:nvSpPr>
        <p:spPr>
          <a:xfrm flipH="1" rot="-5400000">
            <a:off x="2293713" y="4361882"/>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p28"/>
          <p:cNvSpPr/>
          <p:nvPr/>
        </p:nvSpPr>
        <p:spPr>
          <a:xfrm flipH="1">
            <a:off x="3430512" y="4717262"/>
            <a:ext cx="530339" cy="361051"/>
          </a:xfrm>
          <a:custGeom>
            <a:rect b="b" l="l" r="r" t="t"/>
            <a:pathLst>
              <a:path extrusionOk="0" h="6458" w="9486">
                <a:moveTo>
                  <a:pt x="8880" y="81"/>
                </a:moveTo>
                <a:lnTo>
                  <a:pt x="9021" y="101"/>
                </a:lnTo>
                <a:lnTo>
                  <a:pt x="9142" y="142"/>
                </a:lnTo>
                <a:lnTo>
                  <a:pt x="9203" y="182"/>
                </a:lnTo>
                <a:lnTo>
                  <a:pt x="9263" y="243"/>
                </a:lnTo>
                <a:lnTo>
                  <a:pt x="9324" y="364"/>
                </a:lnTo>
                <a:lnTo>
                  <a:pt x="9364" y="505"/>
                </a:lnTo>
                <a:lnTo>
                  <a:pt x="9384" y="646"/>
                </a:lnTo>
                <a:lnTo>
                  <a:pt x="9405" y="868"/>
                </a:lnTo>
                <a:lnTo>
                  <a:pt x="9384" y="1070"/>
                </a:lnTo>
                <a:lnTo>
                  <a:pt x="9364" y="1272"/>
                </a:lnTo>
                <a:lnTo>
                  <a:pt x="9324" y="1474"/>
                </a:lnTo>
                <a:lnTo>
                  <a:pt x="9263" y="1675"/>
                </a:lnTo>
                <a:lnTo>
                  <a:pt x="9183" y="1877"/>
                </a:lnTo>
                <a:lnTo>
                  <a:pt x="9001" y="2261"/>
                </a:lnTo>
                <a:lnTo>
                  <a:pt x="8779" y="2624"/>
                </a:lnTo>
                <a:lnTo>
                  <a:pt x="8537" y="2967"/>
                </a:lnTo>
                <a:lnTo>
                  <a:pt x="8274" y="3290"/>
                </a:lnTo>
                <a:lnTo>
                  <a:pt x="8012" y="3592"/>
                </a:lnTo>
                <a:lnTo>
                  <a:pt x="7689" y="3936"/>
                </a:lnTo>
                <a:lnTo>
                  <a:pt x="7346" y="4299"/>
                </a:lnTo>
                <a:lnTo>
                  <a:pt x="6983" y="4662"/>
                </a:lnTo>
                <a:lnTo>
                  <a:pt x="6579" y="5005"/>
                </a:lnTo>
                <a:lnTo>
                  <a:pt x="6135" y="5348"/>
                </a:lnTo>
                <a:lnTo>
                  <a:pt x="5691" y="5651"/>
                </a:lnTo>
                <a:lnTo>
                  <a:pt x="5449" y="5772"/>
                </a:lnTo>
                <a:lnTo>
                  <a:pt x="5207" y="5913"/>
                </a:lnTo>
                <a:lnTo>
                  <a:pt x="4945" y="6014"/>
                </a:lnTo>
                <a:lnTo>
                  <a:pt x="4682" y="6115"/>
                </a:lnTo>
                <a:lnTo>
                  <a:pt x="4460" y="6196"/>
                </a:lnTo>
                <a:lnTo>
                  <a:pt x="4218" y="6256"/>
                </a:lnTo>
                <a:lnTo>
                  <a:pt x="3956" y="6317"/>
                </a:lnTo>
                <a:lnTo>
                  <a:pt x="3714" y="6357"/>
                </a:lnTo>
                <a:lnTo>
                  <a:pt x="3451" y="6377"/>
                </a:lnTo>
                <a:lnTo>
                  <a:pt x="2927" y="6377"/>
                </a:lnTo>
                <a:lnTo>
                  <a:pt x="2664" y="6337"/>
                </a:lnTo>
                <a:lnTo>
                  <a:pt x="2402" y="6297"/>
                </a:lnTo>
                <a:lnTo>
                  <a:pt x="2140" y="6236"/>
                </a:lnTo>
                <a:lnTo>
                  <a:pt x="1898" y="6155"/>
                </a:lnTo>
                <a:lnTo>
                  <a:pt x="1655" y="6054"/>
                </a:lnTo>
                <a:lnTo>
                  <a:pt x="1413" y="5933"/>
                </a:lnTo>
                <a:lnTo>
                  <a:pt x="1191" y="5792"/>
                </a:lnTo>
                <a:lnTo>
                  <a:pt x="969" y="5631"/>
                </a:lnTo>
                <a:lnTo>
                  <a:pt x="767" y="5429"/>
                </a:lnTo>
                <a:lnTo>
                  <a:pt x="586" y="5227"/>
                </a:lnTo>
                <a:lnTo>
                  <a:pt x="424" y="4985"/>
                </a:lnTo>
                <a:lnTo>
                  <a:pt x="303" y="4743"/>
                </a:lnTo>
                <a:lnTo>
                  <a:pt x="202" y="4501"/>
                </a:lnTo>
                <a:lnTo>
                  <a:pt x="122" y="4258"/>
                </a:lnTo>
                <a:lnTo>
                  <a:pt x="81" y="4016"/>
                </a:lnTo>
                <a:lnTo>
                  <a:pt x="81" y="3774"/>
                </a:lnTo>
                <a:lnTo>
                  <a:pt x="122" y="3532"/>
                </a:lnTo>
                <a:lnTo>
                  <a:pt x="182" y="3370"/>
                </a:lnTo>
                <a:lnTo>
                  <a:pt x="243" y="3189"/>
                </a:lnTo>
                <a:lnTo>
                  <a:pt x="344" y="3048"/>
                </a:lnTo>
                <a:lnTo>
                  <a:pt x="445" y="2906"/>
                </a:lnTo>
                <a:lnTo>
                  <a:pt x="586" y="2785"/>
                </a:lnTo>
                <a:lnTo>
                  <a:pt x="747" y="2664"/>
                </a:lnTo>
                <a:lnTo>
                  <a:pt x="909" y="2563"/>
                </a:lnTo>
                <a:lnTo>
                  <a:pt x="1111" y="2483"/>
                </a:lnTo>
                <a:lnTo>
                  <a:pt x="3310" y="1655"/>
                </a:lnTo>
                <a:lnTo>
                  <a:pt x="5530" y="868"/>
                </a:lnTo>
                <a:lnTo>
                  <a:pt x="6357" y="606"/>
                </a:lnTo>
                <a:lnTo>
                  <a:pt x="7165" y="364"/>
                </a:lnTo>
                <a:lnTo>
                  <a:pt x="7568" y="263"/>
                </a:lnTo>
                <a:lnTo>
                  <a:pt x="7972" y="182"/>
                </a:lnTo>
                <a:lnTo>
                  <a:pt x="8375" y="121"/>
                </a:lnTo>
                <a:lnTo>
                  <a:pt x="8779" y="81"/>
                </a:lnTo>
                <a:close/>
                <a:moveTo>
                  <a:pt x="8759" y="0"/>
                </a:moveTo>
                <a:lnTo>
                  <a:pt x="8355" y="41"/>
                </a:lnTo>
                <a:lnTo>
                  <a:pt x="7952" y="101"/>
                </a:lnTo>
                <a:lnTo>
                  <a:pt x="7548" y="182"/>
                </a:lnTo>
                <a:lnTo>
                  <a:pt x="7144" y="283"/>
                </a:lnTo>
                <a:lnTo>
                  <a:pt x="6337" y="525"/>
                </a:lnTo>
                <a:lnTo>
                  <a:pt x="5510" y="787"/>
                </a:lnTo>
                <a:lnTo>
                  <a:pt x="3290" y="1574"/>
                </a:lnTo>
                <a:lnTo>
                  <a:pt x="1070" y="2402"/>
                </a:lnTo>
                <a:lnTo>
                  <a:pt x="868" y="2503"/>
                </a:lnTo>
                <a:lnTo>
                  <a:pt x="687" y="2604"/>
                </a:lnTo>
                <a:lnTo>
                  <a:pt x="525" y="2725"/>
                </a:lnTo>
                <a:lnTo>
                  <a:pt x="384" y="2846"/>
                </a:lnTo>
                <a:lnTo>
                  <a:pt x="263" y="3007"/>
                </a:lnTo>
                <a:lnTo>
                  <a:pt x="182" y="3169"/>
                </a:lnTo>
                <a:lnTo>
                  <a:pt x="102" y="3330"/>
                </a:lnTo>
                <a:lnTo>
                  <a:pt x="41" y="3512"/>
                </a:lnTo>
                <a:lnTo>
                  <a:pt x="1" y="3754"/>
                </a:lnTo>
                <a:lnTo>
                  <a:pt x="1" y="4016"/>
                </a:lnTo>
                <a:lnTo>
                  <a:pt x="41" y="4279"/>
                </a:lnTo>
                <a:lnTo>
                  <a:pt x="122" y="4521"/>
                </a:lnTo>
                <a:lnTo>
                  <a:pt x="223" y="4783"/>
                </a:lnTo>
                <a:lnTo>
                  <a:pt x="364" y="5025"/>
                </a:lnTo>
                <a:lnTo>
                  <a:pt x="525" y="5267"/>
                </a:lnTo>
                <a:lnTo>
                  <a:pt x="707" y="5489"/>
                </a:lnTo>
                <a:lnTo>
                  <a:pt x="969" y="5732"/>
                </a:lnTo>
                <a:lnTo>
                  <a:pt x="1252" y="5933"/>
                </a:lnTo>
                <a:lnTo>
                  <a:pt x="1554" y="6095"/>
                </a:lnTo>
                <a:lnTo>
                  <a:pt x="1877" y="6236"/>
                </a:lnTo>
                <a:lnTo>
                  <a:pt x="2200" y="6337"/>
                </a:lnTo>
                <a:lnTo>
                  <a:pt x="2523" y="6397"/>
                </a:lnTo>
                <a:lnTo>
                  <a:pt x="2866" y="6438"/>
                </a:lnTo>
                <a:lnTo>
                  <a:pt x="3189" y="6458"/>
                </a:lnTo>
                <a:lnTo>
                  <a:pt x="3593" y="6438"/>
                </a:lnTo>
                <a:lnTo>
                  <a:pt x="3976" y="6397"/>
                </a:lnTo>
                <a:lnTo>
                  <a:pt x="4360" y="6317"/>
                </a:lnTo>
                <a:lnTo>
                  <a:pt x="4723" y="6196"/>
                </a:lnTo>
                <a:lnTo>
                  <a:pt x="4985" y="6095"/>
                </a:lnTo>
                <a:lnTo>
                  <a:pt x="5227" y="5974"/>
                </a:lnTo>
                <a:lnTo>
                  <a:pt x="5490" y="5853"/>
                </a:lnTo>
                <a:lnTo>
                  <a:pt x="5712" y="5711"/>
                </a:lnTo>
                <a:lnTo>
                  <a:pt x="6176" y="5409"/>
                </a:lnTo>
                <a:lnTo>
                  <a:pt x="6620" y="5066"/>
                </a:lnTo>
                <a:lnTo>
                  <a:pt x="7023" y="4723"/>
                </a:lnTo>
                <a:lnTo>
                  <a:pt x="7407" y="4359"/>
                </a:lnTo>
                <a:lnTo>
                  <a:pt x="7750" y="3996"/>
                </a:lnTo>
                <a:lnTo>
                  <a:pt x="8073" y="3653"/>
                </a:lnTo>
                <a:lnTo>
                  <a:pt x="8335" y="3330"/>
                </a:lnTo>
                <a:lnTo>
                  <a:pt x="8597" y="3007"/>
                </a:lnTo>
                <a:lnTo>
                  <a:pt x="8860" y="2664"/>
                </a:lnTo>
                <a:lnTo>
                  <a:pt x="9082" y="2281"/>
                </a:lnTo>
                <a:lnTo>
                  <a:pt x="9263" y="1897"/>
                </a:lnTo>
                <a:lnTo>
                  <a:pt x="9324" y="1696"/>
                </a:lnTo>
                <a:lnTo>
                  <a:pt x="9405" y="1494"/>
                </a:lnTo>
                <a:lnTo>
                  <a:pt x="9445" y="1292"/>
                </a:lnTo>
                <a:lnTo>
                  <a:pt x="9465" y="1070"/>
                </a:lnTo>
                <a:lnTo>
                  <a:pt x="9485" y="868"/>
                </a:lnTo>
                <a:lnTo>
                  <a:pt x="9465" y="646"/>
                </a:lnTo>
                <a:lnTo>
                  <a:pt x="9445" y="444"/>
                </a:lnTo>
                <a:lnTo>
                  <a:pt x="9384" y="283"/>
                </a:lnTo>
                <a:lnTo>
                  <a:pt x="9304" y="162"/>
                </a:lnTo>
                <a:lnTo>
                  <a:pt x="9183" y="61"/>
                </a:lnTo>
                <a:lnTo>
                  <a:pt x="9082" y="21"/>
                </a:lnTo>
                <a:lnTo>
                  <a:pt x="89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8" name="Google Shape;2308;p28"/>
          <p:cNvSpPr/>
          <p:nvPr/>
        </p:nvSpPr>
        <p:spPr>
          <a:xfrm flipH="1">
            <a:off x="3652804" y="4884254"/>
            <a:ext cx="152348" cy="92527"/>
          </a:xfrm>
          <a:custGeom>
            <a:rect b="b" l="l" r="r" t="t"/>
            <a:pathLst>
              <a:path extrusionOk="0" h="1655" w="2725">
                <a:moveTo>
                  <a:pt x="2099" y="81"/>
                </a:moveTo>
                <a:lnTo>
                  <a:pt x="2240" y="101"/>
                </a:lnTo>
                <a:lnTo>
                  <a:pt x="2382" y="121"/>
                </a:lnTo>
                <a:lnTo>
                  <a:pt x="2483" y="182"/>
                </a:lnTo>
                <a:lnTo>
                  <a:pt x="2563" y="262"/>
                </a:lnTo>
                <a:lnTo>
                  <a:pt x="2624" y="363"/>
                </a:lnTo>
                <a:lnTo>
                  <a:pt x="2644" y="424"/>
                </a:lnTo>
                <a:lnTo>
                  <a:pt x="2644" y="484"/>
                </a:lnTo>
                <a:lnTo>
                  <a:pt x="2644" y="565"/>
                </a:lnTo>
                <a:lnTo>
                  <a:pt x="2604" y="626"/>
                </a:lnTo>
                <a:lnTo>
                  <a:pt x="2503" y="767"/>
                </a:lnTo>
                <a:lnTo>
                  <a:pt x="2321" y="969"/>
                </a:lnTo>
                <a:lnTo>
                  <a:pt x="2099" y="1150"/>
                </a:lnTo>
                <a:lnTo>
                  <a:pt x="1857" y="1312"/>
                </a:lnTo>
                <a:lnTo>
                  <a:pt x="1595" y="1433"/>
                </a:lnTo>
                <a:lnTo>
                  <a:pt x="1332" y="1534"/>
                </a:lnTo>
                <a:lnTo>
                  <a:pt x="1191" y="1554"/>
                </a:lnTo>
                <a:lnTo>
                  <a:pt x="1050" y="1574"/>
                </a:lnTo>
                <a:lnTo>
                  <a:pt x="909" y="1574"/>
                </a:lnTo>
                <a:lnTo>
                  <a:pt x="767" y="1554"/>
                </a:lnTo>
                <a:lnTo>
                  <a:pt x="646" y="1514"/>
                </a:lnTo>
                <a:lnTo>
                  <a:pt x="505" y="1473"/>
                </a:lnTo>
                <a:lnTo>
                  <a:pt x="364" y="1392"/>
                </a:lnTo>
                <a:lnTo>
                  <a:pt x="263" y="1312"/>
                </a:lnTo>
                <a:lnTo>
                  <a:pt x="182" y="1231"/>
                </a:lnTo>
                <a:lnTo>
                  <a:pt x="122" y="1110"/>
                </a:lnTo>
                <a:lnTo>
                  <a:pt x="81" y="1009"/>
                </a:lnTo>
                <a:lnTo>
                  <a:pt x="101" y="868"/>
                </a:lnTo>
                <a:lnTo>
                  <a:pt x="142" y="747"/>
                </a:lnTo>
                <a:lnTo>
                  <a:pt x="222" y="646"/>
                </a:lnTo>
                <a:lnTo>
                  <a:pt x="364" y="505"/>
                </a:lnTo>
                <a:lnTo>
                  <a:pt x="566" y="404"/>
                </a:lnTo>
                <a:lnTo>
                  <a:pt x="787" y="303"/>
                </a:lnTo>
                <a:lnTo>
                  <a:pt x="1030" y="242"/>
                </a:lnTo>
                <a:lnTo>
                  <a:pt x="1252" y="182"/>
                </a:lnTo>
                <a:lnTo>
                  <a:pt x="1474" y="161"/>
                </a:lnTo>
                <a:lnTo>
                  <a:pt x="1655" y="121"/>
                </a:lnTo>
                <a:lnTo>
                  <a:pt x="1877" y="101"/>
                </a:lnTo>
                <a:lnTo>
                  <a:pt x="2099" y="81"/>
                </a:lnTo>
                <a:close/>
                <a:moveTo>
                  <a:pt x="2018" y="0"/>
                </a:moveTo>
                <a:lnTo>
                  <a:pt x="1837" y="20"/>
                </a:lnTo>
                <a:lnTo>
                  <a:pt x="1635" y="40"/>
                </a:lnTo>
                <a:lnTo>
                  <a:pt x="1474" y="81"/>
                </a:lnTo>
                <a:lnTo>
                  <a:pt x="1231" y="101"/>
                </a:lnTo>
                <a:lnTo>
                  <a:pt x="989" y="161"/>
                </a:lnTo>
                <a:lnTo>
                  <a:pt x="767" y="222"/>
                </a:lnTo>
                <a:lnTo>
                  <a:pt x="525" y="323"/>
                </a:lnTo>
                <a:lnTo>
                  <a:pt x="323" y="444"/>
                </a:lnTo>
                <a:lnTo>
                  <a:pt x="162" y="585"/>
                </a:lnTo>
                <a:lnTo>
                  <a:pt x="61" y="727"/>
                </a:lnTo>
                <a:lnTo>
                  <a:pt x="21" y="868"/>
                </a:lnTo>
                <a:lnTo>
                  <a:pt x="0" y="1009"/>
                </a:lnTo>
                <a:lnTo>
                  <a:pt x="41" y="1150"/>
                </a:lnTo>
                <a:lnTo>
                  <a:pt x="101" y="1271"/>
                </a:lnTo>
                <a:lnTo>
                  <a:pt x="202" y="1372"/>
                </a:lnTo>
                <a:lnTo>
                  <a:pt x="323" y="1473"/>
                </a:lnTo>
                <a:lnTo>
                  <a:pt x="465" y="1554"/>
                </a:lnTo>
                <a:lnTo>
                  <a:pt x="606" y="1594"/>
                </a:lnTo>
                <a:lnTo>
                  <a:pt x="727" y="1635"/>
                </a:lnTo>
                <a:lnTo>
                  <a:pt x="868" y="1635"/>
                </a:lnTo>
                <a:lnTo>
                  <a:pt x="989" y="1655"/>
                </a:lnTo>
                <a:lnTo>
                  <a:pt x="1211" y="1635"/>
                </a:lnTo>
                <a:lnTo>
                  <a:pt x="1433" y="1574"/>
                </a:lnTo>
                <a:lnTo>
                  <a:pt x="1655" y="1514"/>
                </a:lnTo>
                <a:lnTo>
                  <a:pt x="1857" y="1392"/>
                </a:lnTo>
                <a:lnTo>
                  <a:pt x="2059" y="1271"/>
                </a:lnTo>
                <a:lnTo>
                  <a:pt x="2240" y="1130"/>
                </a:lnTo>
                <a:lnTo>
                  <a:pt x="2422" y="969"/>
                </a:lnTo>
                <a:lnTo>
                  <a:pt x="2563" y="807"/>
                </a:lnTo>
                <a:lnTo>
                  <a:pt x="2684" y="666"/>
                </a:lnTo>
                <a:lnTo>
                  <a:pt x="2705" y="585"/>
                </a:lnTo>
                <a:lnTo>
                  <a:pt x="2725" y="484"/>
                </a:lnTo>
                <a:lnTo>
                  <a:pt x="2725" y="424"/>
                </a:lnTo>
                <a:lnTo>
                  <a:pt x="2705" y="343"/>
                </a:lnTo>
                <a:lnTo>
                  <a:pt x="2684" y="283"/>
                </a:lnTo>
                <a:lnTo>
                  <a:pt x="2644" y="222"/>
                </a:lnTo>
                <a:lnTo>
                  <a:pt x="2523" y="121"/>
                </a:lnTo>
                <a:lnTo>
                  <a:pt x="2402" y="40"/>
                </a:lnTo>
                <a:lnTo>
                  <a:pt x="222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9" name="Google Shape;2309;p28"/>
          <p:cNvSpPr/>
          <p:nvPr/>
        </p:nvSpPr>
        <p:spPr>
          <a:xfrm flipH="1">
            <a:off x="3534228" y="4707923"/>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0" name="Google Shape;2310;p28"/>
          <p:cNvSpPr/>
          <p:nvPr/>
        </p:nvSpPr>
        <p:spPr>
          <a:xfrm flipH="1">
            <a:off x="2391228" y="4746023"/>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1" name="Google Shape;2311;p28"/>
          <p:cNvSpPr/>
          <p:nvPr/>
        </p:nvSpPr>
        <p:spPr>
          <a:xfrm flipH="1" rot="-3180058">
            <a:off x="5343286" y="4027976"/>
            <a:ext cx="1596428" cy="1802949"/>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2" name="Google Shape;2312;p28"/>
          <p:cNvSpPr/>
          <p:nvPr/>
        </p:nvSpPr>
        <p:spPr>
          <a:xfrm flipH="1" rot="-3180058">
            <a:off x="5463808" y="4095264"/>
            <a:ext cx="1395610" cy="1650658"/>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3" name="Google Shape;2313;p28"/>
          <p:cNvSpPr/>
          <p:nvPr/>
        </p:nvSpPr>
        <p:spPr>
          <a:xfrm flipH="1" rot="-3180058">
            <a:off x="5564439" y="4207411"/>
            <a:ext cx="1193673" cy="142725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p28"/>
          <p:cNvSpPr/>
          <p:nvPr/>
        </p:nvSpPr>
        <p:spPr>
          <a:xfrm flipH="1" rot="-3180058">
            <a:off x="5703015" y="4346858"/>
            <a:ext cx="901503" cy="1104557"/>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5" name="Google Shape;2315;p28"/>
          <p:cNvSpPr/>
          <p:nvPr/>
        </p:nvSpPr>
        <p:spPr>
          <a:xfrm flipH="1" rot="-3180058">
            <a:off x="5708441" y="4798372"/>
            <a:ext cx="130935" cy="390455"/>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6" name="Google Shape;2316;p28"/>
          <p:cNvSpPr/>
          <p:nvPr/>
        </p:nvSpPr>
        <p:spPr>
          <a:xfrm flipH="1" rot="-3180058">
            <a:off x="5753849" y="4945467"/>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7" name="Google Shape;2317;p28"/>
          <p:cNvSpPr/>
          <p:nvPr/>
        </p:nvSpPr>
        <p:spPr>
          <a:xfrm flipH="1" rot="-3180058">
            <a:off x="5727684" y="4970958"/>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8" name="Google Shape;2318;p28"/>
          <p:cNvSpPr/>
          <p:nvPr/>
        </p:nvSpPr>
        <p:spPr>
          <a:xfrm flipH="1">
            <a:off x="5972628" y="4669823"/>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9" name="Google Shape;2319;p28"/>
          <p:cNvSpPr/>
          <p:nvPr/>
        </p:nvSpPr>
        <p:spPr>
          <a:xfrm flipH="1">
            <a:off x="6582228" y="5050823"/>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1">
  <p:cSld name="CUSTOM_14">
    <p:spTree>
      <p:nvGrpSpPr>
        <p:cNvPr id="2320" name="Shape 2320"/>
        <p:cNvGrpSpPr/>
        <p:nvPr/>
      </p:nvGrpSpPr>
      <p:grpSpPr>
        <a:xfrm>
          <a:off x="0" y="0"/>
          <a:ext cx="0" cy="0"/>
          <a:chOff x="0" y="0"/>
          <a:chExt cx="0" cy="0"/>
        </a:xfrm>
      </p:grpSpPr>
      <p:sp>
        <p:nvSpPr>
          <p:cNvPr id="2321" name="Google Shape;2321;p29"/>
          <p:cNvSpPr txBox="1"/>
          <p:nvPr>
            <p:ph idx="1" type="subTitle"/>
          </p:nvPr>
        </p:nvSpPr>
        <p:spPr>
          <a:xfrm>
            <a:off x="751605" y="2614344"/>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322" name="Google Shape;2322;p29"/>
          <p:cNvSpPr txBox="1"/>
          <p:nvPr>
            <p:ph idx="2" type="subTitle"/>
          </p:nvPr>
        </p:nvSpPr>
        <p:spPr>
          <a:xfrm>
            <a:off x="751605" y="3011416"/>
            <a:ext cx="1463100" cy="402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323" name="Google Shape;2323;p29"/>
          <p:cNvSpPr txBox="1"/>
          <p:nvPr>
            <p:ph idx="3" type="subTitle"/>
          </p:nvPr>
        </p:nvSpPr>
        <p:spPr>
          <a:xfrm>
            <a:off x="2296028" y="2614344"/>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324" name="Google Shape;2324;p29"/>
          <p:cNvSpPr txBox="1"/>
          <p:nvPr>
            <p:ph idx="4" type="subTitle"/>
          </p:nvPr>
        </p:nvSpPr>
        <p:spPr>
          <a:xfrm>
            <a:off x="2296028" y="3011416"/>
            <a:ext cx="1463100" cy="402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325" name="Google Shape;2325;p29"/>
          <p:cNvSpPr txBox="1"/>
          <p:nvPr>
            <p:ph idx="5" type="subTitle"/>
          </p:nvPr>
        </p:nvSpPr>
        <p:spPr>
          <a:xfrm>
            <a:off x="3840450" y="2614344"/>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326" name="Google Shape;2326;p29"/>
          <p:cNvSpPr txBox="1"/>
          <p:nvPr>
            <p:ph idx="6" type="subTitle"/>
          </p:nvPr>
        </p:nvSpPr>
        <p:spPr>
          <a:xfrm>
            <a:off x="3840450" y="3011416"/>
            <a:ext cx="1463100" cy="402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327" name="Google Shape;2327;p29"/>
          <p:cNvSpPr txBox="1"/>
          <p:nvPr>
            <p:ph idx="7" type="subTitle"/>
          </p:nvPr>
        </p:nvSpPr>
        <p:spPr>
          <a:xfrm>
            <a:off x="5384872" y="2614344"/>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328" name="Google Shape;2328;p29"/>
          <p:cNvSpPr txBox="1"/>
          <p:nvPr>
            <p:ph idx="8" type="subTitle"/>
          </p:nvPr>
        </p:nvSpPr>
        <p:spPr>
          <a:xfrm>
            <a:off x="5384872" y="3011416"/>
            <a:ext cx="1463100" cy="402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329" name="Google Shape;2329;p29"/>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800"/>
              <a:buFont typeface="Dosis"/>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2330" name="Google Shape;2330;p29"/>
          <p:cNvSpPr txBox="1"/>
          <p:nvPr>
            <p:ph idx="9" type="subTitle"/>
          </p:nvPr>
        </p:nvSpPr>
        <p:spPr>
          <a:xfrm>
            <a:off x="6929295" y="2614344"/>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331" name="Google Shape;2331;p29"/>
          <p:cNvSpPr txBox="1"/>
          <p:nvPr>
            <p:ph idx="13" type="subTitle"/>
          </p:nvPr>
        </p:nvSpPr>
        <p:spPr>
          <a:xfrm>
            <a:off x="6929295" y="3011416"/>
            <a:ext cx="1463100" cy="402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332" name="Google Shape;2332;p29"/>
          <p:cNvSpPr/>
          <p:nvPr/>
        </p:nvSpPr>
        <p:spPr>
          <a:xfrm>
            <a:off x="657622" y="39003"/>
            <a:ext cx="429300" cy="42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3" name="Google Shape;2333;p29"/>
          <p:cNvSpPr/>
          <p:nvPr/>
        </p:nvSpPr>
        <p:spPr>
          <a:xfrm flipH="1">
            <a:off x="-1213408" y="-294894"/>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4" name="Google Shape;2334;p29"/>
          <p:cNvSpPr/>
          <p:nvPr/>
        </p:nvSpPr>
        <p:spPr>
          <a:xfrm flipH="1">
            <a:off x="0" y="4599425"/>
            <a:ext cx="9144000" cy="544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5" name="Google Shape;2335;p29"/>
          <p:cNvSpPr/>
          <p:nvPr/>
        </p:nvSpPr>
        <p:spPr>
          <a:xfrm flipH="1">
            <a:off x="-14125" y="906590"/>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6" name="Google Shape;2336;p29"/>
          <p:cNvSpPr/>
          <p:nvPr/>
        </p:nvSpPr>
        <p:spPr>
          <a:xfrm flipH="1">
            <a:off x="-1085936" y="-150488"/>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7" name="Google Shape;2337;p29"/>
          <p:cNvSpPr/>
          <p:nvPr/>
        </p:nvSpPr>
        <p:spPr>
          <a:xfrm flipH="1">
            <a:off x="130285" y="975411"/>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8" name="Google Shape;2338;p29"/>
          <p:cNvSpPr/>
          <p:nvPr/>
        </p:nvSpPr>
        <p:spPr>
          <a:xfrm flipH="1">
            <a:off x="-960701" y="-89606"/>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9" name="Google Shape;2339;p29"/>
          <p:cNvSpPr/>
          <p:nvPr/>
        </p:nvSpPr>
        <p:spPr>
          <a:xfrm flipH="1">
            <a:off x="274752" y="1084875"/>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40" name="Google Shape;2340;p29"/>
          <p:cNvGrpSpPr/>
          <p:nvPr/>
        </p:nvGrpSpPr>
        <p:grpSpPr>
          <a:xfrm>
            <a:off x="8053502" y="4224312"/>
            <a:ext cx="754524" cy="750237"/>
            <a:chOff x="8523754" y="10"/>
            <a:chExt cx="516408" cy="513439"/>
          </a:xfrm>
        </p:grpSpPr>
        <p:sp>
          <p:nvSpPr>
            <p:cNvPr id="2341" name="Google Shape;2341;p29"/>
            <p:cNvSpPr/>
            <p:nvPr/>
          </p:nvSpPr>
          <p:spPr>
            <a:xfrm>
              <a:off x="8523754" y="255242"/>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2" name="Google Shape;2342;p29"/>
            <p:cNvSpPr/>
            <p:nvPr/>
          </p:nvSpPr>
          <p:spPr>
            <a:xfrm>
              <a:off x="8523754" y="10"/>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3" name="Google Shape;2343;p29"/>
          <p:cNvGrpSpPr/>
          <p:nvPr/>
        </p:nvGrpSpPr>
        <p:grpSpPr>
          <a:xfrm>
            <a:off x="3973258" y="4706441"/>
            <a:ext cx="1202833" cy="365416"/>
            <a:chOff x="3973258" y="4630241"/>
            <a:chExt cx="1202833" cy="365416"/>
          </a:xfrm>
        </p:grpSpPr>
        <p:sp>
          <p:nvSpPr>
            <p:cNvPr id="2344" name="Google Shape;2344;p29"/>
            <p:cNvSpPr/>
            <p:nvPr/>
          </p:nvSpPr>
          <p:spPr>
            <a:xfrm>
              <a:off x="4465201" y="4630241"/>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5" name="Google Shape;2345;p29"/>
            <p:cNvSpPr/>
            <p:nvPr/>
          </p:nvSpPr>
          <p:spPr>
            <a:xfrm>
              <a:off x="4632221" y="4630241"/>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6" name="Google Shape;2346;p29"/>
            <p:cNvSpPr/>
            <p:nvPr/>
          </p:nvSpPr>
          <p:spPr>
            <a:xfrm>
              <a:off x="4466721" y="4785865"/>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7" name="Google Shape;2347;p29"/>
            <p:cNvSpPr/>
            <p:nvPr/>
          </p:nvSpPr>
          <p:spPr>
            <a:xfrm>
              <a:off x="4629942" y="4785105"/>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8" name="Google Shape;2348;p29"/>
            <p:cNvSpPr/>
            <p:nvPr/>
          </p:nvSpPr>
          <p:spPr>
            <a:xfrm>
              <a:off x="4796203" y="4785865"/>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9" name="Google Shape;2349;p29"/>
            <p:cNvSpPr/>
            <p:nvPr/>
          </p:nvSpPr>
          <p:spPr>
            <a:xfrm>
              <a:off x="4459086" y="4936856"/>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0" name="Google Shape;2350;p29"/>
            <p:cNvSpPr/>
            <p:nvPr/>
          </p:nvSpPr>
          <p:spPr>
            <a:xfrm>
              <a:off x="4631462" y="4941452"/>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29"/>
            <p:cNvSpPr/>
            <p:nvPr/>
          </p:nvSpPr>
          <p:spPr>
            <a:xfrm>
              <a:off x="4796203" y="4942211"/>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2" name="Google Shape;2352;p29"/>
            <p:cNvSpPr/>
            <p:nvPr/>
          </p:nvSpPr>
          <p:spPr>
            <a:xfrm>
              <a:off x="4797000" y="4631038"/>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3" name="Google Shape;2353;p29"/>
            <p:cNvSpPr/>
            <p:nvPr/>
          </p:nvSpPr>
          <p:spPr>
            <a:xfrm>
              <a:off x="4960982" y="4633317"/>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4" name="Google Shape;2354;p29"/>
            <p:cNvSpPr/>
            <p:nvPr/>
          </p:nvSpPr>
          <p:spPr>
            <a:xfrm>
              <a:off x="4303499" y="4631038"/>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5" name="Google Shape;2355;p29"/>
            <p:cNvSpPr/>
            <p:nvPr/>
          </p:nvSpPr>
          <p:spPr>
            <a:xfrm>
              <a:off x="4303499" y="4785865"/>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p29"/>
            <p:cNvSpPr/>
            <p:nvPr/>
          </p:nvSpPr>
          <p:spPr>
            <a:xfrm>
              <a:off x="4960222" y="4788144"/>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7" name="Google Shape;2357;p29"/>
            <p:cNvSpPr/>
            <p:nvPr/>
          </p:nvSpPr>
          <p:spPr>
            <a:xfrm>
              <a:off x="4959424" y="4943731"/>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8" name="Google Shape;2358;p29"/>
            <p:cNvSpPr/>
            <p:nvPr/>
          </p:nvSpPr>
          <p:spPr>
            <a:xfrm>
              <a:off x="4302740" y="4940692"/>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9" name="Google Shape;2359;p29"/>
            <p:cNvSpPr/>
            <p:nvPr/>
          </p:nvSpPr>
          <p:spPr>
            <a:xfrm>
              <a:off x="4138758" y="4932297"/>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29"/>
            <p:cNvSpPr/>
            <p:nvPr/>
          </p:nvSpPr>
          <p:spPr>
            <a:xfrm>
              <a:off x="3973258" y="4941452"/>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1" name="Google Shape;2361;p29"/>
            <p:cNvSpPr/>
            <p:nvPr/>
          </p:nvSpPr>
          <p:spPr>
            <a:xfrm>
              <a:off x="4137239" y="4787385"/>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2" name="Google Shape;2362;p29"/>
            <p:cNvSpPr/>
            <p:nvPr/>
          </p:nvSpPr>
          <p:spPr>
            <a:xfrm>
              <a:off x="4134960" y="4631798"/>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3" name="Google Shape;2363;p29"/>
            <p:cNvSpPr/>
            <p:nvPr/>
          </p:nvSpPr>
          <p:spPr>
            <a:xfrm>
              <a:off x="5121886" y="4945250"/>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4" name="Google Shape;2364;p29"/>
            <p:cNvSpPr/>
            <p:nvPr/>
          </p:nvSpPr>
          <p:spPr>
            <a:xfrm>
              <a:off x="5124203" y="4789664"/>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5" name="Google Shape;2365;p29"/>
            <p:cNvSpPr/>
            <p:nvPr/>
          </p:nvSpPr>
          <p:spPr>
            <a:xfrm>
              <a:off x="3974777" y="4785105"/>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6" name="Google Shape;2366;p29"/>
            <p:cNvSpPr/>
            <p:nvPr/>
          </p:nvSpPr>
          <p:spPr>
            <a:xfrm>
              <a:off x="3975537" y="4630241"/>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7" name="Google Shape;2367;p29"/>
            <p:cNvSpPr/>
            <p:nvPr/>
          </p:nvSpPr>
          <p:spPr>
            <a:xfrm>
              <a:off x="5124963" y="4634077"/>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68" name="Google Shape;2368;p29"/>
          <p:cNvSpPr/>
          <p:nvPr/>
        </p:nvSpPr>
        <p:spPr>
          <a:xfrm flipH="1" rot="-5400000">
            <a:off x="8085891" y="-22518"/>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9" name="Google Shape;2369;p29"/>
          <p:cNvSpPr/>
          <p:nvPr/>
        </p:nvSpPr>
        <p:spPr>
          <a:xfrm rot="-5400000">
            <a:off x="8219528" y="31072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p29"/>
          <p:cNvSpPr/>
          <p:nvPr/>
        </p:nvSpPr>
        <p:spPr>
          <a:xfrm flipH="1">
            <a:off x="269855" y="4305097"/>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29"/>
          <p:cNvSpPr/>
          <p:nvPr/>
        </p:nvSpPr>
        <p:spPr>
          <a:xfrm flipH="1">
            <a:off x="371387" y="4412270"/>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1">
  <p:cSld name="CUSTOM_3">
    <p:spTree>
      <p:nvGrpSpPr>
        <p:cNvPr id="2372" name="Shape 2372"/>
        <p:cNvGrpSpPr/>
        <p:nvPr/>
      </p:nvGrpSpPr>
      <p:grpSpPr>
        <a:xfrm>
          <a:off x="0" y="0"/>
          <a:ext cx="0" cy="0"/>
          <a:chOff x="0" y="0"/>
          <a:chExt cx="0" cy="0"/>
        </a:xfrm>
      </p:grpSpPr>
      <p:sp>
        <p:nvSpPr>
          <p:cNvPr id="2373" name="Google Shape;2373;p30"/>
          <p:cNvSpPr txBox="1"/>
          <p:nvPr>
            <p:ph idx="1" type="subTitle"/>
          </p:nvPr>
        </p:nvSpPr>
        <p:spPr>
          <a:xfrm>
            <a:off x="1268225" y="1870115"/>
            <a:ext cx="1463100" cy="228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374" name="Google Shape;2374;p30"/>
          <p:cNvSpPr txBox="1"/>
          <p:nvPr>
            <p:ph idx="2" type="subTitle"/>
          </p:nvPr>
        </p:nvSpPr>
        <p:spPr>
          <a:xfrm>
            <a:off x="1104125" y="2269574"/>
            <a:ext cx="17913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375" name="Google Shape;2375;p30"/>
          <p:cNvSpPr txBox="1"/>
          <p:nvPr>
            <p:ph idx="3" type="subTitle"/>
          </p:nvPr>
        </p:nvSpPr>
        <p:spPr>
          <a:xfrm>
            <a:off x="3840450" y="1870115"/>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376" name="Google Shape;2376;p30"/>
          <p:cNvSpPr txBox="1"/>
          <p:nvPr>
            <p:ph idx="4" type="subTitle"/>
          </p:nvPr>
        </p:nvSpPr>
        <p:spPr>
          <a:xfrm>
            <a:off x="3674700" y="2269574"/>
            <a:ext cx="17946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377" name="Google Shape;2377;p30"/>
          <p:cNvSpPr txBox="1"/>
          <p:nvPr>
            <p:ph idx="5" type="subTitle"/>
          </p:nvPr>
        </p:nvSpPr>
        <p:spPr>
          <a:xfrm>
            <a:off x="6412481" y="1870115"/>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378" name="Google Shape;2378;p30"/>
          <p:cNvSpPr txBox="1"/>
          <p:nvPr>
            <p:ph idx="6" type="subTitle"/>
          </p:nvPr>
        </p:nvSpPr>
        <p:spPr>
          <a:xfrm>
            <a:off x="6246731" y="2269574"/>
            <a:ext cx="17946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379" name="Google Shape;2379;p30"/>
          <p:cNvSpPr txBox="1"/>
          <p:nvPr>
            <p:ph idx="7" type="subTitle"/>
          </p:nvPr>
        </p:nvSpPr>
        <p:spPr>
          <a:xfrm>
            <a:off x="1268225" y="3627093"/>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380" name="Google Shape;2380;p30"/>
          <p:cNvSpPr txBox="1"/>
          <p:nvPr>
            <p:ph idx="8" type="subTitle"/>
          </p:nvPr>
        </p:nvSpPr>
        <p:spPr>
          <a:xfrm>
            <a:off x="1102475" y="4029040"/>
            <a:ext cx="17946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381" name="Google Shape;2381;p30"/>
          <p:cNvSpPr txBox="1"/>
          <p:nvPr>
            <p:ph idx="9" type="subTitle"/>
          </p:nvPr>
        </p:nvSpPr>
        <p:spPr>
          <a:xfrm>
            <a:off x="3840450" y="3627093"/>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382" name="Google Shape;2382;p30"/>
          <p:cNvSpPr txBox="1"/>
          <p:nvPr>
            <p:ph idx="13" type="subTitle"/>
          </p:nvPr>
        </p:nvSpPr>
        <p:spPr>
          <a:xfrm>
            <a:off x="3674700" y="4029040"/>
            <a:ext cx="17946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383" name="Google Shape;2383;p30"/>
          <p:cNvSpPr txBox="1"/>
          <p:nvPr>
            <p:ph idx="14" type="subTitle"/>
          </p:nvPr>
        </p:nvSpPr>
        <p:spPr>
          <a:xfrm>
            <a:off x="6412481" y="3627093"/>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2384" name="Google Shape;2384;p30"/>
          <p:cNvSpPr txBox="1"/>
          <p:nvPr>
            <p:ph idx="15" type="subTitle"/>
          </p:nvPr>
        </p:nvSpPr>
        <p:spPr>
          <a:xfrm>
            <a:off x="6246731" y="4029040"/>
            <a:ext cx="17946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2385" name="Google Shape;2385;p30"/>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800"/>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2386" name="Google Shape;2386;p30"/>
          <p:cNvSpPr/>
          <p:nvPr/>
        </p:nvSpPr>
        <p:spPr>
          <a:xfrm flipH="1">
            <a:off x="8430775" y="0"/>
            <a:ext cx="7131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7" name="Google Shape;2387;p30"/>
          <p:cNvSpPr/>
          <p:nvPr/>
        </p:nvSpPr>
        <p:spPr>
          <a:xfrm flipH="1">
            <a:off x="125" y="0"/>
            <a:ext cx="7131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8" name="Google Shape;2388;p30"/>
          <p:cNvSpPr/>
          <p:nvPr/>
        </p:nvSpPr>
        <p:spPr>
          <a:xfrm flipH="1" rot="10800000">
            <a:off x="-12" y="10453"/>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9" name="Google Shape;2389;p30"/>
          <p:cNvSpPr/>
          <p:nvPr/>
        </p:nvSpPr>
        <p:spPr>
          <a:xfrm flipH="1">
            <a:off x="8085888" y="4081828"/>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0" name="Google Shape;2390;p30"/>
          <p:cNvSpPr/>
          <p:nvPr/>
        </p:nvSpPr>
        <p:spPr>
          <a:xfrm>
            <a:off x="134475" y="3869941"/>
            <a:ext cx="597600" cy="597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1" name="Google Shape;2391;p30"/>
          <p:cNvSpPr/>
          <p:nvPr/>
        </p:nvSpPr>
        <p:spPr>
          <a:xfrm rot="5400000">
            <a:off x="134475" y="4475043"/>
            <a:ext cx="597600" cy="5976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2" name="Google Shape;2392;p30"/>
          <p:cNvSpPr/>
          <p:nvPr/>
        </p:nvSpPr>
        <p:spPr>
          <a:xfrm>
            <a:off x="8567050" y="59054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3" name="Google Shape;2393;p30"/>
          <p:cNvSpPr/>
          <p:nvPr/>
        </p:nvSpPr>
        <p:spPr>
          <a:xfrm>
            <a:off x="8567050" y="5714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4" name="Google Shape;2394;p30"/>
          <p:cNvSpPr/>
          <p:nvPr/>
        </p:nvSpPr>
        <p:spPr>
          <a:xfrm flipH="1">
            <a:off x="-339183" y="825897"/>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30"/>
          <p:cNvSpPr/>
          <p:nvPr/>
        </p:nvSpPr>
        <p:spPr>
          <a:xfrm flipH="1">
            <a:off x="-237651" y="933070"/>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30"/>
          <p:cNvSpPr/>
          <p:nvPr/>
        </p:nvSpPr>
        <p:spPr>
          <a:xfrm flipH="1">
            <a:off x="8570321" y="3502619"/>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7" name="Google Shape;2397;p30"/>
          <p:cNvSpPr/>
          <p:nvPr/>
        </p:nvSpPr>
        <p:spPr>
          <a:xfrm flipH="1">
            <a:off x="8719209" y="3625557"/>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8" name="Google Shape;2398;p30"/>
          <p:cNvSpPr/>
          <p:nvPr/>
        </p:nvSpPr>
        <p:spPr>
          <a:xfrm flipH="1">
            <a:off x="3091737" y="-1106693"/>
            <a:ext cx="2960526" cy="1551321"/>
          </a:xfrm>
          <a:custGeom>
            <a:rect b="b" l="l" r="r" t="t"/>
            <a:pathLst>
              <a:path extrusionOk="0" h="27748" w="52954">
                <a:moveTo>
                  <a:pt x="8698" y="81"/>
                </a:moveTo>
                <a:lnTo>
                  <a:pt x="9162" y="121"/>
                </a:lnTo>
                <a:lnTo>
                  <a:pt x="9647" y="162"/>
                </a:lnTo>
                <a:lnTo>
                  <a:pt x="10111" y="243"/>
                </a:lnTo>
                <a:lnTo>
                  <a:pt x="10555" y="343"/>
                </a:lnTo>
                <a:lnTo>
                  <a:pt x="10999" y="444"/>
                </a:lnTo>
                <a:lnTo>
                  <a:pt x="11443" y="565"/>
                </a:lnTo>
                <a:lnTo>
                  <a:pt x="11887" y="707"/>
                </a:lnTo>
                <a:lnTo>
                  <a:pt x="12311" y="848"/>
                </a:lnTo>
                <a:lnTo>
                  <a:pt x="12734" y="1009"/>
                </a:lnTo>
                <a:lnTo>
                  <a:pt x="13582" y="1373"/>
                </a:lnTo>
                <a:lnTo>
                  <a:pt x="14389" y="1756"/>
                </a:lnTo>
                <a:lnTo>
                  <a:pt x="15176" y="2160"/>
                </a:lnTo>
                <a:lnTo>
                  <a:pt x="15943" y="2563"/>
                </a:lnTo>
                <a:lnTo>
                  <a:pt x="16669" y="2987"/>
                </a:lnTo>
                <a:lnTo>
                  <a:pt x="18021" y="3754"/>
                </a:lnTo>
                <a:lnTo>
                  <a:pt x="19353" y="4561"/>
                </a:lnTo>
                <a:lnTo>
                  <a:pt x="22017" y="6176"/>
                </a:lnTo>
                <a:lnTo>
                  <a:pt x="24439" y="7649"/>
                </a:lnTo>
                <a:lnTo>
                  <a:pt x="25670" y="8395"/>
                </a:lnTo>
                <a:lnTo>
                  <a:pt x="26901" y="9102"/>
                </a:lnTo>
                <a:lnTo>
                  <a:pt x="28152" y="9808"/>
                </a:lnTo>
                <a:lnTo>
                  <a:pt x="29403" y="10494"/>
                </a:lnTo>
                <a:lnTo>
                  <a:pt x="30654" y="11160"/>
                </a:lnTo>
                <a:lnTo>
                  <a:pt x="31925" y="11806"/>
                </a:lnTo>
                <a:lnTo>
                  <a:pt x="33217" y="12391"/>
                </a:lnTo>
                <a:lnTo>
                  <a:pt x="34509" y="12956"/>
                </a:lnTo>
                <a:lnTo>
                  <a:pt x="35820" y="13481"/>
                </a:lnTo>
                <a:lnTo>
                  <a:pt x="36486" y="13743"/>
                </a:lnTo>
                <a:lnTo>
                  <a:pt x="37152" y="13965"/>
                </a:lnTo>
                <a:lnTo>
                  <a:pt x="37818" y="14187"/>
                </a:lnTo>
                <a:lnTo>
                  <a:pt x="38484" y="14389"/>
                </a:lnTo>
                <a:lnTo>
                  <a:pt x="39170" y="14591"/>
                </a:lnTo>
                <a:lnTo>
                  <a:pt x="39856" y="14772"/>
                </a:lnTo>
                <a:lnTo>
                  <a:pt x="40542" y="14934"/>
                </a:lnTo>
                <a:lnTo>
                  <a:pt x="41228" y="15075"/>
                </a:lnTo>
                <a:lnTo>
                  <a:pt x="41935" y="15216"/>
                </a:lnTo>
                <a:lnTo>
                  <a:pt x="42621" y="15317"/>
                </a:lnTo>
                <a:lnTo>
                  <a:pt x="43246" y="15418"/>
                </a:lnTo>
                <a:lnTo>
                  <a:pt x="43852" y="15479"/>
                </a:lnTo>
                <a:lnTo>
                  <a:pt x="44437" y="15519"/>
                </a:lnTo>
                <a:lnTo>
                  <a:pt x="45002" y="15539"/>
                </a:lnTo>
                <a:lnTo>
                  <a:pt x="45567" y="15539"/>
                </a:lnTo>
                <a:lnTo>
                  <a:pt x="46092" y="15519"/>
                </a:lnTo>
                <a:lnTo>
                  <a:pt x="46596" y="15479"/>
                </a:lnTo>
                <a:lnTo>
                  <a:pt x="47081" y="15398"/>
                </a:lnTo>
                <a:lnTo>
                  <a:pt x="47565" y="15317"/>
                </a:lnTo>
                <a:lnTo>
                  <a:pt x="48009" y="15216"/>
                </a:lnTo>
                <a:lnTo>
                  <a:pt x="48453" y="15075"/>
                </a:lnTo>
                <a:lnTo>
                  <a:pt x="48877" y="14934"/>
                </a:lnTo>
                <a:lnTo>
                  <a:pt x="49280" y="14752"/>
                </a:lnTo>
                <a:lnTo>
                  <a:pt x="49664" y="14550"/>
                </a:lnTo>
                <a:lnTo>
                  <a:pt x="50027" y="14348"/>
                </a:lnTo>
                <a:lnTo>
                  <a:pt x="50390" y="14106"/>
                </a:lnTo>
                <a:lnTo>
                  <a:pt x="50612" y="13925"/>
                </a:lnTo>
                <a:lnTo>
                  <a:pt x="50814" y="13763"/>
                </a:lnTo>
                <a:lnTo>
                  <a:pt x="51036" y="13622"/>
                </a:lnTo>
                <a:lnTo>
                  <a:pt x="51258" y="13481"/>
                </a:lnTo>
                <a:lnTo>
                  <a:pt x="51500" y="13380"/>
                </a:lnTo>
                <a:lnTo>
                  <a:pt x="51662" y="13339"/>
                </a:lnTo>
                <a:lnTo>
                  <a:pt x="51823" y="13299"/>
                </a:lnTo>
                <a:lnTo>
                  <a:pt x="51984" y="13299"/>
                </a:lnTo>
                <a:lnTo>
                  <a:pt x="52146" y="13319"/>
                </a:lnTo>
                <a:lnTo>
                  <a:pt x="52307" y="13360"/>
                </a:lnTo>
                <a:lnTo>
                  <a:pt x="52449" y="13420"/>
                </a:lnTo>
                <a:lnTo>
                  <a:pt x="52570" y="13521"/>
                </a:lnTo>
                <a:lnTo>
                  <a:pt x="52691" y="13642"/>
                </a:lnTo>
                <a:lnTo>
                  <a:pt x="52771" y="13804"/>
                </a:lnTo>
                <a:lnTo>
                  <a:pt x="52832" y="13985"/>
                </a:lnTo>
                <a:lnTo>
                  <a:pt x="52852" y="14167"/>
                </a:lnTo>
                <a:lnTo>
                  <a:pt x="52872" y="14348"/>
                </a:lnTo>
                <a:lnTo>
                  <a:pt x="52872" y="14893"/>
                </a:lnTo>
                <a:lnTo>
                  <a:pt x="52832" y="15398"/>
                </a:lnTo>
                <a:lnTo>
                  <a:pt x="52751" y="15902"/>
                </a:lnTo>
                <a:lnTo>
                  <a:pt x="52630" y="16366"/>
                </a:lnTo>
                <a:lnTo>
                  <a:pt x="52489" y="16831"/>
                </a:lnTo>
                <a:lnTo>
                  <a:pt x="52307" y="17254"/>
                </a:lnTo>
                <a:lnTo>
                  <a:pt x="52085" y="17658"/>
                </a:lnTo>
                <a:lnTo>
                  <a:pt x="51823" y="18041"/>
                </a:lnTo>
                <a:lnTo>
                  <a:pt x="51540" y="18405"/>
                </a:lnTo>
                <a:lnTo>
                  <a:pt x="51238" y="18728"/>
                </a:lnTo>
                <a:lnTo>
                  <a:pt x="50895" y="19030"/>
                </a:lnTo>
                <a:lnTo>
                  <a:pt x="50511" y="19293"/>
                </a:lnTo>
                <a:lnTo>
                  <a:pt x="50128" y="19535"/>
                </a:lnTo>
                <a:lnTo>
                  <a:pt x="49684" y="19737"/>
                </a:lnTo>
                <a:lnTo>
                  <a:pt x="49240" y="19898"/>
                </a:lnTo>
                <a:lnTo>
                  <a:pt x="48756" y="20039"/>
                </a:lnTo>
                <a:lnTo>
                  <a:pt x="48211" y="20140"/>
                </a:lnTo>
                <a:lnTo>
                  <a:pt x="47666" y="20221"/>
                </a:lnTo>
                <a:lnTo>
                  <a:pt x="47121" y="20261"/>
                </a:lnTo>
                <a:lnTo>
                  <a:pt x="46031" y="20261"/>
                </a:lnTo>
                <a:lnTo>
                  <a:pt x="45507" y="20241"/>
                </a:lnTo>
                <a:lnTo>
                  <a:pt x="44437" y="20160"/>
                </a:lnTo>
                <a:lnTo>
                  <a:pt x="42924" y="20019"/>
                </a:lnTo>
                <a:lnTo>
                  <a:pt x="41410" y="19858"/>
                </a:lnTo>
                <a:lnTo>
                  <a:pt x="38403" y="19494"/>
                </a:lnTo>
                <a:lnTo>
                  <a:pt x="36183" y="19212"/>
                </a:lnTo>
                <a:lnTo>
                  <a:pt x="33964" y="18970"/>
                </a:lnTo>
                <a:lnTo>
                  <a:pt x="32834" y="18849"/>
                </a:lnTo>
                <a:lnTo>
                  <a:pt x="31724" y="18768"/>
                </a:lnTo>
                <a:lnTo>
                  <a:pt x="30614" y="18687"/>
                </a:lnTo>
                <a:lnTo>
                  <a:pt x="29484" y="18627"/>
                </a:lnTo>
                <a:lnTo>
                  <a:pt x="28374" y="18606"/>
                </a:lnTo>
                <a:lnTo>
                  <a:pt x="27264" y="18606"/>
                </a:lnTo>
                <a:lnTo>
                  <a:pt x="26134" y="18627"/>
                </a:lnTo>
                <a:lnTo>
                  <a:pt x="25024" y="18687"/>
                </a:lnTo>
                <a:lnTo>
                  <a:pt x="23914" y="18788"/>
                </a:lnTo>
                <a:lnTo>
                  <a:pt x="22824" y="18909"/>
                </a:lnTo>
                <a:lnTo>
                  <a:pt x="21714" y="19091"/>
                </a:lnTo>
                <a:lnTo>
                  <a:pt x="20625" y="19313"/>
                </a:lnTo>
                <a:lnTo>
                  <a:pt x="19555" y="19595"/>
                </a:lnTo>
                <a:lnTo>
                  <a:pt x="18486" y="19898"/>
                </a:lnTo>
                <a:lnTo>
                  <a:pt x="17456" y="20241"/>
                </a:lnTo>
                <a:lnTo>
                  <a:pt x="16407" y="20645"/>
                </a:lnTo>
                <a:lnTo>
                  <a:pt x="15398" y="21048"/>
                </a:lnTo>
                <a:lnTo>
                  <a:pt x="14389" y="21512"/>
                </a:lnTo>
                <a:lnTo>
                  <a:pt x="13400" y="21977"/>
                </a:lnTo>
                <a:lnTo>
                  <a:pt x="12411" y="22481"/>
                </a:lnTo>
                <a:lnTo>
                  <a:pt x="11423" y="23006"/>
                </a:lnTo>
                <a:lnTo>
                  <a:pt x="10454" y="23551"/>
                </a:lnTo>
                <a:lnTo>
                  <a:pt x="9505" y="24116"/>
                </a:lnTo>
                <a:lnTo>
                  <a:pt x="8537" y="24681"/>
                </a:lnTo>
                <a:lnTo>
                  <a:pt x="6660" y="25851"/>
                </a:lnTo>
                <a:lnTo>
                  <a:pt x="4783" y="27022"/>
                </a:lnTo>
                <a:lnTo>
                  <a:pt x="4703" y="27082"/>
                </a:lnTo>
                <a:lnTo>
                  <a:pt x="4339" y="27304"/>
                </a:lnTo>
                <a:lnTo>
                  <a:pt x="4017" y="27465"/>
                </a:lnTo>
                <a:lnTo>
                  <a:pt x="3694" y="27587"/>
                </a:lnTo>
                <a:lnTo>
                  <a:pt x="3411" y="27647"/>
                </a:lnTo>
                <a:lnTo>
                  <a:pt x="3149" y="27667"/>
                </a:lnTo>
                <a:lnTo>
                  <a:pt x="3028" y="27667"/>
                </a:lnTo>
                <a:lnTo>
                  <a:pt x="2907" y="27647"/>
                </a:lnTo>
                <a:lnTo>
                  <a:pt x="2806" y="27607"/>
                </a:lnTo>
                <a:lnTo>
                  <a:pt x="2685" y="27566"/>
                </a:lnTo>
                <a:lnTo>
                  <a:pt x="2584" y="27506"/>
                </a:lnTo>
                <a:lnTo>
                  <a:pt x="2503" y="27445"/>
                </a:lnTo>
                <a:lnTo>
                  <a:pt x="2382" y="27344"/>
                </a:lnTo>
                <a:lnTo>
                  <a:pt x="2301" y="27223"/>
                </a:lnTo>
                <a:lnTo>
                  <a:pt x="2220" y="27082"/>
                </a:lnTo>
                <a:lnTo>
                  <a:pt x="2140" y="26941"/>
                </a:lnTo>
                <a:lnTo>
                  <a:pt x="2039" y="26638"/>
                </a:lnTo>
                <a:lnTo>
                  <a:pt x="1958" y="26295"/>
                </a:lnTo>
                <a:lnTo>
                  <a:pt x="1716" y="25064"/>
                </a:lnTo>
                <a:lnTo>
                  <a:pt x="1474" y="23813"/>
                </a:lnTo>
                <a:lnTo>
                  <a:pt x="1232" y="22562"/>
                </a:lnTo>
                <a:lnTo>
                  <a:pt x="1030" y="21311"/>
                </a:lnTo>
                <a:lnTo>
                  <a:pt x="828" y="20059"/>
                </a:lnTo>
                <a:lnTo>
                  <a:pt x="667" y="18808"/>
                </a:lnTo>
                <a:lnTo>
                  <a:pt x="505" y="17537"/>
                </a:lnTo>
                <a:lnTo>
                  <a:pt x="364" y="16286"/>
                </a:lnTo>
                <a:lnTo>
                  <a:pt x="283" y="15378"/>
                </a:lnTo>
                <a:lnTo>
                  <a:pt x="202" y="14550"/>
                </a:lnTo>
                <a:lnTo>
                  <a:pt x="162" y="13743"/>
                </a:lnTo>
                <a:lnTo>
                  <a:pt x="122" y="13017"/>
                </a:lnTo>
                <a:lnTo>
                  <a:pt x="102" y="12310"/>
                </a:lnTo>
                <a:lnTo>
                  <a:pt x="81" y="11664"/>
                </a:lnTo>
                <a:lnTo>
                  <a:pt x="102" y="11059"/>
                </a:lnTo>
                <a:lnTo>
                  <a:pt x="102" y="10494"/>
                </a:lnTo>
                <a:lnTo>
                  <a:pt x="162" y="9485"/>
                </a:lnTo>
                <a:lnTo>
                  <a:pt x="263" y="8597"/>
                </a:lnTo>
                <a:lnTo>
                  <a:pt x="364" y="7810"/>
                </a:lnTo>
                <a:lnTo>
                  <a:pt x="505" y="7124"/>
                </a:lnTo>
                <a:lnTo>
                  <a:pt x="606" y="6680"/>
                </a:lnTo>
                <a:lnTo>
                  <a:pt x="707" y="6236"/>
                </a:lnTo>
                <a:lnTo>
                  <a:pt x="828" y="5812"/>
                </a:lnTo>
                <a:lnTo>
                  <a:pt x="969" y="5409"/>
                </a:lnTo>
                <a:lnTo>
                  <a:pt x="1111" y="5005"/>
                </a:lnTo>
                <a:lnTo>
                  <a:pt x="1252" y="4642"/>
                </a:lnTo>
                <a:lnTo>
                  <a:pt x="1413" y="4279"/>
                </a:lnTo>
                <a:lnTo>
                  <a:pt x="1595" y="3915"/>
                </a:lnTo>
                <a:lnTo>
                  <a:pt x="1777" y="3592"/>
                </a:lnTo>
                <a:lnTo>
                  <a:pt x="1978" y="3270"/>
                </a:lnTo>
                <a:lnTo>
                  <a:pt x="2180" y="2967"/>
                </a:lnTo>
                <a:lnTo>
                  <a:pt x="2402" y="2684"/>
                </a:lnTo>
                <a:lnTo>
                  <a:pt x="2624" y="2402"/>
                </a:lnTo>
                <a:lnTo>
                  <a:pt x="2866" y="2160"/>
                </a:lnTo>
                <a:lnTo>
                  <a:pt x="3108" y="1918"/>
                </a:lnTo>
                <a:lnTo>
                  <a:pt x="3371" y="1675"/>
                </a:lnTo>
                <a:lnTo>
                  <a:pt x="3613" y="1494"/>
                </a:lnTo>
                <a:lnTo>
                  <a:pt x="3855" y="1312"/>
                </a:lnTo>
                <a:lnTo>
                  <a:pt x="4117" y="1151"/>
                </a:lnTo>
                <a:lnTo>
                  <a:pt x="4400" y="989"/>
                </a:lnTo>
                <a:lnTo>
                  <a:pt x="4682" y="848"/>
                </a:lnTo>
                <a:lnTo>
                  <a:pt x="4965" y="707"/>
                </a:lnTo>
                <a:lnTo>
                  <a:pt x="5268" y="586"/>
                </a:lnTo>
                <a:lnTo>
                  <a:pt x="5570" y="485"/>
                </a:lnTo>
                <a:lnTo>
                  <a:pt x="5893" y="384"/>
                </a:lnTo>
                <a:lnTo>
                  <a:pt x="6196" y="303"/>
                </a:lnTo>
                <a:lnTo>
                  <a:pt x="6539" y="243"/>
                </a:lnTo>
                <a:lnTo>
                  <a:pt x="6862" y="182"/>
                </a:lnTo>
                <a:lnTo>
                  <a:pt x="7205" y="121"/>
                </a:lnTo>
                <a:lnTo>
                  <a:pt x="7548" y="101"/>
                </a:lnTo>
                <a:lnTo>
                  <a:pt x="7891" y="81"/>
                </a:lnTo>
                <a:close/>
                <a:moveTo>
                  <a:pt x="7730" y="0"/>
                </a:moveTo>
                <a:lnTo>
                  <a:pt x="7265" y="41"/>
                </a:lnTo>
                <a:lnTo>
                  <a:pt x="6801" y="101"/>
                </a:lnTo>
                <a:lnTo>
                  <a:pt x="6378" y="182"/>
                </a:lnTo>
                <a:lnTo>
                  <a:pt x="5934" y="283"/>
                </a:lnTo>
                <a:lnTo>
                  <a:pt x="5530" y="424"/>
                </a:lnTo>
                <a:lnTo>
                  <a:pt x="5106" y="565"/>
                </a:lnTo>
                <a:lnTo>
                  <a:pt x="4723" y="727"/>
                </a:lnTo>
                <a:lnTo>
                  <a:pt x="4339" y="929"/>
                </a:lnTo>
                <a:lnTo>
                  <a:pt x="3976" y="1130"/>
                </a:lnTo>
                <a:lnTo>
                  <a:pt x="3633" y="1373"/>
                </a:lnTo>
                <a:lnTo>
                  <a:pt x="3310" y="1615"/>
                </a:lnTo>
                <a:lnTo>
                  <a:pt x="3048" y="1857"/>
                </a:lnTo>
                <a:lnTo>
                  <a:pt x="2806" y="2099"/>
                </a:lnTo>
                <a:lnTo>
                  <a:pt x="2564" y="2361"/>
                </a:lnTo>
                <a:lnTo>
                  <a:pt x="2342" y="2624"/>
                </a:lnTo>
                <a:lnTo>
                  <a:pt x="2120" y="2927"/>
                </a:lnTo>
                <a:lnTo>
                  <a:pt x="1918" y="3229"/>
                </a:lnTo>
                <a:lnTo>
                  <a:pt x="1716" y="3552"/>
                </a:lnTo>
                <a:lnTo>
                  <a:pt x="1534" y="3875"/>
                </a:lnTo>
                <a:lnTo>
                  <a:pt x="1353" y="4238"/>
                </a:lnTo>
                <a:lnTo>
                  <a:pt x="1191" y="4601"/>
                </a:lnTo>
                <a:lnTo>
                  <a:pt x="1030" y="4985"/>
                </a:lnTo>
                <a:lnTo>
                  <a:pt x="889" y="5388"/>
                </a:lnTo>
                <a:lnTo>
                  <a:pt x="747" y="5792"/>
                </a:lnTo>
                <a:lnTo>
                  <a:pt x="626" y="6216"/>
                </a:lnTo>
                <a:lnTo>
                  <a:pt x="525" y="6660"/>
                </a:lnTo>
                <a:lnTo>
                  <a:pt x="424" y="7104"/>
                </a:lnTo>
                <a:lnTo>
                  <a:pt x="283" y="7810"/>
                </a:lnTo>
                <a:lnTo>
                  <a:pt x="182" y="8577"/>
                </a:lnTo>
                <a:lnTo>
                  <a:pt x="81" y="9485"/>
                </a:lnTo>
                <a:lnTo>
                  <a:pt x="21" y="10494"/>
                </a:lnTo>
                <a:lnTo>
                  <a:pt x="21" y="11059"/>
                </a:lnTo>
                <a:lnTo>
                  <a:pt x="1" y="11664"/>
                </a:lnTo>
                <a:lnTo>
                  <a:pt x="21" y="12310"/>
                </a:lnTo>
                <a:lnTo>
                  <a:pt x="41" y="13017"/>
                </a:lnTo>
                <a:lnTo>
                  <a:pt x="81" y="13743"/>
                </a:lnTo>
                <a:lnTo>
                  <a:pt x="122" y="14550"/>
                </a:lnTo>
                <a:lnTo>
                  <a:pt x="202" y="15398"/>
                </a:lnTo>
                <a:lnTo>
                  <a:pt x="283" y="16306"/>
                </a:lnTo>
                <a:lnTo>
                  <a:pt x="424" y="17557"/>
                </a:lnTo>
                <a:lnTo>
                  <a:pt x="586" y="18808"/>
                </a:lnTo>
                <a:lnTo>
                  <a:pt x="768" y="20080"/>
                </a:lnTo>
                <a:lnTo>
                  <a:pt x="949" y="21331"/>
                </a:lnTo>
                <a:lnTo>
                  <a:pt x="1151" y="22582"/>
                </a:lnTo>
                <a:lnTo>
                  <a:pt x="1393" y="23833"/>
                </a:lnTo>
                <a:lnTo>
                  <a:pt x="1635" y="25084"/>
                </a:lnTo>
                <a:lnTo>
                  <a:pt x="1877" y="26315"/>
                </a:lnTo>
                <a:lnTo>
                  <a:pt x="1978" y="26658"/>
                </a:lnTo>
                <a:lnTo>
                  <a:pt x="2079" y="26981"/>
                </a:lnTo>
                <a:lnTo>
                  <a:pt x="2140" y="27143"/>
                </a:lnTo>
                <a:lnTo>
                  <a:pt x="2241" y="27264"/>
                </a:lnTo>
                <a:lnTo>
                  <a:pt x="2342" y="27405"/>
                </a:lnTo>
                <a:lnTo>
                  <a:pt x="2442" y="27506"/>
                </a:lnTo>
                <a:lnTo>
                  <a:pt x="2604" y="27607"/>
                </a:lnTo>
                <a:lnTo>
                  <a:pt x="2786" y="27687"/>
                </a:lnTo>
                <a:lnTo>
                  <a:pt x="2967" y="27728"/>
                </a:lnTo>
                <a:lnTo>
                  <a:pt x="3169" y="27748"/>
                </a:lnTo>
                <a:lnTo>
                  <a:pt x="3330" y="27748"/>
                </a:lnTo>
                <a:lnTo>
                  <a:pt x="3512" y="27708"/>
                </a:lnTo>
                <a:lnTo>
                  <a:pt x="3694" y="27667"/>
                </a:lnTo>
                <a:lnTo>
                  <a:pt x="3875" y="27607"/>
                </a:lnTo>
                <a:lnTo>
                  <a:pt x="4077" y="27526"/>
                </a:lnTo>
                <a:lnTo>
                  <a:pt x="4299" y="27425"/>
                </a:lnTo>
                <a:lnTo>
                  <a:pt x="4743" y="27163"/>
                </a:lnTo>
                <a:lnTo>
                  <a:pt x="4844" y="27102"/>
                </a:lnTo>
                <a:lnTo>
                  <a:pt x="6700" y="25912"/>
                </a:lnTo>
                <a:lnTo>
                  <a:pt x="8577" y="24761"/>
                </a:lnTo>
                <a:lnTo>
                  <a:pt x="9546" y="24176"/>
                </a:lnTo>
                <a:lnTo>
                  <a:pt x="10494" y="23631"/>
                </a:lnTo>
                <a:lnTo>
                  <a:pt x="11463" y="23086"/>
                </a:lnTo>
                <a:lnTo>
                  <a:pt x="12432" y="22562"/>
                </a:lnTo>
                <a:lnTo>
                  <a:pt x="13420" y="22057"/>
                </a:lnTo>
                <a:lnTo>
                  <a:pt x="14429" y="21573"/>
                </a:lnTo>
                <a:lnTo>
                  <a:pt x="15418" y="21129"/>
                </a:lnTo>
                <a:lnTo>
                  <a:pt x="16447" y="20705"/>
                </a:lnTo>
                <a:lnTo>
                  <a:pt x="17477" y="20322"/>
                </a:lnTo>
                <a:lnTo>
                  <a:pt x="18506" y="19979"/>
                </a:lnTo>
                <a:lnTo>
                  <a:pt x="19575" y="19676"/>
                </a:lnTo>
                <a:lnTo>
                  <a:pt x="20645" y="19393"/>
                </a:lnTo>
                <a:lnTo>
                  <a:pt x="21735" y="19171"/>
                </a:lnTo>
                <a:lnTo>
                  <a:pt x="22824" y="18990"/>
                </a:lnTo>
                <a:lnTo>
                  <a:pt x="23934" y="18869"/>
                </a:lnTo>
                <a:lnTo>
                  <a:pt x="25044" y="18768"/>
                </a:lnTo>
                <a:lnTo>
                  <a:pt x="26154" y="18707"/>
                </a:lnTo>
                <a:lnTo>
                  <a:pt x="27264" y="18687"/>
                </a:lnTo>
                <a:lnTo>
                  <a:pt x="28374" y="18687"/>
                </a:lnTo>
                <a:lnTo>
                  <a:pt x="29484" y="18707"/>
                </a:lnTo>
                <a:lnTo>
                  <a:pt x="30614" y="18768"/>
                </a:lnTo>
                <a:lnTo>
                  <a:pt x="31724" y="18849"/>
                </a:lnTo>
                <a:lnTo>
                  <a:pt x="32834" y="18929"/>
                </a:lnTo>
                <a:lnTo>
                  <a:pt x="33944" y="19050"/>
                </a:lnTo>
                <a:lnTo>
                  <a:pt x="36183" y="19293"/>
                </a:lnTo>
                <a:lnTo>
                  <a:pt x="38383" y="19575"/>
                </a:lnTo>
                <a:lnTo>
                  <a:pt x="41390" y="19938"/>
                </a:lnTo>
                <a:lnTo>
                  <a:pt x="42924" y="20100"/>
                </a:lnTo>
                <a:lnTo>
                  <a:pt x="44437" y="20241"/>
                </a:lnTo>
                <a:lnTo>
                  <a:pt x="45507" y="20322"/>
                </a:lnTo>
                <a:lnTo>
                  <a:pt x="46031" y="20342"/>
                </a:lnTo>
                <a:lnTo>
                  <a:pt x="47141" y="20342"/>
                </a:lnTo>
                <a:lnTo>
                  <a:pt x="47686" y="20302"/>
                </a:lnTo>
                <a:lnTo>
                  <a:pt x="48231" y="20221"/>
                </a:lnTo>
                <a:lnTo>
                  <a:pt x="48776" y="20120"/>
                </a:lnTo>
                <a:lnTo>
                  <a:pt x="49260" y="19979"/>
                </a:lnTo>
                <a:lnTo>
                  <a:pt x="49724" y="19797"/>
                </a:lnTo>
                <a:lnTo>
                  <a:pt x="50168" y="19595"/>
                </a:lnTo>
                <a:lnTo>
                  <a:pt x="50572" y="19353"/>
                </a:lnTo>
                <a:lnTo>
                  <a:pt x="50955" y="19071"/>
                </a:lnTo>
                <a:lnTo>
                  <a:pt x="51319" y="18748"/>
                </a:lnTo>
                <a:lnTo>
                  <a:pt x="51641" y="18405"/>
                </a:lnTo>
                <a:lnTo>
                  <a:pt x="51924" y="18041"/>
                </a:lnTo>
                <a:lnTo>
                  <a:pt x="52186" y="17638"/>
                </a:lnTo>
                <a:lnTo>
                  <a:pt x="52388" y="17234"/>
                </a:lnTo>
                <a:lnTo>
                  <a:pt x="52570" y="16790"/>
                </a:lnTo>
                <a:lnTo>
                  <a:pt x="52731" y="16346"/>
                </a:lnTo>
                <a:lnTo>
                  <a:pt x="52832" y="15862"/>
                </a:lnTo>
                <a:lnTo>
                  <a:pt x="52913" y="15378"/>
                </a:lnTo>
                <a:lnTo>
                  <a:pt x="52953" y="14873"/>
                </a:lnTo>
                <a:lnTo>
                  <a:pt x="52953" y="14348"/>
                </a:lnTo>
                <a:lnTo>
                  <a:pt x="52933" y="14147"/>
                </a:lnTo>
                <a:lnTo>
                  <a:pt x="52913" y="13965"/>
                </a:lnTo>
                <a:lnTo>
                  <a:pt x="52852" y="13763"/>
                </a:lnTo>
                <a:lnTo>
                  <a:pt x="52812" y="13662"/>
                </a:lnTo>
                <a:lnTo>
                  <a:pt x="52751" y="13582"/>
                </a:lnTo>
                <a:lnTo>
                  <a:pt x="52630" y="13461"/>
                </a:lnTo>
                <a:lnTo>
                  <a:pt x="52489" y="13360"/>
                </a:lnTo>
                <a:lnTo>
                  <a:pt x="52348" y="13279"/>
                </a:lnTo>
                <a:lnTo>
                  <a:pt x="52166" y="13239"/>
                </a:lnTo>
                <a:lnTo>
                  <a:pt x="51984" y="13218"/>
                </a:lnTo>
                <a:lnTo>
                  <a:pt x="51823" y="13218"/>
                </a:lnTo>
                <a:lnTo>
                  <a:pt x="51641" y="13259"/>
                </a:lnTo>
                <a:lnTo>
                  <a:pt x="51480" y="13299"/>
                </a:lnTo>
                <a:lnTo>
                  <a:pt x="51238" y="13400"/>
                </a:lnTo>
                <a:lnTo>
                  <a:pt x="50996" y="13541"/>
                </a:lnTo>
                <a:lnTo>
                  <a:pt x="50774" y="13703"/>
                </a:lnTo>
                <a:lnTo>
                  <a:pt x="50572" y="13864"/>
                </a:lnTo>
                <a:lnTo>
                  <a:pt x="50330" y="14026"/>
                </a:lnTo>
                <a:lnTo>
                  <a:pt x="49987" y="14268"/>
                </a:lnTo>
                <a:lnTo>
                  <a:pt x="49623" y="14490"/>
                </a:lnTo>
                <a:lnTo>
                  <a:pt x="49240" y="14691"/>
                </a:lnTo>
                <a:lnTo>
                  <a:pt x="48836" y="14853"/>
                </a:lnTo>
                <a:lnTo>
                  <a:pt x="48433" y="15014"/>
                </a:lnTo>
                <a:lnTo>
                  <a:pt x="47989" y="15135"/>
                </a:lnTo>
                <a:lnTo>
                  <a:pt x="47545" y="15236"/>
                </a:lnTo>
                <a:lnTo>
                  <a:pt x="47061" y="15337"/>
                </a:lnTo>
                <a:lnTo>
                  <a:pt x="46576" y="15398"/>
                </a:lnTo>
                <a:lnTo>
                  <a:pt x="46072" y="15438"/>
                </a:lnTo>
                <a:lnTo>
                  <a:pt x="45547" y="15458"/>
                </a:lnTo>
                <a:lnTo>
                  <a:pt x="45002" y="15458"/>
                </a:lnTo>
                <a:lnTo>
                  <a:pt x="44437" y="15438"/>
                </a:lnTo>
                <a:lnTo>
                  <a:pt x="43872" y="15398"/>
                </a:lnTo>
                <a:lnTo>
                  <a:pt x="43267" y="15337"/>
                </a:lnTo>
                <a:lnTo>
                  <a:pt x="42641" y="15236"/>
                </a:lnTo>
                <a:lnTo>
                  <a:pt x="41935" y="15135"/>
                </a:lnTo>
                <a:lnTo>
                  <a:pt x="41249" y="14994"/>
                </a:lnTo>
                <a:lnTo>
                  <a:pt x="40563" y="14853"/>
                </a:lnTo>
                <a:lnTo>
                  <a:pt x="39876" y="14691"/>
                </a:lnTo>
                <a:lnTo>
                  <a:pt x="39190" y="14510"/>
                </a:lnTo>
                <a:lnTo>
                  <a:pt x="38504" y="14308"/>
                </a:lnTo>
                <a:lnTo>
                  <a:pt x="37838" y="14106"/>
                </a:lnTo>
                <a:lnTo>
                  <a:pt x="37172" y="13884"/>
                </a:lnTo>
                <a:lnTo>
                  <a:pt x="36506" y="13662"/>
                </a:lnTo>
                <a:lnTo>
                  <a:pt x="35840" y="13420"/>
                </a:lnTo>
                <a:lnTo>
                  <a:pt x="34529" y="12895"/>
                </a:lnTo>
                <a:lnTo>
                  <a:pt x="33237" y="12330"/>
                </a:lnTo>
                <a:lnTo>
                  <a:pt x="31966" y="11725"/>
                </a:lnTo>
                <a:lnTo>
                  <a:pt x="30695" y="11079"/>
                </a:lnTo>
                <a:lnTo>
                  <a:pt x="29423" y="10434"/>
                </a:lnTo>
                <a:lnTo>
                  <a:pt x="28172" y="9747"/>
                </a:lnTo>
                <a:lnTo>
                  <a:pt x="26941" y="9041"/>
                </a:lnTo>
                <a:lnTo>
                  <a:pt x="25710" y="8315"/>
                </a:lnTo>
                <a:lnTo>
                  <a:pt x="24479" y="7588"/>
                </a:lnTo>
                <a:lnTo>
                  <a:pt x="22057" y="6115"/>
                </a:lnTo>
                <a:lnTo>
                  <a:pt x="19394" y="4501"/>
                </a:lnTo>
                <a:lnTo>
                  <a:pt x="18062" y="3693"/>
                </a:lnTo>
                <a:lnTo>
                  <a:pt x="16710" y="2906"/>
                </a:lnTo>
                <a:lnTo>
                  <a:pt x="15983" y="2503"/>
                </a:lnTo>
                <a:lnTo>
                  <a:pt x="15216" y="2079"/>
                </a:lnTo>
                <a:lnTo>
                  <a:pt x="14429" y="1675"/>
                </a:lnTo>
                <a:lnTo>
                  <a:pt x="13602" y="1292"/>
                </a:lnTo>
                <a:lnTo>
                  <a:pt x="12775" y="949"/>
                </a:lnTo>
                <a:lnTo>
                  <a:pt x="12331" y="787"/>
                </a:lnTo>
                <a:lnTo>
                  <a:pt x="11907" y="626"/>
                </a:lnTo>
                <a:lnTo>
                  <a:pt x="11463" y="485"/>
                </a:lnTo>
                <a:lnTo>
                  <a:pt x="11019" y="364"/>
                </a:lnTo>
                <a:lnTo>
                  <a:pt x="10575" y="263"/>
                </a:lnTo>
                <a:lnTo>
                  <a:pt x="10131" y="162"/>
                </a:lnTo>
                <a:lnTo>
                  <a:pt x="9627" y="81"/>
                </a:lnTo>
                <a:lnTo>
                  <a:pt x="9142" y="41"/>
                </a:lnTo>
                <a:lnTo>
                  <a:pt x="865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p30"/>
          <p:cNvSpPr/>
          <p:nvPr/>
        </p:nvSpPr>
        <p:spPr>
          <a:xfrm flipH="1">
            <a:off x="4060897" y="-983699"/>
            <a:ext cx="1826666" cy="1093271"/>
          </a:xfrm>
          <a:custGeom>
            <a:rect b="b" l="l" r="r" t="t"/>
            <a:pathLst>
              <a:path extrusionOk="0" h="19555" w="32673">
                <a:moveTo>
                  <a:pt x="4340" y="81"/>
                </a:moveTo>
                <a:lnTo>
                  <a:pt x="4622" y="101"/>
                </a:lnTo>
                <a:lnTo>
                  <a:pt x="4885" y="121"/>
                </a:lnTo>
                <a:lnTo>
                  <a:pt x="5167" y="161"/>
                </a:lnTo>
                <a:lnTo>
                  <a:pt x="5450" y="222"/>
                </a:lnTo>
                <a:lnTo>
                  <a:pt x="5712" y="283"/>
                </a:lnTo>
                <a:lnTo>
                  <a:pt x="6216" y="444"/>
                </a:lnTo>
                <a:lnTo>
                  <a:pt x="6640" y="626"/>
                </a:lnTo>
                <a:lnTo>
                  <a:pt x="7003" y="787"/>
                </a:lnTo>
                <a:lnTo>
                  <a:pt x="7266" y="928"/>
                </a:lnTo>
                <a:lnTo>
                  <a:pt x="7629" y="1130"/>
                </a:lnTo>
                <a:lnTo>
                  <a:pt x="7972" y="1352"/>
                </a:lnTo>
                <a:lnTo>
                  <a:pt x="8315" y="1594"/>
                </a:lnTo>
                <a:lnTo>
                  <a:pt x="8658" y="1836"/>
                </a:lnTo>
                <a:lnTo>
                  <a:pt x="9324" y="2341"/>
                </a:lnTo>
                <a:lnTo>
                  <a:pt x="9950" y="2866"/>
                </a:lnTo>
                <a:lnTo>
                  <a:pt x="10918" y="3632"/>
                </a:lnTo>
                <a:lnTo>
                  <a:pt x="11746" y="4258"/>
                </a:lnTo>
                <a:lnTo>
                  <a:pt x="12613" y="4843"/>
                </a:lnTo>
                <a:lnTo>
                  <a:pt x="13481" y="5388"/>
                </a:lnTo>
                <a:lnTo>
                  <a:pt x="14369" y="5913"/>
                </a:lnTo>
                <a:lnTo>
                  <a:pt x="15297" y="6397"/>
                </a:lnTo>
                <a:lnTo>
                  <a:pt x="16226" y="6861"/>
                </a:lnTo>
                <a:lnTo>
                  <a:pt x="17174" y="7285"/>
                </a:lnTo>
                <a:lnTo>
                  <a:pt x="18143" y="7709"/>
                </a:lnTo>
                <a:lnTo>
                  <a:pt x="19132" y="8092"/>
                </a:lnTo>
                <a:lnTo>
                  <a:pt x="20120" y="8476"/>
                </a:lnTo>
                <a:lnTo>
                  <a:pt x="21129" y="8839"/>
                </a:lnTo>
                <a:lnTo>
                  <a:pt x="22138" y="9182"/>
                </a:lnTo>
                <a:lnTo>
                  <a:pt x="23168" y="9505"/>
                </a:lnTo>
                <a:lnTo>
                  <a:pt x="24217" y="9848"/>
                </a:lnTo>
                <a:lnTo>
                  <a:pt x="26316" y="10473"/>
                </a:lnTo>
                <a:lnTo>
                  <a:pt x="26376" y="10494"/>
                </a:lnTo>
                <a:lnTo>
                  <a:pt x="27627" y="10877"/>
                </a:lnTo>
                <a:lnTo>
                  <a:pt x="28253" y="11079"/>
                </a:lnTo>
                <a:lnTo>
                  <a:pt x="28879" y="11301"/>
                </a:lnTo>
                <a:lnTo>
                  <a:pt x="29484" y="11523"/>
                </a:lnTo>
                <a:lnTo>
                  <a:pt x="30089" y="11805"/>
                </a:lnTo>
                <a:lnTo>
                  <a:pt x="30675" y="12088"/>
                </a:lnTo>
                <a:lnTo>
                  <a:pt x="31240" y="12411"/>
                </a:lnTo>
                <a:lnTo>
                  <a:pt x="31583" y="12633"/>
                </a:lnTo>
                <a:lnTo>
                  <a:pt x="31744" y="12754"/>
                </a:lnTo>
                <a:lnTo>
                  <a:pt x="31906" y="12895"/>
                </a:lnTo>
                <a:lnTo>
                  <a:pt x="32067" y="13036"/>
                </a:lnTo>
                <a:lnTo>
                  <a:pt x="32208" y="13198"/>
                </a:lnTo>
                <a:lnTo>
                  <a:pt x="32329" y="13379"/>
                </a:lnTo>
                <a:lnTo>
                  <a:pt x="32450" y="13581"/>
                </a:lnTo>
                <a:lnTo>
                  <a:pt x="32511" y="13763"/>
                </a:lnTo>
                <a:lnTo>
                  <a:pt x="32572" y="13965"/>
                </a:lnTo>
                <a:lnTo>
                  <a:pt x="32592" y="14166"/>
                </a:lnTo>
                <a:lnTo>
                  <a:pt x="32592" y="14368"/>
                </a:lnTo>
                <a:lnTo>
                  <a:pt x="32551" y="14570"/>
                </a:lnTo>
                <a:lnTo>
                  <a:pt x="32471" y="14772"/>
                </a:lnTo>
                <a:lnTo>
                  <a:pt x="32370" y="14953"/>
                </a:lnTo>
                <a:lnTo>
                  <a:pt x="32289" y="15034"/>
                </a:lnTo>
                <a:lnTo>
                  <a:pt x="32208" y="15095"/>
                </a:lnTo>
                <a:lnTo>
                  <a:pt x="32067" y="15196"/>
                </a:lnTo>
                <a:lnTo>
                  <a:pt x="31926" y="15256"/>
                </a:lnTo>
                <a:lnTo>
                  <a:pt x="31764" y="15317"/>
                </a:lnTo>
                <a:lnTo>
                  <a:pt x="31603" y="15337"/>
                </a:lnTo>
                <a:lnTo>
                  <a:pt x="31421" y="15357"/>
                </a:lnTo>
                <a:lnTo>
                  <a:pt x="31240" y="15377"/>
                </a:lnTo>
                <a:lnTo>
                  <a:pt x="30876" y="15357"/>
                </a:lnTo>
                <a:lnTo>
                  <a:pt x="29625" y="15276"/>
                </a:lnTo>
                <a:lnTo>
                  <a:pt x="28354" y="15196"/>
                </a:lnTo>
                <a:lnTo>
                  <a:pt x="25872" y="14974"/>
                </a:lnTo>
                <a:lnTo>
                  <a:pt x="24116" y="14832"/>
                </a:lnTo>
                <a:lnTo>
                  <a:pt x="22360" y="14691"/>
                </a:lnTo>
                <a:lnTo>
                  <a:pt x="20585" y="14590"/>
                </a:lnTo>
                <a:lnTo>
                  <a:pt x="19697" y="14550"/>
                </a:lnTo>
                <a:lnTo>
                  <a:pt x="18809" y="14530"/>
                </a:lnTo>
                <a:lnTo>
                  <a:pt x="17073" y="14530"/>
                </a:lnTo>
                <a:lnTo>
                  <a:pt x="16226" y="14570"/>
                </a:lnTo>
                <a:lnTo>
                  <a:pt x="15398" y="14631"/>
                </a:lnTo>
                <a:lnTo>
                  <a:pt x="14591" y="14691"/>
                </a:lnTo>
                <a:lnTo>
                  <a:pt x="13824" y="14792"/>
                </a:lnTo>
                <a:lnTo>
                  <a:pt x="13057" y="14893"/>
                </a:lnTo>
                <a:lnTo>
                  <a:pt x="12311" y="15034"/>
                </a:lnTo>
                <a:lnTo>
                  <a:pt x="11584" y="15175"/>
                </a:lnTo>
                <a:lnTo>
                  <a:pt x="10878" y="15337"/>
                </a:lnTo>
                <a:lnTo>
                  <a:pt x="10192" y="15539"/>
                </a:lnTo>
                <a:lnTo>
                  <a:pt x="9526" y="15740"/>
                </a:lnTo>
                <a:lnTo>
                  <a:pt x="8880" y="15962"/>
                </a:lnTo>
                <a:lnTo>
                  <a:pt x="8255" y="16205"/>
                </a:lnTo>
                <a:lnTo>
                  <a:pt x="7629" y="16487"/>
                </a:lnTo>
                <a:lnTo>
                  <a:pt x="7024" y="16770"/>
                </a:lnTo>
                <a:lnTo>
                  <a:pt x="6539" y="17012"/>
                </a:lnTo>
                <a:lnTo>
                  <a:pt x="6055" y="17294"/>
                </a:lnTo>
                <a:lnTo>
                  <a:pt x="5086" y="17839"/>
                </a:lnTo>
                <a:lnTo>
                  <a:pt x="4441" y="18202"/>
                </a:lnTo>
                <a:lnTo>
                  <a:pt x="3775" y="18586"/>
                </a:lnTo>
                <a:lnTo>
                  <a:pt x="3089" y="18929"/>
                </a:lnTo>
                <a:lnTo>
                  <a:pt x="2382" y="19252"/>
                </a:lnTo>
                <a:lnTo>
                  <a:pt x="2160" y="19353"/>
                </a:lnTo>
                <a:lnTo>
                  <a:pt x="1918" y="19413"/>
                </a:lnTo>
                <a:lnTo>
                  <a:pt x="1676" y="19454"/>
                </a:lnTo>
                <a:lnTo>
                  <a:pt x="1434" y="19454"/>
                </a:lnTo>
                <a:lnTo>
                  <a:pt x="1333" y="19413"/>
                </a:lnTo>
                <a:lnTo>
                  <a:pt x="1212" y="19373"/>
                </a:lnTo>
                <a:lnTo>
                  <a:pt x="1030" y="19272"/>
                </a:lnTo>
                <a:lnTo>
                  <a:pt x="869" y="19111"/>
                </a:lnTo>
                <a:lnTo>
                  <a:pt x="748" y="18949"/>
                </a:lnTo>
                <a:lnTo>
                  <a:pt x="627" y="18788"/>
                </a:lnTo>
                <a:lnTo>
                  <a:pt x="546" y="18606"/>
                </a:lnTo>
                <a:lnTo>
                  <a:pt x="425" y="18324"/>
                </a:lnTo>
                <a:lnTo>
                  <a:pt x="324" y="18001"/>
                </a:lnTo>
                <a:lnTo>
                  <a:pt x="263" y="17678"/>
                </a:lnTo>
                <a:lnTo>
                  <a:pt x="203" y="17335"/>
                </a:lnTo>
                <a:lnTo>
                  <a:pt x="162" y="16992"/>
                </a:lnTo>
                <a:lnTo>
                  <a:pt x="122" y="16326"/>
                </a:lnTo>
                <a:lnTo>
                  <a:pt x="102" y="15660"/>
                </a:lnTo>
                <a:lnTo>
                  <a:pt x="102" y="14368"/>
                </a:lnTo>
                <a:lnTo>
                  <a:pt x="82" y="13137"/>
                </a:lnTo>
                <a:lnTo>
                  <a:pt x="102" y="11947"/>
                </a:lnTo>
                <a:lnTo>
                  <a:pt x="122" y="10756"/>
                </a:lnTo>
                <a:lnTo>
                  <a:pt x="203" y="9485"/>
                </a:lnTo>
                <a:lnTo>
                  <a:pt x="324" y="8274"/>
                </a:lnTo>
                <a:lnTo>
                  <a:pt x="405" y="7689"/>
                </a:lnTo>
                <a:lnTo>
                  <a:pt x="485" y="7124"/>
                </a:lnTo>
                <a:lnTo>
                  <a:pt x="586" y="6579"/>
                </a:lnTo>
                <a:lnTo>
                  <a:pt x="687" y="6054"/>
                </a:lnTo>
                <a:lnTo>
                  <a:pt x="808" y="5529"/>
                </a:lnTo>
                <a:lnTo>
                  <a:pt x="929" y="5025"/>
                </a:lnTo>
                <a:lnTo>
                  <a:pt x="1071" y="4541"/>
                </a:lnTo>
                <a:lnTo>
                  <a:pt x="1232" y="4056"/>
                </a:lnTo>
                <a:lnTo>
                  <a:pt x="1393" y="3592"/>
                </a:lnTo>
                <a:lnTo>
                  <a:pt x="1555" y="3128"/>
                </a:lnTo>
                <a:lnTo>
                  <a:pt x="1736" y="2684"/>
                </a:lnTo>
                <a:lnTo>
                  <a:pt x="1938" y="2260"/>
                </a:lnTo>
                <a:lnTo>
                  <a:pt x="2039" y="2038"/>
                </a:lnTo>
                <a:lnTo>
                  <a:pt x="2301" y="1493"/>
                </a:lnTo>
                <a:lnTo>
                  <a:pt x="2463" y="1231"/>
                </a:lnTo>
                <a:lnTo>
                  <a:pt x="2624" y="969"/>
                </a:lnTo>
                <a:lnTo>
                  <a:pt x="2806" y="727"/>
                </a:lnTo>
                <a:lnTo>
                  <a:pt x="3008" y="525"/>
                </a:lnTo>
                <a:lnTo>
                  <a:pt x="3129" y="444"/>
                </a:lnTo>
                <a:lnTo>
                  <a:pt x="3250" y="363"/>
                </a:lnTo>
                <a:lnTo>
                  <a:pt x="3391" y="283"/>
                </a:lnTo>
                <a:lnTo>
                  <a:pt x="3532" y="222"/>
                </a:lnTo>
                <a:lnTo>
                  <a:pt x="3795" y="161"/>
                </a:lnTo>
                <a:lnTo>
                  <a:pt x="4057" y="101"/>
                </a:lnTo>
                <a:lnTo>
                  <a:pt x="4340" y="81"/>
                </a:lnTo>
                <a:close/>
                <a:moveTo>
                  <a:pt x="4360" y="0"/>
                </a:moveTo>
                <a:lnTo>
                  <a:pt x="3997" y="40"/>
                </a:lnTo>
                <a:lnTo>
                  <a:pt x="3714" y="81"/>
                </a:lnTo>
                <a:lnTo>
                  <a:pt x="3492" y="161"/>
                </a:lnTo>
                <a:lnTo>
                  <a:pt x="3351" y="222"/>
                </a:lnTo>
                <a:lnTo>
                  <a:pt x="3210" y="283"/>
                </a:lnTo>
                <a:lnTo>
                  <a:pt x="3089" y="363"/>
                </a:lnTo>
                <a:lnTo>
                  <a:pt x="2967" y="464"/>
                </a:lnTo>
                <a:lnTo>
                  <a:pt x="2745" y="666"/>
                </a:lnTo>
                <a:lnTo>
                  <a:pt x="2564" y="908"/>
                </a:lnTo>
                <a:lnTo>
                  <a:pt x="2382" y="1170"/>
                </a:lnTo>
                <a:lnTo>
                  <a:pt x="2241" y="1453"/>
                </a:lnTo>
                <a:lnTo>
                  <a:pt x="1958" y="2018"/>
                </a:lnTo>
                <a:lnTo>
                  <a:pt x="1878" y="2220"/>
                </a:lnTo>
                <a:lnTo>
                  <a:pt x="1676" y="2664"/>
                </a:lnTo>
                <a:lnTo>
                  <a:pt x="1494" y="3108"/>
                </a:lnTo>
                <a:lnTo>
                  <a:pt x="1313" y="3552"/>
                </a:lnTo>
                <a:lnTo>
                  <a:pt x="1151" y="4036"/>
                </a:lnTo>
                <a:lnTo>
                  <a:pt x="990" y="4500"/>
                </a:lnTo>
                <a:lnTo>
                  <a:pt x="849" y="5005"/>
                </a:lnTo>
                <a:lnTo>
                  <a:pt x="727" y="5509"/>
                </a:lnTo>
                <a:lnTo>
                  <a:pt x="606" y="6034"/>
                </a:lnTo>
                <a:lnTo>
                  <a:pt x="505" y="6559"/>
                </a:lnTo>
                <a:lnTo>
                  <a:pt x="405" y="7103"/>
                </a:lnTo>
                <a:lnTo>
                  <a:pt x="324" y="7668"/>
                </a:lnTo>
                <a:lnTo>
                  <a:pt x="243" y="8254"/>
                </a:lnTo>
                <a:lnTo>
                  <a:pt x="122" y="9464"/>
                </a:lnTo>
                <a:lnTo>
                  <a:pt x="41" y="10756"/>
                </a:lnTo>
                <a:lnTo>
                  <a:pt x="21" y="11947"/>
                </a:lnTo>
                <a:lnTo>
                  <a:pt x="1" y="13137"/>
                </a:lnTo>
                <a:lnTo>
                  <a:pt x="21" y="14368"/>
                </a:lnTo>
                <a:lnTo>
                  <a:pt x="21" y="15660"/>
                </a:lnTo>
                <a:lnTo>
                  <a:pt x="41" y="16326"/>
                </a:lnTo>
                <a:lnTo>
                  <a:pt x="82" y="17012"/>
                </a:lnTo>
                <a:lnTo>
                  <a:pt x="122" y="17355"/>
                </a:lnTo>
                <a:lnTo>
                  <a:pt x="183" y="17678"/>
                </a:lnTo>
                <a:lnTo>
                  <a:pt x="263" y="18021"/>
                </a:lnTo>
                <a:lnTo>
                  <a:pt x="344" y="18344"/>
                </a:lnTo>
                <a:lnTo>
                  <a:pt x="405" y="18505"/>
                </a:lnTo>
                <a:lnTo>
                  <a:pt x="485" y="18687"/>
                </a:lnTo>
                <a:lnTo>
                  <a:pt x="586" y="18868"/>
                </a:lnTo>
                <a:lnTo>
                  <a:pt x="707" y="19030"/>
                </a:lnTo>
                <a:lnTo>
                  <a:pt x="849" y="19211"/>
                </a:lnTo>
                <a:lnTo>
                  <a:pt x="1010" y="19353"/>
                </a:lnTo>
                <a:lnTo>
                  <a:pt x="1192" y="19454"/>
                </a:lnTo>
                <a:lnTo>
                  <a:pt x="1313" y="19494"/>
                </a:lnTo>
                <a:lnTo>
                  <a:pt x="1414" y="19534"/>
                </a:lnTo>
                <a:lnTo>
                  <a:pt x="1615" y="19555"/>
                </a:lnTo>
                <a:lnTo>
                  <a:pt x="1817" y="19534"/>
                </a:lnTo>
                <a:lnTo>
                  <a:pt x="2039" y="19474"/>
                </a:lnTo>
                <a:lnTo>
                  <a:pt x="2241" y="19413"/>
                </a:lnTo>
                <a:lnTo>
                  <a:pt x="2423" y="19333"/>
                </a:lnTo>
                <a:lnTo>
                  <a:pt x="3129" y="19010"/>
                </a:lnTo>
                <a:lnTo>
                  <a:pt x="3795" y="18646"/>
                </a:lnTo>
                <a:lnTo>
                  <a:pt x="4481" y="18283"/>
                </a:lnTo>
                <a:lnTo>
                  <a:pt x="5127" y="17900"/>
                </a:lnTo>
                <a:lnTo>
                  <a:pt x="6095" y="17355"/>
                </a:lnTo>
                <a:lnTo>
                  <a:pt x="6580" y="17093"/>
                </a:lnTo>
                <a:lnTo>
                  <a:pt x="7064" y="16830"/>
                </a:lnTo>
                <a:lnTo>
                  <a:pt x="7669" y="16548"/>
                </a:lnTo>
                <a:lnTo>
                  <a:pt x="8275" y="16285"/>
                </a:lnTo>
                <a:lnTo>
                  <a:pt x="8900" y="16043"/>
                </a:lnTo>
                <a:lnTo>
                  <a:pt x="9566" y="15821"/>
                </a:lnTo>
                <a:lnTo>
                  <a:pt x="10232" y="15619"/>
                </a:lnTo>
                <a:lnTo>
                  <a:pt x="10898" y="15418"/>
                </a:lnTo>
                <a:lnTo>
                  <a:pt x="11604" y="15256"/>
                </a:lnTo>
                <a:lnTo>
                  <a:pt x="12331" y="15115"/>
                </a:lnTo>
                <a:lnTo>
                  <a:pt x="13078" y="14974"/>
                </a:lnTo>
                <a:lnTo>
                  <a:pt x="13824" y="14873"/>
                </a:lnTo>
                <a:lnTo>
                  <a:pt x="14611" y="14772"/>
                </a:lnTo>
                <a:lnTo>
                  <a:pt x="15419" y="14711"/>
                </a:lnTo>
                <a:lnTo>
                  <a:pt x="16226" y="14651"/>
                </a:lnTo>
                <a:lnTo>
                  <a:pt x="17073" y="14610"/>
                </a:lnTo>
                <a:lnTo>
                  <a:pt x="18809" y="14610"/>
                </a:lnTo>
                <a:lnTo>
                  <a:pt x="19697" y="14631"/>
                </a:lnTo>
                <a:lnTo>
                  <a:pt x="20585" y="14671"/>
                </a:lnTo>
                <a:lnTo>
                  <a:pt x="22360" y="14772"/>
                </a:lnTo>
                <a:lnTo>
                  <a:pt x="24116" y="14913"/>
                </a:lnTo>
                <a:lnTo>
                  <a:pt x="25852" y="15054"/>
                </a:lnTo>
                <a:lnTo>
                  <a:pt x="28354" y="15276"/>
                </a:lnTo>
                <a:lnTo>
                  <a:pt x="29605" y="15357"/>
                </a:lnTo>
                <a:lnTo>
                  <a:pt x="30876" y="15438"/>
                </a:lnTo>
                <a:lnTo>
                  <a:pt x="31240" y="15458"/>
                </a:lnTo>
                <a:lnTo>
                  <a:pt x="31441" y="15438"/>
                </a:lnTo>
                <a:lnTo>
                  <a:pt x="31623" y="15418"/>
                </a:lnTo>
                <a:lnTo>
                  <a:pt x="31785" y="15397"/>
                </a:lnTo>
                <a:lnTo>
                  <a:pt x="31966" y="15337"/>
                </a:lnTo>
                <a:lnTo>
                  <a:pt x="32128" y="15256"/>
                </a:lnTo>
                <a:lnTo>
                  <a:pt x="32269" y="15155"/>
                </a:lnTo>
                <a:lnTo>
                  <a:pt x="32350" y="15075"/>
                </a:lnTo>
                <a:lnTo>
                  <a:pt x="32430" y="14994"/>
                </a:lnTo>
                <a:lnTo>
                  <a:pt x="32551" y="14812"/>
                </a:lnTo>
                <a:lnTo>
                  <a:pt x="32612" y="14610"/>
                </a:lnTo>
                <a:lnTo>
                  <a:pt x="32672" y="14388"/>
                </a:lnTo>
                <a:lnTo>
                  <a:pt x="32672" y="14166"/>
                </a:lnTo>
                <a:lnTo>
                  <a:pt x="32652" y="13944"/>
                </a:lnTo>
                <a:lnTo>
                  <a:pt x="32592" y="13743"/>
                </a:lnTo>
                <a:lnTo>
                  <a:pt x="32511" y="13541"/>
                </a:lnTo>
                <a:lnTo>
                  <a:pt x="32410" y="13339"/>
                </a:lnTo>
                <a:lnTo>
                  <a:pt x="32269" y="13157"/>
                </a:lnTo>
                <a:lnTo>
                  <a:pt x="32128" y="12996"/>
                </a:lnTo>
                <a:lnTo>
                  <a:pt x="31966" y="12835"/>
                </a:lnTo>
                <a:lnTo>
                  <a:pt x="31805" y="12693"/>
                </a:lnTo>
                <a:lnTo>
                  <a:pt x="31623" y="12572"/>
                </a:lnTo>
                <a:lnTo>
                  <a:pt x="31280" y="12350"/>
                </a:lnTo>
                <a:lnTo>
                  <a:pt x="30715" y="12027"/>
                </a:lnTo>
                <a:lnTo>
                  <a:pt x="30130" y="11725"/>
                </a:lnTo>
                <a:lnTo>
                  <a:pt x="29524" y="11462"/>
                </a:lnTo>
                <a:lnTo>
                  <a:pt x="28919" y="11220"/>
                </a:lnTo>
                <a:lnTo>
                  <a:pt x="28293" y="10998"/>
                </a:lnTo>
                <a:lnTo>
                  <a:pt x="27648" y="10796"/>
                </a:lnTo>
                <a:lnTo>
                  <a:pt x="26396" y="10413"/>
                </a:lnTo>
                <a:lnTo>
                  <a:pt x="26336" y="10393"/>
                </a:lnTo>
                <a:lnTo>
                  <a:pt x="24237" y="9767"/>
                </a:lnTo>
                <a:lnTo>
                  <a:pt x="23208" y="9444"/>
                </a:lnTo>
                <a:lnTo>
                  <a:pt x="22179" y="9101"/>
                </a:lnTo>
                <a:lnTo>
                  <a:pt x="21170" y="8758"/>
                </a:lnTo>
                <a:lnTo>
                  <a:pt x="20161" y="8395"/>
                </a:lnTo>
                <a:lnTo>
                  <a:pt x="19152" y="8032"/>
                </a:lnTo>
                <a:lnTo>
                  <a:pt x="18183" y="7628"/>
                </a:lnTo>
                <a:lnTo>
                  <a:pt x="17215" y="7224"/>
                </a:lnTo>
                <a:lnTo>
                  <a:pt x="16266" y="6781"/>
                </a:lnTo>
                <a:lnTo>
                  <a:pt x="15338" y="6316"/>
                </a:lnTo>
                <a:lnTo>
                  <a:pt x="14410" y="5832"/>
                </a:lnTo>
                <a:lnTo>
                  <a:pt x="13522" y="5328"/>
                </a:lnTo>
                <a:lnTo>
                  <a:pt x="12654" y="4783"/>
                </a:lnTo>
                <a:lnTo>
                  <a:pt x="11806" y="4197"/>
                </a:lnTo>
                <a:lnTo>
                  <a:pt x="10979" y="3572"/>
                </a:lnTo>
                <a:lnTo>
                  <a:pt x="10010" y="2805"/>
                </a:lnTo>
                <a:lnTo>
                  <a:pt x="9365" y="2280"/>
                </a:lnTo>
                <a:lnTo>
                  <a:pt x="8699" y="1776"/>
                </a:lnTo>
                <a:lnTo>
                  <a:pt x="8356" y="1514"/>
                </a:lnTo>
                <a:lnTo>
                  <a:pt x="8012" y="1292"/>
                </a:lnTo>
                <a:lnTo>
                  <a:pt x="7669" y="1070"/>
                </a:lnTo>
                <a:lnTo>
                  <a:pt x="7306" y="848"/>
                </a:lnTo>
                <a:lnTo>
                  <a:pt x="6923" y="666"/>
                </a:lnTo>
                <a:lnTo>
                  <a:pt x="6559" y="505"/>
                </a:lnTo>
                <a:lnTo>
                  <a:pt x="6216" y="363"/>
                </a:lnTo>
                <a:lnTo>
                  <a:pt x="5894" y="242"/>
                </a:lnTo>
                <a:lnTo>
                  <a:pt x="5591" y="161"/>
                </a:lnTo>
                <a:lnTo>
                  <a:pt x="5308" y="101"/>
                </a:lnTo>
                <a:lnTo>
                  <a:pt x="5046" y="61"/>
                </a:lnTo>
                <a:lnTo>
                  <a:pt x="4804" y="20"/>
                </a:lnTo>
                <a:lnTo>
                  <a:pt x="45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00" name="Google Shape;2400;p30"/>
          <p:cNvGrpSpPr/>
          <p:nvPr/>
        </p:nvGrpSpPr>
        <p:grpSpPr>
          <a:xfrm>
            <a:off x="157605" y="1997778"/>
            <a:ext cx="398956" cy="1147945"/>
            <a:chOff x="8625330" y="1912541"/>
            <a:chExt cx="398956" cy="1147945"/>
          </a:xfrm>
        </p:grpSpPr>
        <p:sp>
          <p:nvSpPr>
            <p:cNvPr id="2401" name="Google Shape;2401;p30"/>
            <p:cNvSpPr/>
            <p:nvPr/>
          </p:nvSpPr>
          <p:spPr>
            <a:xfrm>
              <a:off x="8960167" y="2999443"/>
              <a:ext cx="63359" cy="58003"/>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2" name="Google Shape;2402;p30"/>
            <p:cNvSpPr/>
            <p:nvPr/>
          </p:nvSpPr>
          <p:spPr>
            <a:xfrm>
              <a:off x="8958648" y="2840780"/>
              <a:ext cx="65638" cy="6184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p30"/>
            <p:cNvSpPr/>
            <p:nvPr/>
          </p:nvSpPr>
          <p:spPr>
            <a:xfrm>
              <a:off x="8957888" y="2683674"/>
              <a:ext cx="58003" cy="64119"/>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30"/>
            <p:cNvSpPr/>
            <p:nvPr/>
          </p:nvSpPr>
          <p:spPr>
            <a:xfrm>
              <a:off x="8959408" y="2531126"/>
              <a:ext cx="60282" cy="55724"/>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30"/>
            <p:cNvSpPr/>
            <p:nvPr/>
          </p:nvSpPr>
          <p:spPr>
            <a:xfrm>
              <a:off x="8961687" y="1913338"/>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30"/>
            <p:cNvSpPr/>
            <p:nvPr/>
          </p:nvSpPr>
          <p:spPr>
            <a:xfrm>
              <a:off x="8795426" y="2687473"/>
              <a:ext cx="61802" cy="57243"/>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30"/>
            <p:cNvSpPr/>
            <p:nvPr/>
          </p:nvSpPr>
          <p:spPr>
            <a:xfrm>
              <a:off x="8794667" y="2529607"/>
              <a:ext cx="61802" cy="58763"/>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8" name="Google Shape;2408;p30"/>
            <p:cNvSpPr/>
            <p:nvPr/>
          </p:nvSpPr>
          <p:spPr>
            <a:xfrm>
              <a:off x="8961687" y="2068165"/>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30"/>
            <p:cNvSpPr/>
            <p:nvPr/>
          </p:nvSpPr>
          <p:spPr>
            <a:xfrm>
              <a:off x="8960167" y="2379338"/>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p30"/>
            <p:cNvSpPr/>
            <p:nvPr/>
          </p:nvSpPr>
          <p:spPr>
            <a:xfrm>
              <a:off x="8795426" y="2843857"/>
              <a:ext cx="57243" cy="57205"/>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30"/>
            <p:cNvSpPr/>
            <p:nvPr/>
          </p:nvSpPr>
          <p:spPr>
            <a:xfrm>
              <a:off x="8795426" y="2377819"/>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30"/>
            <p:cNvSpPr/>
            <p:nvPr/>
          </p:nvSpPr>
          <p:spPr>
            <a:xfrm>
              <a:off x="8793907" y="2998684"/>
              <a:ext cx="63321" cy="60282"/>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30"/>
            <p:cNvSpPr/>
            <p:nvPr/>
          </p:nvSpPr>
          <p:spPr>
            <a:xfrm>
              <a:off x="8625330" y="2995607"/>
              <a:ext cx="61840" cy="64878"/>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4" name="Google Shape;2414;p30"/>
            <p:cNvSpPr/>
            <p:nvPr/>
          </p:nvSpPr>
          <p:spPr>
            <a:xfrm>
              <a:off x="8960927" y="2222992"/>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5" name="Google Shape;2415;p30"/>
            <p:cNvSpPr/>
            <p:nvPr/>
          </p:nvSpPr>
          <p:spPr>
            <a:xfrm>
              <a:off x="8796946" y="2214597"/>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6" name="Google Shape;2416;p30"/>
            <p:cNvSpPr/>
            <p:nvPr/>
          </p:nvSpPr>
          <p:spPr>
            <a:xfrm>
              <a:off x="8629166" y="2378579"/>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7" name="Google Shape;2417;p30"/>
            <p:cNvSpPr/>
            <p:nvPr/>
          </p:nvSpPr>
          <p:spPr>
            <a:xfrm>
              <a:off x="8631445" y="2223752"/>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8" name="Google Shape;2418;p30"/>
            <p:cNvSpPr/>
            <p:nvPr/>
          </p:nvSpPr>
          <p:spPr>
            <a:xfrm>
              <a:off x="8630685" y="2843059"/>
              <a:ext cx="57243" cy="57243"/>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9" name="Google Shape;2419;p30"/>
            <p:cNvSpPr/>
            <p:nvPr/>
          </p:nvSpPr>
          <p:spPr>
            <a:xfrm>
              <a:off x="8629166" y="2533405"/>
              <a:ext cx="58003" cy="5268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30"/>
            <p:cNvSpPr/>
            <p:nvPr/>
          </p:nvSpPr>
          <p:spPr>
            <a:xfrm>
              <a:off x="8795426" y="2069685"/>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1" name="Google Shape;2421;p30"/>
            <p:cNvSpPr/>
            <p:nvPr/>
          </p:nvSpPr>
          <p:spPr>
            <a:xfrm>
              <a:off x="8630685" y="2688992"/>
              <a:ext cx="57243" cy="54964"/>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2" name="Google Shape;2422;p30"/>
            <p:cNvSpPr/>
            <p:nvPr/>
          </p:nvSpPr>
          <p:spPr>
            <a:xfrm>
              <a:off x="8793147" y="1914098"/>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30"/>
            <p:cNvSpPr/>
            <p:nvPr/>
          </p:nvSpPr>
          <p:spPr>
            <a:xfrm>
              <a:off x="8632965" y="2067405"/>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4" name="Google Shape;2424;p30"/>
            <p:cNvSpPr/>
            <p:nvPr/>
          </p:nvSpPr>
          <p:spPr>
            <a:xfrm>
              <a:off x="8633724" y="1912541"/>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25" name="Google Shape;2425;p30"/>
          <p:cNvGrpSpPr/>
          <p:nvPr/>
        </p:nvGrpSpPr>
        <p:grpSpPr>
          <a:xfrm>
            <a:off x="8625330" y="1997778"/>
            <a:ext cx="398956" cy="1147945"/>
            <a:chOff x="8625330" y="1912541"/>
            <a:chExt cx="398956" cy="1147945"/>
          </a:xfrm>
        </p:grpSpPr>
        <p:sp>
          <p:nvSpPr>
            <p:cNvPr id="2426" name="Google Shape;2426;p30"/>
            <p:cNvSpPr/>
            <p:nvPr/>
          </p:nvSpPr>
          <p:spPr>
            <a:xfrm>
              <a:off x="8960167" y="2999443"/>
              <a:ext cx="63359" cy="58003"/>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7" name="Google Shape;2427;p30"/>
            <p:cNvSpPr/>
            <p:nvPr/>
          </p:nvSpPr>
          <p:spPr>
            <a:xfrm>
              <a:off x="8958648" y="2840780"/>
              <a:ext cx="65638" cy="6184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8" name="Google Shape;2428;p30"/>
            <p:cNvSpPr/>
            <p:nvPr/>
          </p:nvSpPr>
          <p:spPr>
            <a:xfrm>
              <a:off x="8957888" y="2683674"/>
              <a:ext cx="58003" cy="64119"/>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30"/>
            <p:cNvSpPr/>
            <p:nvPr/>
          </p:nvSpPr>
          <p:spPr>
            <a:xfrm>
              <a:off x="8959408" y="2531126"/>
              <a:ext cx="60282" cy="55724"/>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30"/>
            <p:cNvSpPr/>
            <p:nvPr/>
          </p:nvSpPr>
          <p:spPr>
            <a:xfrm>
              <a:off x="8961687" y="1913338"/>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30"/>
            <p:cNvSpPr/>
            <p:nvPr/>
          </p:nvSpPr>
          <p:spPr>
            <a:xfrm>
              <a:off x="8795426" y="2687473"/>
              <a:ext cx="61802" cy="57243"/>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30"/>
            <p:cNvSpPr/>
            <p:nvPr/>
          </p:nvSpPr>
          <p:spPr>
            <a:xfrm>
              <a:off x="8794667" y="2529607"/>
              <a:ext cx="61802" cy="58763"/>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3" name="Google Shape;2433;p30"/>
            <p:cNvSpPr/>
            <p:nvPr/>
          </p:nvSpPr>
          <p:spPr>
            <a:xfrm>
              <a:off x="8961687" y="2068165"/>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4" name="Google Shape;2434;p30"/>
            <p:cNvSpPr/>
            <p:nvPr/>
          </p:nvSpPr>
          <p:spPr>
            <a:xfrm>
              <a:off x="8960167" y="2379338"/>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30"/>
            <p:cNvSpPr/>
            <p:nvPr/>
          </p:nvSpPr>
          <p:spPr>
            <a:xfrm>
              <a:off x="8795426" y="2843857"/>
              <a:ext cx="57243" cy="57205"/>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30"/>
            <p:cNvSpPr/>
            <p:nvPr/>
          </p:nvSpPr>
          <p:spPr>
            <a:xfrm>
              <a:off x="8795426" y="2377819"/>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7" name="Google Shape;2437;p30"/>
            <p:cNvSpPr/>
            <p:nvPr/>
          </p:nvSpPr>
          <p:spPr>
            <a:xfrm>
              <a:off x="8793907" y="2998684"/>
              <a:ext cx="63321" cy="60282"/>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8" name="Google Shape;2438;p30"/>
            <p:cNvSpPr/>
            <p:nvPr/>
          </p:nvSpPr>
          <p:spPr>
            <a:xfrm>
              <a:off x="8625330" y="2995607"/>
              <a:ext cx="61840" cy="64878"/>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9" name="Google Shape;2439;p30"/>
            <p:cNvSpPr/>
            <p:nvPr/>
          </p:nvSpPr>
          <p:spPr>
            <a:xfrm>
              <a:off x="8960927" y="2222992"/>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30"/>
            <p:cNvSpPr/>
            <p:nvPr/>
          </p:nvSpPr>
          <p:spPr>
            <a:xfrm>
              <a:off x="8796946" y="2214597"/>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30"/>
            <p:cNvSpPr/>
            <p:nvPr/>
          </p:nvSpPr>
          <p:spPr>
            <a:xfrm>
              <a:off x="8629166" y="2378579"/>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p30"/>
            <p:cNvSpPr/>
            <p:nvPr/>
          </p:nvSpPr>
          <p:spPr>
            <a:xfrm>
              <a:off x="8631445" y="2223752"/>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3" name="Google Shape;2443;p30"/>
            <p:cNvSpPr/>
            <p:nvPr/>
          </p:nvSpPr>
          <p:spPr>
            <a:xfrm>
              <a:off x="8630685" y="2843059"/>
              <a:ext cx="57243" cy="57243"/>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4" name="Google Shape;2444;p30"/>
            <p:cNvSpPr/>
            <p:nvPr/>
          </p:nvSpPr>
          <p:spPr>
            <a:xfrm>
              <a:off x="8629166" y="2533405"/>
              <a:ext cx="58003" cy="5268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5" name="Google Shape;2445;p30"/>
            <p:cNvSpPr/>
            <p:nvPr/>
          </p:nvSpPr>
          <p:spPr>
            <a:xfrm>
              <a:off x="8795426" y="2069685"/>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6" name="Google Shape;2446;p30"/>
            <p:cNvSpPr/>
            <p:nvPr/>
          </p:nvSpPr>
          <p:spPr>
            <a:xfrm>
              <a:off x="8630685" y="2688992"/>
              <a:ext cx="57243" cy="54964"/>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30"/>
            <p:cNvSpPr/>
            <p:nvPr/>
          </p:nvSpPr>
          <p:spPr>
            <a:xfrm>
              <a:off x="8793147" y="1914098"/>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p30"/>
            <p:cNvSpPr/>
            <p:nvPr/>
          </p:nvSpPr>
          <p:spPr>
            <a:xfrm>
              <a:off x="8632965" y="2067405"/>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9" name="Google Shape;2449;p30"/>
            <p:cNvSpPr/>
            <p:nvPr/>
          </p:nvSpPr>
          <p:spPr>
            <a:xfrm>
              <a:off x="8633724" y="1912541"/>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3_1">
    <p:spTree>
      <p:nvGrpSpPr>
        <p:cNvPr id="2450" name="Shape 2450"/>
        <p:cNvGrpSpPr/>
        <p:nvPr/>
      </p:nvGrpSpPr>
      <p:grpSpPr>
        <a:xfrm>
          <a:off x="0" y="0"/>
          <a:ext cx="0" cy="0"/>
          <a:chOff x="0" y="0"/>
          <a:chExt cx="0" cy="0"/>
        </a:xfrm>
      </p:grpSpPr>
      <p:sp>
        <p:nvSpPr>
          <p:cNvPr id="2451" name="Google Shape;2451;p31"/>
          <p:cNvSpPr txBox="1"/>
          <p:nvPr>
            <p:ph hasCustomPrompt="1" type="title"/>
          </p:nvPr>
        </p:nvSpPr>
        <p:spPr>
          <a:xfrm>
            <a:off x="1454700" y="1288988"/>
            <a:ext cx="2286000" cy="4572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Font typeface="Arial"/>
              <a:buNone/>
              <a:defRPr sz="4500"/>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a:r>
              <a:t>xx%</a:t>
            </a:r>
          </a:p>
        </p:txBody>
      </p:sp>
      <p:sp>
        <p:nvSpPr>
          <p:cNvPr id="2452" name="Google Shape;2452;p31"/>
          <p:cNvSpPr txBox="1"/>
          <p:nvPr>
            <p:ph idx="1" type="subTitle"/>
          </p:nvPr>
        </p:nvSpPr>
        <p:spPr>
          <a:xfrm>
            <a:off x="3429000" y="3936950"/>
            <a:ext cx="2286000" cy="36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600"/>
            </a:lvl1pPr>
            <a:lvl2pPr lvl="1" rtl="0" algn="ctr">
              <a:spcBef>
                <a:spcPts val="0"/>
              </a:spcBef>
              <a:spcAft>
                <a:spcPts val="0"/>
              </a:spcAft>
              <a:buNone/>
              <a:defRPr sz="1600"/>
            </a:lvl2pPr>
            <a:lvl3pPr lvl="2" rtl="0" algn="ctr">
              <a:spcBef>
                <a:spcPts val="0"/>
              </a:spcBef>
              <a:spcAft>
                <a:spcPts val="0"/>
              </a:spcAft>
              <a:buNone/>
              <a:defRPr sz="1600"/>
            </a:lvl3pPr>
            <a:lvl4pPr lvl="3" rtl="0" algn="ctr">
              <a:spcBef>
                <a:spcPts val="0"/>
              </a:spcBef>
              <a:spcAft>
                <a:spcPts val="0"/>
              </a:spcAft>
              <a:buNone/>
              <a:defRPr sz="1600"/>
            </a:lvl4pPr>
            <a:lvl5pPr lvl="4" rtl="0" algn="ctr">
              <a:spcBef>
                <a:spcPts val="0"/>
              </a:spcBef>
              <a:spcAft>
                <a:spcPts val="0"/>
              </a:spcAft>
              <a:buNone/>
              <a:defRPr sz="1600"/>
            </a:lvl5pPr>
            <a:lvl6pPr lvl="5" rtl="0" algn="ctr">
              <a:spcBef>
                <a:spcPts val="0"/>
              </a:spcBef>
              <a:spcAft>
                <a:spcPts val="0"/>
              </a:spcAft>
              <a:buNone/>
              <a:defRPr sz="1600"/>
            </a:lvl6pPr>
            <a:lvl7pPr lvl="6" rtl="0" algn="ctr">
              <a:spcBef>
                <a:spcPts val="0"/>
              </a:spcBef>
              <a:spcAft>
                <a:spcPts val="0"/>
              </a:spcAft>
              <a:buNone/>
              <a:defRPr sz="1600"/>
            </a:lvl7pPr>
            <a:lvl8pPr lvl="7" rtl="0" algn="ctr">
              <a:spcBef>
                <a:spcPts val="0"/>
              </a:spcBef>
              <a:spcAft>
                <a:spcPts val="0"/>
              </a:spcAft>
              <a:buNone/>
              <a:defRPr sz="1600"/>
            </a:lvl8pPr>
            <a:lvl9pPr lvl="8" rtl="0" algn="ctr">
              <a:spcBef>
                <a:spcPts val="0"/>
              </a:spcBef>
              <a:spcAft>
                <a:spcPts val="0"/>
              </a:spcAft>
              <a:buNone/>
              <a:defRPr sz="1600"/>
            </a:lvl9pPr>
          </a:lstStyle>
          <a:p/>
        </p:txBody>
      </p:sp>
      <p:sp>
        <p:nvSpPr>
          <p:cNvPr id="2453" name="Google Shape;2453;p31"/>
          <p:cNvSpPr txBox="1"/>
          <p:nvPr>
            <p:ph hasCustomPrompt="1" idx="2" type="title"/>
          </p:nvPr>
        </p:nvSpPr>
        <p:spPr>
          <a:xfrm>
            <a:off x="3429000" y="3307319"/>
            <a:ext cx="2286000" cy="4572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Font typeface="Arial"/>
              <a:buNone/>
              <a:defRPr sz="4500"/>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a:r>
              <a:t>xx%</a:t>
            </a:r>
          </a:p>
        </p:txBody>
      </p:sp>
      <p:sp>
        <p:nvSpPr>
          <p:cNvPr id="2454" name="Google Shape;2454;p31"/>
          <p:cNvSpPr txBox="1"/>
          <p:nvPr>
            <p:ph idx="3" type="subTitle"/>
          </p:nvPr>
        </p:nvSpPr>
        <p:spPr>
          <a:xfrm>
            <a:off x="5403300" y="1924406"/>
            <a:ext cx="2286000" cy="36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600"/>
            </a:lvl1pPr>
            <a:lvl2pPr lvl="1" rtl="0" algn="ctr">
              <a:spcBef>
                <a:spcPts val="0"/>
              </a:spcBef>
              <a:spcAft>
                <a:spcPts val="0"/>
              </a:spcAft>
              <a:buNone/>
              <a:defRPr sz="1600"/>
            </a:lvl2pPr>
            <a:lvl3pPr lvl="2" rtl="0" algn="ctr">
              <a:spcBef>
                <a:spcPts val="0"/>
              </a:spcBef>
              <a:spcAft>
                <a:spcPts val="0"/>
              </a:spcAft>
              <a:buNone/>
              <a:defRPr sz="1600"/>
            </a:lvl3pPr>
            <a:lvl4pPr lvl="3" rtl="0" algn="ctr">
              <a:spcBef>
                <a:spcPts val="0"/>
              </a:spcBef>
              <a:spcAft>
                <a:spcPts val="0"/>
              </a:spcAft>
              <a:buNone/>
              <a:defRPr sz="1600"/>
            </a:lvl4pPr>
            <a:lvl5pPr lvl="4" rtl="0" algn="ctr">
              <a:spcBef>
                <a:spcPts val="0"/>
              </a:spcBef>
              <a:spcAft>
                <a:spcPts val="0"/>
              </a:spcAft>
              <a:buNone/>
              <a:defRPr sz="1600"/>
            </a:lvl5pPr>
            <a:lvl6pPr lvl="5" rtl="0" algn="ctr">
              <a:spcBef>
                <a:spcPts val="0"/>
              </a:spcBef>
              <a:spcAft>
                <a:spcPts val="0"/>
              </a:spcAft>
              <a:buNone/>
              <a:defRPr sz="1600"/>
            </a:lvl6pPr>
            <a:lvl7pPr lvl="6" rtl="0" algn="ctr">
              <a:spcBef>
                <a:spcPts val="0"/>
              </a:spcBef>
              <a:spcAft>
                <a:spcPts val="0"/>
              </a:spcAft>
              <a:buNone/>
              <a:defRPr sz="1600"/>
            </a:lvl7pPr>
            <a:lvl8pPr lvl="7" rtl="0" algn="ctr">
              <a:spcBef>
                <a:spcPts val="0"/>
              </a:spcBef>
              <a:spcAft>
                <a:spcPts val="0"/>
              </a:spcAft>
              <a:buNone/>
              <a:defRPr sz="1600"/>
            </a:lvl8pPr>
            <a:lvl9pPr lvl="8" rtl="0" algn="ctr">
              <a:spcBef>
                <a:spcPts val="0"/>
              </a:spcBef>
              <a:spcAft>
                <a:spcPts val="0"/>
              </a:spcAft>
              <a:buNone/>
              <a:defRPr sz="1600"/>
            </a:lvl9pPr>
          </a:lstStyle>
          <a:p/>
        </p:txBody>
      </p:sp>
      <p:sp>
        <p:nvSpPr>
          <p:cNvPr id="2455" name="Google Shape;2455;p31"/>
          <p:cNvSpPr txBox="1"/>
          <p:nvPr>
            <p:ph hasCustomPrompt="1" idx="4" type="title"/>
          </p:nvPr>
        </p:nvSpPr>
        <p:spPr>
          <a:xfrm>
            <a:off x="5403300" y="1288988"/>
            <a:ext cx="2286000" cy="4572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Font typeface="Arial"/>
              <a:buNone/>
              <a:defRPr sz="4500"/>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a:r>
              <a:t>xx%</a:t>
            </a:r>
          </a:p>
        </p:txBody>
      </p:sp>
      <p:sp>
        <p:nvSpPr>
          <p:cNvPr id="2456" name="Google Shape;2456;p31"/>
          <p:cNvSpPr txBox="1"/>
          <p:nvPr>
            <p:ph idx="5" type="subTitle"/>
          </p:nvPr>
        </p:nvSpPr>
        <p:spPr>
          <a:xfrm>
            <a:off x="1454700" y="1924406"/>
            <a:ext cx="2286000" cy="36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600"/>
            </a:lvl1pPr>
            <a:lvl2pPr lvl="1" rtl="0" algn="ctr">
              <a:spcBef>
                <a:spcPts val="0"/>
              </a:spcBef>
              <a:spcAft>
                <a:spcPts val="0"/>
              </a:spcAft>
              <a:buNone/>
              <a:defRPr sz="1600"/>
            </a:lvl2pPr>
            <a:lvl3pPr lvl="2" rtl="0" algn="ctr">
              <a:spcBef>
                <a:spcPts val="0"/>
              </a:spcBef>
              <a:spcAft>
                <a:spcPts val="0"/>
              </a:spcAft>
              <a:buNone/>
              <a:defRPr sz="1600"/>
            </a:lvl3pPr>
            <a:lvl4pPr lvl="3" rtl="0" algn="ctr">
              <a:spcBef>
                <a:spcPts val="0"/>
              </a:spcBef>
              <a:spcAft>
                <a:spcPts val="0"/>
              </a:spcAft>
              <a:buNone/>
              <a:defRPr sz="1600"/>
            </a:lvl4pPr>
            <a:lvl5pPr lvl="4" rtl="0" algn="ctr">
              <a:spcBef>
                <a:spcPts val="0"/>
              </a:spcBef>
              <a:spcAft>
                <a:spcPts val="0"/>
              </a:spcAft>
              <a:buNone/>
              <a:defRPr sz="1600"/>
            </a:lvl5pPr>
            <a:lvl6pPr lvl="5" rtl="0" algn="ctr">
              <a:spcBef>
                <a:spcPts val="0"/>
              </a:spcBef>
              <a:spcAft>
                <a:spcPts val="0"/>
              </a:spcAft>
              <a:buNone/>
              <a:defRPr sz="1600"/>
            </a:lvl6pPr>
            <a:lvl7pPr lvl="6" rtl="0" algn="ctr">
              <a:spcBef>
                <a:spcPts val="0"/>
              </a:spcBef>
              <a:spcAft>
                <a:spcPts val="0"/>
              </a:spcAft>
              <a:buNone/>
              <a:defRPr sz="1600"/>
            </a:lvl7pPr>
            <a:lvl8pPr lvl="7" rtl="0" algn="ctr">
              <a:spcBef>
                <a:spcPts val="0"/>
              </a:spcBef>
              <a:spcAft>
                <a:spcPts val="0"/>
              </a:spcAft>
              <a:buNone/>
              <a:defRPr sz="1600"/>
            </a:lvl8pPr>
            <a:lvl9pPr lvl="8" rtl="0" algn="ctr">
              <a:spcBef>
                <a:spcPts val="0"/>
              </a:spcBef>
              <a:spcAft>
                <a:spcPts val="0"/>
              </a:spcAft>
              <a:buNone/>
              <a:defRPr sz="1600"/>
            </a:lvl9pPr>
          </a:lstStyle>
          <a:p/>
        </p:txBody>
      </p:sp>
      <p:sp>
        <p:nvSpPr>
          <p:cNvPr id="2457" name="Google Shape;2457;p31"/>
          <p:cNvSpPr txBox="1"/>
          <p:nvPr>
            <p:ph idx="6" type="title"/>
          </p:nvPr>
        </p:nvSpPr>
        <p:spPr>
          <a:xfrm>
            <a:off x="713225" y="530352"/>
            <a:ext cx="7717500" cy="292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800"/>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2458" name="Google Shape;2458;p31"/>
          <p:cNvSpPr/>
          <p:nvPr/>
        </p:nvSpPr>
        <p:spPr>
          <a:xfrm flipH="1">
            <a:off x="8430775" y="0"/>
            <a:ext cx="713100" cy="5174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9" name="Google Shape;2459;p31"/>
          <p:cNvSpPr/>
          <p:nvPr/>
        </p:nvSpPr>
        <p:spPr>
          <a:xfrm flipH="1">
            <a:off x="125" y="0"/>
            <a:ext cx="713100" cy="5174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0" name="Google Shape;2460;p31"/>
          <p:cNvSpPr/>
          <p:nvPr/>
        </p:nvSpPr>
        <p:spPr>
          <a:xfrm>
            <a:off x="8571313" y="40853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1" name="Google Shape;2461;p31"/>
          <p:cNvSpPr/>
          <p:nvPr/>
        </p:nvSpPr>
        <p:spPr>
          <a:xfrm>
            <a:off x="8571313" y="45425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2" name="Google Shape;2462;p31"/>
          <p:cNvSpPr/>
          <p:nvPr/>
        </p:nvSpPr>
        <p:spPr>
          <a:xfrm>
            <a:off x="126638" y="32479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31"/>
          <p:cNvSpPr/>
          <p:nvPr/>
        </p:nvSpPr>
        <p:spPr>
          <a:xfrm>
            <a:off x="126638" y="78199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31"/>
          <p:cNvSpPr/>
          <p:nvPr/>
        </p:nvSpPr>
        <p:spPr>
          <a:xfrm>
            <a:off x="124097" y="1935928"/>
            <a:ext cx="429300" cy="42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31"/>
          <p:cNvSpPr/>
          <p:nvPr/>
        </p:nvSpPr>
        <p:spPr>
          <a:xfrm flipH="1">
            <a:off x="-1746933" y="1602031"/>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31"/>
          <p:cNvSpPr/>
          <p:nvPr/>
        </p:nvSpPr>
        <p:spPr>
          <a:xfrm flipH="1">
            <a:off x="-1619461" y="1746437"/>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31"/>
          <p:cNvSpPr/>
          <p:nvPr/>
        </p:nvSpPr>
        <p:spPr>
          <a:xfrm flipH="1">
            <a:off x="-1494226" y="1807319"/>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31"/>
          <p:cNvSpPr/>
          <p:nvPr/>
        </p:nvSpPr>
        <p:spPr>
          <a:xfrm flipH="1">
            <a:off x="-444329" y="3517344"/>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31"/>
          <p:cNvSpPr/>
          <p:nvPr/>
        </p:nvSpPr>
        <p:spPr>
          <a:xfrm flipH="1">
            <a:off x="-295441" y="3640282"/>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31"/>
          <p:cNvSpPr/>
          <p:nvPr/>
        </p:nvSpPr>
        <p:spPr>
          <a:xfrm>
            <a:off x="9010489" y="102628"/>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31"/>
          <p:cNvSpPr/>
          <p:nvPr/>
        </p:nvSpPr>
        <p:spPr>
          <a:xfrm>
            <a:off x="9012008" y="258253"/>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2" name="Google Shape;2472;p31"/>
          <p:cNvSpPr/>
          <p:nvPr/>
        </p:nvSpPr>
        <p:spPr>
          <a:xfrm>
            <a:off x="9009729" y="1188771"/>
            <a:ext cx="63359" cy="58003"/>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3" name="Google Shape;2473;p31"/>
          <p:cNvSpPr/>
          <p:nvPr/>
        </p:nvSpPr>
        <p:spPr>
          <a:xfrm>
            <a:off x="8847267" y="1189531"/>
            <a:ext cx="63359" cy="58003"/>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31"/>
          <p:cNvSpPr/>
          <p:nvPr/>
        </p:nvSpPr>
        <p:spPr>
          <a:xfrm>
            <a:off x="9004373" y="409243"/>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5" name="Google Shape;2475;p31"/>
          <p:cNvSpPr/>
          <p:nvPr/>
        </p:nvSpPr>
        <p:spPr>
          <a:xfrm>
            <a:off x="9009729" y="1030868"/>
            <a:ext cx="57243" cy="58003"/>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6" name="Google Shape;2476;p31"/>
          <p:cNvSpPr/>
          <p:nvPr/>
        </p:nvSpPr>
        <p:spPr>
          <a:xfrm>
            <a:off x="8845748" y="1030868"/>
            <a:ext cx="65638" cy="6184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31"/>
          <p:cNvSpPr/>
          <p:nvPr/>
        </p:nvSpPr>
        <p:spPr>
          <a:xfrm>
            <a:off x="9007450" y="568666"/>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8" name="Google Shape;2478;p31"/>
          <p:cNvSpPr/>
          <p:nvPr/>
        </p:nvSpPr>
        <p:spPr>
          <a:xfrm>
            <a:off x="9009729" y="878320"/>
            <a:ext cx="58763" cy="55724"/>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9" name="Google Shape;2479;p31"/>
          <p:cNvSpPr/>
          <p:nvPr/>
        </p:nvSpPr>
        <p:spPr>
          <a:xfrm>
            <a:off x="8844988" y="873762"/>
            <a:ext cx="58003" cy="64119"/>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0" name="Google Shape;2480;p31"/>
          <p:cNvSpPr/>
          <p:nvPr/>
        </p:nvSpPr>
        <p:spPr>
          <a:xfrm>
            <a:off x="9009729" y="724253"/>
            <a:ext cx="57243" cy="5344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31"/>
          <p:cNvSpPr/>
          <p:nvPr/>
        </p:nvSpPr>
        <p:spPr>
          <a:xfrm>
            <a:off x="8846508" y="721214"/>
            <a:ext cx="60282" cy="55724"/>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2" name="Google Shape;2482;p31"/>
          <p:cNvSpPr/>
          <p:nvPr/>
        </p:nvSpPr>
        <p:spPr>
          <a:xfrm>
            <a:off x="8848787" y="103426"/>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3" name="Google Shape;2483;p31"/>
          <p:cNvSpPr/>
          <p:nvPr/>
        </p:nvSpPr>
        <p:spPr>
          <a:xfrm>
            <a:off x="8682526" y="877560"/>
            <a:ext cx="61802" cy="57243"/>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31"/>
          <p:cNvSpPr/>
          <p:nvPr/>
        </p:nvSpPr>
        <p:spPr>
          <a:xfrm>
            <a:off x="8681767" y="719694"/>
            <a:ext cx="61802" cy="58763"/>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31"/>
          <p:cNvSpPr/>
          <p:nvPr/>
        </p:nvSpPr>
        <p:spPr>
          <a:xfrm>
            <a:off x="8848787" y="258253"/>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31"/>
          <p:cNvSpPr/>
          <p:nvPr/>
        </p:nvSpPr>
        <p:spPr>
          <a:xfrm>
            <a:off x="8847267" y="569426"/>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7" name="Google Shape;2487;p31"/>
          <p:cNvSpPr/>
          <p:nvPr/>
        </p:nvSpPr>
        <p:spPr>
          <a:xfrm>
            <a:off x="8682526" y="1033944"/>
            <a:ext cx="57243" cy="57205"/>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8" name="Google Shape;2488;p31"/>
          <p:cNvSpPr/>
          <p:nvPr/>
        </p:nvSpPr>
        <p:spPr>
          <a:xfrm>
            <a:off x="8682526" y="567906"/>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9" name="Google Shape;2489;p31"/>
          <p:cNvSpPr/>
          <p:nvPr/>
        </p:nvSpPr>
        <p:spPr>
          <a:xfrm>
            <a:off x="8681007" y="1188771"/>
            <a:ext cx="63321" cy="60282"/>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0" name="Google Shape;2490;p31"/>
          <p:cNvSpPr/>
          <p:nvPr/>
        </p:nvSpPr>
        <p:spPr>
          <a:xfrm>
            <a:off x="8512430" y="1185694"/>
            <a:ext cx="61840" cy="64878"/>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1" name="Google Shape;2491;p31"/>
          <p:cNvSpPr/>
          <p:nvPr/>
        </p:nvSpPr>
        <p:spPr>
          <a:xfrm>
            <a:off x="8848027" y="413080"/>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2" name="Google Shape;2492;p31"/>
          <p:cNvSpPr/>
          <p:nvPr/>
        </p:nvSpPr>
        <p:spPr>
          <a:xfrm>
            <a:off x="8684046" y="404685"/>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3" name="Google Shape;2493;p31"/>
          <p:cNvSpPr/>
          <p:nvPr/>
        </p:nvSpPr>
        <p:spPr>
          <a:xfrm>
            <a:off x="8516266" y="568666"/>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4" name="Google Shape;2494;p31"/>
          <p:cNvSpPr/>
          <p:nvPr/>
        </p:nvSpPr>
        <p:spPr>
          <a:xfrm>
            <a:off x="8518545" y="413839"/>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5" name="Google Shape;2495;p31"/>
          <p:cNvSpPr/>
          <p:nvPr/>
        </p:nvSpPr>
        <p:spPr>
          <a:xfrm>
            <a:off x="8517785" y="1033147"/>
            <a:ext cx="57243" cy="57243"/>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6" name="Google Shape;2496;p31"/>
          <p:cNvSpPr/>
          <p:nvPr/>
        </p:nvSpPr>
        <p:spPr>
          <a:xfrm>
            <a:off x="8516266" y="723493"/>
            <a:ext cx="58003" cy="5268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7" name="Google Shape;2497;p31"/>
          <p:cNvSpPr/>
          <p:nvPr/>
        </p:nvSpPr>
        <p:spPr>
          <a:xfrm>
            <a:off x="8682526" y="259772"/>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31"/>
          <p:cNvSpPr/>
          <p:nvPr/>
        </p:nvSpPr>
        <p:spPr>
          <a:xfrm>
            <a:off x="8517785" y="879080"/>
            <a:ext cx="57243" cy="54964"/>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9" name="Google Shape;2499;p31"/>
          <p:cNvSpPr/>
          <p:nvPr/>
        </p:nvSpPr>
        <p:spPr>
          <a:xfrm>
            <a:off x="8680247" y="104186"/>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0" name="Google Shape;2500;p31"/>
          <p:cNvSpPr/>
          <p:nvPr/>
        </p:nvSpPr>
        <p:spPr>
          <a:xfrm>
            <a:off x="8520065" y="257493"/>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1" name="Google Shape;2501;p31"/>
          <p:cNvSpPr/>
          <p:nvPr/>
        </p:nvSpPr>
        <p:spPr>
          <a:xfrm>
            <a:off x="8520824" y="102628"/>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2" name="Google Shape;2502;p31"/>
          <p:cNvSpPr/>
          <p:nvPr/>
        </p:nvSpPr>
        <p:spPr>
          <a:xfrm flipH="1">
            <a:off x="8848834" y="1746204"/>
            <a:ext cx="1596439" cy="1802961"/>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3" name="Google Shape;2503;p31"/>
          <p:cNvSpPr/>
          <p:nvPr/>
        </p:nvSpPr>
        <p:spPr>
          <a:xfrm flipH="1">
            <a:off x="8506980" y="2922922"/>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4" name="Google Shape;2504;p31"/>
          <p:cNvSpPr/>
          <p:nvPr/>
        </p:nvSpPr>
        <p:spPr>
          <a:xfrm flipH="1">
            <a:off x="8968422" y="1833083"/>
            <a:ext cx="1395619" cy="1650669"/>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5" name="Google Shape;2505;p31"/>
          <p:cNvSpPr/>
          <p:nvPr/>
        </p:nvSpPr>
        <p:spPr>
          <a:xfrm flipH="1">
            <a:off x="8608512" y="3030095"/>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6" name="Google Shape;2506;p31"/>
          <p:cNvSpPr/>
          <p:nvPr/>
        </p:nvSpPr>
        <p:spPr>
          <a:xfrm flipH="1">
            <a:off x="9068834" y="1944784"/>
            <a:ext cx="1193681" cy="142726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7" name="Google Shape;2507;p31"/>
          <p:cNvSpPr/>
          <p:nvPr/>
        </p:nvSpPr>
        <p:spPr>
          <a:xfrm flipH="1">
            <a:off x="9227894" y="2086954"/>
            <a:ext cx="901508" cy="110456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8" name="Google Shape;2508;p31"/>
          <p:cNvSpPr/>
          <p:nvPr/>
        </p:nvSpPr>
        <p:spPr>
          <a:xfrm flipH="1">
            <a:off x="9309141" y="2197481"/>
            <a:ext cx="130935" cy="39045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9" name="Google Shape;2509;p31"/>
          <p:cNvSpPr/>
          <p:nvPr/>
        </p:nvSpPr>
        <p:spPr>
          <a:xfrm flipH="1">
            <a:off x="9377964" y="2338533"/>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0" name="Google Shape;2510;p31"/>
          <p:cNvSpPr/>
          <p:nvPr/>
        </p:nvSpPr>
        <p:spPr>
          <a:xfrm flipH="1">
            <a:off x="9352022" y="2363355"/>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1" name="Google Shape;2511;p31"/>
          <p:cNvSpPr/>
          <p:nvPr/>
        </p:nvSpPr>
        <p:spPr>
          <a:xfrm flipH="1">
            <a:off x="382360" y="1598907"/>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31"/>
          <p:cNvSpPr/>
          <p:nvPr/>
        </p:nvSpPr>
        <p:spPr>
          <a:xfrm flipH="1">
            <a:off x="445365" y="2818107"/>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31"/>
          <p:cNvSpPr/>
          <p:nvPr/>
        </p:nvSpPr>
        <p:spPr>
          <a:xfrm flipH="1">
            <a:off x="445365" y="3884907"/>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31"/>
          <p:cNvSpPr/>
          <p:nvPr/>
        </p:nvSpPr>
        <p:spPr>
          <a:xfrm flipH="1">
            <a:off x="292965" y="4723107"/>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31"/>
          <p:cNvSpPr/>
          <p:nvPr/>
        </p:nvSpPr>
        <p:spPr>
          <a:xfrm flipH="1">
            <a:off x="8751165" y="3553718"/>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31"/>
          <p:cNvSpPr/>
          <p:nvPr/>
        </p:nvSpPr>
        <p:spPr>
          <a:xfrm flipH="1">
            <a:off x="8926986" y="2182118"/>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9">
    <p:spTree>
      <p:nvGrpSpPr>
        <p:cNvPr id="2517" name="Shape 2517"/>
        <p:cNvGrpSpPr/>
        <p:nvPr/>
      </p:nvGrpSpPr>
      <p:grpSpPr>
        <a:xfrm>
          <a:off x="0" y="0"/>
          <a:ext cx="0" cy="0"/>
          <a:chOff x="0" y="0"/>
          <a:chExt cx="0" cy="0"/>
        </a:xfrm>
      </p:grpSpPr>
      <p:sp>
        <p:nvSpPr>
          <p:cNvPr id="2518" name="Google Shape;2518;p32"/>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atin typeface="Comfortaa Medium"/>
                <a:ea typeface="Comfortaa Medium"/>
                <a:cs typeface="Comfortaa Medium"/>
                <a:sym typeface="Comfortaa Medium"/>
              </a:defRPr>
            </a:lvl2pPr>
            <a:lvl3pPr lvl="2">
              <a:spcBef>
                <a:spcPts val="0"/>
              </a:spcBef>
              <a:spcAft>
                <a:spcPts val="0"/>
              </a:spcAft>
              <a:buSzPts val="2800"/>
              <a:buNone/>
              <a:defRPr>
                <a:latin typeface="Comfortaa Medium"/>
                <a:ea typeface="Comfortaa Medium"/>
                <a:cs typeface="Comfortaa Medium"/>
                <a:sym typeface="Comfortaa Medium"/>
              </a:defRPr>
            </a:lvl3pPr>
            <a:lvl4pPr lvl="3">
              <a:spcBef>
                <a:spcPts val="0"/>
              </a:spcBef>
              <a:spcAft>
                <a:spcPts val="0"/>
              </a:spcAft>
              <a:buSzPts val="2800"/>
              <a:buNone/>
              <a:defRPr>
                <a:latin typeface="Comfortaa Medium"/>
                <a:ea typeface="Comfortaa Medium"/>
                <a:cs typeface="Comfortaa Medium"/>
                <a:sym typeface="Comfortaa Medium"/>
              </a:defRPr>
            </a:lvl4pPr>
            <a:lvl5pPr lvl="4">
              <a:spcBef>
                <a:spcPts val="0"/>
              </a:spcBef>
              <a:spcAft>
                <a:spcPts val="0"/>
              </a:spcAft>
              <a:buSzPts val="2800"/>
              <a:buNone/>
              <a:defRPr>
                <a:latin typeface="Comfortaa Medium"/>
                <a:ea typeface="Comfortaa Medium"/>
                <a:cs typeface="Comfortaa Medium"/>
                <a:sym typeface="Comfortaa Medium"/>
              </a:defRPr>
            </a:lvl5pPr>
            <a:lvl6pPr lvl="5">
              <a:spcBef>
                <a:spcPts val="0"/>
              </a:spcBef>
              <a:spcAft>
                <a:spcPts val="0"/>
              </a:spcAft>
              <a:buSzPts val="2800"/>
              <a:buNone/>
              <a:defRPr>
                <a:latin typeface="Comfortaa Medium"/>
                <a:ea typeface="Comfortaa Medium"/>
                <a:cs typeface="Comfortaa Medium"/>
                <a:sym typeface="Comfortaa Medium"/>
              </a:defRPr>
            </a:lvl6pPr>
            <a:lvl7pPr lvl="6">
              <a:spcBef>
                <a:spcPts val="0"/>
              </a:spcBef>
              <a:spcAft>
                <a:spcPts val="0"/>
              </a:spcAft>
              <a:buSzPts val="2800"/>
              <a:buNone/>
              <a:defRPr>
                <a:latin typeface="Comfortaa Medium"/>
                <a:ea typeface="Comfortaa Medium"/>
                <a:cs typeface="Comfortaa Medium"/>
                <a:sym typeface="Comfortaa Medium"/>
              </a:defRPr>
            </a:lvl7pPr>
            <a:lvl8pPr lvl="7">
              <a:spcBef>
                <a:spcPts val="0"/>
              </a:spcBef>
              <a:spcAft>
                <a:spcPts val="0"/>
              </a:spcAft>
              <a:buSzPts val="2800"/>
              <a:buNone/>
              <a:defRPr>
                <a:latin typeface="Comfortaa Medium"/>
                <a:ea typeface="Comfortaa Medium"/>
                <a:cs typeface="Comfortaa Medium"/>
                <a:sym typeface="Comfortaa Medium"/>
              </a:defRPr>
            </a:lvl8pPr>
            <a:lvl9pPr lvl="8">
              <a:spcBef>
                <a:spcPts val="0"/>
              </a:spcBef>
              <a:spcAft>
                <a:spcPts val="0"/>
              </a:spcAft>
              <a:buSzPts val="2800"/>
              <a:buNone/>
              <a:defRPr>
                <a:latin typeface="Comfortaa Medium"/>
                <a:ea typeface="Comfortaa Medium"/>
                <a:cs typeface="Comfortaa Medium"/>
                <a:sym typeface="Comfortaa Medium"/>
              </a:defRPr>
            </a:lvl9pPr>
          </a:lstStyle>
          <a:p/>
        </p:txBody>
      </p:sp>
      <p:sp>
        <p:nvSpPr>
          <p:cNvPr id="2519" name="Google Shape;2519;p32"/>
          <p:cNvSpPr/>
          <p:nvPr/>
        </p:nvSpPr>
        <p:spPr>
          <a:xfrm flipH="1" rot="5400000">
            <a:off x="506025" y="-506325"/>
            <a:ext cx="540300" cy="1552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0" name="Google Shape;2520;p32"/>
          <p:cNvSpPr/>
          <p:nvPr/>
        </p:nvSpPr>
        <p:spPr>
          <a:xfrm flipH="1">
            <a:off x="8430900" y="0"/>
            <a:ext cx="7131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1" name="Google Shape;2521;p32"/>
          <p:cNvSpPr/>
          <p:nvPr/>
        </p:nvSpPr>
        <p:spPr>
          <a:xfrm flipH="1">
            <a:off x="8553209" y="3761279"/>
            <a:ext cx="1596439" cy="1802961"/>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32"/>
          <p:cNvSpPr/>
          <p:nvPr/>
        </p:nvSpPr>
        <p:spPr>
          <a:xfrm flipH="1">
            <a:off x="8672797" y="3848158"/>
            <a:ext cx="1395619" cy="1650669"/>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3" name="Google Shape;2523;p32"/>
          <p:cNvSpPr/>
          <p:nvPr/>
        </p:nvSpPr>
        <p:spPr>
          <a:xfrm flipH="1">
            <a:off x="8773209" y="3959859"/>
            <a:ext cx="1193681" cy="142726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4" name="Google Shape;2524;p32"/>
          <p:cNvSpPr/>
          <p:nvPr/>
        </p:nvSpPr>
        <p:spPr>
          <a:xfrm flipH="1">
            <a:off x="8932269" y="4102029"/>
            <a:ext cx="901508" cy="110456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5" name="Google Shape;2525;p32"/>
          <p:cNvSpPr/>
          <p:nvPr/>
        </p:nvSpPr>
        <p:spPr>
          <a:xfrm flipH="1">
            <a:off x="9013516" y="4212556"/>
            <a:ext cx="130935" cy="39045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6" name="Google Shape;2526;p32"/>
          <p:cNvSpPr/>
          <p:nvPr/>
        </p:nvSpPr>
        <p:spPr>
          <a:xfrm>
            <a:off x="8202150" y="32479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7" name="Google Shape;2527;p32"/>
          <p:cNvSpPr/>
          <p:nvPr/>
        </p:nvSpPr>
        <p:spPr>
          <a:xfrm>
            <a:off x="484613" y="32479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8" name="Google Shape;2528;p32"/>
          <p:cNvSpPr/>
          <p:nvPr/>
        </p:nvSpPr>
        <p:spPr>
          <a:xfrm>
            <a:off x="118850" y="3822816"/>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9" name="Google Shape;2529;p32"/>
          <p:cNvSpPr/>
          <p:nvPr/>
        </p:nvSpPr>
        <p:spPr>
          <a:xfrm rot="5400000">
            <a:off x="118850" y="4427918"/>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30" name="Google Shape;2530;p32"/>
          <p:cNvGrpSpPr/>
          <p:nvPr/>
        </p:nvGrpSpPr>
        <p:grpSpPr>
          <a:xfrm>
            <a:off x="3970979" y="4599416"/>
            <a:ext cx="1205112" cy="520243"/>
            <a:chOff x="3970979" y="4599416"/>
            <a:chExt cx="1205112" cy="520243"/>
          </a:xfrm>
        </p:grpSpPr>
        <p:sp>
          <p:nvSpPr>
            <p:cNvPr id="2531" name="Google Shape;2531;p32"/>
            <p:cNvSpPr/>
            <p:nvPr/>
          </p:nvSpPr>
          <p:spPr>
            <a:xfrm>
              <a:off x="4793924" y="5066973"/>
              <a:ext cx="53445" cy="50368"/>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2" name="Google Shape;2532;p32"/>
            <p:cNvSpPr/>
            <p:nvPr/>
          </p:nvSpPr>
          <p:spPr>
            <a:xfrm>
              <a:off x="4465201" y="4599416"/>
              <a:ext cx="54205" cy="50406"/>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3" name="Google Shape;2533;p32"/>
            <p:cNvSpPr/>
            <p:nvPr/>
          </p:nvSpPr>
          <p:spPr>
            <a:xfrm>
              <a:off x="4632221" y="4599416"/>
              <a:ext cx="50406" cy="48887"/>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4" name="Google Shape;2534;p32"/>
            <p:cNvSpPr/>
            <p:nvPr/>
          </p:nvSpPr>
          <p:spPr>
            <a:xfrm>
              <a:off x="4466721" y="4755040"/>
              <a:ext cx="54205" cy="51888"/>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5" name="Google Shape;2535;p32"/>
            <p:cNvSpPr/>
            <p:nvPr/>
          </p:nvSpPr>
          <p:spPr>
            <a:xfrm>
              <a:off x="4629942" y="4754280"/>
              <a:ext cx="54205" cy="54167"/>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6" name="Google Shape;2536;p32"/>
            <p:cNvSpPr/>
            <p:nvPr/>
          </p:nvSpPr>
          <p:spPr>
            <a:xfrm>
              <a:off x="4796203" y="4755040"/>
              <a:ext cx="51166" cy="47329"/>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7" name="Google Shape;2537;p32"/>
            <p:cNvSpPr/>
            <p:nvPr/>
          </p:nvSpPr>
          <p:spPr>
            <a:xfrm>
              <a:off x="4459086" y="4906031"/>
              <a:ext cx="64119" cy="55724"/>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8" name="Google Shape;2538;p32"/>
            <p:cNvSpPr/>
            <p:nvPr/>
          </p:nvSpPr>
          <p:spPr>
            <a:xfrm>
              <a:off x="4631462" y="4910627"/>
              <a:ext cx="53445" cy="50368"/>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9" name="Google Shape;2539;p32"/>
            <p:cNvSpPr/>
            <p:nvPr/>
          </p:nvSpPr>
          <p:spPr>
            <a:xfrm>
              <a:off x="4796203" y="4911386"/>
              <a:ext cx="51166" cy="48089"/>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0" name="Google Shape;2540;p32"/>
            <p:cNvSpPr/>
            <p:nvPr/>
          </p:nvSpPr>
          <p:spPr>
            <a:xfrm>
              <a:off x="4462163" y="5065454"/>
              <a:ext cx="58003" cy="5344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1" name="Google Shape;2541;p32"/>
            <p:cNvSpPr/>
            <p:nvPr/>
          </p:nvSpPr>
          <p:spPr>
            <a:xfrm>
              <a:off x="4630702" y="5066213"/>
              <a:ext cx="53445" cy="50368"/>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2" name="Google Shape;2542;p32"/>
            <p:cNvSpPr/>
            <p:nvPr/>
          </p:nvSpPr>
          <p:spPr>
            <a:xfrm>
              <a:off x="4797000" y="4600213"/>
              <a:ext cx="50368" cy="46532"/>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3" name="Google Shape;2543;p32"/>
            <p:cNvSpPr/>
            <p:nvPr/>
          </p:nvSpPr>
          <p:spPr>
            <a:xfrm>
              <a:off x="4960982" y="4602492"/>
              <a:ext cx="49608" cy="44253"/>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4" name="Google Shape;2544;p32"/>
            <p:cNvSpPr/>
            <p:nvPr/>
          </p:nvSpPr>
          <p:spPr>
            <a:xfrm>
              <a:off x="4303499" y="4600213"/>
              <a:ext cx="53445" cy="54167"/>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5" name="Google Shape;2545;p32"/>
            <p:cNvSpPr/>
            <p:nvPr/>
          </p:nvSpPr>
          <p:spPr>
            <a:xfrm>
              <a:off x="4303499" y="4755040"/>
              <a:ext cx="52685" cy="49608"/>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6" name="Google Shape;2546;p32"/>
            <p:cNvSpPr/>
            <p:nvPr/>
          </p:nvSpPr>
          <p:spPr>
            <a:xfrm>
              <a:off x="4959424" y="5066973"/>
              <a:ext cx="51925" cy="48089"/>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7" name="Google Shape;2547;p32"/>
            <p:cNvSpPr/>
            <p:nvPr/>
          </p:nvSpPr>
          <p:spPr>
            <a:xfrm>
              <a:off x="4301980" y="5066213"/>
              <a:ext cx="55724" cy="5344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8" name="Google Shape;2548;p32"/>
            <p:cNvSpPr/>
            <p:nvPr/>
          </p:nvSpPr>
          <p:spPr>
            <a:xfrm>
              <a:off x="4960222" y="4757319"/>
              <a:ext cx="51128" cy="450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9" name="Google Shape;2549;p32"/>
            <p:cNvSpPr/>
            <p:nvPr/>
          </p:nvSpPr>
          <p:spPr>
            <a:xfrm>
              <a:off x="4137239" y="5064694"/>
              <a:ext cx="58763" cy="54964"/>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0" name="Google Shape;2550;p32"/>
            <p:cNvSpPr/>
            <p:nvPr/>
          </p:nvSpPr>
          <p:spPr>
            <a:xfrm>
              <a:off x="4959424" y="4912906"/>
              <a:ext cx="51925" cy="4657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1" name="Google Shape;2551;p32"/>
            <p:cNvSpPr/>
            <p:nvPr/>
          </p:nvSpPr>
          <p:spPr>
            <a:xfrm>
              <a:off x="4302740" y="4909867"/>
              <a:ext cx="53445" cy="54964"/>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2" name="Google Shape;2552;p32"/>
            <p:cNvSpPr/>
            <p:nvPr/>
          </p:nvSpPr>
          <p:spPr>
            <a:xfrm>
              <a:off x="4138758" y="4901472"/>
              <a:ext cx="57243" cy="60282"/>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3" name="Google Shape;2553;p32"/>
            <p:cNvSpPr/>
            <p:nvPr/>
          </p:nvSpPr>
          <p:spPr>
            <a:xfrm>
              <a:off x="3970979" y="5065454"/>
              <a:ext cx="58003" cy="51128"/>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4" name="Google Shape;2554;p32"/>
            <p:cNvSpPr/>
            <p:nvPr/>
          </p:nvSpPr>
          <p:spPr>
            <a:xfrm>
              <a:off x="3973258" y="4910627"/>
              <a:ext cx="54926" cy="50368"/>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5" name="Google Shape;2555;p32"/>
            <p:cNvSpPr/>
            <p:nvPr/>
          </p:nvSpPr>
          <p:spPr>
            <a:xfrm>
              <a:off x="5123443" y="5069252"/>
              <a:ext cx="52647" cy="44291"/>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32"/>
            <p:cNvSpPr/>
            <p:nvPr/>
          </p:nvSpPr>
          <p:spPr>
            <a:xfrm>
              <a:off x="4137239" y="4756560"/>
              <a:ext cx="56484" cy="48849"/>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7" name="Google Shape;2557;p32"/>
            <p:cNvSpPr/>
            <p:nvPr/>
          </p:nvSpPr>
          <p:spPr>
            <a:xfrm>
              <a:off x="4134960" y="4600973"/>
              <a:ext cx="55686" cy="46532"/>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8" name="Google Shape;2558;p32"/>
            <p:cNvSpPr/>
            <p:nvPr/>
          </p:nvSpPr>
          <p:spPr>
            <a:xfrm>
              <a:off x="5121886" y="4914425"/>
              <a:ext cx="54205" cy="44291"/>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9" name="Google Shape;2559;p32"/>
            <p:cNvSpPr/>
            <p:nvPr/>
          </p:nvSpPr>
          <p:spPr>
            <a:xfrm>
              <a:off x="5124203" y="4758839"/>
              <a:ext cx="45772" cy="42733"/>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32"/>
            <p:cNvSpPr/>
            <p:nvPr/>
          </p:nvSpPr>
          <p:spPr>
            <a:xfrm>
              <a:off x="3974777" y="4754280"/>
              <a:ext cx="53407" cy="49608"/>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1" name="Google Shape;2561;p32"/>
            <p:cNvSpPr/>
            <p:nvPr/>
          </p:nvSpPr>
          <p:spPr>
            <a:xfrm>
              <a:off x="3975537" y="4599416"/>
              <a:ext cx="54964" cy="48089"/>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2" name="Google Shape;2562;p32"/>
            <p:cNvSpPr/>
            <p:nvPr/>
          </p:nvSpPr>
          <p:spPr>
            <a:xfrm>
              <a:off x="5124963" y="4603252"/>
              <a:ext cx="44253" cy="41214"/>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63" name="Google Shape;2563;p32"/>
          <p:cNvSpPr/>
          <p:nvPr/>
        </p:nvSpPr>
        <p:spPr>
          <a:xfrm>
            <a:off x="8769565" y="1741965"/>
            <a:ext cx="2433600" cy="243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4" name="Google Shape;2564;p32"/>
          <p:cNvSpPr/>
          <p:nvPr/>
        </p:nvSpPr>
        <p:spPr>
          <a:xfrm flipH="1">
            <a:off x="8551271" y="512969"/>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5" name="Google Shape;2565;p32"/>
          <p:cNvSpPr/>
          <p:nvPr/>
        </p:nvSpPr>
        <p:spPr>
          <a:xfrm flipH="1">
            <a:off x="8700159" y="635907"/>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6" name="Google Shape;2566;p32"/>
          <p:cNvSpPr/>
          <p:nvPr/>
        </p:nvSpPr>
        <p:spPr>
          <a:xfrm rot="2827209">
            <a:off x="8663106" y="2695441"/>
            <a:ext cx="1826642" cy="1093257"/>
          </a:xfrm>
          <a:custGeom>
            <a:rect b="b" l="l" r="r" t="t"/>
            <a:pathLst>
              <a:path extrusionOk="0" h="19555" w="32673">
                <a:moveTo>
                  <a:pt x="4340" y="81"/>
                </a:moveTo>
                <a:lnTo>
                  <a:pt x="4622" y="101"/>
                </a:lnTo>
                <a:lnTo>
                  <a:pt x="4885" y="121"/>
                </a:lnTo>
                <a:lnTo>
                  <a:pt x="5167" y="161"/>
                </a:lnTo>
                <a:lnTo>
                  <a:pt x="5450" y="222"/>
                </a:lnTo>
                <a:lnTo>
                  <a:pt x="5712" y="283"/>
                </a:lnTo>
                <a:lnTo>
                  <a:pt x="6216" y="444"/>
                </a:lnTo>
                <a:lnTo>
                  <a:pt x="6640" y="626"/>
                </a:lnTo>
                <a:lnTo>
                  <a:pt x="7003" y="787"/>
                </a:lnTo>
                <a:lnTo>
                  <a:pt x="7266" y="928"/>
                </a:lnTo>
                <a:lnTo>
                  <a:pt x="7629" y="1130"/>
                </a:lnTo>
                <a:lnTo>
                  <a:pt x="7972" y="1352"/>
                </a:lnTo>
                <a:lnTo>
                  <a:pt x="8315" y="1594"/>
                </a:lnTo>
                <a:lnTo>
                  <a:pt x="8658" y="1836"/>
                </a:lnTo>
                <a:lnTo>
                  <a:pt x="9324" y="2341"/>
                </a:lnTo>
                <a:lnTo>
                  <a:pt x="9950" y="2866"/>
                </a:lnTo>
                <a:lnTo>
                  <a:pt x="10918" y="3632"/>
                </a:lnTo>
                <a:lnTo>
                  <a:pt x="11746" y="4258"/>
                </a:lnTo>
                <a:lnTo>
                  <a:pt x="12613" y="4843"/>
                </a:lnTo>
                <a:lnTo>
                  <a:pt x="13481" y="5388"/>
                </a:lnTo>
                <a:lnTo>
                  <a:pt x="14369" y="5913"/>
                </a:lnTo>
                <a:lnTo>
                  <a:pt x="15297" y="6397"/>
                </a:lnTo>
                <a:lnTo>
                  <a:pt x="16226" y="6861"/>
                </a:lnTo>
                <a:lnTo>
                  <a:pt x="17174" y="7285"/>
                </a:lnTo>
                <a:lnTo>
                  <a:pt x="18143" y="7709"/>
                </a:lnTo>
                <a:lnTo>
                  <a:pt x="19132" y="8092"/>
                </a:lnTo>
                <a:lnTo>
                  <a:pt x="20120" y="8476"/>
                </a:lnTo>
                <a:lnTo>
                  <a:pt x="21129" y="8839"/>
                </a:lnTo>
                <a:lnTo>
                  <a:pt x="22138" y="9182"/>
                </a:lnTo>
                <a:lnTo>
                  <a:pt x="23168" y="9505"/>
                </a:lnTo>
                <a:lnTo>
                  <a:pt x="24217" y="9848"/>
                </a:lnTo>
                <a:lnTo>
                  <a:pt x="26316" y="10473"/>
                </a:lnTo>
                <a:lnTo>
                  <a:pt x="26376" y="10494"/>
                </a:lnTo>
                <a:lnTo>
                  <a:pt x="27627" y="10877"/>
                </a:lnTo>
                <a:lnTo>
                  <a:pt x="28253" y="11079"/>
                </a:lnTo>
                <a:lnTo>
                  <a:pt x="28879" y="11301"/>
                </a:lnTo>
                <a:lnTo>
                  <a:pt x="29484" y="11523"/>
                </a:lnTo>
                <a:lnTo>
                  <a:pt x="30089" y="11805"/>
                </a:lnTo>
                <a:lnTo>
                  <a:pt x="30675" y="12088"/>
                </a:lnTo>
                <a:lnTo>
                  <a:pt x="31240" y="12411"/>
                </a:lnTo>
                <a:lnTo>
                  <a:pt x="31583" y="12633"/>
                </a:lnTo>
                <a:lnTo>
                  <a:pt x="31744" y="12754"/>
                </a:lnTo>
                <a:lnTo>
                  <a:pt x="31906" y="12895"/>
                </a:lnTo>
                <a:lnTo>
                  <a:pt x="32067" y="13036"/>
                </a:lnTo>
                <a:lnTo>
                  <a:pt x="32208" y="13198"/>
                </a:lnTo>
                <a:lnTo>
                  <a:pt x="32329" y="13379"/>
                </a:lnTo>
                <a:lnTo>
                  <a:pt x="32450" y="13581"/>
                </a:lnTo>
                <a:lnTo>
                  <a:pt x="32511" y="13763"/>
                </a:lnTo>
                <a:lnTo>
                  <a:pt x="32572" y="13965"/>
                </a:lnTo>
                <a:lnTo>
                  <a:pt x="32592" y="14166"/>
                </a:lnTo>
                <a:lnTo>
                  <a:pt x="32592" y="14368"/>
                </a:lnTo>
                <a:lnTo>
                  <a:pt x="32551" y="14570"/>
                </a:lnTo>
                <a:lnTo>
                  <a:pt x="32471" y="14772"/>
                </a:lnTo>
                <a:lnTo>
                  <a:pt x="32370" y="14953"/>
                </a:lnTo>
                <a:lnTo>
                  <a:pt x="32289" y="15034"/>
                </a:lnTo>
                <a:lnTo>
                  <a:pt x="32208" y="15095"/>
                </a:lnTo>
                <a:lnTo>
                  <a:pt x="32067" y="15196"/>
                </a:lnTo>
                <a:lnTo>
                  <a:pt x="31926" y="15256"/>
                </a:lnTo>
                <a:lnTo>
                  <a:pt x="31764" y="15317"/>
                </a:lnTo>
                <a:lnTo>
                  <a:pt x="31603" y="15337"/>
                </a:lnTo>
                <a:lnTo>
                  <a:pt x="31421" y="15357"/>
                </a:lnTo>
                <a:lnTo>
                  <a:pt x="31240" y="15377"/>
                </a:lnTo>
                <a:lnTo>
                  <a:pt x="30876" y="15357"/>
                </a:lnTo>
                <a:lnTo>
                  <a:pt x="29625" y="15276"/>
                </a:lnTo>
                <a:lnTo>
                  <a:pt x="28354" y="15196"/>
                </a:lnTo>
                <a:lnTo>
                  <a:pt x="25872" y="14974"/>
                </a:lnTo>
                <a:lnTo>
                  <a:pt x="24116" y="14832"/>
                </a:lnTo>
                <a:lnTo>
                  <a:pt x="22360" y="14691"/>
                </a:lnTo>
                <a:lnTo>
                  <a:pt x="20585" y="14590"/>
                </a:lnTo>
                <a:lnTo>
                  <a:pt x="19697" y="14550"/>
                </a:lnTo>
                <a:lnTo>
                  <a:pt x="18809" y="14530"/>
                </a:lnTo>
                <a:lnTo>
                  <a:pt x="17073" y="14530"/>
                </a:lnTo>
                <a:lnTo>
                  <a:pt x="16226" y="14570"/>
                </a:lnTo>
                <a:lnTo>
                  <a:pt x="15398" y="14631"/>
                </a:lnTo>
                <a:lnTo>
                  <a:pt x="14591" y="14691"/>
                </a:lnTo>
                <a:lnTo>
                  <a:pt x="13824" y="14792"/>
                </a:lnTo>
                <a:lnTo>
                  <a:pt x="13057" y="14893"/>
                </a:lnTo>
                <a:lnTo>
                  <a:pt x="12311" y="15034"/>
                </a:lnTo>
                <a:lnTo>
                  <a:pt x="11584" y="15175"/>
                </a:lnTo>
                <a:lnTo>
                  <a:pt x="10878" y="15337"/>
                </a:lnTo>
                <a:lnTo>
                  <a:pt x="10192" y="15539"/>
                </a:lnTo>
                <a:lnTo>
                  <a:pt x="9526" y="15740"/>
                </a:lnTo>
                <a:lnTo>
                  <a:pt x="8880" y="15962"/>
                </a:lnTo>
                <a:lnTo>
                  <a:pt x="8255" y="16205"/>
                </a:lnTo>
                <a:lnTo>
                  <a:pt x="7629" y="16487"/>
                </a:lnTo>
                <a:lnTo>
                  <a:pt x="7024" y="16770"/>
                </a:lnTo>
                <a:lnTo>
                  <a:pt x="6539" y="17012"/>
                </a:lnTo>
                <a:lnTo>
                  <a:pt x="6055" y="17294"/>
                </a:lnTo>
                <a:lnTo>
                  <a:pt x="5086" y="17839"/>
                </a:lnTo>
                <a:lnTo>
                  <a:pt x="4441" y="18202"/>
                </a:lnTo>
                <a:lnTo>
                  <a:pt x="3775" y="18586"/>
                </a:lnTo>
                <a:lnTo>
                  <a:pt x="3089" y="18929"/>
                </a:lnTo>
                <a:lnTo>
                  <a:pt x="2382" y="19252"/>
                </a:lnTo>
                <a:lnTo>
                  <a:pt x="2160" y="19353"/>
                </a:lnTo>
                <a:lnTo>
                  <a:pt x="1918" y="19413"/>
                </a:lnTo>
                <a:lnTo>
                  <a:pt x="1676" y="19454"/>
                </a:lnTo>
                <a:lnTo>
                  <a:pt x="1434" y="19454"/>
                </a:lnTo>
                <a:lnTo>
                  <a:pt x="1333" y="19413"/>
                </a:lnTo>
                <a:lnTo>
                  <a:pt x="1212" y="19373"/>
                </a:lnTo>
                <a:lnTo>
                  <a:pt x="1030" y="19272"/>
                </a:lnTo>
                <a:lnTo>
                  <a:pt x="869" y="19111"/>
                </a:lnTo>
                <a:lnTo>
                  <a:pt x="748" y="18949"/>
                </a:lnTo>
                <a:lnTo>
                  <a:pt x="627" y="18788"/>
                </a:lnTo>
                <a:lnTo>
                  <a:pt x="546" y="18606"/>
                </a:lnTo>
                <a:lnTo>
                  <a:pt x="425" y="18324"/>
                </a:lnTo>
                <a:lnTo>
                  <a:pt x="324" y="18001"/>
                </a:lnTo>
                <a:lnTo>
                  <a:pt x="263" y="17678"/>
                </a:lnTo>
                <a:lnTo>
                  <a:pt x="203" y="17335"/>
                </a:lnTo>
                <a:lnTo>
                  <a:pt x="162" y="16992"/>
                </a:lnTo>
                <a:lnTo>
                  <a:pt x="122" y="16326"/>
                </a:lnTo>
                <a:lnTo>
                  <a:pt x="102" y="15660"/>
                </a:lnTo>
                <a:lnTo>
                  <a:pt x="102" y="14368"/>
                </a:lnTo>
                <a:lnTo>
                  <a:pt x="82" y="13137"/>
                </a:lnTo>
                <a:lnTo>
                  <a:pt x="102" y="11947"/>
                </a:lnTo>
                <a:lnTo>
                  <a:pt x="122" y="10756"/>
                </a:lnTo>
                <a:lnTo>
                  <a:pt x="203" y="9485"/>
                </a:lnTo>
                <a:lnTo>
                  <a:pt x="324" y="8274"/>
                </a:lnTo>
                <a:lnTo>
                  <a:pt x="405" y="7689"/>
                </a:lnTo>
                <a:lnTo>
                  <a:pt x="485" y="7124"/>
                </a:lnTo>
                <a:lnTo>
                  <a:pt x="586" y="6579"/>
                </a:lnTo>
                <a:lnTo>
                  <a:pt x="687" y="6054"/>
                </a:lnTo>
                <a:lnTo>
                  <a:pt x="808" y="5529"/>
                </a:lnTo>
                <a:lnTo>
                  <a:pt x="929" y="5025"/>
                </a:lnTo>
                <a:lnTo>
                  <a:pt x="1071" y="4541"/>
                </a:lnTo>
                <a:lnTo>
                  <a:pt x="1232" y="4056"/>
                </a:lnTo>
                <a:lnTo>
                  <a:pt x="1393" y="3592"/>
                </a:lnTo>
                <a:lnTo>
                  <a:pt x="1555" y="3128"/>
                </a:lnTo>
                <a:lnTo>
                  <a:pt x="1736" y="2684"/>
                </a:lnTo>
                <a:lnTo>
                  <a:pt x="1938" y="2260"/>
                </a:lnTo>
                <a:lnTo>
                  <a:pt x="2039" y="2038"/>
                </a:lnTo>
                <a:lnTo>
                  <a:pt x="2301" y="1493"/>
                </a:lnTo>
                <a:lnTo>
                  <a:pt x="2463" y="1231"/>
                </a:lnTo>
                <a:lnTo>
                  <a:pt x="2624" y="969"/>
                </a:lnTo>
                <a:lnTo>
                  <a:pt x="2806" y="727"/>
                </a:lnTo>
                <a:lnTo>
                  <a:pt x="3008" y="525"/>
                </a:lnTo>
                <a:lnTo>
                  <a:pt x="3129" y="444"/>
                </a:lnTo>
                <a:lnTo>
                  <a:pt x="3250" y="363"/>
                </a:lnTo>
                <a:lnTo>
                  <a:pt x="3391" y="283"/>
                </a:lnTo>
                <a:lnTo>
                  <a:pt x="3532" y="222"/>
                </a:lnTo>
                <a:lnTo>
                  <a:pt x="3795" y="161"/>
                </a:lnTo>
                <a:lnTo>
                  <a:pt x="4057" y="101"/>
                </a:lnTo>
                <a:lnTo>
                  <a:pt x="4340" y="81"/>
                </a:lnTo>
                <a:close/>
                <a:moveTo>
                  <a:pt x="4360" y="0"/>
                </a:moveTo>
                <a:lnTo>
                  <a:pt x="3997" y="40"/>
                </a:lnTo>
                <a:lnTo>
                  <a:pt x="3714" y="81"/>
                </a:lnTo>
                <a:lnTo>
                  <a:pt x="3492" y="161"/>
                </a:lnTo>
                <a:lnTo>
                  <a:pt x="3351" y="222"/>
                </a:lnTo>
                <a:lnTo>
                  <a:pt x="3210" y="283"/>
                </a:lnTo>
                <a:lnTo>
                  <a:pt x="3089" y="363"/>
                </a:lnTo>
                <a:lnTo>
                  <a:pt x="2967" y="464"/>
                </a:lnTo>
                <a:lnTo>
                  <a:pt x="2745" y="666"/>
                </a:lnTo>
                <a:lnTo>
                  <a:pt x="2564" y="908"/>
                </a:lnTo>
                <a:lnTo>
                  <a:pt x="2382" y="1170"/>
                </a:lnTo>
                <a:lnTo>
                  <a:pt x="2241" y="1453"/>
                </a:lnTo>
                <a:lnTo>
                  <a:pt x="1958" y="2018"/>
                </a:lnTo>
                <a:lnTo>
                  <a:pt x="1878" y="2220"/>
                </a:lnTo>
                <a:lnTo>
                  <a:pt x="1676" y="2664"/>
                </a:lnTo>
                <a:lnTo>
                  <a:pt x="1494" y="3108"/>
                </a:lnTo>
                <a:lnTo>
                  <a:pt x="1313" y="3552"/>
                </a:lnTo>
                <a:lnTo>
                  <a:pt x="1151" y="4036"/>
                </a:lnTo>
                <a:lnTo>
                  <a:pt x="990" y="4500"/>
                </a:lnTo>
                <a:lnTo>
                  <a:pt x="849" y="5005"/>
                </a:lnTo>
                <a:lnTo>
                  <a:pt x="727" y="5509"/>
                </a:lnTo>
                <a:lnTo>
                  <a:pt x="606" y="6034"/>
                </a:lnTo>
                <a:lnTo>
                  <a:pt x="505" y="6559"/>
                </a:lnTo>
                <a:lnTo>
                  <a:pt x="405" y="7103"/>
                </a:lnTo>
                <a:lnTo>
                  <a:pt x="324" y="7668"/>
                </a:lnTo>
                <a:lnTo>
                  <a:pt x="243" y="8254"/>
                </a:lnTo>
                <a:lnTo>
                  <a:pt x="122" y="9464"/>
                </a:lnTo>
                <a:lnTo>
                  <a:pt x="41" y="10756"/>
                </a:lnTo>
                <a:lnTo>
                  <a:pt x="21" y="11947"/>
                </a:lnTo>
                <a:lnTo>
                  <a:pt x="1" y="13137"/>
                </a:lnTo>
                <a:lnTo>
                  <a:pt x="21" y="14368"/>
                </a:lnTo>
                <a:lnTo>
                  <a:pt x="21" y="15660"/>
                </a:lnTo>
                <a:lnTo>
                  <a:pt x="41" y="16326"/>
                </a:lnTo>
                <a:lnTo>
                  <a:pt x="82" y="17012"/>
                </a:lnTo>
                <a:lnTo>
                  <a:pt x="122" y="17355"/>
                </a:lnTo>
                <a:lnTo>
                  <a:pt x="183" y="17678"/>
                </a:lnTo>
                <a:lnTo>
                  <a:pt x="263" y="18021"/>
                </a:lnTo>
                <a:lnTo>
                  <a:pt x="344" y="18344"/>
                </a:lnTo>
                <a:lnTo>
                  <a:pt x="405" y="18505"/>
                </a:lnTo>
                <a:lnTo>
                  <a:pt x="485" y="18687"/>
                </a:lnTo>
                <a:lnTo>
                  <a:pt x="586" y="18868"/>
                </a:lnTo>
                <a:lnTo>
                  <a:pt x="707" y="19030"/>
                </a:lnTo>
                <a:lnTo>
                  <a:pt x="849" y="19211"/>
                </a:lnTo>
                <a:lnTo>
                  <a:pt x="1010" y="19353"/>
                </a:lnTo>
                <a:lnTo>
                  <a:pt x="1192" y="19454"/>
                </a:lnTo>
                <a:lnTo>
                  <a:pt x="1313" y="19494"/>
                </a:lnTo>
                <a:lnTo>
                  <a:pt x="1414" y="19534"/>
                </a:lnTo>
                <a:lnTo>
                  <a:pt x="1615" y="19555"/>
                </a:lnTo>
                <a:lnTo>
                  <a:pt x="1817" y="19534"/>
                </a:lnTo>
                <a:lnTo>
                  <a:pt x="2039" y="19474"/>
                </a:lnTo>
                <a:lnTo>
                  <a:pt x="2241" y="19413"/>
                </a:lnTo>
                <a:lnTo>
                  <a:pt x="2423" y="19333"/>
                </a:lnTo>
                <a:lnTo>
                  <a:pt x="3129" y="19010"/>
                </a:lnTo>
                <a:lnTo>
                  <a:pt x="3795" y="18646"/>
                </a:lnTo>
                <a:lnTo>
                  <a:pt x="4481" y="18283"/>
                </a:lnTo>
                <a:lnTo>
                  <a:pt x="5127" y="17900"/>
                </a:lnTo>
                <a:lnTo>
                  <a:pt x="6095" y="17355"/>
                </a:lnTo>
                <a:lnTo>
                  <a:pt x="6580" y="17093"/>
                </a:lnTo>
                <a:lnTo>
                  <a:pt x="7064" y="16830"/>
                </a:lnTo>
                <a:lnTo>
                  <a:pt x="7669" y="16548"/>
                </a:lnTo>
                <a:lnTo>
                  <a:pt x="8275" y="16285"/>
                </a:lnTo>
                <a:lnTo>
                  <a:pt x="8900" y="16043"/>
                </a:lnTo>
                <a:lnTo>
                  <a:pt x="9566" y="15821"/>
                </a:lnTo>
                <a:lnTo>
                  <a:pt x="10232" y="15619"/>
                </a:lnTo>
                <a:lnTo>
                  <a:pt x="10898" y="15418"/>
                </a:lnTo>
                <a:lnTo>
                  <a:pt x="11604" y="15256"/>
                </a:lnTo>
                <a:lnTo>
                  <a:pt x="12331" y="15115"/>
                </a:lnTo>
                <a:lnTo>
                  <a:pt x="13078" y="14974"/>
                </a:lnTo>
                <a:lnTo>
                  <a:pt x="13824" y="14873"/>
                </a:lnTo>
                <a:lnTo>
                  <a:pt x="14611" y="14772"/>
                </a:lnTo>
                <a:lnTo>
                  <a:pt x="15419" y="14711"/>
                </a:lnTo>
                <a:lnTo>
                  <a:pt x="16226" y="14651"/>
                </a:lnTo>
                <a:lnTo>
                  <a:pt x="17073" y="14610"/>
                </a:lnTo>
                <a:lnTo>
                  <a:pt x="18809" y="14610"/>
                </a:lnTo>
                <a:lnTo>
                  <a:pt x="19697" y="14631"/>
                </a:lnTo>
                <a:lnTo>
                  <a:pt x="20585" y="14671"/>
                </a:lnTo>
                <a:lnTo>
                  <a:pt x="22360" y="14772"/>
                </a:lnTo>
                <a:lnTo>
                  <a:pt x="24116" y="14913"/>
                </a:lnTo>
                <a:lnTo>
                  <a:pt x="25852" y="15054"/>
                </a:lnTo>
                <a:lnTo>
                  <a:pt x="28354" y="15276"/>
                </a:lnTo>
                <a:lnTo>
                  <a:pt x="29605" y="15357"/>
                </a:lnTo>
                <a:lnTo>
                  <a:pt x="30876" y="15438"/>
                </a:lnTo>
                <a:lnTo>
                  <a:pt x="31240" y="15458"/>
                </a:lnTo>
                <a:lnTo>
                  <a:pt x="31441" y="15438"/>
                </a:lnTo>
                <a:lnTo>
                  <a:pt x="31623" y="15418"/>
                </a:lnTo>
                <a:lnTo>
                  <a:pt x="31785" y="15397"/>
                </a:lnTo>
                <a:lnTo>
                  <a:pt x="31966" y="15337"/>
                </a:lnTo>
                <a:lnTo>
                  <a:pt x="32128" y="15256"/>
                </a:lnTo>
                <a:lnTo>
                  <a:pt x="32269" y="15155"/>
                </a:lnTo>
                <a:lnTo>
                  <a:pt x="32350" y="15075"/>
                </a:lnTo>
                <a:lnTo>
                  <a:pt x="32430" y="14994"/>
                </a:lnTo>
                <a:lnTo>
                  <a:pt x="32551" y="14812"/>
                </a:lnTo>
                <a:lnTo>
                  <a:pt x="32612" y="14610"/>
                </a:lnTo>
                <a:lnTo>
                  <a:pt x="32672" y="14388"/>
                </a:lnTo>
                <a:lnTo>
                  <a:pt x="32672" y="14166"/>
                </a:lnTo>
                <a:lnTo>
                  <a:pt x="32652" y="13944"/>
                </a:lnTo>
                <a:lnTo>
                  <a:pt x="32592" y="13743"/>
                </a:lnTo>
                <a:lnTo>
                  <a:pt x="32511" y="13541"/>
                </a:lnTo>
                <a:lnTo>
                  <a:pt x="32410" y="13339"/>
                </a:lnTo>
                <a:lnTo>
                  <a:pt x="32269" y="13157"/>
                </a:lnTo>
                <a:lnTo>
                  <a:pt x="32128" y="12996"/>
                </a:lnTo>
                <a:lnTo>
                  <a:pt x="31966" y="12835"/>
                </a:lnTo>
                <a:lnTo>
                  <a:pt x="31805" y="12693"/>
                </a:lnTo>
                <a:lnTo>
                  <a:pt x="31623" y="12572"/>
                </a:lnTo>
                <a:lnTo>
                  <a:pt x="31280" y="12350"/>
                </a:lnTo>
                <a:lnTo>
                  <a:pt x="30715" y="12027"/>
                </a:lnTo>
                <a:lnTo>
                  <a:pt x="30130" y="11725"/>
                </a:lnTo>
                <a:lnTo>
                  <a:pt x="29524" y="11462"/>
                </a:lnTo>
                <a:lnTo>
                  <a:pt x="28919" y="11220"/>
                </a:lnTo>
                <a:lnTo>
                  <a:pt x="28293" y="10998"/>
                </a:lnTo>
                <a:lnTo>
                  <a:pt x="27648" y="10796"/>
                </a:lnTo>
                <a:lnTo>
                  <a:pt x="26396" y="10413"/>
                </a:lnTo>
                <a:lnTo>
                  <a:pt x="26336" y="10393"/>
                </a:lnTo>
                <a:lnTo>
                  <a:pt x="24237" y="9767"/>
                </a:lnTo>
                <a:lnTo>
                  <a:pt x="23208" y="9444"/>
                </a:lnTo>
                <a:lnTo>
                  <a:pt x="22179" y="9101"/>
                </a:lnTo>
                <a:lnTo>
                  <a:pt x="21170" y="8758"/>
                </a:lnTo>
                <a:lnTo>
                  <a:pt x="20161" y="8395"/>
                </a:lnTo>
                <a:lnTo>
                  <a:pt x="19152" y="8032"/>
                </a:lnTo>
                <a:lnTo>
                  <a:pt x="18183" y="7628"/>
                </a:lnTo>
                <a:lnTo>
                  <a:pt x="17215" y="7224"/>
                </a:lnTo>
                <a:lnTo>
                  <a:pt x="16266" y="6781"/>
                </a:lnTo>
                <a:lnTo>
                  <a:pt x="15338" y="6316"/>
                </a:lnTo>
                <a:lnTo>
                  <a:pt x="14410" y="5832"/>
                </a:lnTo>
                <a:lnTo>
                  <a:pt x="13522" y="5328"/>
                </a:lnTo>
                <a:lnTo>
                  <a:pt x="12654" y="4783"/>
                </a:lnTo>
                <a:lnTo>
                  <a:pt x="11806" y="4197"/>
                </a:lnTo>
                <a:lnTo>
                  <a:pt x="10979" y="3572"/>
                </a:lnTo>
                <a:lnTo>
                  <a:pt x="10010" y="2805"/>
                </a:lnTo>
                <a:lnTo>
                  <a:pt x="9365" y="2280"/>
                </a:lnTo>
                <a:lnTo>
                  <a:pt x="8699" y="1776"/>
                </a:lnTo>
                <a:lnTo>
                  <a:pt x="8356" y="1514"/>
                </a:lnTo>
                <a:lnTo>
                  <a:pt x="8012" y="1292"/>
                </a:lnTo>
                <a:lnTo>
                  <a:pt x="7669" y="1070"/>
                </a:lnTo>
                <a:lnTo>
                  <a:pt x="7306" y="848"/>
                </a:lnTo>
                <a:lnTo>
                  <a:pt x="6923" y="666"/>
                </a:lnTo>
                <a:lnTo>
                  <a:pt x="6559" y="505"/>
                </a:lnTo>
                <a:lnTo>
                  <a:pt x="6216" y="363"/>
                </a:lnTo>
                <a:lnTo>
                  <a:pt x="5894" y="242"/>
                </a:lnTo>
                <a:lnTo>
                  <a:pt x="5591" y="161"/>
                </a:lnTo>
                <a:lnTo>
                  <a:pt x="5308" y="101"/>
                </a:lnTo>
                <a:lnTo>
                  <a:pt x="5046" y="61"/>
                </a:lnTo>
                <a:lnTo>
                  <a:pt x="4804" y="20"/>
                </a:lnTo>
                <a:lnTo>
                  <a:pt x="45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7" name="Google Shape;2567;p32"/>
          <p:cNvSpPr/>
          <p:nvPr/>
        </p:nvSpPr>
        <p:spPr>
          <a:xfrm rot="2827209">
            <a:off x="8944670" y="2687946"/>
            <a:ext cx="794324" cy="541625"/>
          </a:xfrm>
          <a:custGeom>
            <a:rect b="b" l="l" r="r" t="t"/>
            <a:pathLst>
              <a:path extrusionOk="0" h="9688" w="14208">
                <a:moveTo>
                  <a:pt x="2765" y="81"/>
                </a:moveTo>
                <a:lnTo>
                  <a:pt x="2967" y="142"/>
                </a:lnTo>
                <a:lnTo>
                  <a:pt x="3189" y="223"/>
                </a:lnTo>
                <a:lnTo>
                  <a:pt x="3431" y="324"/>
                </a:lnTo>
                <a:lnTo>
                  <a:pt x="3694" y="465"/>
                </a:lnTo>
                <a:lnTo>
                  <a:pt x="3956" y="626"/>
                </a:lnTo>
                <a:lnTo>
                  <a:pt x="4218" y="828"/>
                </a:lnTo>
                <a:lnTo>
                  <a:pt x="4501" y="1070"/>
                </a:lnTo>
                <a:lnTo>
                  <a:pt x="5005" y="1474"/>
                </a:lnTo>
                <a:lnTo>
                  <a:pt x="5510" y="1837"/>
                </a:lnTo>
                <a:lnTo>
                  <a:pt x="6055" y="2200"/>
                </a:lnTo>
                <a:lnTo>
                  <a:pt x="6600" y="2523"/>
                </a:lnTo>
                <a:lnTo>
                  <a:pt x="7165" y="2826"/>
                </a:lnTo>
                <a:lnTo>
                  <a:pt x="7750" y="3088"/>
                </a:lnTo>
                <a:lnTo>
                  <a:pt x="8335" y="3330"/>
                </a:lnTo>
                <a:lnTo>
                  <a:pt x="8940" y="3532"/>
                </a:lnTo>
                <a:lnTo>
                  <a:pt x="9566" y="3714"/>
                </a:lnTo>
                <a:lnTo>
                  <a:pt x="10171" y="3895"/>
                </a:lnTo>
                <a:lnTo>
                  <a:pt x="11140" y="4158"/>
                </a:lnTo>
                <a:lnTo>
                  <a:pt x="11624" y="4319"/>
                </a:lnTo>
                <a:lnTo>
                  <a:pt x="12089" y="4481"/>
                </a:lnTo>
                <a:lnTo>
                  <a:pt x="12533" y="4683"/>
                </a:lnTo>
                <a:lnTo>
                  <a:pt x="12956" y="4904"/>
                </a:lnTo>
                <a:lnTo>
                  <a:pt x="13178" y="5046"/>
                </a:lnTo>
                <a:lnTo>
                  <a:pt x="13380" y="5167"/>
                </a:lnTo>
                <a:lnTo>
                  <a:pt x="13562" y="5328"/>
                </a:lnTo>
                <a:lnTo>
                  <a:pt x="13764" y="5490"/>
                </a:lnTo>
                <a:lnTo>
                  <a:pt x="13945" y="5671"/>
                </a:lnTo>
                <a:lnTo>
                  <a:pt x="14066" y="5853"/>
                </a:lnTo>
                <a:lnTo>
                  <a:pt x="14086" y="5934"/>
                </a:lnTo>
                <a:lnTo>
                  <a:pt x="14127" y="6014"/>
                </a:lnTo>
                <a:lnTo>
                  <a:pt x="14127" y="6095"/>
                </a:lnTo>
                <a:lnTo>
                  <a:pt x="14127" y="6176"/>
                </a:lnTo>
                <a:lnTo>
                  <a:pt x="14086" y="6317"/>
                </a:lnTo>
                <a:lnTo>
                  <a:pt x="14006" y="6458"/>
                </a:lnTo>
                <a:lnTo>
                  <a:pt x="13864" y="6579"/>
                </a:lnTo>
                <a:lnTo>
                  <a:pt x="13683" y="6721"/>
                </a:lnTo>
                <a:lnTo>
                  <a:pt x="13461" y="6842"/>
                </a:lnTo>
                <a:lnTo>
                  <a:pt x="13239" y="6963"/>
                </a:lnTo>
                <a:lnTo>
                  <a:pt x="12997" y="7064"/>
                </a:lnTo>
                <a:lnTo>
                  <a:pt x="12755" y="7165"/>
                </a:lnTo>
                <a:lnTo>
                  <a:pt x="12512" y="7225"/>
                </a:lnTo>
                <a:lnTo>
                  <a:pt x="12270" y="7286"/>
                </a:lnTo>
                <a:lnTo>
                  <a:pt x="11766" y="7387"/>
                </a:lnTo>
                <a:lnTo>
                  <a:pt x="11261" y="7447"/>
                </a:lnTo>
                <a:lnTo>
                  <a:pt x="10716" y="7467"/>
                </a:lnTo>
                <a:lnTo>
                  <a:pt x="9647" y="7488"/>
                </a:lnTo>
                <a:lnTo>
                  <a:pt x="8940" y="7508"/>
                </a:lnTo>
                <a:lnTo>
                  <a:pt x="8234" y="7528"/>
                </a:lnTo>
                <a:lnTo>
                  <a:pt x="7891" y="7548"/>
                </a:lnTo>
                <a:lnTo>
                  <a:pt x="7548" y="7588"/>
                </a:lnTo>
                <a:lnTo>
                  <a:pt x="7205" y="7649"/>
                </a:lnTo>
                <a:lnTo>
                  <a:pt x="6862" y="7710"/>
                </a:lnTo>
                <a:lnTo>
                  <a:pt x="6559" y="7790"/>
                </a:lnTo>
                <a:lnTo>
                  <a:pt x="6236" y="7891"/>
                </a:lnTo>
                <a:lnTo>
                  <a:pt x="5651" y="8113"/>
                </a:lnTo>
                <a:lnTo>
                  <a:pt x="5066" y="8375"/>
                </a:lnTo>
                <a:lnTo>
                  <a:pt x="4501" y="8658"/>
                </a:lnTo>
                <a:lnTo>
                  <a:pt x="3653" y="9041"/>
                </a:lnTo>
                <a:lnTo>
                  <a:pt x="3209" y="9223"/>
                </a:lnTo>
                <a:lnTo>
                  <a:pt x="2786" y="9384"/>
                </a:lnTo>
                <a:lnTo>
                  <a:pt x="2483" y="9485"/>
                </a:lnTo>
                <a:lnTo>
                  <a:pt x="2221" y="9546"/>
                </a:lnTo>
                <a:lnTo>
                  <a:pt x="1978" y="9586"/>
                </a:lnTo>
                <a:lnTo>
                  <a:pt x="1756" y="9606"/>
                </a:lnTo>
                <a:lnTo>
                  <a:pt x="1555" y="9606"/>
                </a:lnTo>
                <a:lnTo>
                  <a:pt x="1373" y="9586"/>
                </a:lnTo>
                <a:lnTo>
                  <a:pt x="1212" y="9566"/>
                </a:lnTo>
                <a:lnTo>
                  <a:pt x="1070" y="9526"/>
                </a:lnTo>
                <a:lnTo>
                  <a:pt x="929" y="9465"/>
                </a:lnTo>
                <a:lnTo>
                  <a:pt x="808" y="9405"/>
                </a:lnTo>
                <a:lnTo>
                  <a:pt x="626" y="9284"/>
                </a:lnTo>
                <a:lnTo>
                  <a:pt x="485" y="9162"/>
                </a:lnTo>
                <a:lnTo>
                  <a:pt x="404" y="9082"/>
                </a:lnTo>
                <a:lnTo>
                  <a:pt x="303" y="8920"/>
                </a:lnTo>
                <a:lnTo>
                  <a:pt x="243" y="8759"/>
                </a:lnTo>
                <a:lnTo>
                  <a:pt x="182" y="8597"/>
                </a:lnTo>
                <a:lnTo>
                  <a:pt x="142" y="8436"/>
                </a:lnTo>
                <a:lnTo>
                  <a:pt x="102" y="8073"/>
                </a:lnTo>
                <a:lnTo>
                  <a:pt x="81" y="7730"/>
                </a:lnTo>
                <a:lnTo>
                  <a:pt x="102" y="6983"/>
                </a:lnTo>
                <a:lnTo>
                  <a:pt x="142" y="6236"/>
                </a:lnTo>
                <a:lnTo>
                  <a:pt x="243" y="5470"/>
                </a:lnTo>
                <a:lnTo>
                  <a:pt x="364" y="4703"/>
                </a:lnTo>
                <a:lnTo>
                  <a:pt x="525" y="3895"/>
                </a:lnTo>
                <a:lnTo>
                  <a:pt x="727" y="3068"/>
                </a:lnTo>
                <a:lnTo>
                  <a:pt x="990" y="2200"/>
                </a:lnTo>
                <a:lnTo>
                  <a:pt x="1272" y="1292"/>
                </a:lnTo>
                <a:lnTo>
                  <a:pt x="1373" y="1050"/>
                </a:lnTo>
                <a:lnTo>
                  <a:pt x="1454" y="848"/>
                </a:lnTo>
                <a:lnTo>
                  <a:pt x="1575" y="667"/>
                </a:lnTo>
                <a:lnTo>
                  <a:pt x="1696" y="505"/>
                </a:lnTo>
                <a:lnTo>
                  <a:pt x="1817" y="364"/>
                </a:lnTo>
                <a:lnTo>
                  <a:pt x="1958" y="263"/>
                </a:lnTo>
                <a:lnTo>
                  <a:pt x="2099" y="162"/>
                </a:lnTo>
                <a:lnTo>
                  <a:pt x="2261" y="122"/>
                </a:lnTo>
                <a:lnTo>
                  <a:pt x="2402" y="81"/>
                </a:lnTo>
                <a:close/>
                <a:moveTo>
                  <a:pt x="2463" y="1"/>
                </a:moveTo>
                <a:lnTo>
                  <a:pt x="2241" y="41"/>
                </a:lnTo>
                <a:lnTo>
                  <a:pt x="2079" y="102"/>
                </a:lnTo>
                <a:lnTo>
                  <a:pt x="1918" y="182"/>
                </a:lnTo>
                <a:lnTo>
                  <a:pt x="1777" y="303"/>
                </a:lnTo>
                <a:lnTo>
                  <a:pt x="1635" y="445"/>
                </a:lnTo>
                <a:lnTo>
                  <a:pt x="1514" y="606"/>
                </a:lnTo>
                <a:lnTo>
                  <a:pt x="1393" y="808"/>
                </a:lnTo>
                <a:lnTo>
                  <a:pt x="1292" y="1030"/>
                </a:lnTo>
                <a:lnTo>
                  <a:pt x="1191" y="1272"/>
                </a:lnTo>
                <a:lnTo>
                  <a:pt x="909" y="2180"/>
                </a:lnTo>
                <a:lnTo>
                  <a:pt x="646" y="3048"/>
                </a:lnTo>
                <a:lnTo>
                  <a:pt x="445" y="3875"/>
                </a:lnTo>
                <a:lnTo>
                  <a:pt x="283" y="4683"/>
                </a:lnTo>
                <a:lnTo>
                  <a:pt x="162" y="5470"/>
                </a:lnTo>
                <a:lnTo>
                  <a:pt x="61" y="6236"/>
                </a:lnTo>
                <a:lnTo>
                  <a:pt x="21" y="6983"/>
                </a:lnTo>
                <a:lnTo>
                  <a:pt x="1" y="7730"/>
                </a:lnTo>
                <a:lnTo>
                  <a:pt x="21" y="8093"/>
                </a:lnTo>
                <a:lnTo>
                  <a:pt x="41" y="8275"/>
                </a:lnTo>
                <a:lnTo>
                  <a:pt x="61" y="8456"/>
                </a:lnTo>
                <a:lnTo>
                  <a:pt x="102" y="8638"/>
                </a:lnTo>
                <a:lnTo>
                  <a:pt x="162" y="8799"/>
                </a:lnTo>
                <a:lnTo>
                  <a:pt x="243" y="8961"/>
                </a:lnTo>
                <a:lnTo>
                  <a:pt x="344" y="9122"/>
                </a:lnTo>
                <a:lnTo>
                  <a:pt x="465" y="9263"/>
                </a:lnTo>
                <a:lnTo>
                  <a:pt x="606" y="9384"/>
                </a:lnTo>
                <a:lnTo>
                  <a:pt x="768" y="9485"/>
                </a:lnTo>
                <a:lnTo>
                  <a:pt x="929" y="9566"/>
                </a:lnTo>
                <a:lnTo>
                  <a:pt x="1111" y="9627"/>
                </a:lnTo>
                <a:lnTo>
                  <a:pt x="1272" y="9647"/>
                </a:lnTo>
                <a:lnTo>
                  <a:pt x="1454" y="9667"/>
                </a:lnTo>
                <a:lnTo>
                  <a:pt x="1635" y="9687"/>
                </a:lnTo>
                <a:lnTo>
                  <a:pt x="1999" y="9667"/>
                </a:lnTo>
                <a:lnTo>
                  <a:pt x="2321" y="9606"/>
                </a:lnTo>
                <a:lnTo>
                  <a:pt x="2604" y="9526"/>
                </a:lnTo>
                <a:lnTo>
                  <a:pt x="2806" y="9465"/>
                </a:lnTo>
                <a:lnTo>
                  <a:pt x="3250" y="9304"/>
                </a:lnTo>
                <a:lnTo>
                  <a:pt x="3673" y="9122"/>
                </a:lnTo>
                <a:lnTo>
                  <a:pt x="4521" y="8719"/>
                </a:lnTo>
                <a:lnTo>
                  <a:pt x="5106" y="8456"/>
                </a:lnTo>
                <a:lnTo>
                  <a:pt x="5671" y="8194"/>
                </a:lnTo>
                <a:lnTo>
                  <a:pt x="6277" y="7972"/>
                </a:lnTo>
                <a:lnTo>
                  <a:pt x="6579" y="7871"/>
                </a:lnTo>
                <a:lnTo>
                  <a:pt x="6882" y="7790"/>
                </a:lnTo>
                <a:lnTo>
                  <a:pt x="7205" y="7730"/>
                </a:lnTo>
                <a:lnTo>
                  <a:pt x="7548" y="7669"/>
                </a:lnTo>
                <a:lnTo>
                  <a:pt x="7891" y="7629"/>
                </a:lnTo>
                <a:lnTo>
                  <a:pt x="8254" y="7609"/>
                </a:lnTo>
                <a:lnTo>
                  <a:pt x="8940" y="7588"/>
                </a:lnTo>
                <a:lnTo>
                  <a:pt x="9647" y="7568"/>
                </a:lnTo>
                <a:lnTo>
                  <a:pt x="10716" y="7548"/>
                </a:lnTo>
                <a:lnTo>
                  <a:pt x="11241" y="7528"/>
                </a:lnTo>
                <a:lnTo>
                  <a:pt x="11766" y="7467"/>
                </a:lnTo>
                <a:lnTo>
                  <a:pt x="12290" y="7366"/>
                </a:lnTo>
                <a:lnTo>
                  <a:pt x="12533" y="7306"/>
                </a:lnTo>
                <a:lnTo>
                  <a:pt x="12775" y="7225"/>
                </a:lnTo>
                <a:lnTo>
                  <a:pt x="13037" y="7144"/>
                </a:lnTo>
                <a:lnTo>
                  <a:pt x="13259" y="7044"/>
                </a:lnTo>
                <a:lnTo>
                  <a:pt x="13501" y="6922"/>
                </a:lnTo>
                <a:lnTo>
                  <a:pt x="13723" y="6781"/>
                </a:lnTo>
                <a:lnTo>
                  <a:pt x="13885" y="6680"/>
                </a:lnTo>
                <a:lnTo>
                  <a:pt x="14026" y="6559"/>
                </a:lnTo>
                <a:lnTo>
                  <a:pt x="14086" y="6479"/>
                </a:lnTo>
                <a:lnTo>
                  <a:pt x="14147" y="6398"/>
                </a:lnTo>
                <a:lnTo>
                  <a:pt x="14187" y="6297"/>
                </a:lnTo>
                <a:lnTo>
                  <a:pt x="14207" y="6196"/>
                </a:lnTo>
                <a:lnTo>
                  <a:pt x="14207" y="6095"/>
                </a:lnTo>
                <a:lnTo>
                  <a:pt x="14207" y="6014"/>
                </a:lnTo>
                <a:lnTo>
                  <a:pt x="14167" y="5913"/>
                </a:lnTo>
                <a:lnTo>
                  <a:pt x="14127" y="5813"/>
                </a:lnTo>
                <a:lnTo>
                  <a:pt x="14086" y="5712"/>
                </a:lnTo>
                <a:lnTo>
                  <a:pt x="14006" y="5631"/>
                </a:lnTo>
                <a:lnTo>
                  <a:pt x="13804" y="5429"/>
                </a:lnTo>
                <a:lnTo>
                  <a:pt x="13622" y="5268"/>
                </a:lnTo>
                <a:lnTo>
                  <a:pt x="13420" y="5106"/>
                </a:lnTo>
                <a:lnTo>
                  <a:pt x="13219" y="4965"/>
                </a:lnTo>
                <a:lnTo>
                  <a:pt x="13017" y="4844"/>
                </a:lnTo>
                <a:lnTo>
                  <a:pt x="12573" y="4602"/>
                </a:lnTo>
                <a:lnTo>
                  <a:pt x="12109" y="4420"/>
                </a:lnTo>
                <a:lnTo>
                  <a:pt x="11645" y="4239"/>
                </a:lnTo>
                <a:lnTo>
                  <a:pt x="11160" y="4077"/>
                </a:lnTo>
                <a:lnTo>
                  <a:pt x="10192" y="3815"/>
                </a:lnTo>
                <a:lnTo>
                  <a:pt x="9586" y="3653"/>
                </a:lnTo>
                <a:lnTo>
                  <a:pt x="8961" y="3452"/>
                </a:lnTo>
                <a:lnTo>
                  <a:pt x="8375" y="3250"/>
                </a:lnTo>
                <a:lnTo>
                  <a:pt x="7770" y="3008"/>
                </a:lnTo>
                <a:lnTo>
                  <a:pt x="7205" y="2745"/>
                </a:lnTo>
                <a:lnTo>
                  <a:pt x="6640" y="2443"/>
                </a:lnTo>
                <a:lnTo>
                  <a:pt x="6095" y="2120"/>
                </a:lnTo>
                <a:lnTo>
                  <a:pt x="5570" y="1777"/>
                </a:lnTo>
                <a:lnTo>
                  <a:pt x="5046" y="1413"/>
                </a:lnTo>
                <a:lnTo>
                  <a:pt x="4561" y="1010"/>
                </a:lnTo>
                <a:lnTo>
                  <a:pt x="4218" y="727"/>
                </a:lnTo>
                <a:lnTo>
                  <a:pt x="3875" y="485"/>
                </a:lnTo>
                <a:lnTo>
                  <a:pt x="3573" y="303"/>
                </a:lnTo>
                <a:lnTo>
                  <a:pt x="3270" y="162"/>
                </a:lnTo>
                <a:lnTo>
                  <a:pt x="2987" y="61"/>
                </a:lnTo>
                <a:lnTo>
                  <a:pt x="27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8" name="Google Shape;2568;p32"/>
          <p:cNvSpPr/>
          <p:nvPr/>
        </p:nvSpPr>
        <p:spPr>
          <a:xfrm flipH="1">
            <a:off x="8516710" y="1215722"/>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9" name="Google Shape;2569;p32"/>
          <p:cNvSpPr/>
          <p:nvPr/>
        </p:nvSpPr>
        <p:spPr>
          <a:xfrm flipH="1">
            <a:off x="8897710" y="606122"/>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0" name="Google Shape;2570;p32"/>
          <p:cNvSpPr/>
          <p:nvPr/>
        </p:nvSpPr>
        <p:spPr>
          <a:xfrm flipH="1">
            <a:off x="8973910" y="2663522"/>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1" name="Google Shape;2571;p32"/>
          <p:cNvSpPr/>
          <p:nvPr/>
        </p:nvSpPr>
        <p:spPr>
          <a:xfrm flipH="1">
            <a:off x="8669110" y="2996897"/>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2" name="Google Shape;2572;p32"/>
          <p:cNvSpPr/>
          <p:nvPr/>
        </p:nvSpPr>
        <p:spPr>
          <a:xfrm flipH="1">
            <a:off x="8821510" y="3987497"/>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3" name="Google Shape;2573;p32"/>
          <p:cNvSpPr/>
          <p:nvPr/>
        </p:nvSpPr>
        <p:spPr>
          <a:xfrm flipH="1">
            <a:off x="8992960" y="4368497"/>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4" name="Google Shape;2574;p32"/>
          <p:cNvSpPr/>
          <p:nvPr/>
        </p:nvSpPr>
        <p:spPr>
          <a:xfrm flipH="1">
            <a:off x="8583385" y="4673297"/>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5" name="Google Shape;2575;p32"/>
          <p:cNvSpPr/>
          <p:nvPr/>
        </p:nvSpPr>
        <p:spPr>
          <a:xfrm flipH="1">
            <a:off x="900587" y="49562"/>
            <a:ext cx="530339" cy="361051"/>
          </a:xfrm>
          <a:custGeom>
            <a:rect b="b" l="l" r="r" t="t"/>
            <a:pathLst>
              <a:path extrusionOk="0" h="6458" w="9486">
                <a:moveTo>
                  <a:pt x="8880" y="81"/>
                </a:moveTo>
                <a:lnTo>
                  <a:pt x="9021" y="101"/>
                </a:lnTo>
                <a:lnTo>
                  <a:pt x="9142" y="142"/>
                </a:lnTo>
                <a:lnTo>
                  <a:pt x="9203" y="182"/>
                </a:lnTo>
                <a:lnTo>
                  <a:pt x="9263" y="243"/>
                </a:lnTo>
                <a:lnTo>
                  <a:pt x="9324" y="364"/>
                </a:lnTo>
                <a:lnTo>
                  <a:pt x="9364" y="505"/>
                </a:lnTo>
                <a:lnTo>
                  <a:pt x="9384" y="646"/>
                </a:lnTo>
                <a:lnTo>
                  <a:pt x="9405" y="868"/>
                </a:lnTo>
                <a:lnTo>
                  <a:pt x="9384" y="1070"/>
                </a:lnTo>
                <a:lnTo>
                  <a:pt x="9364" y="1272"/>
                </a:lnTo>
                <a:lnTo>
                  <a:pt x="9324" y="1474"/>
                </a:lnTo>
                <a:lnTo>
                  <a:pt x="9263" y="1675"/>
                </a:lnTo>
                <a:lnTo>
                  <a:pt x="9183" y="1877"/>
                </a:lnTo>
                <a:lnTo>
                  <a:pt x="9001" y="2261"/>
                </a:lnTo>
                <a:lnTo>
                  <a:pt x="8779" y="2624"/>
                </a:lnTo>
                <a:lnTo>
                  <a:pt x="8537" y="2967"/>
                </a:lnTo>
                <a:lnTo>
                  <a:pt x="8274" y="3290"/>
                </a:lnTo>
                <a:lnTo>
                  <a:pt x="8012" y="3592"/>
                </a:lnTo>
                <a:lnTo>
                  <a:pt x="7689" y="3936"/>
                </a:lnTo>
                <a:lnTo>
                  <a:pt x="7346" y="4299"/>
                </a:lnTo>
                <a:lnTo>
                  <a:pt x="6983" y="4662"/>
                </a:lnTo>
                <a:lnTo>
                  <a:pt x="6579" y="5005"/>
                </a:lnTo>
                <a:lnTo>
                  <a:pt x="6135" y="5348"/>
                </a:lnTo>
                <a:lnTo>
                  <a:pt x="5691" y="5651"/>
                </a:lnTo>
                <a:lnTo>
                  <a:pt x="5449" y="5772"/>
                </a:lnTo>
                <a:lnTo>
                  <a:pt x="5207" y="5913"/>
                </a:lnTo>
                <a:lnTo>
                  <a:pt x="4945" y="6014"/>
                </a:lnTo>
                <a:lnTo>
                  <a:pt x="4682" y="6115"/>
                </a:lnTo>
                <a:lnTo>
                  <a:pt x="4460" y="6196"/>
                </a:lnTo>
                <a:lnTo>
                  <a:pt x="4218" y="6256"/>
                </a:lnTo>
                <a:lnTo>
                  <a:pt x="3956" y="6317"/>
                </a:lnTo>
                <a:lnTo>
                  <a:pt x="3714" y="6357"/>
                </a:lnTo>
                <a:lnTo>
                  <a:pt x="3451" y="6377"/>
                </a:lnTo>
                <a:lnTo>
                  <a:pt x="2927" y="6377"/>
                </a:lnTo>
                <a:lnTo>
                  <a:pt x="2664" y="6337"/>
                </a:lnTo>
                <a:lnTo>
                  <a:pt x="2402" y="6297"/>
                </a:lnTo>
                <a:lnTo>
                  <a:pt x="2140" y="6236"/>
                </a:lnTo>
                <a:lnTo>
                  <a:pt x="1898" y="6155"/>
                </a:lnTo>
                <a:lnTo>
                  <a:pt x="1655" y="6054"/>
                </a:lnTo>
                <a:lnTo>
                  <a:pt x="1413" y="5933"/>
                </a:lnTo>
                <a:lnTo>
                  <a:pt x="1191" y="5792"/>
                </a:lnTo>
                <a:lnTo>
                  <a:pt x="969" y="5631"/>
                </a:lnTo>
                <a:lnTo>
                  <a:pt x="767" y="5429"/>
                </a:lnTo>
                <a:lnTo>
                  <a:pt x="586" y="5227"/>
                </a:lnTo>
                <a:lnTo>
                  <a:pt x="424" y="4985"/>
                </a:lnTo>
                <a:lnTo>
                  <a:pt x="303" y="4743"/>
                </a:lnTo>
                <a:lnTo>
                  <a:pt x="202" y="4501"/>
                </a:lnTo>
                <a:lnTo>
                  <a:pt x="122" y="4258"/>
                </a:lnTo>
                <a:lnTo>
                  <a:pt x="81" y="4016"/>
                </a:lnTo>
                <a:lnTo>
                  <a:pt x="81" y="3774"/>
                </a:lnTo>
                <a:lnTo>
                  <a:pt x="122" y="3532"/>
                </a:lnTo>
                <a:lnTo>
                  <a:pt x="182" y="3370"/>
                </a:lnTo>
                <a:lnTo>
                  <a:pt x="243" y="3189"/>
                </a:lnTo>
                <a:lnTo>
                  <a:pt x="344" y="3048"/>
                </a:lnTo>
                <a:lnTo>
                  <a:pt x="445" y="2906"/>
                </a:lnTo>
                <a:lnTo>
                  <a:pt x="586" y="2785"/>
                </a:lnTo>
                <a:lnTo>
                  <a:pt x="747" y="2664"/>
                </a:lnTo>
                <a:lnTo>
                  <a:pt x="909" y="2563"/>
                </a:lnTo>
                <a:lnTo>
                  <a:pt x="1111" y="2483"/>
                </a:lnTo>
                <a:lnTo>
                  <a:pt x="3310" y="1655"/>
                </a:lnTo>
                <a:lnTo>
                  <a:pt x="5530" y="868"/>
                </a:lnTo>
                <a:lnTo>
                  <a:pt x="6357" y="606"/>
                </a:lnTo>
                <a:lnTo>
                  <a:pt x="7165" y="364"/>
                </a:lnTo>
                <a:lnTo>
                  <a:pt x="7568" y="263"/>
                </a:lnTo>
                <a:lnTo>
                  <a:pt x="7972" y="182"/>
                </a:lnTo>
                <a:lnTo>
                  <a:pt x="8375" y="121"/>
                </a:lnTo>
                <a:lnTo>
                  <a:pt x="8779" y="81"/>
                </a:lnTo>
                <a:close/>
                <a:moveTo>
                  <a:pt x="8759" y="0"/>
                </a:moveTo>
                <a:lnTo>
                  <a:pt x="8355" y="41"/>
                </a:lnTo>
                <a:lnTo>
                  <a:pt x="7952" y="101"/>
                </a:lnTo>
                <a:lnTo>
                  <a:pt x="7548" y="182"/>
                </a:lnTo>
                <a:lnTo>
                  <a:pt x="7144" y="283"/>
                </a:lnTo>
                <a:lnTo>
                  <a:pt x="6337" y="525"/>
                </a:lnTo>
                <a:lnTo>
                  <a:pt x="5510" y="787"/>
                </a:lnTo>
                <a:lnTo>
                  <a:pt x="3290" y="1574"/>
                </a:lnTo>
                <a:lnTo>
                  <a:pt x="1070" y="2402"/>
                </a:lnTo>
                <a:lnTo>
                  <a:pt x="868" y="2503"/>
                </a:lnTo>
                <a:lnTo>
                  <a:pt x="687" y="2604"/>
                </a:lnTo>
                <a:lnTo>
                  <a:pt x="525" y="2725"/>
                </a:lnTo>
                <a:lnTo>
                  <a:pt x="384" y="2846"/>
                </a:lnTo>
                <a:lnTo>
                  <a:pt x="263" y="3007"/>
                </a:lnTo>
                <a:lnTo>
                  <a:pt x="182" y="3169"/>
                </a:lnTo>
                <a:lnTo>
                  <a:pt x="102" y="3330"/>
                </a:lnTo>
                <a:lnTo>
                  <a:pt x="41" y="3512"/>
                </a:lnTo>
                <a:lnTo>
                  <a:pt x="1" y="3754"/>
                </a:lnTo>
                <a:lnTo>
                  <a:pt x="1" y="4016"/>
                </a:lnTo>
                <a:lnTo>
                  <a:pt x="41" y="4279"/>
                </a:lnTo>
                <a:lnTo>
                  <a:pt x="122" y="4521"/>
                </a:lnTo>
                <a:lnTo>
                  <a:pt x="223" y="4783"/>
                </a:lnTo>
                <a:lnTo>
                  <a:pt x="364" y="5025"/>
                </a:lnTo>
                <a:lnTo>
                  <a:pt x="525" y="5267"/>
                </a:lnTo>
                <a:lnTo>
                  <a:pt x="707" y="5489"/>
                </a:lnTo>
                <a:lnTo>
                  <a:pt x="969" y="5732"/>
                </a:lnTo>
                <a:lnTo>
                  <a:pt x="1252" y="5933"/>
                </a:lnTo>
                <a:lnTo>
                  <a:pt x="1554" y="6095"/>
                </a:lnTo>
                <a:lnTo>
                  <a:pt x="1877" y="6236"/>
                </a:lnTo>
                <a:lnTo>
                  <a:pt x="2200" y="6337"/>
                </a:lnTo>
                <a:lnTo>
                  <a:pt x="2523" y="6397"/>
                </a:lnTo>
                <a:lnTo>
                  <a:pt x="2866" y="6438"/>
                </a:lnTo>
                <a:lnTo>
                  <a:pt x="3189" y="6458"/>
                </a:lnTo>
                <a:lnTo>
                  <a:pt x="3593" y="6438"/>
                </a:lnTo>
                <a:lnTo>
                  <a:pt x="3976" y="6397"/>
                </a:lnTo>
                <a:lnTo>
                  <a:pt x="4360" y="6317"/>
                </a:lnTo>
                <a:lnTo>
                  <a:pt x="4723" y="6196"/>
                </a:lnTo>
                <a:lnTo>
                  <a:pt x="4985" y="6095"/>
                </a:lnTo>
                <a:lnTo>
                  <a:pt x="5227" y="5974"/>
                </a:lnTo>
                <a:lnTo>
                  <a:pt x="5490" y="5853"/>
                </a:lnTo>
                <a:lnTo>
                  <a:pt x="5712" y="5711"/>
                </a:lnTo>
                <a:lnTo>
                  <a:pt x="6176" y="5409"/>
                </a:lnTo>
                <a:lnTo>
                  <a:pt x="6620" y="5066"/>
                </a:lnTo>
                <a:lnTo>
                  <a:pt x="7023" y="4723"/>
                </a:lnTo>
                <a:lnTo>
                  <a:pt x="7407" y="4359"/>
                </a:lnTo>
                <a:lnTo>
                  <a:pt x="7750" y="3996"/>
                </a:lnTo>
                <a:lnTo>
                  <a:pt x="8073" y="3653"/>
                </a:lnTo>
                <a:lnTo>
                  <a:pt x="8335" y="3330"/>
                </a:lnTo>
                <a:lnTo>
                  <a:pt x="8597" y="3007"/>
                </a:lnTo>
                <a:lnTo>
                  <a:pt x="8860" y="2664"/>
                </a:lnTo>
                <a:lnTo>
                  <a:pt x="9082" y="2281"/>
                </a:lnTo>
                <a:lnTo>
                  <a:pt x="9263" y="1897"/>
                </a:lnTo>
                <a:lnTo>
                  <a:pt x="9324" y="1696"/>
                </a:lnTo>
                <a:lnTo>
                  <a:pt x="9405" y="1494"/>
                </a:lnTo>
                <a:lnTo>
                  <a:pt x="9445" y="1292"/>
                </a:lnTo>
                <a:lnTo>
                  <a:pt x="9465" y="1070"/>
                </a:lnTo>
                <a:lnTo>
                  <a:pt x="9485" y="868"/>
                </a:lnTo>
                <a:lnTo>
                  <a:pt x="9465" y="646"/>
                </a:lnTo>
                <a:lnTo>
                  <a:pt x="9445" y="444"/>
                </a:lnTo>
                <a:lnTo>
                  <a:pt x="9384" y="283"/>
                </a:lnTo>
                <a:lnTo>
                  <a:pt x="9304" y="162"/>
                </a:lnTo>
                <a:lnTo>
                  <a:pt x="9183" y="61"/>
                </a:lnTo>
                <a:lnTo>
                  <a:pt x="9082" y="21"/>
                </a:lnTo>
                <a:lnTo>
                  <a:pt x="89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6" name="Google Shape;2576;p32"/>
          <p:cNvSpPr/>
          <p:nvPr/>
        </p:nvSpPr>
        <p:spPr>
          <a:xfrm flipH="1">
            <a:off x="1122879" y="216554"/>
            <a:ext cx="152348" cy="92527"/>
          </a:xfrm>
          <a:custGeom>
            <a:rect b="b" l="l" r="r" t="t"/>
            <a:pathLst>
              <a:path extrusionOk="0" h="1655" w="2725">
                <a:moveTo>
                  <a:pt x="2099" y="81"/>
                </a:moveTo>
                <a:lnTo>
                  <a:pt x="2240" y="101"/>
                </a:lnTo>
                <a:lnTo>
                  <a:pt x="2382" y="121"/>
                </a:lnTo>
                <a:lnTo>
                  <a:pt x="2483" y="182"/>
                </a:lnTo>
                <a:lnTo>
                  <a:pt x="2563" y="262"/>
                </a:lnTo>
                <a:lnTo>
                  <a:pt x="2624" y="363"/>
                </a:lnTo>
                <a:lnTo>
                  <a:pt x="2644" y="424"/>
                </a:lnTo>
                <a:lnTo>
                  <a:pt x="2644" y="484"/>
                </a:lnTo>
                <a:lnTo>
                  <a:pt x="2644" y="565"/>
                </a:lnTo>
                <a:lnTo>
                  <a:pt x="2604" y="626"/>
                </a:lnTo>
                <a:lnTo>
                  <a:pt x="2503" y="767"/>
                </a:lnTo>
                <a:lnTo>
                  <a:pt x="2321" y="969"/>
                </a:lnTo>
                <a:lnTo>
                  <a:pt x="2099" y="1150"/>
                </a:lnTo>
                <a:lnTo>
                  <a:pt x="1857" y="1312"/>
                </a:lnTo>
                <a:lnTo>
                  <a:pt x="1595" y="1433"/>
                </a:lnTo>
                <a:lnTo>
                  <a:pt x="1332" y="1534"/>
                </a:lnTo>
                <a:lnTo>
                  <a:pt x="1191" y="1554"/>
                </a:lnTo>
                <a:lnTo>
                  <a:pt x="1050" y="1574"/>
                </a:lnTo>
                <a:lnTo>
                  <a:pt x="909" y="1574"/>
                </a:lnTo>
                <a:lnTo>
                  <a:pt x="767" y="1554"/>
                </a:lnTo>
                <a:lnTo>
                  <a:pt x="646" y="1514"/>
                </a:lnTo>
                <a:lnTo>
                  <a:pt x="505" y="1473"/>
                </a:lnTo>
                <a:lnTo>
                  <a:pt x="364" y="1392"/>
                </a:lnTo>
                <a:lnTo>
                  <a:pt x="263" y="1312"/>
                </a:lnTo>
                <a:lnTo>
                  <a:pt x="182" y="1231"/>
                </a:lnTo>
                <a:lnTo>
                  <a:pt x="122" y="1110"/>
                </a:lnTo>
                <a:lnTo>
                  <a:pt x="81" y="1009"/>
                </a:lnTo>
                <a:lnTo>
                  <a:pt x="101" y="868"/>
                </a:lnTo>
                <a:lnTo>
                  <a:pt x="142" y="747"/>
                </a:lnTo>
                <a:lnTo>
                  <a:pt x="222" y="646"/>
                </a:lnTo>
                <a:lnTo>
                  <a:pt x="364" y="505"/>
                </a:lnTo>
                <a:lnTo>
                  <a:pt x="566" y="404"/>
                </a:lnTo>
                <a:lnTo>
                  <a:pt x="787" y="303"/>
                </a:lnTo>
                <a:lnTo>
                  <a:pt x="1030" y="242"/>
                </a:lnTo>
                <a:lnTo>
                  <a:pt x="1252" y="182"/>
                </a:lnTo>
                <a:lnTo>
                  <a:pt x="1474" y="161"/>
                </a:lnTo>
                <a:lnTo>
                  <a:pt x="1655" y="121"/>
                </a:lnTo>
                <a:lnTo>
                  <a:pt x="1877" y="101"/>
                </a:lnTo>
                <a:lnTo>
                  <a:pt x="2099" y="81"/>
                </a:lnTo>
                <a:close/>
                <a:moveTo>
                  <a:pt x="2018" y="0"/>
                </a:moveTo>
                <a:lnTo>
                  <a:pt x="1837" y="20"/>
                </a:lnTo>
                <a:lnTo>
                  <a:pt x="1635" y="40"/>
                </a:lnTo>
                <a:lnTo>
                  <a:pt x="1474" y="81"/>
                </a:lnTo>
                <a:lnTo>
                  <a:pt x="1231" y="101"/>
                </a:lnTo>
                <a:lnTo>
                  <a:pt x="989" y="161"/>
                </a:lnTo>
                <a:lnTo>
                  <a:pt x="767" y="222"/>
                </a:lnTo>
                <a:lnTo>
                  <a:pt x="525" y="323"/>
                </a:lnTo>
                <a:lnTo>
                  <a:pt x="323" y="444"/>
                </a:lnTo>
                <a:lnTo>
                  <a:pt x="162" y="585"/>
                </a:lnTo>
                <a:lnTo>
                  <a:pt x="61" y="727"/>
                </a:lnTo>
                <a:lnTo>
                  <a:pt x="21" y="868"/>
                </a:lnTo>
                <a:lnTo>
                  <a:pt x="0" y="1009"/>
                </a:lnTo>
                <a:lnTo>
                  <a:pt x="41" y="1150"/>
                </a:lnTo>
                <a:lnTo>
                  <a:pt x="101" y="1271"/>
                </a:lnTo>
                <a:lnTo>
                  <a:pt x="202" y="1372"/>
                </a:lnTo>
                <a:lnTo>
                  <a:pt x="323" y="1473"/>
                </a:lnTo>
                <a:lnTo>
                  <a:pt x="465" y="1554"/>
                </a:lnTo>
                <a:lnTo>
                  <a:pt x="606" y="1594"/>
                </a:lnTo>
                <a:lnTo>
                  <a:pt x="727" y="1635"/>
                </a:lnTo>
                <a:lnTo>
                  <a:pt x="868" y="1635"/>
                </a:lnTo>
                <a:lnTo>
                  <a:pt x="989" y="1655"/>
                </a:lnTo>
                <a:lnTo>
                  <a:pt x="1211" y="1635"/>
                </a:lnTo>
                <a:lnTo>
                  <a:pt x="1433" y="1574"/>
                </a:lnTo>
                <a:lnTo>
                  <a:pt x="1655" y="1514"/>
                </a:lnTo>
                <a:lnTo>
                  <a:pt x="1857" y="1392"/>
                </a:lnTo>
                <a:lnTo>
                  <a:pt x="2059" y="1271"/>
                </a:lnTo>
                <a:lnTo>
                  <a:pt x="2240" y="1130"/>
                </a:lnTo>
                <a:lnTo>
                  <a:pt x="2422" y="969"/>
                </a:lnTo>
                <a:lnTo>
                  <a:pt x="2563" y="807"/>
                </a:lnTo>
                <a:lnTo>
                  <a:pt x="2684" y="666"/>
                </a:lnTo>
                <a:lnTo>
                  <a:pt x="2705" y="585"/>
                </a:lnTo>
                <a:lnTo>
                  <a:pt x="2725" y="484"/>
                </a:lnTo>
                <a:lnTo>
                  <a:pt x="2725" y="424"/>
                </a:lnTo>
                <a:lnTo>
                  <a:pt x="2705" y="343"/>
                </a:lnTo>
                <a:lnTo>
                  <a:pt x="2684" y="283"/>
                </a:lnTo>
                <a:lnTo>
                  <a:pt x="2644" y="222"/>
                </a:lnTo>
                <a:lnTo>
                  <a:pt x="2523" y="121"/>
                </a:lnTo>
                <a:lnTo>
                  <a:pt x="2402" y="40"/>
                </a:lnTo>
                <a:lnTo>
                  <a:pt x="222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7" name="Google Shape;2577;p32"/>
          <p:cNvSpPr/>
          <p:nvPr/>
        </p:nvSpPr>
        <p:spPr>
          <a:xfrm flipH="1">
            <a:off x="1296760" y="301322"/>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6">
    <p:spTree>
      <p:nvGrpSpPr>
        <p:cNvPr id="2578" name="Shape 2578"/>
        <p:cNvGrpSpPr/>
        <p:nvPr/>
      </p:nvGrpSpPr>
      <p:grpSpPr>
        <a:xfrm>
          <a:off x="0" y="0"/>
          <a:ext cx="0" cy="0"/>
          <a:chOff x="0" y="0"/>
          <a:chExt cx="0" cy="0"/>
        </a:xfrm>
      </p:grpSpPr>
      <p:sp>
        <p:nvSpPr>
          <p:cNvPr id="2579" name="Google Shape;2579;p33"/>
          <p:cNvSpPr txBox="1"/>
          <p:nvPr>
            <p:ph idx="1" type="subTitle"/>
          </p:nvPr>
        </p:nvSpPr>
        <p:spPr>
          <a:xfrm>
            <a:off x="2642550" y="1587469"/>
            <a:ext cx="3858900" cy="640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solidFill>
                  <a:schemeClr val="lt1"/>
                </a:solidFill>
              </a:defRPr>
            </a:lvl1pPr>
            <a:lvl2pPr lvl="1" rtl="0" algn="ctr">
              <a:lnSpc>
                <a:spcPct val="100000"/>
              </a:lnSpc>
              <a:spcBef>
                <a:spcPts val="0"/>
              </a:spcBef>
              <a:spcAft>
                <a:spcPts val="0"/>
              </a:spcAft>
              <a:buNone/>
              <a:defRPr>
                <a:solidFill>
                  <a:schemeClr val="lt1"/>
                </a:solidFill>
              </a:defRPr>
            </a:lvl2pPr>
            <a:lvl3pPr lvl="2" rtl="0" algn="ctr">
              <a:lnSpc>
                <a:spcPct val="100000"/>
              </a:lnSpc>
              <a:spcBef>
                <a:spcPts val="0"/>
              </a:spcBef>
              <a:spcAft>
                <a:spcPts val="0"/>
              </a:spcAft>
              <a:buNone/>
              <a:defRPr>
                <a:solidFill>
                  <a:schemeClr val="lt1"/>
                </a:solidFill>
              </a:defRPr>
            </a:lvl3pPr>
            <a:lvl4pPr lvl="3" rtl="0" algn="ctr">
              <a:lnSpc>
                <a:spcPct val="100000"/>
              </a:lnSpc>
              <a:spcBef>
                <a:spcPts val="0"/>
              </a:spcBef>
              <a:spcAft>
                <a:spcPts val="0"/>
              </a:spcAft>
              <a:buNone/>
              <a:defRPr>
                <a:solidFill>
                  <a:schemeClr val="lt1"/>
                </a:solidFill>
              </a:defRPr>
            </a:lvl4pPr>
            <a:lvl5pPr lvl="4" rtl="0" algn="ctr">
              <a:lnSpc>
                <a:spcPct val="100000"/>
              </a:lnSpc>
              <a:spcBef>
                <a:spcPts val="0"/>
              </a:spcBef>
              <a:spcAft>
                <a:spcPts val="0"/>
              </a:spcAft>
              <a:buNone/>
              <a:defRPr>
                <a:solidFill>
                  <a:schemeClr val="lt1"/>
                </a:solidFill>
              </a:defRPr>
            </a:lvl5pPr>
            <a:lvl6pPr lvl="5" rtl="0" algn="ctr">
              <a:lnSpc>
                <a:spcPct val="100000"/>
              </a:lnSpc>
              <a:spcBef>
                <a:spcPts val="0"/>
              </a:spcBef>
              <a:spcAft>
                <a:spcPts val="0"/>
              </a:spcAft>
              <a:buNone/>
              <a:defRPr>
                <a:solidFill>
                  <a:schemeClr val="lt1"/>
                </a:solidFill>
              </a:defRPr>
            </a:lvl6pPr>
            <a:lvl7pPr lvl="6" rtl="0" algn="ctr">
              <a:lnSpc>
                <a:spcPct val="100000"/>
              </a:lnSpc>
              <a:spcBef>
                <a:spcPts val="0"/>
              </a:spcBef>
              <a:spcAft>
                <a:spcPts val="0"/>
              </a:spcAft>
              <a:buNone/>
              <a:defRPr>
                <a:solidFill>
                  <a:schemeClr val="lt1"/>
                </a:solidFill>
              </a:defRPr>
            </a:lvl7pPr>
            <a:lvl8pPr lvl="7" rtl="0" algn="ctr">
              <a:lnSpc>
                <a:spcPct val="100000"/>
              </a:lnSpc>
              <a:spcBef>
                <a:spcPts val="0"/>
              </a:spcBef>
              <a:spcAft>
                <a:spcPts val="0"/>
              </a:spcAft>
              <a:buNone/>
              <a:defRPr>
                <a:solidFill>
                  <a:schemeClr val="lt1"/>
                </a:solidFill>
              </a:defRPr>
            </a:lvl8pPr>
            <a:lvl9pPr lvl="8" rtl="0" algn="ctr">
              <a:lnSpc>
                <a:spcPct val="100000"/>
              </a:lnSpc>
              <a:spcBef>
                <a:spcPts val="0"/>
              </a:spcBef>
              <a:spcAft>
                <a:spcPts val="0"/>
              </a:spcAft>
              <a:buNone/>
              <a:defRPr>
                <a:solidFill>
                  <a:schemeClr val="lt1"/>
                </a:solidFill>
              </a:defRPr>
            </a:lvl9pPr>
          </a:lstStyle>
          <a:p/>
        </p:txBody>
      </p:sp>
      <p:sp>
        <p:nvSpPr>
          <p:cNvPr id="2580" name="Google Shape;2580;p33"/>
          <p:cNvSpPr txBox="1"/>
          <p:nvPr>
            <p:ph type="title"/>
          </p:nvPr>
        </p:nvSpPr>
        <p:spPr>
          <a:xfrm>
            <a:off x="2642550" y="558550"/>
            <a:ext cx="3858900" cy="640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500"/>
              <a:buFont typeface="Dosis"/>
              <a:buNone/>
              <a:defRPr sz="6500"/>
            </a:lvl1pPr>
            <a:lvl2pPr lvl="1" rtl="0" algn="ctr">
              <a:spcBef>
                <a:spcPts val="0"/>
              </a:spcBef>
              <a:spcAft>
                <a:spcPts val="0"/>
              </a:spcAft>
              <a:buClr>
                <a:schemeClr val="dk1"/>
              </a:buClr>
              <a:buSzPts val="6500"/>
              <a:buNone/>
              <a:defRPr sz="6500">
                <a:solidFill>
                  <a:schemeClr val="dk1"/>
                </a:solidFill>
              </a:defRPr>
            </a:lvl2pPr>
            <a:lvl3pPr lvl="2" rtl="0" algn="ctr">
              <a:spcBef>
                <a:spcPts val="0"/>
              </a:spcBef>
              <a:spcAft>
                <a:spcPts val="0"/>
              </a:spcAft>
              <a:buClr>
                <a:schemeClr val="dk1"/>
              </a:buClr>
              <a:buSzPts val="6500"/>
              <a:buNone/>
              <a:defRPr sz="6500">
                <a:solidFill>
                  <a:schemeClr val="dk1"/>
                </a:solidFill>
              </a:defRPr>
            </a:lvl3pPr>
            <a:lvl4pPr lvl="3" rtl="0" algn="ctr">
              <a:spcBef>
                <a:spcPts val="0"/>
              </a:spcBef>
              <a:spcAft>
                <a:spcPts val="0"/>
              </a:spcAft>
              <a:buClr>
                <a:schemeClr val="dk1"/>
              </a:buClr>
              <a:buSzPts val="6500"/>
              <a:buNone/>
              <a:defRPr sz="6500">
                <a:solidFill>
                  <a:schemeClr val="dk1"/>
                </a:solidFill>
              </a:defRPr>
            </a:lvl4pPr>
            <a:lvl5pPr lvl="4" rtl="0" algn="ctr">
              <a:spcBef>
                <a:spcPts val="0"/>
              </a:spcBef>
              <a:spcAft>
                <a:spcPts val="0"/>
              </a:spcAft>
              <a:buClr>
                <a:schemeClr val="dk1"/>
              </a:buClr>
              <a:buSzPts val="6500"/>
              <a:buNone/>
              <a:defRPr sz="6500">
                <a:solidFill>
                  <a:schemeClr val="dk1"/>
                </a:solidFill>
              </a:defRPr>
            </a:lvl5pPr>
            <a:lvl6pPr lvl="5" rtl="0" algn="ctr">
              <a:spcBef>
                <a:spcPts val="0"/>
              </a:spcBef>
              <a:spcAft>
                <a:spcPts val="0"/>
              </a:spcAft>
              <a:buClr>
                <a:schemeClr val="dk1"/>
              </a:buClr>
              <a:buSzPts val="6500"/>
              <a:buNone/>
              <a:defRPr sz="6500">
                <a:solidFill>
                  <a:schemeClr val="dk1"/>
                </a:solidFill>
              </a:defRPr>
            </a:lvl6pPr>
            <a:lvl7pPr lvl="6" rtl="0" algn="ctr">
              <a:spcBef>
                <a:spcPts val="0"/>
              </a:spcBef>
              <a:spcAft>
                <a:spcPts val="0"/>
              </a:spcAft>
              <a:buClr>
                <a:schemeClr val="dk1"/>
              </a:buClr>
              <a:buSzPts val="6500"/>
              <a:buNone/>
              <a:defRPr sz="6500">
                <a:solidFill>
                  <a:schemeClr val="dk1"/>
                </a:solidFill>
              </a:defRPr>
            </a:lvl7pPr>
            <a:lvl8pPr lvl="7" rtl="0" algn="ctr">
              <a:spcBef>
                <a:spcPts val="0"/>
              </a:spcBef>
              <a:spcAft>
                <a:spcPts val="0"/>
              </a:spcAft>
              <a:buClr>
                <a:schemeClr val="dk1"/>
              </a:buClr>
              <a:buSzPts val="6500"/>
              <a:buNone/>
              <a:defRPr sz="6500">
                <a:solidFill>
                  <a:schemeClr val="dk1"/>
                </a:solidFill>
              </a:defRPr>
            </a:lvl8pPr>
            <a:lvl9pPr lvl="8" rtl="0" algn="ctr">
              <a:spcBef>
                <a:spcPts val="0"/>
              </a:spcBef>
              <a:spcAft>
                <a:spcPts val="0"/>
              </a:spcAft>
              <a:buClr>
                <a:schemeClr val="dk1"/>
              </a:buClr>
              <a:buSzPts val="6500"/>
              <a:buNone/>
              <a:defRPr sz="6500">
                <a:solidFill>
                  <a:schemeClr val="dk1"/>
                </a:solidFill>
              </a:defRPr>
            </a:lvl9pPr>
          </a:lstStyle>
          <a:p/>
        </p:txBody>
      </p:sp>
      <p:sp>
        <p:nvSpPr>
          <p:cNvPr id="2581" name="Google Shape;2581;p33"/>
          <p:cNvSpPr/>
          <p:nvPr/>
        </p:nvSpPr>
        <p:spPr>
          <a:xfrm flipH="1">
            <a:off x="7287940" y="0"/>
            <a:ext cx="18822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2" name="Google Shape;2582;p33"/>
          <p:cNvSpPr/>
          <p:nvPr/>
        </p:nvSpPr>
        <p:spPr>
          <a:xfrm flipH="1">
            <a:off x="250" y="0"/>
            <a:ext cx="18822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83" name="Google Shape;2583;p33"/>
          <p:cNvGrpSpPr/>
          <p:nvPr/>
        </p:nvGrpSpPr>
        <p:grpSpPr>
          <a:xfrm>
            <a:off x="7825917" y="1997778"/>
            <a:ext cx="1209708" cy="1147945"/>
            <a:chOff x="5235125" y="2636100"/>
            <a:chExt cx="796175" cy="755525"/>
          </a:xfrm>
        </p:grpSpPr>
        <p:sp>
          <p:nvSpPr>
            <p:cNvPr id="2584" name="Google Shape;2584;p33"/>
            <p:cNvSpPr/>
            <p:nvPr/>
          </p:nvSpPr>
          <p:spPr>
            <a:xfrm>
              <a:off x="5779275" y="2943825"/>
              <a:ext cx="35175" cy="33150"/>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5" name="Google Shape;2585;p33"/>
            <p:cNvSpPr/>
            <p:nvPr/>
          </p:nvSpPr>
          <p:spPr>
            <a:xfrm>
              <a:off x="5885700" y="3044725"/>
              <a:ext cx="37175" cy="3467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p33"/>
            <p:cNvSpPr/>
            <p:nvPr/>
          </p:nvSpPr>
          <p:spPr>
            <a:xfrm>
              <a:off x="5562925" y="2636100"/>
              <a:ext cx="35675" cy="33175"/>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33"/>
            <p:cNvSpPr/>
            <p:nvPr/>
          </p:nvSpPr>
          <p:spPr>
            <a:xfrm>
              <a:off x="5672850" y="2636100"/>
              <a:ext cx="33175" cy="32175"/>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8" name="Google Shape;2588;p33"/>
            <p:cNvSpPr/>
            <p:nvPr/>
          </p:nvSpPr>
          <p:spPr>
            <a:xfrm>
              <a:off x="5886700" y="3351450"/>
              <a:ext cx="37675" cy="36675"/>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9" name="Google Shape;2589;p33"/>
            <p:cNvSpPr/>
            <p:nvPr/>
          </p:nvSpPr>
          <p:spPr>
            <a:xfrm>
              <a:off x="5563925" y="2738525"/>
              <a:ext cx="35675" cy="34150"/>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0" name="Google Shape;2590;p33"/>
            <p:cNvSpPr/>
            <p:nvPr/>
          </p:nvSpPr>
          <p:spPr>
            <a:xfrm>
              <a:off x="5671350" y="2738025"/>
              <a:ext cx="35675" cy="35650"/>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1" name="Google Shape;2591;p33"/>
            <p:cNvSpPr/>
            <p:nvPr/>
          </p:nvSpPr>
          <p:spPr>
            <a:xfrm>
              <a:off x="5780775" y="2738525"/>
              <a:ext cx="33675" cy="31150"/>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2" name="Google Shape;2592;p33"/>
            <p:cNvSpPr/>
            <p:nvPr/>
          </p:nvSpPr>
          <p:spPr>
            <a:xfrm>
              <a:off x="5777775" y="3352450"/>
              <a:ext cx="38175" cy="34150"/>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3" name="Google Shape;2593;p33"/>
            <p:cNvSpPr/>
            <p:nvPr/>
          </p:nvSpPr>
          <p:spPr>
            <a:xfrm>
              <a:off x="5669350" y="3350450"/>
              <a:ext cx="40175" cy="39175"/>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4" name="Google Shape;2594;p33"/>
            <p:cNvSpPr/>
            <p:nvPr/>
          </p:nvSpPr>
          <p:spPr>
            <a:xfrm>
              <a:off x="5562425" y="3350950"/>
              <a:ext cx="41700" cy="38175"/>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5" name="Google Shape;2595;p33"/>
            <p:cNvSpPr/>
            <p:nvPr/>
          </p:nvSpPr>
          <p:spPr>
            <a:xfrm>
              <a:off x="5455500" y="3351450"/>
              <a:ext cx="41700" cy="38175"/>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6" name="Google Shape;2596;p33"/>
            <p:cNvSpPr/>
            <p:nvPr/>
          </p:nvSpPr>
          <p:spPr>
            <a:xfrm>
              <a:off x="5887700" y="3250550"/>
              <a:ext cx="36675" cy="34150"/>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7" name="Google Shape;2597;p33"/>
            <p:cNvSpPr/>
            <p:nvPr/>
          </p:nvSpPr>
          <p:spPr>
            <a:xfrm>
              <a:off x="5558900" y="2837900"/>
              <a:ext cx="42200" cy="36675"/>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8" name="Google Shape;2598;p33"/>
            <p:cNvSpPr/>
            <p:nvPr/>
          </p:nvSpPr>
          <p:spPr>
            <a:xfrm>
              <a:off x="5672350" y="2840925"/>
              <a:ext cx="35175" cy="33150"/>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9" name="Google Shape;2599;p33"/>
            <p:cNvSpPr/>
            <p:nvPr/>
          </p:nvSpPr>
          <p:spPr>
            <a:xfrm>
              <a:off x="5780775" y="2841425"/>
              <a:ext cx="33675" cy="31650"/>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0" name="Google Shape;2600;p33"/>
            <p:cNvSpPr/>
            <p:nvPr/>
          </p:nvSpPr>
          <p:spPr>
            <a:xfrm>
              <a:off x="5779275" y="3246525"/>
              <a:ext cx="36175" cy="39675"/>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1" name="Google Shape;2601;p33"/>
            <p:cNvSpPr/>
            <p:nvPr/>
          </p:nvSpPr>
          <p:spPr>
            <a:xfrm>
              <a:off x="5670350" y="3249550"/>
              <a:ext cx="37675" cy="37675"/>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2" name="Google Shape;2602;p33"/>
            <p:cNvSpPr/>
            <p:nvPr/>
          </p:nvSpPr>
          <p:spPr>
            <a:xfrm>
              <a:off x="5562425" y="3247025"/>
              <a:ext cx="37675" cy="38175"/>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3" name="Google Shape;2603;p33"/>
            <p:cNvSpPr/>
            <p:nvPr/>
          </p:nvSpPr>
          <p:spPr>
            <a:xfrm>
              <a:off x="5454500" y="3247025"/>
              <a:ext cx="43200" cy="4070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4" name="Google Shape;2604;p33"/>
            <p:cNvSpPr/>
            <p:nvPr/>
          </p:nvSpPr>
          <p:spPr>
            <a:xfrm>
              <a:off x="5887200" y="3147125"/>
              <a:ext cx="35675" cy="33675"/>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5" name="Google Shape;2605;p33"/>
            <p:cNvSpPr/>
            <p:nvPr/>
          </p:nvSpPr>
          <p:spPr>
            <a:xfrm>
              <a:off x="5560925" y="2942825"/>
              <a:ext cx="38175" cy="3517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6" name="Google Shape;2606;p33"/>
            <p:cNvSpPr/>
            <p:nvPr/>
          </p:nvSpPr>
          <p:spPr>
            <a:xfrm>
              <a:off x="5671850" y="2943325"/>
              <a:ext cx="35175" cy="33150"/>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7" name="Google Shape;2607;p33"/>
            <p:cNvSpPr/>
            <p:nvPr/>
          </p:nvSpPr>
          <p:spPr>
            <a:xfrm>
              <a:off x="5781300" y="2636625"/>
              <a:ext cx="33150" cy="30625"/>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8" name="Google Shape;2608;p33"/>
            <p:cNvSpPr/>
            <p:nvPr/>
          </p:nvSpPr>
          <p:spPr>
            <a:xfrm>
              <a:off x="5779275" y="3148150"/>
              <a:ext cx="35675" cy="33150"/>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9" name="Google Shape;2609;p33"/>
            <p:cNvSpPr/>
            <p:nvPr/>
          </p:nvSpPr>
          <p:spPr>
            <a:xfrm>
              <a:off x="5668850" y="3145125"/>
              <a:ext cx="46200" cy="38175"/>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0" name="Google Shape;2610;p33"/>
            <p:cNvSpPr/>
            <p:nvPr/>
          </p:nvSpPr>
          <p:spPr>
            <a:xfrm>
              <a:off x="5562425" y="3146625"/>
              <a:ext cx="38675" cy="36675"/>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1" name="Google Shape;2611;p33"/>
            <p:cNvSpPr/>
            <p:nvPr/>
          </p:nvSpPr>
          <p:spPr>
            <a:xfrm>
              <a:off x="5454000" y="3143625"/>
              <a:ext cx="38175" cy="42200"/>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2" name="Google Shape;2612;p33"/>
            <p:cNvSpPr/>
            <p:nvPr/>
          </p:nvSpPr>
          <p:spPr>
            <a:xfrm>
              <a:off x="5776775" y="3046225"/>
              <a:ext cx="37675" cy="3567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3" name="Google Shape;2613;p33"/>
            <p:cNvSpPr/>
            <p:nvPr/>
          </p:nvSpPr>
          <p:spPr>
            <a:xfrm>
              <a:off x="5562425" y="3045225"/>
              <a:ext cx="37675" cy="3517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4" name="Google Shape;2614;p33"/>
            <p:cNvSpPr/>
            <p:nvPr/>
          </p:nvSpPr>
          <p:spPr>
            <a:xfrm>
              <a:off x="5671850" y="3044225"/>
              <a:ext cx="38175" cy="36175"/>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5" name="Google Shape;2615;p33"/>
            <p:cNvSpPr/>
            <p:nvPr/>
          </p:nvSpPr>
          <p:spPr>
            <a:xfrm>
              <a:off x="5889225" y="2638125"/>
              <a:ext cx="32650" cy="29125"/>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6" name="Google Shape;2616;p33"/>
            <p:cNvSpPr/>
            <p:nvPr/>
          </p:nvSpPr>
          <p:spPr>
            <a:xfrm>
              <a:off x="5455000" y="3043225"/>
              <a:ext cx="39675" cy="36675"/>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7" name="Google Shape;2617;p33"/>
            <p:cNvSpPr/>
            <p:nvPr/>
          </p:nvSpPr>
          <p:spPr>
            <a:xfrm>
              <a:off x="5996150" y="3046725"/>
              <a:ext cx="34150" cy="31650"/>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8" name="Google Shape;2618;p33"/>
            <p:cNvSpPr/>
            <p:nvPr/>
          </p:nvSpPr>
          <p:spPr>
            <a:xfrm>
              <a:off x="5456500" y="2636625"/>
              <a:ext cx="35175" cy="35650"/>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9" name="Google Shape;2619;p33"/>
            <p:cNvSpPr/>
            <p:nvPr/>
          </p:nvSpPr>
          <p:spPr>
            <a:xfrm>
              <a:off x="5347075" y="3146125"/>
              <a:ext cx="40675" cy="37675"/>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0" name="Google Shape;2620;p33"/>
            <p:cNvSpPr/>
            <p:nvPr/>
          </p:nvSpPr>
          <p:spPr>
            <a:xfrm>
              <a:off x="5346575" y="3042225"/>
              <a:ext cx="40675" cy="38675"/>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1" name="Google Shape;2621;p33"/>
            <p:cNvSpPr/>
            <p:nvPr/>
          </p:nvSpPr>
          <p:spPr>
            <a:xfrm>
              <a:off x="5989100" y="3351950"/>
              <a:ext cx="41700" cy="36175"/>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2" name="Google Shape;2622;p33"/>
            <p:cNvSpPr/>
            <p:nvPr/>
          </p:nvSpPr>
          <p:spPr>
            <a:xfrm>
              <a:off x="5456500" y="2738525"/>
              <a:ext cx="34675" cy="32650"/>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3" name="Google Shape;2623;p33"/>
            <p:cNvSpPr/>
            <p:nvPr/>
          </p:nvSpPr>
          <p:spPr>
            <a:xfrm>
              <a:off x="5888200" y="2943825"/>
              <a:ext cx="34175" cy="31650"/>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4" name="Google Shape;2624;p33"/>
            <p:cNvSpPr/>
            <p:nvPr/>
          </p:nvSpPr>
          <p:spPr>
            <a:xfrm>
              <a:off x="5455500" y="2943325"/>
              <a:ext cx="36675" cy="3517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5" name="Google Shape;2625;p33"/>
            <p:cNvSpPr/>
            <p:nvPr/>
          </p:nvSpPr>
          <p:spPr>
            <a:xfrm>
              <a:off x="5995650" y="3148650"/>
              <a:ext cx="35150" cy="33650"/>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6" name="Google Shape;2626;p33"/>
            <p:cNvSpPr/>
            <p:nvPr/>
          </p:nvSpPr>
          <p:spPr>
            <a:xfrm>
              <a:off x="5888725" y="2740025"/>
              <a:ext cx="33650" cy="296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7" name="Google Shape;2627;p33"/>
            <p:cNvSpPr/>
            <p:nvPr/>
          </p:nvSpPr>
          <p:spPr>
            <a:xfrm>
              <a:off x="5347075" y="3249050"/>
              <a:ext cx="37675" cy="37650"/>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8" name="Google Shape;2628;p33"/>
            <p:cNvSpPr/>
            <p:nvPr/>
          </p:nvSpPr>
          <p:spPr>
            <a:xfrm>
              <a:off x="5347075" y="2942325"/>
              <a:ext cx="38675" cy="36175"/>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9" name="Google Shape;2629;p33"/>
            <p:cNvSpPr/>
            <p:nvPr/>
          </p:nvSpPr>
          <p:spPr>
            <a:xfrm>
              <a:off x="5346075" y="3350950"/>
              <a:ext cx="41675" cy="39675"/>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0" name="Google Shape;2630;p33"/>
            <p:cNvSpPr/>
            <p:nvPr/>
          </p:nvSpPr>
          <p:spPr>
            <a:xfrm>
              <a:off x="5235125" y="3348925"/>
              <a:ext cx="40700" cy="42700"/>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1" name="Google Shape;2631;p33"/>
            <p:cNvSpPr/>
            <p:nvPr/>
          </p:nvSpPr>
          <p:spPr>
            <a:xfrm>
              <a:off x="5888200" y="2842425"/>
              <a:ext cx="34175" cy="3065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2" name="Google Shape;2632;p33"/>
            <p:cNvSpPr/>
            <p:nvPr/>
          </p:nvSpPr>
          <p:spPr>
            <a:xfrm>
              <a:off x="5456000" y="2840425"/>
              <a:ext cx="35175" cy="36175"/>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3" name="Google Shape;2633;p33"/>
            <p:cNvSpPr/>
            <p:nvPr/>
          </p:nvSpPr>
          <p:spPr>
            <a:xfrm>
              <a:off x="5995125" y="3250550"/>
              <a:ext cx="36175" cy="33650"/>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33"/>
            <p:cNvSpPr/>
            <p:nvPr/>
          </p:nvSpPr>
          <p:spPr>
            <a:xfrm>
              <a:off x="5348075" y="2834900"/>
              <a:ext cx="37675" cy="39675"/>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5" name="Google Shape;2635;p33"/>
            <p:cNvSpPr/>
            <p:nvPr/>
          </p:nvSpPr>
          <p:spPr>
            <a:xfrm>
              <a:off x="5237650" y="2942825"/>
              <a:ext cx="38175" cy="33650"/>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6" name="Google Shape;2636;p33"/>
            <p:cNvSpPr/>
            <p:nvPr/>
          </p:nvSpPr>
          <p:spPr>
            <a:xfrm>
              <a:off x="5239150" y="2840925"/>
              <a:ext cx="36150" cy="33150"/>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7" name="Google Shape;2637;p33"/>
            <p:cNvSpPr/>
            <p:nvPr/>
          </p:nvSpPr>
          <p:spPr>
            <a:xfrm>
              <a:off x="5238650" y="3248525"/>
              <a:ext cx="37675" cy="37675"/>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8" name="Google Shape;2638;p33"/>
            <p:cNvSpPr/>
            <p:nvPr/>
          </p:nvSpPr>
          <p:spPr>
            <a:xfrm>
              <a:off x="5996150" y="2945325"/>
              <a:ext cx="34650" cy="29150"/>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33"/>
            <p:cNvSpPr/>
            <p:nvPr/>
          </p:nvSpPr>
          <p:spPr>
            <a:xfrm>
              <a:off x="5237650" y="3044725"/>
              <a:ext cx="38175" cy="3467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0" name="Google Shape;2640;p33"/>
            <p:cNvSpPr/>
            <p:nvPr/>
          </p:nvSpPr>
          <p:spPr>
            <a:xfrm>
              <a:off x="5347075" y="2739525"/>
              <a:ext cx="37175" cy="32150"/>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1" name="Google Shape;2641;p33"/>
            <p:cNvSpPr/>
            <p:nvPr/>
          </p:nvSpPr>
          <p:spPr>
            <a:xfrm>
              <a:off x="5238650" y="3147125"/>
              <a:ext cx="37675" cy="36175"/>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2" name="Google Shape;2642;p33"/>
            <p:cNvSpPr/>
            <p:nvPr/>
          </p:nvSpPr>
          <p:spPr>
            <a:xfrm>
              <a:off x="5345575" y="2637125"/>
              <a:ext cx="36650" cy="30625"/>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3" name="Google Shape;2643;p33"/>
            <p:cNvSpPr/>
            <p:nvPr/>
          </p:nvSpPr>
          <p:spPr>
            <a:xfrm>
              <a:off x="5995125" y="2843425"/>
              <a:ext cx="35675" cy="29150"/>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4" name="Google Shape;2644;p33"/>
            <p:cNvSpPr/>
            <p:nvPr/>
          </p:nvSpPr>
          <p:spPr>
            <a:xfrm>
              <a:off x="5996650" y="2741025"/>
              <a:ext cx="30125" cy="28125"/>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5" name="Google Shape;2645;p33"/>
            <p:cNvSpPr/>
            <p:nvPr/>
          </p:nvSpPr>
          <p:spPr>
            <a:xfrm>
              <a:off x="5240150" y="2738025"/>
              <a:ext cx="35150" cy="32650"/>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6" name="Google Shape;2646;p33"/>
            <p:cNvSpPr/>
            <p:nvPr/>
          </p:nvSpPr>
          <p:spPr>
            <a:xfrm>
              <a:off x="5240650" y="2636100"/>
              <a:ext cx="36175" cy="31650"/>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33"/>
            <p:cNvSpPr/>
            <p:nvPr/>
          </p:nvSpPr>
          <p:spPr>
            <a:xfrm>
              <a:off x="5997150" y="2638625"/>
              <a:ext cx="29125" cy="27125"/>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48" name="Google Shape;2648;p33"/>
          <p:cNvSpPr/>
          <p:nvPr/>
        </p:nvSpPr>
        <p:spPr>
          <a:xfrm flipH="1">
            <a:off x="7882259" y="-225021"/>
            <a:ext cx="1596439" cy="1802961"/>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33"/>
          <p:cNvSpPr/>
          <p:nvPr/>
        </p:nvSpPr>
        <p:spPr>
          <a:xfrm flipH="1">
            <a:off x="7540405" y="951697"/>
            <a:ext cx="935332" cy="741278"/>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0" name="Google Shape;2650;p33"/>
          <p:cNvSpPr/>
          <p:nvPr/>
        </p:nvSpPr>
        <p:spPr>
          <a:xfrm flipH="1">
            <a:off x="8001847" y="-138142"/>
            <a:ext cx="1395619" cy="1650669"/>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33"/>
          <p:cNvSpPr/>
          <p:nvPr/>
        </p:nvSpPr>
        <p:spPr>
          <a:xfrm flipH="1">
            <a:off x="7641937" y="1058870"/>
            <a:ext cx="653335" cy="572101"/>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p33"/>
          <p:cNvSpPr/>
          <p:nvPr/>
        </p:nvSpPr>
        <p:spPr>
          <a:xfrm flipH="1">
            <a:off x="8102259" y="-26441"/>
            <a:ext cx="1193681" cy="1427263"/>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3" name="Google Shape;2653;p33"/>
          <p:cNvSpPr/>
          <p:nvPr/>
        </p:nvSpPr>
        <p:spPr>
          <a:xfrm flipH="1">
            <a:off x="8261319" y="115729"/>
            <a:ext cx="901508" cy="1104564"/>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4" name="Google Shape;2654;p33"/>
          <p:cNvSpPr/>
          <p:nvPr/>
        </p:nvSpPr>
        <p:spPr>
          <a:xfrm flipH="1">
            <a:off x="8342566" y="226256"/>
            <a:ext cx="130935" cy="390458"/>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5" name="Google Shape;2655;p33"/>
          <p:cNvSpPr/>
          <p:nvPr/>
        </p:nvSpPr>
        <p:spPr>
          <a:xfrm flipH="1">
            <a:off x="8411389" y="367308"/>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33"/>
          <p:cNvSpPr/>
          <p:nvPr/>
        </p:nvSpPr>
        <p:spPr>
          <a:xfrm flipH="1">
            <a:off x="8385447" y="392130"/>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7" name="Google Shape;2657;p33"/>
          <p:cNvSpPr/>
          <p:nvPr/>
        </p:nvSpPr>
        <p:spPr>
          <a:xfrm rot="5400000">
            <a:off x="1001086" y="4442775"/>
            <a:ext cx="429300" cy="42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8" name="Google Shape;2658;p33"/>
          <p:cNvSpPr/>
          <p:nvPr/>
        </p:nvSpPr>
        <p:spPr>
          <a:xfrm flipH="1" rot="5400000">
            <a:off x="-249058" y="2942356"/>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33"/>
          <p:cNvSpPr/>
          <p:nvPr/>
        </p:nvSpPr>
        <p:spPr>
          <a:xfrm flipH="1" rot="5400000">
            <a:off x="-38647" y="3164059"/>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33"/>
          <p:cNvSpPr/>
          <p:nvPr/>
        </p:nvSpPr>
        <p:spPr>
          <a:xfrm flipH="1" rot="5400000">
            <a:off x="250172" y="3399824"/>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1" name="Google Shape;2661;p33"/>
          <p:cNvSpPr/>
          <p:nvPr/>
        </p:nvSpPr>
        <p:spPr>
          <a:xfrm flipH="1">
            <a:off x="8085888" y="4081828"/>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2" name="Google Shape;2662;p33"/>
          <p:cNvSpPr/>
          <p:nvPr/>
        </p:nvSpPr>
        <p:spPr>
          <a:xfrm>
            <a:off x="8019945" y="421546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33"/>
          <p:cNvSpPr/>
          <p:nvPr/>
        </p:nvSpPr>
        <p:spPr>
          <a:xfrm>
            <a:off x="-1384585" y="-1156347"/>
            <a:ext cx="2433600" cy="243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4" name="Google Shape;2664;p33"/>
          <p:cNvSpPr/>
          <p:nvPr/>
        </p:nvSpPr>
        <p:spPr>
          <a:xfrm flipH="1">
            <a:off x="186860" y="-12"/>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5" name="Google Shape;2665;p33"/>
          <p:cNvSpPr/>
          <p:nvPr/>
        </p:nvSpPr>
        <p:spPr>
          <a:xfrm flipH="1">
            <a:off x="262457" y="139921"/>
            <a:ext cx="1730784" cy="1441910"/>
          </a:xfrm>
          <a:custGeom>
            <a:rect b="b" l="l" r="r" t="t"/>
            <a:pathLst>
              <a:path extrusionOk="0" h="25791" w="30958">
                <a:moveTo>
                  <a:pt x="13179" y="81"/>
                </a:moveTo>
                <a:lnTo>
                  <a:pt x="14551" y="101"/>
                </a:lnTo>
                <a:lnTo>
                  <a:pt x="15257" y="121"/>
                </a:lnTo>
                <a:lnTo>
                  <a:pt x="15963" y="162"/>
                </a:lnTo>
                <a:lnTo>
                  <a:pt x="16690" y="242"/>
                </a:lnTo>
                <a:lnTo>
                  <a:pt x="17416" y="323"/>
                </a:lnTo>
                <a:lnTo>
                  <a:pt x="18143" y="444"/>
                </a:lnTo>
                <a:lnTo>
                  <a:pt x="18869" y="586"/>
                </a:lnTo>
                <a:lnTo>
                  <a:pt x="19576" y="767"/>
                </a:lnTo>
                <a:lnTo>
                  <a:pt x="20282" y="969"/>
                </a:lnTo>
                <a:lnTo>
                  <a:pt x="20988" y="1211"/>
                </a:lnTo>
                <a:lnTo>
                  <a:pt x="21654" y="1494"/>
                </a:lnTo>
                <a:lnTo>
                  <a:pt x="21997" y="1655"/>
                </a:lnTo>
                <a:lnTo>
                  <a:pt x="22320" y="1837"/>
                </a:lnTo>
                <a:lnTo>
                  <a:pt x="22643" y="2018"/>
                </a:lnTo>
                <a:lnTo>
                  <a:pt x="22946" y="2200"/>
                </a:lnTo>
                <a:lnTo>
                  <a:pt x="23269" y="2402"/>
                </a:lnTo>
                <a:lnTo>
                  <a:pt x="23551" y="2624"/>
                </a:lnTo>
                <a:lnTo>
                  <a:pt x="23854" y="2866"/>
                </a:lnTo>
                <a:lnTo>
                  <a:pt x="24136" y="3108"/>
                </a:lnTo>
                <a:lnTo>
                  <a:pt x="24540" y="3491"/>
                </a:lnTo>
                <a:lnTo>
                  <a:pt x="24923" y="3895"/>
                </a:lnTo>
                <a:lnTo>
                  <a:pt x="25287" y="4339"/>
                </a:lnTo>
                <a:lnTo>
                  <a:pt x="25670" y="4823"/>
                </a:lnTo>
                <a:lnTo>
                  <a:pt x="26013" y="5348"/>
                </a:lnTo>
                <a:lnTo>
                  <a:pt x="26356" y="5913"/>
                </a:lnTo>
                <a:lnTo>
                  <a:pt x="26719" y="6518"/>
                </a:lnTo>
                <a:lnTo>
                  <a:pt x="27042" y="7164"/>
                </a:lnTo>
                <a:lnTo>
                  <a:pt x="27345" y="7749"/>
                </a:lnTo>
                <a:lnTo>
                  <a:pt x="27607" y="8335"/>
                </a:lnTo>
                <a:lnTo>
                  <a:pt x="27870" y="8940"/>
                </a:lnTo>
                <a:lnTo>
                  <a:pt x="28112" y="9546"/>
                </a:lnTo>
                <a:lnTo>
                  <a:pt x="28556" y="10756"/>
                </a:lnTo>
                <a:lnTo>
                  <a:pt x="28959" y="11947"/>
                </a:lnTo>
                <a:lnTo>
                  <a:pt x="29343" y="13138"/>
                </a:lnTo>
                <a:lnTo>
                  <a:pt x="29666" y="14328"/>
                </a:lnTo>
                <a:lnTo>
                  <a:pt x="29948" y="15478"/>
                </a:lnTo>
                <a:lnTo>
                  <a:pt x="30231" y="16588"/>
                </a:lnTo>
                <a:lnTo>
                  <a:pt x="30453" y="17577"/>
                </a:lnTo>
                <a:lnTo>
                  <a:pt x="30654" y="18606"/>
                </a:lnTo>
                <a:lnTo>
                  <a:pt x="30735" y="19111"/>
                </a:lnTo>
                <a:lnTo>
                  <a:pt x="30816" y="19636"/>
                </a:lnTo>
                <a:lnTo>
                  <a:pt x="30856" y="20160"/>
                </a:lnTo>
                <a:lnTo>
                  <a:pt x="30876" y="20685"/>
                </a:lnTo>
                <a:lnTo>
                  <a:pt x="30876" y="21169"/>
                </a:lnTo>
                <a:lnTo>
                  <a:pt x="30856" y="21674"/>
                </a:lnTo>
                <a:lnTo>
                  <a:pt x="30796" y="22219"/>
                </a:lnTo>
                <a:lnTo>
                  <a:pt x="30695" y="22784"/>
                </a:lnTo>
                <a:lnTo>
                  <a:pt x="30614" y="23046"/>
                </a:lnTo>
                <a:lnTo>
                  <a:pt x="30533" y="23329"/>
                </a:lnTo>
                <a:lnTo>
                  <a:pt x="30412" y="23611"/>
                </a:lnTo>
                <a:lnTo>
                  <a:pt x="30311" y="23873"/>
                </a:lnTo>
                <a:lnTo>
                  <a:pt x="30170" y="24136"/>
                </a:lnTo>
                <a:lnTo>
                  <a:pt x="30009" y="24398"/>
                </a:lnTo>
                <a:lnTo>
                  <a:pt x="29847" y="24640"/>
                </a:lnTo>
                <a:lnTo>
                  <a:pt x="29645" y="24882"/>
                </a:lnTo>
                <a:lnTo>
                  <a:pt x="29383" y="25145"/>
                </a:lnTo>
                <a:lnTo>
                  <a:pt x="29242" y="25266"/>
                </a:lnTo>
                <a:lnTo>
                  <a:pt x="29101" y="25387"/>
                </a:lnTo>
                <a:lnTo>
                  <a:pt x="28939" y="25468"/>
                </a:lnTo>
                <a:lnTo>
                  <a:pt x="28798" y="25548"/>
                </a:lnTo>
                <a:lnTo>
                  <a:pt x="28657" y="25609"/>
                </a:lnTo>
                <a:lnTo>
                  <a:pt x="28515" y="25649"/>
                </a:lnTo>
                <a:lnTo>
                  <a:pt x="28334" y="25690"/>
                </a:lnTo>
                <a:lnTo>
                  <a:pt x="28152" y="25710"/>
                </a:lnTo>
                <a:lnTo>
                  <a:pt x="27991" y="25710"/>
                </a:lnTo>
                <a:lnTo>
                  <a:pt x="27809" y="25690"/>
                </a:lnTo>
                <a:lnTo>
                  <a:pt x="27648" y="25669"/>
                </a:lnTo>
                <a:lnTo>
                  <a:pt x="27466" y="25629"/>
                </a:lnTo>
                <a:lnTo>
                  <a:pt x="27143" y="25508"/>
                </a:lnTo>
                <a:lnTo>
                  <a:pt x="26800" y="25347"/>
                </a:lnTo>
                <a:lnTo>
                  <a:pt x="26477" y="25165"/>
                </a:lnTo>
                <a:lnTo>
                  <a:pt x="26154" y="24963"/>
                </a:lnTo>
                <a:lnTo>
                  <a:pt x="25852" y="24741"/>
                </a:lnTo>
                <a:lnTo>
                  <a:pt x="25145" y="24196"/>
                </a:lnTo>
                <a:lnTo>
                  <a:pt x="24419" y="23631"/>
                </a:lnTo>
                <a:lnTo>
                  <a:pt x="23692" y="23046"/>
                </a:lnTo>
                <a:lnTo>
                  <a:pt x="22946" y="22420"/>
                </a:lnTo>
                <a:lnTo>
                  <a:pt x="22199" y="21775"/>
                </a:lnTo>
                <a:lnTo>
                  <a:pt x="21412" y="21109"/>
                </a:lnTo>
                <a:lnTo>
                  <a:pt x="20625" y="20382"/>
                </a:lnTo>
                <a:lnTo>
                  <a:pt x="19798" y="19636"/>
                </a:lnTo>
                <a:lnTo>
                  <a:pt x="18506" y="18405"/>
                </a:lnTo>
                <a:lnTo>
                  <a:pt x="17215" y="17153"/>
                </a:lnTo>
                <a:lnTo>
                  <a:pt x="14692" y="14671"/>
                </a:lnTo>
                <a:lnTo>
                  <a:pt x="12270" y="12290"/>
                </a:lnTo>
                <a:lnTo>
                  <a:pt x="11039" y="11079"/>
                </a:lnTo>
                <a:lnTo>
                  <a:pt x="9808" y="9909"/>
                </a:lnTo>
                <a:lnTo>
                  <a:pt x="8376" y="8597"/>
                </a:lnTo>
                <a:lnTo>
                  <a:pt x="7024" y="7406"/>
                </a:lnTo>
                <a:lnTo>
                  <a:pt x="5732" y="6317"/>
                </a:lnTo>
                <a:lnTo>
                  <a:pt x="4461" y="5308"/>
                </a:lnTo>
                <a:lnTo>
                  <a:pt x="4118" y="5086"/>
                </a:lnTo>
                <a:lnTo>
                  <a:pt x="3593" y="4743"/>
                </a:lnTo>
                <a:lnTo>
                  <a:pt x="2523" y="4057"/>
                </a:lnTo>
                <a:lnTo>
                  <a:pt x="1958" y="3673"/>
                </a:lnTo>
                <a:lnTo>
                  <a:pt x="1414" y="3290"/>
                </a:lnTo>
                <a:lnTo>
                  <a:pt x="929" y="2886"/>
                </a:lnTo>
                <a:lnTo>
                  <a:pt x="707" y="2704"/>
                </a:lnTo>
                <a:lnTo>
                  <a:pt x="526" y="2503"/>
                </a:lnTo>
                <a:lnTo>
                  <a:pt x="364" y="2341"/>
                </a:lnTo>
                <a:lnTo>
                  <a:pt x="223" y="2160"/>
                </a:lnTo>
                <a:lnTo>
                  <a:pt x="142" y="1998"/>
                </a:lnTo>
                <a:lnTo>
                  <a:pt x="82" y="1857"/>
                </a:lnTo>
                <a:lnTo>
                  <a:pt x="82" y="1776"/>
                </a:lnTo>
                <a:lnTo>
                  <a:pt x="82" y="1716"/>
                </a:lnTo>
                <a:lnTo>
                  <a:pt x="102" y="1655"/>
                </a:lnTo>
                <a:lnTo>
                  <a:pt x="142" y="1595"/>
                </a:lnTo>
                <a:lnTo>
                  <a:pt x="243" y="1473"/>
                </a:lnTo>
                <a:lnTo>
                  <a:pt x="364" y="1373"/>
                </a:lnTo>
                <a:lnTo>
                  <a:pt x="485" y="1292"/>
                </a:lnTo>
                <a:lnTo>
                  <a:pt x="647" y="1231"/>
                </a:lnTo>
                <a:lnTo>
                  <a:pt x="788" y="1171"/>
                </a:lnTo>
                <a:lnTo>
                  <a:pt x="949" y="1130"/>
                </a:lnTo>
                <a:lnTo>
                  <a:pt x="1292" y="1070"/>
                </a:lnTo>
                <a:lnTo>
                  <a:pt x="2745" y="848"/>
                </a:lnTo>
                <a:lnTo>
                  <a:pt x="4219" y="646"/>
                </a:lnTo>
                <a:lnTo>
                  <a:pt x="5712" y="464"/>
                </a:lnTo>
                <a:lnTo>
                  <a:pt x="7185" y="323"/>
                </a:lnTo>
                <a:lnTo>
                  <a:pt x="8658" y="222"/>
                </a:lnTo>
                <a:lnTo>
                  <a:pt x="10152" y="142"/>
                </a:lnTo>
                <a:lnTo>
                  <a:pt x="11645" y="81"/>
                </a:lnTo>
                <a:close/>
                <a:moveTo>
                  <a:pt x="11645" y="0"/>
                </a:moveTo>
                <a:lnTo>
                  <a:pt x="10152" y="61"/>
                </a:lnTo>
                <a:lnTo>
                  <a:pt x="8658" y="142"/>
                </a:lnTo>
                <a:lnTo>
                  <a:pt x="7185" y="242"/>
                </a:lnTo>
                <a:lnTo>
                  <a:pt x="5692" y="384"/>
                </a:lnTo>
                <a:lnTo>
                  <a:pt x="4219" y="565"/>
                </a:lnTo>
                <a:lnTo>
                  <a:pt x="2745" y="767"/>
                </a:lnTo>
                <a:lnTo>
                  <a:pt x="1272" y="989"/>
                </a:lnTo>
                <a:lnTo>
                  <a:pt x="929" y="1070"/>
                </a:lnTo>
                <a:lnTo>
                  <a:pt x="768" y="1110"/>
                </a:lnTo>
                <a:lnTo>
                  <a:pt x="606" y="1151"/>
                </a:lnTo>
                <a:lnTo>
                  <a:pt x="445" y="1231"/>
                </a:lnTo>
                <a:lnTo>
                  <a:pt x="304" y="1312"/>
                </a:lnTo>
                <a:lnTo>
                  <a:pt x="183" y="1413"/>
                </a:lnTo>
                <a:lnTo>
                  <a:pt x="82" y="1554"/>
                </a:lnTo>
                <a:lnTo>
                  <a:pt x="41" y="1615"/>
                </a:lnTo>
                <a:lnTo>
                  <a:pt x="1" y="1695"/>
                </a:lnTo>
                <a:lnTo>
                  <a:pt x="1" y="1776"/>
                </a:lnTo>
                <a:lnTo>
                  <a:pt x="1" y="1857"/>
                </a:lnTo>
                <a:lnTo>
                  <a:pt x="61" y="2018"/>
                </a:lnTo>
                <a:lnTo>
                  <a:pt x="142" y="2180"/>
                </a:lnTo>
                <a:lnTo>
                  <a:pt x="283" y="2361"/>
                </a:lnTo>
                <a:lnTo>
                  <a:pt x="445" y="2543"/>
                </a:lnTo>
                <a:lnTo>
                  <a:pt x="627" y="2725"/>
                </a:lnTo>
                <a:lnTo>
                  <a:pt x="849" y="2926"/>
                </a:lnTo>
                <a:lnTo>
                  <a:pt x="1333" y="3310"/>
                </a:lnTo>
                <a:lnTo>
                  <a:pt x="1878" y="3713"/>
                </a:lnTo>
                <a:lnTo>
                  <a:pt x="2443" y="4097"/>
                </a:lnTo>
                <a:lnTo>
                  <a:pt x="3532" y="4803"/>
                </a:lnTo>
                <a:lnTo>
                  <a:pt x="4077" y="5146"/>
                </a:lnTo>
                <a:lnTo>
                  <a:pt x="4420" y="5388"/>
                </a:lnTo>
                <a:lnTo>
                  <a:pt x="5672" y="6377"/>
                </a:lnTo>
                <a:lnTo>
                  <a:pt x="6963" y="7467"/>
                </a:lnTo>
                <a:lnTo>
                  <a:pt x="8315" y="8658"/>
                </a:lnTo>
                <a:lnTo>
                  <a:pt x="9748" y="9969"/>
                </a:lnTo>
                <a:lnTo>
                  <a:pt x="10999" y="11140"/>
                </a:lnTo>
                <a:lnTo>
                  <a:pt x="12230" y="12351"/>
                </a:lnTo>
                <a:lnTo>
                  <a:pt x="14631" y="14732"/>
                </a:lnTo>
                <a:lnTo>
                  <a:pt x="17154" y="17214"/>
                </a:lnTo>
                <a:lnTo>
                  <a:pt x="18445" y="18465"/>
                </a:lnTo>
                <a:lnTo>
                  <a:pt x="19737" y="19696"/>
                </a:lnTo>
                <a:lnTo>
                  <a:pt x="20564" y="20443"/>
                </a:lnTo>
                <a:lnTo>
                  <a:pt x="21372" y="21169"/>
                </a:lnTo>
                <a:lnTo>
                  <a:pt x="22138" y="21835"/>
                </a:lnTo>
                <a:lnTo>
                  <a:pt x="22885" y="22501"/>
                </a:lnTo>
                <a:lnTo>
                  <a:pt x="23632" y="23107"/>
                </a:lnTo>
                <a:lnTo>
                  <a:pt x="24358" y="23692"/>
                </a:lnTo>
                <a:lnTo>
                  <a:pt x="25085" y="24257"/>
                </a:lnTo>
                <a:lnTo>
                  <a:pt x="25811" y="24802"/>
                </a:lnTo>
                <a:lnTo>
                  <a:pt x="26336" y="25165"/>
                </a:lnTo>
                <a:lnTo>
                  <a:pt x="26598" y="25326"/>
                </a:lnTo>
                <a:lnTo>
                  <a:pt x="26881" y="25488"/>
                </a:lnTo>
                <a:lnTo>
                  <a:pt x="27183" y="25609"/>
                </a:lnTo>
                <a:lnTo>
                  <a:pt x="27466" y="25710"/>
                </a:lnTo>
                <a:lnTo>
                  <a:pt x="27769" y="25770"/>
                </a:lnTo>
                <a:lnTo>
                  <a:pt x="28051" y="25790"/>
                </a:lnTo>
                <a:lnTo>
                  <a:pt x="28293" y="25770"/>
                </a:lnTo>
                <a:lnTo>
                  <a:pt x="28536" y="25730"/>
                </a:lnTo>
                <a:lnTo>
                  <a:pt x="28677" y="25690"/>
                </a:lnTo>
                <a:lnTo>
                  <a:pt x="28838" y="25609"/>
                </a:lnTo>
                <a:lnTo>
                  <a:pt x="28979" y="25548"/>
                </a:lnTo>
                <a:lnTo>
                  <a:pt x="29141" y="25447"/>
                </a:lnTo>
                <a:lnTo>
                  <a:pt x="29282" y="25347"/>
                </a:lnTo>
                <a:lnTo>
                  <a:pt x="29423" y="25225"/>
                </a:lnTo>
                <a:lnTo>
                  <a:pt x="29706" y="24923"/>
                </a:lnTo>
                <a:lnTo>
                  <a:pt x="29908" y="24681"/>
                </a:lnTo>
                <a:lnTo>
                  <a:pt x="30089" y="24438"/>
                </a:lnTo>
                <a:lnTo>
                  <a:pt x="30231" y="24176"/>
                </a:lnTo>
                <a:lnTo>
                  <a:pt x="30372" y="23914"/>
                </a:lnTo>
                <a:lnTo>
                  <a:pt x="30493" y="23631"/>
                </a:lnTo>
                <a:lnTo>
                  <a:pt x="30594" y="23369"/>
                </a:lnTo>
                <a:lnTo>
                  <a:pt x="30695" y="23086"/>
                </a:lnTo>
                <a:lnTo>
                  <a:pt x="30755" y="22804"/>
                </a:lnTo>
                <a:lnTo>
                  <a:pt x="30816" y="22521"/>
                </a:lnTo>
                <a:lnTo>
                  <a:pt x="30876" y="22239"/>
                </a:lnTo>
                <a:lnTo>
                  <a:pt x="30937" y="21694"/>
                </a:lnTo>
                <a:lnTo>
                  <a:pt x="30957" y="21169"/>
                </a:lnTo>
                <a:lnTo>
                  <a:pt x="30957" y="20685"/>
                </a:lnTo>
                <a:lnTo>
                  <a:pt x="30937" y="20160"/>
                </a:lnTo>
                <a:lnTo>
                  <a:pt x="30897" y="19636"/>
                </a:lnTo>
                <a:lnTo>
                  <a:pt x="30816" y="19111"/>
                </a:lnTo>
                <a:lnTo>
                  <a:pt x="30735" y="18586"/>
                </a:lnTo>
                <a:lnTo>
                  <a:pt x="30533" y="17557"/>
                </a:lnTo>
                <a:lnTo>
                  <a:pt x="30311" y="16568"/>
                </a:lnTo>
                <a:lnTo>
                  <a:pt x="30029" y="15458"/>
                </a:lnTo>
                <a:lnTo>
                  <a:pt x="29746" y="14308"/>
                </a:lnTo>
                <a:lnTo>
                  <a:pt x="29403" y="13117"/>
                </a:lnTo>
                <a:lnTo>
                  <a:pt x="29040" y="11927"/>
                </a:lnTo>
                <a:lnTo>
                  <a:pt x="28636" y="10716"/>
                </a:lnTo>
                <a:lnTo>
                  <a:pt x="28192" y="9505"/>
                </a:lnTo>
                <a:lnTo>
                  <a:pt x="27950" y="8900"/>
                </a:lnTo>
                <a:lnTo>
                  <a:pt x="27688" y="8315"/>
                </a:lnTo>
                <a:lnTo>
                  <a:pt x="27405" y="7709"/>
                </a:lnTo>
                <a:lnTo>
                  <a:pt x="27123" y="7124"/>
                </a:lnTo>
                <a:lnTo>
                  <a:pt x="26780" y="6478"/>
                </a:lnTo>
                <a:lnTo>
                  <a:pt x="26437" y="5853"/>
                </a:lnTo>
                <a:lnTo>
                  <a:pt x="26074" y="5288"/>
                </a:lnTo>
                <a:lnTo>
                  <a:pt x="25730" y="4783"/>
                </a:lnTo>
                <a:lnTo>
                  <a:pt x="25367" y="4279"/>
                </a:lnTo>
                <a:lnTo>
                  <a:pt x="24984" y="3835"/>
                </a:lnTo>
                <a:lnTo>
                  <a:pt x="24600" y="3431"/>
                </a:lnTo>
                <a:lnTo>
                  <a:pt x="24197" y="3048"/>
                </a:lnTo>
                <a:lnTo>
                  <a:pt x="23672" y="2604"/>
                </a:lnTo>
                <a:lnTo>
                  <a:pt x="23127" y="2220"/>
                </a:lnTo>
                <a:lnTo>
                  <a:pt x="22522" y="1857"/>
                </a:lnTo>
                <a:lnTo>
                  <a:pt x="21896" y="1514"/>
                </a:lnTo>
                <a:lnTo>
                  <a:pt x="21251" y="1231"/>
                </a:lnTo>
                <a:lnTo>
                  <a:pt x="20544" y="969"/>
                </a:lnTo>
                <a:lnTo>
                  <a:pt x="19798" y="727"/>
                </a:lnTo>
                <a:lnTo>
                  <a:pt x="19031" y="525"/>
                </a:lnTo>
                <a:lnTo>
                  <a:pt x="18405" y="404"/>
                </a:lnTo>
                <a:lnTo>
                  <a:pt x="17759" y="303"/>
                </a:lnTo>
                <a:lnTo>
                  <a:pt x="17093" y="202"/>
                </a:lnTo>
                <a:lnTo>
                  <a:pt x="16387" y="121"/>
                </a:lnTo>
                <a:lnTo>
                  <a:pt x="15640" y="61"/>
                </a:lnTo>
                <a:lnTo>
                  <a:pt x="14853" y="21"/>
                </a:lnTo>
                <a:lnTo>
                  <a:pt x="140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6" name="Google Shape;2666;p33"/>
          <p:cNvSpPr/>
          <p:nvPr/>
        </p:nvSpPr>
        <p:spPr>
          <a:xfrm flipH="1">
            <a:off x="485872" y="210978"/>
            <a:ext cx="1058329" cy="998564"/>
          </a:xfrm>
          <a:custGeom>
            <a:rect b="b" l="l" r="r" t="t"/>
            <a:pathLst>
              <a:path extrusionOk="0" h="17861" w="18930">
                <a:moveTo>
                  <a:pt x="3431" y="81"/>
                </a:moveTo>
                <a:lnTo>
                  <a:pt x="4117" y="102"/>
                </a:lnTo>
                <a:lnTo>
                  <a:pt x="4824" y="162"/>
                </a:lnTo>
                <a:lnTo>
                  <a:pt x="5510" y="263"/>
                </a:lnTo>
                <a:lnTo>
                  <a:pt x="6216" y="404"/>
                </a:lnTo>
                <a:lnTo>
                  <a:pt x="6882" y="566"/>
                </a:lnTo>
                <a:lnTo>
                  <a:pt x="7568" y="768"/>
                </a:lnTo>
                <a:lnTo>
                  <a:pt x="8234" y="1010"/>
                </a:lnTo>
                <a:lnTo>
                  <a:pt x="8880" y="1272"/>
                </a:lnTo>
                <a:lnTo>
                  <a:pt x="9505" y="1575"/>
                </a:lnTo>
                <a:lnTo>
                  <a:pt x="10131" y="1918"/>
                </a:lnTo>
                <a:lnTo>
                  <a:pt x="10736" y="2281"/>
                </a:lnTo>
                <a:lnTo>
                  <a:pt x="11301" y="2664"/>
                </a:lnTo>
                <a:lnTo>
                  <a:pt x="11866" y="3088"/>
                </a:lnTo>
                <a:lnTo>
                  <a:pt x="12391" y="3552"/>
                </a:lnTo>
                <a:lnTo>
                  <a:pt x="12896" y="4017"/>
                </a:lnTo>
                <a:lnTo>
                  <a:pt x="13380" y="4521"/>
                </a:lnTo>
                <a:lnTo>
                  <a:pt x="13824" y="5026"/>
                </a:lnTo>
                <a:lnTo>
                  <a:pt x="14248" y="5570"/>
                </a:lnTo>
                <a:lnTo>
                  <a:pt x="14651" y="6115"/>
                </a:lnTo>
                <a:lnTo>
                  <a:pt x="15035" y="6680"/>
                </a:lnTo>
                <a:lnTo>
                  <a:pt x="15418" y="7245"/>
                </a:lnTo>
                <a:lnTo>
                  <a:pt x="15761" y="7831"/>
                </a:lnTo>
                <a:lnTo>
                  <a:pt x="16084" y="8416"/>
                </a:lnTo>
                <a:lnTo>
                  <a:pt x="16387" y="9021"/>
                </a:lnTo>
                <a:lnTo>
                  <a:pt x="16689" y="9627"/>
                </a:lnTo>
                <a:lnTo>
                  <a:pt x="16972" y="10232"/>
                </a:lnTo>
                <a:lnTo>
                  <a:pt x="17497" y="11423"/>
                </a:lnTo>
                <a:lnTo>
                  <a:pt x="17981" y="12593"/>
                </a:lnTo>
                <a:lnTo>
                  <a:pt x="18183" y="13158"/>
                </a:lnTo>
                <a:lnTo>
                  <a:pt x="18385" y="13723"/>
                </a:lnTo>
                <a:lnTo>
                  <a:pt x="18566" y="14288"/>
                </a:lnTo>
                <a:lnTo>
                  <a:pt x="18707" y="14853"/>
                </a:lnTo>
                <a:lnTo>
                  <a:pt x="18768" y="15136"/>
                </a:lnTo>
                <a:lnTo>
                  <a:pt x="18808" y="15438"/>
                </a:lnTo>
                <a:lnTo>
                  <a:pt x="18829" y="15721"/>
                </a:lnTo>
                <a:lnTo>
                  <a:pt x="18849" y="16003"/>
                </a:lnTo>
                <a:lnTo>
                  <a:pt x="18849" y="16286"/>
                </a:lnTo>
                <a:lnTo>
                  <a:pt x="18829" y="16589"/>
                </a:lnTo>
                <a:lnTo>
                  <a:pt x="18788" y="16871"/>
                </a:lnTo>
                <a:lnTo>
                  <a:pt x="18728" y="17154"/>
                </a:lnTo>
                <a:lnTo>
                  <a:pt x="18687" y="17295"/>
                </a:lnTo>
                <a:lnTo>
                  <a:pt x="18647" y="17416"/>
                </a:lnTo>
                <a:lnTo>
                  <a:pt x="18586" y="17537"/>
                </a:lnTo>
                <a:lnTo>
                  <a:pt x="18486" y="17658"/>
                </a:lnTo>
                <a:lnTo>
                  <a:pt x="18405" y="17699"/>
                </a:lnTo>
                <a:lnTo>
                  <a:pt x="18324" y="17739"/>
                </a:lnTo>
                <a:lnTo>
                  <a:pt x="18243" y="17759"/>
                </a:lnTo>
                <a:lnTo>
                  <a:pt x="18163" y="17779"/>
                </a:lnTo>
                <a:lnTo>
                  <a:pt x="17981" y="17759"/>
                </a:lnTo>
                <a:lnTo>
                  <a:pt x="17799" y="17699"/>
                </a:lnTo>
                <a:lnTo>
                  <a:pt x="17638" y="17618"/>
                </a:lnTo>
                <a:lnTo>
                  <a:pt x="17477" y="17517"/>
                </a:lnTo>
                <a:lnTo>
                  <a:pt x="17234" y="17315"/>
                </a:lnTo>
                <a:lnTo>
                  <a:pt x="16346" y="16548"/>
                </a:lnTo>
                <a:lnTo>
                  <a:pt x="15418" y="15701"/>
                </a:lnTo>
                <a:lnTo>
                  <a:pt x="14429" y="14793"/>
                </a:lnTo>
                <a:lnTo>
                  <a:pt x="13319" y="13743"/>
                </a:lnTo>
                <a:lnTo>
                  <a:pt x="11140" y="11645"/>
                </a:lnTo>
                <a:lnTo>
                  <a:pt x="8860" y="9465"/>
                </a:lnTo>
                <a:lnTo>
                  <a:pt x="7709" y="8375"/>
                </a:lnTo>
                <a:lnTo>
                  <a:pt x="6539" y="7306"/>
                </a:lnTo>
                <a:lnTo>
                  <a:pt x="5611" y="6478"/>
                </a:lnTo>
                <a:lnTo>
                  <a:pt x="4703" y="5691"/>
                </a:lnTo>
                <a:lnTo>
                  <a:pt x="3835" y="4965"/>
                </a:lnTo>
                <a:lnTo>
                  <a:pt x="3007" y="4279"/>
                </a:lnTo>
                <a:lnTo>
                  <a:pt x="2644" y="4017"/>
                </a:lnTo>
                <a:lnTo>
                  <a:pt x="2220" y="3734"/>
                </a:lnTo>
                <a:lnTo>
                  <a:pt x="1575" y="3290"/>
                </a:lnTo>
                <a:lnTo>
                  <a:pt x="1252" y="3048"/>
                </a:lnTo>
                <a:lnTo>
                  <a:pt x="929" y="2806"/>
                </a:lnTo>
                <a:lnTo>
                  <a:pt x="667" y="2564"/>
                </a:lnTo>
                <a:lnTo>
                  <a:pt x="424" y="2301"/>
                </a:lnTo>
                <a:lnTo>
                  <a:pt x="323" y="2160"/>
                </a:lnTo>
                <a:lnTo>
                  <a:pt x="243" y="2019"/>
                </a:lnTo>
                <a:lnTo>
                  <a:pt x="182" y="1898"/>
                </a:lnTo>
                <a:lnTo>
                  <a:pt x="122" y="1756"/>
                </a:lnTo>
                <a:lnTo>
                  <a:pt x="81" y="1575"/>
                </a:lnTo>
                <a:lnTo>
                  <a:pt x="102" y="1413"/>
                </a:lnTo>
                <a:lnTo>
                  <a:pt x="122" y="1232"/>
                </a:lnTo>
                <a:lnTo>
                  <a:pt x="202" y="1070"/>
                </a:lnTo>
                <a:lnTo>
                  <a:pt x="283" y="909"/>
                </a:lnTo>
                <a:lnTo>
                  <a:pt x="384" y="768"/>
                </a:lnTo>
                <a:lnTo>
                  <a:pt x="505" y="646"/>
                </a:lnTo>
                <a:lnTo>
                  <a:pt x="646" y="546"/>
                </a:lnTo>
                <a:lnTo>
                  <a:pt x="808" y="445"/>
                </a:lnTo>
                <a:lnTo>
                  <a:pt x="969" y="384"/>
                </a:lnTo>
                <a:lnTo>
                  <a:pt x="1131" y="324"/>
                </a:lnTo>
                <a:lnTo>
                  <a:pt x="1312" y="263"/>
                </a:lnTo>
                <a:lnTo>
                  <a:pt x="1655" y="202"/>
                </a:lnTo>
                <a:lnTo>
                  <a:pt x="2019" y="142"/>
                </a:lnTo>
                <a:lnTo>
                  <a:pt x="2725" y="102"/>
                </a:lnTo>
                <a:lnTo>
                  <a:pt x="3431" y="81"/>
                </a:lnTo>
                <a:close/>
                <a:moveTo>
                  <a:pt x="3431" y="1"/>
                </a:moveTo>
                <a:lnTo>
                  <a:pt x="2725" y="21"/>
                </a:lnTo>
                <a:lnTo>
                  <a:pt x="2019" y="61"/>
                </a:lnTo>
                <a:lnTo>
                  <a:pt x="1655" y="122"/>
                </a:lnTo>
                <a:lnTo>
                  <a:pt x="1272" y="182"/>
                </a:lnTo>
                <a:lnTo>
                  <a:pt x="1111" y="243"/>
                </a:lnTo>
                <a:lnTo>
                  <a:pt x="929" y="303"/>
                </a:lnTo>
                <a:lnTo>
                  <a:pt x="767" y="384"/>
                </a:lnTo>
                <a:lnTo>
                  <a:pt x="606" y="485"/>
                </a:lnTo>
                <a:lnTo>
                  <a:pt x="465" y="586"/>
                </a:lnTo>
                <a:lnTo>
                  <a:pt x="323" y="727"/>
                </a:lnTo>
                <a:lnTo>
                  <a:pt x="223" y="868"/>
                </a:lnTo>
                <a:lnTo>
                  <a:pt x="122" y="1050"/>
                </a:lnTo>
                <a:lnTo>
                  <a:pt x="41" y="1211"/>
                </a:lnTo>
                <a:lnTo>
                  <a:pt x="21" y="1393"/>
                </a:lnTo>
                <a:lnTo>
                  <a:pt x="1" y="1595"/>
                </a:lnTo>
                <a:lnTo>
                  <a:pt x="41" y="1777"/>
                </a:lnTo>
                <a:lnTo>
                  <a:pt x="102" y="1918"/>
                </a:lnTo>
                <a:lnTo>
                  <a:pt x="162" y="2059"/>
                </a:lnTo>
                <a:lnTo>
                  <a:pt x="263" y="2200"/>
                </a:lnTo>
                <a:lnTo>
                  <a:pt x="364" y="2342"/>
                </a:lnTo>
                <a:lnTo>
                  <a:pt x="586" y="2604"/>
                </a:lnTo>
                <a:lnTo>
                  <a:pt x="868" y="2866"/>
                </a:lnTo>
                <a:lnTo>
                  <a:pt x="1191" y="3108"/>
                </a:lnTo>
                <a:lnTo>
                  <a:pt x="1514" y="3351"/>
                </a:lnTo>
                <a:lnTo>
                  <a:pt x="2180" y="3795"/>
                </a:lnTo>
                <a:lnTo>
                  <a:pt x="2604" y="4077"/>
                </a:lnTo>
                <a:lnTo>
                  <a:pt x="2947" y="4339"/>
                </a:lnTo>
                <a:lnTo>
                  <a:pt x="3794" y="5026"/>
                </a:lnTo>
                <a:lnTo>
                  <a:pt x="4662" y="5752"/>
                </a:lnTo>
                <a:lnTo>
                  <a:pt x="5550" y="6539"/>
                </a:lnTo>
                <a:lnTo>
                  <a:pt x="6499" y="7366"/>
                </a:lnTo>
                <a:lnTo>
                  <a:pt x="7649" y="8436"/>
                </a:lnTo>
                <a:lnTo>
                  <a:pt x="8799" y="9526"/>
                </a:lnTo>
                <a:lnTo>
                  <a:pt x="11079" y="11705"/>
                </a:lnTo>
                <a:lnTo>
                  <a:pt x="13279" y="13804"/>
                </a:lnTo>
                <a:lnTo>
                  <a:pt x="14369" y="14853"/>
                </a:lnTo>
                <a:lnTo>
                  <a:pt x="15358" y="15761"/>
                </a:lnTo>
                <a:lnTo>
                  <a:pt x="16286" y="16609"/>
                </a:lnTo>
                <a:lnTo>
                  <a:pt x="17174" y="17376"/>
                </a:lnTo>
                <a:lnTo>
                  <a:pt x="17355" y="17537"/>
                </a:lnTo>
                <a:lnTo>
                  <a:pt x="17598" y="17678"/>
                </a:lnTo>
                <a:lnTo>
                  <a:pt x="17719" y="17739"/>
                </a:lnTo>
                <a:lnTo>
                  <a:pt x="17860" y="17800"/>
                </a:lnTo>
                <a:lnTo>
                  <a:pt x="18001" y="17840"/>
                </a:lnTo>
                <a:lnTo>
                  <a:pt x="18142" y="17860"/>
                </a:lnTo>
                <a:lnTo>
                  <a:pt x="18243" y="17840"/>
                </a:lnTo>
                <a:lnTo>
                  <a:pt x="18344" y="17820"/>
                </a:lnTo>
                <a:lnTo>
                  <a:pt x="18445" y="17779"/>
                </a:lnTo>
                <a:lnTo>
                  <a:pt x="18526" y="17719"/>
                </a:lnTo>
                <a:lnTo>
                  <a:pt x="18647" y="17598"/>
                </a:lnTo>
                <a:lnTo>
                  <a:pt x="18707" y="17456"/>
                </a:lnTo>
                <a:lnTo>
                  <a:pt x="18768" y="17315"/>
                </a:lnTo>
                <a:lnTo>
                  <a:pt x="18808" y="17174"/>
                </a:lnTo>
                <a:lnTo>
                  <a:pt x="18869" y="16891"/>
                </a:lnTo>
                <a:lnTo>
                  <a:pt x="18909" y="16589"/>
                </a:lnTo>
                <a:lnTo>
                  <a:pt x="18929" y="16306"/>
                </a:lnTo>
                <a:lnTo>
                  <a:pt x="18929" y="16003"/>
                </a:lnTo>
                <a:lnTo>
                  <a:pt x="18909" y="15721"/>
                </a:lnTo>
                <a:lnTo>
                  <a:pt x="18889" y="15418"/>
                </a:lnTo>
                <a:lnTo>
                  <a:pt x="18849" y="15136"/>
                </a:lnTo>
                <a:lnTo>
                  <a:pt x="18788" y="14853"/>
                </a:lnTo>
                <a:lnTo>
                  <a:pt x="18647" y="14268"/>
                </a:lnTo>
                <a:lnTo>
                  <a:pt x="18465" y="13703"/>
                </a:lnTo>
                <a:lnTo>
                  <a:pt x="18264" y="13138"/>
                </a:lnTo>
                <a:lnTo>
                  <a:pt x="18042" y="12573"/>
                </a:lnTo>
                <a:lnTo>
                  <a:pt x="17577" y="11382"/>
                </a:lnTo>
                <a:lnTo>
                  <a:pt x="17053" y="10192"/>
                </a:lnTo>
                <a:lnTo>
                  <a:pt x="16770" y="9586"/>
                </a:lnTo>
                <a:lnTo>
                  <a:pt x="16468" y="8981"/>
                </a:lnTo>
                <a:lnTo>
                  <a:pt x="16145" y="8375"/>
                </a:lnTo>
                <a:lnTo>
                  <a:pt x="15822" y="7790"/>
                </a:lnTo>
                <a:lnTo>
                  <a:pt x="15479" y="7205"/>
                </a:lnTo>
                <a:lnTo>
                  <a:pt x="15115" y="6620"/>
                </a:lnTo>
                <a:lnTo>
                  <a:pt x="14732" y="6055"/>
                </a:lnTo>
                <a:lnTo>
                  <a:pt x="14308" y="5510"/>
                </a:lnTo>
                <a:lnTo>
                  <a:pt x="13884" y="4965"/>
                </a:lnTo>
                <a:lnTo>
                  <a:pt x="13441" y="4460"/>
                </a:lnTo>
                <a:lnTo>
                  <a:pt x="12956" y="3956"/>
                </a:lnTo>
                <a:lnTo>
                  <a:pt x="12452" y="3492"/>
                </a:lnTo>
                <a:lnTo>
                  <a:pt x="11927" y="3028"/>
                </a:lnTo>
                <a:lnTo>
                  <a:pt x="11362" y="2604"/>
                </a:lnTo>
                <a:lnTo>
                  <a:pt x="10777" y="2200"/>
                </a:lnTo>
                <a:lnTo>
                  <a:pt x="10171" y="1837"/>
                </a:lnTo>
                <a:lnTo>
                  <a:pt x="9546" y="1494"/>
                </a:lnTo>
                <a:lnTo>
                  <a:pt x="8900" y="1191"/>
                </a:lnTo>
                <a:lnTo>
                  <a:pt x="8254" y="929"/>
                </a:lnTo>
                <a:lnTo>
                  <a:pt x="7588" y="687"/>
                </a:lnTo>
                <a:lnTo>
                  <a:pt x="6902" y="485"/>
                </a:lnTo>
                <a:lnTo>
                  <a:pt x="6216" y="324"/>
                </a:lnTo>
                <a:lnTo>
                  <a:pt x="5530" y="182"/>
                </a:lnTo>
                <a:lnTo>
                  <a:pt x="4824" y="81"/>
                </a:lnTo>
                <a:lnTo>
                  <a:pt x="4138" y="21"/>
                </a:lnTo>
                <a:lnTo>
                  <a:pt x="34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7" name="Google Shape;2667;p33"/>
          <p:cNvSpPr/>
          <p:nvPr/>
        </p:nvSpPr>
        <p:spPr>
          <a:xfrm flipH="1">
            <a:off x="782579" y="321561"/>
            <a:ext cx="453633" cy="455870"/>
          </a:xfrm>
          <a:custGeom>
            <a:rect b="b" l="l" r="r" t="t"/>
            <a:pathLst>
              <a:path extrusionOk="0" h="8154" w="8114">
                <a:moveTo>
                  <a:pt x="1010" y="81"/>
                </a:moveTo>
                <a:lnTo>
                  <a:pt x="1151" y="101"/>
                </a:lnTo>
                <a:lnTo>
                  <a:pt x="1413" y="162"/>
                </a:lnTo>
                <a:lnTo>
                  <a:pt x="1696" y="263"/>
                </a:lnTo>
                <a:lnTo>
                  <a:pt x="1938" y="384"/>
                </a:lnTo>
                <a:lnTo>
                  <a:pt x="2200" y="545"/>
                </a:lnTo>
                <a:lnTo>
                  <a:pt x="2422" y="707"/>
                </a:lnTo>
                <a:lnTo>
                  <a:pt x="2644" y="888"/>
                </a:lnTo>
                <a:lnTo>
                  <a:pt x="3108" y="1251"/>
                </a:lnTo>
                <a:lnTo>
                  <a:pt x="3552" y="1635"/>
                </a:lnTo>
                <a:lnTo>
                  <a:pt x="3976" y="2039"/>
                </a:lnTo>
                <a:lnTo>
                  <a:pt x="4400" y="2422"/>
                </a:lnTo>
                <a:lnTo>
                  <a:pt x="4783" y="2826"/>
                </a:lnTo>
                <a:lnTo>
                  <a:pt x="5167" y="3229"/>
                </a:lnTo>
                <a:lnTo>
                  <a:pt x="5530" y="3653"/>
                </a:lnTo>
                <a:lnTo>
                  <a:pt x="5873" y="4077"/>
                </a:lnTo>
                <a:lnTo>
                  <a:pt x="6196" y="4500"/>
                </a:lnTo>
                <a:lnTo>
                  <a:pt x="6499" y="4924"/>
                </a:lnTo>
                <a:lnTo>
                  <a:pt x="6781" y="5348"/>
                </a:lnTo>
                <a:lnTo>
                  <a:pt x="7064" y="5792"/>
                </a:lnTo>
                <a:lnTo>
                  <a:pt x="7306" y="6236"/>
                </a:lnTo>
                <a:lnTo>
                  <a:pt x="7548" y="6680"/>
                </a:lnTo>
                <a:lnTo>
                  <a:pt x="7770" y="7144"/>
                </a:lnTo>
                <a:lnTo>
                  <a:pt x="7972" y="7588"/>
                </a:lnTo>
                <a:lnTo>
                  <a:pt x="8012" y="7729"/>
                </a:lnTo>
                <a:lnTo>
                  <a:pt x="8032" y="7871"/>
                </a:lnTo>
                <a:lnTo>
                  <a:pt x="8032" y="7931"/>
                </a:lnTo>
                <a:lnTo>
                  <a:pt x="8012" y="7992"/>
                </a:lnTo>
                <a:lnTo>
                  <a:pt x="7972" y="8032"/>
                </a:lnTo>
                <a:lnTo>
                  <a:pt x="7932" y="8052"/>
                </a:lnTo>
                <a:lnTo>
                  <a:pt x="7851" y="8072"/>
                </a:lnTo>
                <a:lnTo>
                  <a:pt x="7790" y="8072"/>
                </a:lnTo>
                <a:lnTo>
                  <a:pt x="7649" y="8012"/>
                </a:lnTo>
                <a:lnTo>
                  <a:pt x="7346" y="7830"/>
                </a:lnTo>
                <a:lnTo>
                  <a:pt x="7084" y="7628"/>
                </a:lnTo>
                <a:lnTo>
                  <a:pt x="6822" y="7386"/>
                </a:lnTo>
                <a:lnTo>
                  <a:pt x="6559" y="7164"/>
                </a:lnTo>
                <a:lnTo>
                  <a:pt x="2523" y="3310"/>
                </a:lnTo>
                <a:lnTo>
                  <a:pt x="2180" y="3007"/>
                </a:lnTo>
                <a:lnTo>
                  <a:pt x="1514" y="2462"/>
                </a:lnTo>
                <a:lnTo>
                  <a:pt x="1151" y="2119"/>
                </a:lnTo>
                <a:lnTo>
                  <a:pt x="808" y="1776"/>
                </a:lnTo>
                <a:lnTo>
                  <a:pt x="485" y="1413"/>
                </a:lnTo>
                <a:lnTo>
                  <a:pt x="364" y="1251"/>
                </a:lnTo>
                <a:lnTo>
                  <a:pt x="243" y="1070"/>
                </a:lnTo>
                <a:lnTo>
                  <a:pt x="162" y="908"/>
                </a:lnTo>
                <a:lnTo>
                  <a:pt x="102" y="767"/>
                </a:lnTo>
                <a:lnTo>
                  <a:pt x="81" y="626"/>
                </a:lnTo>
                <a:lnTo>
                  <a:pt x="81" y="485"/>
                </a:lnTo>
                <a:lnTo>
                  <a:pt x="122" y="424"/>
                </a:lnTo>
                <a:lnTo>
                  <a:pt x="142" y="364"/>
                </a:lnTo>
                <a:lnTo>
                  <a:pt x="243" y="263"/>
                </a:lnTo>
                <a:lnTo>
                  <a:pt x="404" y="182"/>
                </a:lnTo>
                <a:lnTo>
                  <a:pt x="606" y="101"/>
                </a:lnTo>
                <a:lnTo>
                  <a:pt x="747" y="81"/>
                </a:lnTo>
                <a:close/>
                <a:moveTo>
                  <a:pt x="727" y="0"/>
                </a:moveTo>
                <a:lnTo>
                  <a:pt x="586" y="41"/>
                </a:lnTo>
                <a:lnTo>
                  <a:pt x="364" y="101"/>
                </a:lnTo>
                <a:lnTo>
                  <a:pt x="203" y="202"/>
                </a:lnTo>
                <a:lnTo>
                  <a:pt x="122" y="263"/>
                </a:lnTo>
                <a:lnTo>
                  <a:pt x="81" y="323"/>
                </a:lnTo>
                <a:lnTo>
                  <a:pt x="41" y="384"/>
                </a:lnTo>
                <a:lnTo>
                  <a:pt x="21" y="464"/>
                </a:lnTo>
                <a:lnTo>
                  <a:pt x="1" y="606"/>
                </a:lnTo>
                <a:lnTo>
                  <a:pt x="21" y="767"/>
                </a:lnTo>
                <a:lnTo>
                  <a:pt x="81" y="908"/>
                </a:lnTo>
                <a:lnTo>
                  <a:pt x="162" y="1090"/>
                </a:lnTo>
                <a:lnTo>
                  <a:pt x="263" y="1251"/>
                </a:lnTo>
                <a:lnTo>
                  <a:pt x="404" y="1433"/>
                </a:lnTo>
                <a:lnTo>
                  <a:pt x="707" y="1796"/>
                </a:lnTo>
                <a:lnTo>
                  <a:pt x="1070" y="2139"/>
                </a:lnTo>
                <a:lnTo>
                  <a:pt x="1434" y="2482"/>
                </a:lnTo>
                <a:lnTo>
                  <a:pt x="2120" y="3088"/>
                </a:lnTo>
                <a:lnTo>
                  <a:pt x="2463" y="3370"/>
                </a:lnTo>
                <a:lnTo>
                  <a:pt x="6499" y="7225"/>
                </a:lnTo>
                <a:lnTo>
                  <a:pt x="6761" y="7467"/>
                </a:lnTo>
                <a:lnTo>
                  <a:pt x="7023" y="7689"/>
                </a:lnTo>
                <a:lnTo>
                  <a:pt x="7306" y="7911"/>
                </a:lnTo>
                <a:lnTo>
                  <a:pt x="7609" y="8093"/>
                </a:lnTo>
                <a:lnTo>
                  <a:pt x="7730" y="8133"/>
                </a:lnTo>
                <a:lnTo>
                  <a:pt x="7851" y="8153"/>
                </a:lnTo>
                <a:lnTo>
                  <a:pt x="7911" y="8153"/>
                </a:lnTo>
                <a:lnTo>
                  <a:pt x="7972" y="8133"/>
                </a:lnTo>
                <a:lnTo>
                  <a:pt x="8032" y="8093"/>
                </a:lnTo>
                <a:lnTo>
                  <a:pt x="8073" y="8032"/>
                </a:lnTo>
                <a:lnTo>
                  <a:pt x="8093" y="7971"/>
                </a:lnTo>
                <a:lnTo>
                  <a:pt x="8113" y="7891"/>
                </a:lnTo>
                <a:lnTo>
                  <a:pt x="8093" y="7729"/>
                </a:lnTo>
                <a:lnTo>
                  <a:pt x="8032" y="7568"/>
                </a:lnTo>
                <a:lnTo>
                  <a:pt x="7831" y="7104"/>
                </a:lnTo>
                <a:lnTo>
                  <a:pt x="7629" y="6640"/>
                </a:lnTo>
                <a:lnTo>
                  <a:pt x="7387" y="6196"/>
                </a:lnTo>
                <a:lnTo>
                  <a:pt x="7124" y="5752"/>
                </a:lnTo>
                <a:lnTo>
                  <a:pt x="6862" y="5308"/>
                </a:lnTo>
                <a:lnTo>
                  <a:pt x="6559" y="4884"/>
                </a:lnTo>
                <a:lnTo>
                  <a:pt x="6257" y="4440"/>
                </a:lnTo>
                <a:lnTo>
                  <a:pt x="5934" y="4016"/>
                </a:lnTo>
                <a:lnTo>
                  <a:pt x="5591" y="3592"/>
                </a:lnTo>
                <a:lnTo>
                  <a:pt x="5227" y="3189"/>
                </a:lnTo>
                <a:lnTo>
                  <a:pt x="4844" y="2785"/>
                </a:lnTo>
                <a:lnTo>
                  <a:pt x="4461" y="2382"/>
                </a:lnTo>
                <a:lnTo>
                  <a:pt x="4037" y="1978"/>
                </a:lnTo>
                <a:lnTo>
                  <a:pt x="3613" y="1574"/>
                </a:lnTo>
                <a:lnTo>
                  <a:pt x="3169" y="1191"/>
                </a:lnTo>
                <a:lnTo>
                  <a:pt x="2705" y="808"/>
                </a:lnTo>
                <a:lnTo>
                  <a:pt x="2463" y="646"/>
                </a:lnTo>
                <a:lnTo>
                  <a:pt x="2221" y="464"/>
                </a:lnTo>
                <a:lnTo>
                  <a:pt x="1978" y="323"/>
                </a:lnTo>
                <a:lnTo>
                  <a:pt x="1716" y="182"/>
                </a:lnTo>
                <a:lnTo>
                  <a:pt x="1434" y="81"/>
                </a:lnTo>
                <a:lnTo>
                  <a:pt x="1151" y="21"/>
                </a:lnTo>
                <a:lnTo>
                  <a:pt x="10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8" name="Google Shape;2668;p33"/>
          <p:cNvSpPr/>
          <p:nvPr/>
        </p:nvSpPr>
        <p:spPr>
          <a:xfrm>
            <a:off x="4343388" y="450821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7">
    <p:spTree>
      <p:nvGrpSpPr>
        <p:cNvPr id="2669" name="Shape 2669"/>
        <p:cNvGrpSpPr/>
        <p:nvPr/>
      </p:nvGrpSpPr>
      <p:grpSpPr>
        <a:xfrm>
          <a:off x="0" y="0"/>
          <a:ext cx="0" cy="0"/>
          <a:chOff x="0" y="0"/>
          <a:chExt cx="0" cy="0"/>
        </a:xfrm>
      </p:grpSpPr>
      <p:sp>
        <p:nvSpPr>
          <p:cNvPr id="2670" name="Google Shape;2670;p34"/>
          <p:cNvSpPr/>
          <p:nvPr/>
        </p:nvSpPr>
        <p:spPr>
          <a:xfrm flipH="1">
            <a:off x="-584168" y="3901880"/>
            <a:ext cx="939900" cy="939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1" name="Google Shape;2671;p34"/>
          <p:cNvSpPr/>
          <p:nvPr/>
        </p:nvSpPr>
        <p:spPr>
          <a:xfrm>
            <a:off x="-1384585" y="-1156347"/>
            <a:ext cx="2433600" cy="243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2" name="Google Shape;2672;p34"/>
          <p:cNvSpPr/>
          <p:nvPr/>
        </p:nvSpPr>
        <p:spPr>
          <a:xfrm flipH="1">
            <a:off x="186860" y="-12"/>
            <a:ext cx="2289244" cy="1739785"/>
          </a:xfrm>
          <a:custGeom>
            <a:rect b="b" l="l" r="r" t="t"/>
            <a:pathLst>
              <a:path extrusionOk="0" h="31119" w="40947">
                <a:moveTo>
                  <a:pt x="32571" y="82"/>
                </a:moveTo>
                <a:lnTo>
                  <a:pt x="33116" y="102"/>
                </a:lnTo>
                <a:lnTo>
                  <a:pt x="33601" y="162"/>
                </a:lnTo>
                <a:lnTo>
                  <a:pt x="33823" y="203"/>
                </a:lnTo>
                <a:lnTo>
                  <a:pt x="34024" y="243"/>
                </a:lnTo>
                <a:lnTo>
                  <a:pt x="34206" y="304"/>
                </a:lnTo>
                <a:lnTo>
                  <a:pt x="34388" y="384"/>
                </a:lnTo>
                <a:lnTo>
                  <a:pt x="34549" y="465"/>
                </a:lnTo>
                <a:lnTo>
                  <a:pt x="34690" y="546"/>
                </a:lnTo>
                <a:lnTo>
                  <a:pt x="34832" y="647"/>
                </a:lnTo>
                <a:lnTo>
                  <a:pt x="34933" y="748"/>
                </a:lnTo>
                <a:lnTo>
                  <a:pt x="35033" y="869"/>
                </a:lnTo>
                <a:lnTo>
                  <a:pt x="35134" y="990"/>
                </a:lnTo>
                <a:lnTo>
                  <a:pt x="35195" y="1131"/>
                </a:lnTo>
                <a:lnTo>
                  <a:pt x="35255" y="1272"/>
                </a:lnTo>
                <a:lnTo>
                  <a:pt x="35296" y="1454"/>
                </a:lnTo>
                <a:lnTo>
                  <a:pt x="35316" y="1656"/>
                </a:lnTo>
                <a:lnTo>
                  <a:pt x="35336" y="1858"/>
                </a:lnTo>
                <a:lnTo>
                  <a:pt x="35316" y="2059"/>
                </a:lnTo>
                <a:lnTo>
                  <a:pt x="35235" y="2443"/>
                </a:lnTo>
                <a:lnTo>
                  <a:pt x="35155" y="2826"/>
                </a:lnTo>
                <a:lnTo>
                  <a:pt x="35074" y="3169"/>
                </a:lnTo>
                <a:lnTo>
                  <a:pt x="34993" y="3492"/>
                </a:lnTo>
                <a:lnTo>
                  <a:pt x="34973" y="3835"/>
                </a:lnTo>
                <a:lnTo>
                  <a:pt x="34973" y="3997"/>
                </a:lnTo>
                <a:lnTo>
                  <a:pt x="34973" y="4158"/>
                </a:lnTo>
                <a:lnTo>
                  <a:pt x="35033" y="4400"/>
                </a:lnTo>
                <a:lnTo>
                  <a:pt x="35094" y="4642"/>
                </a:lnTo>
                <a:lnTo>
                  <a:pt x="35175" y="4864"/>
                </a:lnTo>
                <a:lnTo>
                  <a:pt x="35276" y="5086"/>
                </a:lnTo>
                <a:lnTo>
                  <a:pt x="35498" y="5510"/>
                </a:lnTo>
                <a:lnTo>
                  <a:pt x="35760" y="5914"/>
                </a:lnTo>
                <a:lnTo>
                  <a:pt x="36083" y="6438"/>
                </a:lnTo>
                <a:lnTo>
                  <a:pt x="36486" y="7165"/>
                </a:lnTo>
                <a:lnTo>
                  <a:pt x="36890" y="7912"/>
                </a:lnTo>
                <a:lnTo>
                  <a:pt x="37273" y="8658"/>
                </a:lnTo>
                <a:lnTo>
                  <a:pt x="37637" y="9425"/>
                </a:lnTo>
                <a:lnTo>
                  <a:pt x="37980" y="10212"/>
                </a:lnTo>
                <a:lnTo>
                  <a:pt x="38303" y="10999"/>
                </a:lnTo>
                <a:lnTo>
                  <a:pt x="38625" y="11786"/>
                </a:lnTo>
                <a:lnTo>
                  <a:pt x="38908" y="12573"/>
                </a:lnTo>
                <a:lnTo>
                  <a:pt x="39170" y="13380"/>
                </a:lnTo>
                <a:lnTo>
                  <a:pt x="39412" y="14188"/>
                </a:lnTo>
                <a:lnTo>
                  <a:pt x="39655" y="14995"/>
                </a:lnTo>
                <a:lnTo>
                  <a:pt x="39856" y="15802"/>
                </a:lnTo>
                <a:lnTo>
                  <a:pt x="40038" y="16629"/>
                </a:lnTo>
                <a:lnTo>
                  <a:pt x="40220" y="17457"/>
                </a:lnTo>
                <a:lnTo>
                  <a:pt x="40361" y="18284"/>
                </a:lnTo>
                <a:lnTo>
                  <a:pt x="40502" y="19112"/>
                </a:lnTo>
                <a:lnTo>
                  <a:pt x="40603" y="19939"/>
                </a:lnTo>
                <a:lnTo>
                  <a:pt x="40704" y="20766"/>
                </a:lnTo>
                <a:lnTo>
                  <a:pt x="40765" y="21614"/>
                </a:lnTo>
                <a:lnTo>
                  <a:pt x="40825" y="22441"/>
                </a:lnTo>
                <a:lnTo>
                  <a:pt x="40845" y="23269"/>
                </a:lnTo>
                <a:lnTo>
                  <a:pt x="40865" y="24116"/>
                </a:lnTo>
                <a:lnTo>
                  <a:pt x="40865" y="24944"/>
                </a:lnTo>
                <a:lnTo>
                  <a:pt x="40825" y="25771"/>
                </a:lnTo>
                <a:lnTo>
                  <a:pt x="40785" y="26437"/>
                </a:lnTo>
                <a:lnTo>
                  <a:pt x="40744" y="26800"/>
                </a:lnTo>
                <a:lnTo>
                  <a:pt x="40684" y="27163"/>
                </a:lnTo>
                <a:lnTo>
                  <a:pt x="40603" y="27547"/>
                </a:lnTo>
                <a:lnTo>
                  <a:pt x="40502" y="27950"/>
                </a:lnTo>
                <a:lnTo>
                  <a:pt x="40401" y="28334"/>
                </a:lnTo>
                <a:lnTo>
                  <a:pt x="40260" y="28717"/>
                </a:lnTo>
                <a:lnTo>
                  <a:pt x="40099" y="29081"/>
                </a:lnTo>
                <a:lnTo>
                  <a:pt x="39917" y="29424"/>
                </a:lnTo>
                <a:lnTo>
                  <a:pt x="39695" y="29767"/>
                </a:lnTo>
                <a:lnTo>
                  <a:pt x="39453" y="30069"/>
                </a:lnTo>
                <a:lnTo>
                  <a:pt x="39191" y="30332"/>
                </a:lnTo>
                <a:lnTo>
                  <a:pt x="39029" y="30453"/>
                </a:lnTo>
                <a:lnTo>
                  <a:pt x="38868" y="30574"/>
                </a:lnTo>
                <a:lnTo>
                  <a:pt x="38706" y="30675"/>
                </a:lnTo>
                <a:lnTo>
                  <a:pt x="38525" y="30776"/>
                </a:lnTo>
                <a:lnTo>
                  <a:pt x="38343" y="30856"/>
                </a:lnTo>
                <a:lnTo>
                  <a:pt x="38141" y="30917"/>
                </a:lnTo>
                <a:lnTo>
                  <a:pt x="37960" y="30977"/>
                </a:lnTo>
                <a:lnTo>
                  <a:pt x="37758" y="30998"/>
                </a:lnTo>
                <a:lnTo>
                  <a:pt x="37394" y="31038"/>
                </a:lnTo>
                <a:lnTo>
                  <a:pt x="37011" y="31038"/>
                </a:lnTo>
                <a:lnTo>
                  <a:pt x="36628" y="30998"/>
                </a:lnTo>
                <a:lnTo>
                  <a:pt x="36244" y="30937"/>
                </a:lnTo>
                <a:lnTo>
                  <a:pt x="35881" y="30836"/>
                </a:lnTo>
                <a:lnTo>
                  <a:pt x="35538" y="30735"/>
                </a:lnTo>
                <a:lnTo>
                  <a:pt x="35215" y="30634"/>
                </a:lnTo>
                <a:lnTo>
                  <a:pt x="34690" y="30433"/>
                </a:lnTo>
                <a:lnTo>
                  <a:pt x="34186" y="30231"/>
                </a:lnTo>
                <a:lnTo>
                  <a:pt x="33681" y="30009"/>
                </a:lnTo>
                <a:lnTo>
                  <a:pt x="33177" y="29767"/>
                </a:lnTo>
                <a:lnTo>
                  <a:pt x="32693" y="29524"/>
                </a:lnTo>
                <a:lnTo>
                  <a:pt x="32208" y="29262"/>
                </a:lnTo>
                <a:lnTo>
                  <a:pt x="31724" y="28980"/>
                </a:lnTo>
                <a:lnTo>
                  <a:pt x="31260" y="28697"/>
                </a:lnTo>
                <a:lnTo>
                  <a:pt x="30796" y="28394"/>
                </a:lnTo>
                <a:lnTo>
                  <a:pt x="30331" y="28071"/>
                </a:lnTo>
                <a:lnTo>
                  <a:pt x="29888" y="27749"/>
                </a:lnTo>
                <a:lnTo>
                  <a:pt x="29444" y="27406"/>
                </a:lnTo>
                <a:lnTo>
                  <a:pt x="28576" y="26719"/>
                </a:lnTo>
                <a:lnTo>
                  <a:pt x="27728" y="25993"/>
                </a:lnTo>
                <a:lnTo>
                  <a:pt x="26901" y="25226"/>
                </a:lnTo>
                <a:lnTo>
                  <a:pt x="26094" y="24419"/>
                </a:lnTo>
                <a:lnTo>
                  <a:pt x="25307" y="23612"/>
                </a:lnTo>
                <a:lnTo>
                  <a:pt x="24540" y="22784"/>
                </a:lnTo>
                <a:lnTo>
                  <a:pt x="23773" y="21937"/>
                </a:lnTo>
                <a:lnTo>
                  <a:pt x="23026" y="21069"/>
                </a:lnTo>
                <a:lnTo>
                  <a:pt x="21573" y="19334"/>
                </a:lnTo>
                <a:lnTo>
                  <a:pt x="21150" y="18809"/>
                </a:lnTo>
                <a:lnTo>
                  <a:pt x="19757" y="17134"/>
                </a:lnTo>
                <a:lnTo>
                  <a:pt x="18345" y="15479"/>
                </a:lnTo>
                <a:lnTo>
                  <a:pt x="17638" y="14652"/>
                </a:lnTo>
                <a:lnTo>
                  <a:pt x="16892" y="13845"/>
                </a:lnTo>
                <a:lnTo>
                  <a:pt x="16145" y="13058"/>
                </a:lnTo>
                <a:lnTo>
                  <a:pt x="15378" y="12291"/>
                </a:lnTo>
                <a:lnTo>
                  <a:pt x="14591" y="11544"/>
                </a:lnTo>
                <a:lnTo>
                  <a:pt x="13804" y="10838"/>
                </a:lnTo>
                <a:lnTo>
                  <a:pt x="12977" y="10131"/>
                </a:lnTo>
                <a:lnTo>
                  <a:pt x="12129" y="9486"/>
                </a:lnTo>
                <a:lnTo>
                  <a:pt x="11261" y="8880"/>
                </a:lnTo>
                <a:lnTo>
                  <a:pt x="10797" y="8578"/>
                </a:lnTo>
                <a:lnTo>
                  <a:pt x="10353" y="8295"/>
                </a:lnTo>
                <a:lnTo>
                  <a:pt x="9889" y="8012"/>
                </a:lnTo>
                <a:lnTo>
                  <a:pt x="9425" y="7770"/>
                </a:lnTo>
                <a:lnTo>
                  <a:pt x="8941" y="7508"/>
                </a:lnTo>
                <a:lnTo>
                  <a:pt x="8456" y="7266"/>
                </a:lnTo>
                <a:lnTo>
                  <a:pt x="7911" y="7024"/>
                </a:lnTo>
                <a:lnTo>
                  <a:pt x="7346" y="6782"/>
                </a:lnTo>
                <a:lnTo>
                  <a:pt x="6781" y="6560"/>
                </a:lnTo>
                <a:lnTo>
                  <a:pt x="6196" y="6358"/>
                </a:lnTo>
                <a:lnTo>
                  <a:pt x="5066" y="5954"/>
                </a:lnTo>
                <a:lnTo>
                  <a:pt x="3916" y="5591"/>
                </a:lnTo>
                <a:lnTo>
                  <a:pt x="2342" y="5066"/>
                </a:lnTo>
                <a:lnTo>
                  <a:pt x="2079" y="4965"/>
                </a:lnTo>
                <a:lnTo>
                  <a:pt x="1716" y="4804"/>
                </a:lnTo>
                <a:lnTo>
                  <a:pt x="1313" y="4602"/>
                </a:lnTo>
                <a:lnTo>
                  <a:pt x="1111" y="4461"/>
                </a:lnTo>
                <a:lnTo>
                  <a:pt x="909" y="4340"/>
                </a:lnTo>
                <a:lnTo>
                  <a:pt x="727" y="4178"/>
                </a:lnTo>
                <a:lnTo>
                  <a:pt x="546" y="4017"/>
                </a:lnTo>
                <a:lnTo>
                  <a:pt x="384" y="3835"/>
                </a:lnTo>
                <a:lnTo>
                  <a:pt x="263" y="3633"/>
                </a:lnTo>
                <a:lnTo>
                  <a:pt x="162" y="3432"/>
                </a:lnTo>
                <a:lnTo>
                  <a:pt x="102" y="3210"/>
                </a:lnTo>
                <a:lnTo>
                  <a:pt x="82" y="2967"/>
                </a:lnTo>
                <a:lnTo>
                  <a:pt x="102" y="2725"/>
                </a:lnTo>
                <a:lnTo>
                  <a:pt x="162" y="2544"/>
                </a:lnTo>
                <a:lnTo>
                  <a:pt x="223" y="2382"/>
                </a:lnTo>
                <a:lnTo>
                  <a:pt x="324" y="2221"/>
                </a:lnTo>
                <a:lnTo>
                  <a:pt x="425" y="2080"/>
                </a:lnTo>
                <a:lnTo>
                  <a:pt x="526" y="1938"/>
                </a:lnTo>
                <a:lnTo>
                  <a:pt x="647" y="1837"/>
                </a:lnTo>
                <a:lnTo>
                  <a:pt x="889" y="1636"/>
                </a:lnTo>
                <a:lnTo>
                  <a:pt x="1070" y="1494"/>
                </a:lnTo>
                <a:lnTo>
                  <a:pt x="1272" y="1393"/>
                </a:lnTo>
                <a:lnTo>
                  <a:pt x="1474" y="1293"/>
                </a:lnTo>
                <a:lnTo>
                  <a:pt x="1676" y="1192"/>
                </a:lnTo>
                <a:lnTo>
                  <a:pt x="2100" y="1030"/>
                </a:lnTo>
                <a:lnTo>
                  <a:pt x="2523" y="909"/>
                </a:lnTo>
                <a:lnTo>
                  <a:pt x="2967" y="808"/>
                </a:lnTo>
                <a:lnTo>
                  <a:pt x="3411" y="727"/>
                </a:lnTo>
                <a:lnTo>
                  <a:pt x="3855" y="667"/>
                </a:lnTo>
                <a:lnTo>
                  <a:pt x="4279" y="627"/>
                </a:lnTo>
                <a:lnTo>
                  <a:pt x="5349" y="526"/>
                </a:lnTo>
                <a:lnTo>
                  <a:pt x="6438" y="465"/>
                </a:lnTo>
                <a:lnTo>
                  <a:pt x="7528" y="405"/>
                </a:lnTo>
                <a:lnTo>
                  <a:pt x="8598" y="364"/>
                </a:lnTo>
                <a:lnTo>
                  <a:pt x="10757" y="304"/>
                </a:lnTo>
                <a:lnTo>
                  <a:pt x="12896" y="284"/>
                </a:lnTo>
                <a:lnTo>
                  <a:pt x="32471" y="82"/>
                </a:lnTo>
                <a:close/>
                <a:moveTo>
                  <a:pt x="32471" y="1"/>
                </a:moveTo>
                <a:lnTo>
                  <a:pt x="12896" y="203"/>
                </a:lnTo>
                <a:lnTo>
                  <a:pt x="10757" y="223"/>
                </a:lnTo>
                <a:lnTo>
                  <a:pt x="8598" y="284"/>
                </a:lnTo>
                <a:lnTo>
                  <a:pt x="7508" y="324"/>
                </a:lnTo>
                <a:lnTo>
                  <a:pt x="6438" y="384"/>
                </a:lnTo>
                <a:lnTo>
                  <a:pt x="5349" y="445"/>
                </a:lnTo>
                <a:lnTo>
                  <a:pt x="4279" y="546"/>
                </a:lnTo>
                <a:lnTo>
                  <a:pt x="3835" y="586"/>
                </a:lnTo>
                <a:lnTo>
                  <a:pt x="3391" y="647"/>
                </a:lnTo>
                <a:lnTo>
                  <a:pt x="2947" y="727"/>
                </a:lnTo>
                <a:lnTo>
                  <a:pt x="2503" y="828"/>
                </a:lnTo>
                <a:lnTo>
                  <a:pt x="2059" y="949"/>
                </a:lnTo>
                <a:lnTo>
                  <a:pt x="1635" y="1111"/>
                </a:lnTo>
                <a:lnTo>
                  <a:pt x="1434" y="1212"/>
                </a:lnTo>
                <a:lnTo>
                  <a:pt x="1232" y="1313"/>
                </a:lnTo>
                <a:lnTo>
                  <a:pt x="1030" y="1434"/>
                </a:lnTo>
                <a:lnTo>
                  <a:pt x="848" y="1575"/>
                </a:lnTo>
                <a:lnTo>
                  <a:pt x="586" y="1777"/>
                </a:lnTo>
                <a:lnTo>
                  <a:pt x="465" y="1898"/>
                </a:lnTo>
                <a:lnTo>
                  <a:pt x="344" y="2039"/>
                </a:lnTo>
                <a:lnTo>
                  <a:pt x="243" y="2180"/>
                </a:lnTo>
                <a:lnTo>
                  <a:pt x="142" y="2342"/>
                </a:lnTo>
                <a:lnTo>
                  <a:pt x="82" y="2524"/>
                </a:lnTo>
                <a:lnTo>
                  <a:pt x="21" y="2705"/>
                </a:lnTo>
                <a:lnTo>
                  <a:pt x="1" y="2846"/>
                </a:lnTo>
                <a:lnTo>
                  <a:pt x="1" y="2967"/>
                </a:lnTo>
                <a:lnTo>
                  <a:pt x="21" y="3210"/>
                </a:lnTo>
                <a:lnTo>
                  <a:pt x="82" y="3452"/>
                </a:lnTo>
                <a:lnTo>
                  <a:pt x="183" y="3674"/>
                </a:lnTo>
                <a:lnTo>
                  <a:pt x="324" y="3876"/>
                </a:lnTo>
                <a:lnTo>
                  <a:pt x="465" y="4057"/>
                </a:lnTo>
                <a:lnTo>
                  <a:pt x="647" y="4219"/>
                </a:lnTo>
                <a:lnTo>
                  <a:pt x="848" y="4380"/>
                </a:lnTo>
                <a:lnTo>
                  <a:pt x="1050" y="4521"/>
                </a:lnTo>
                <a:lnTo>
                  <a:pt x="1252" y="4663"/>
                </a:lnTo>
                <a:lnTo>
                  <a:pt x="1676" y="4864"/>
                </a:lnTo>
                <a:lnTo>
                  <a:pt x="2039" y="5026"/>
                </a:lnTo>
                <a:lnTo>
                  <a:pt x="2322" y="5147"/>
                </a:lnTo>
                <a:lnTo>
                  <a:pt x="3896" y="5651"/>
                </a:lnTo>
                <a:lnTo>
                  <a:pt x="5026" y="6035"/>
                </a:lnTo>
                <a:lnTo>
                  <a:pt x="6176" y="6438"/>
                </a:lnTo>
                <a:lnTo>
                  <a:pt x="6741" y="6640"/>
                </a:lnTo>
                <a:lnTo>
                  <a:pt x="7306" y="6862"/>
                </a:lnTo>
                <a:lnTo>
                  <a:pt x="7871" y="7104"/>
                </a:lnTo>
                <a:lnTo>
                  <a:pt x="8416" y="7347"/>
                </a:lnTo>
                <a:lnTo>
                  <a:pt x="8900" y="7589"/>
                </a:lnTo>
                <a:lnTo>
                  <a:pt x="9385" y="7831"/>
                </a:lnTo>
                <a:lnTo>
                  <a:pt x="9849" y="8093"/>
                </a:lnTo>
                <a:lnTo>
                  <a:pt x="10313" y="8356"/>
                </a:lnTo>
                <a:lnTo>
                  <a:pt x="10757" y="8638"/>
                </a:lnTo>
                <a:lnTo>
                  <a:pt x="11201" y="8941"/>
                </a:lnTo>
                <a:lnTo>
                  <a:pt x="12089" y="9546"/>
                </a:lnTo>
                <a:lnTo>
                  <a:pt x="12936" y="10212"/>
                </a:lnTo>
                <a:lnTo>
                  <a:pt x="13743" y="10898"/>
                </a:lnTo>
                <a:lnTo>
                  <a:pt x="14551" y="11605"/>
                </a:lnTo>
                <a:lnTo>
                  <a:pt x="15338" y="12351"/>
                </a:lnTo>
                <a:lnTo>
                  <a:pt x="16084" y="13118"/>
                </a:lnTo>
                <a:lnTo>
                  <a:pt x="16831" y="13905"/>
                </a:lnTo>
                <a:lnTo>
                  <a:pt x="17578" y="14712"/>
                </a:lnTo>
                <a:lnTo>
                  <a:pt x="18284" y="15519"/>
                </a:lnTo>
                <a:lnTo>
                  <a:pt x="19697" y="17194"/>
                </a:lnTo>
                <a:lnTo>
                  <a:pt x="21089" y="18869"/>
                </a:lnTo>
                <a:lnTo>
                  <a:pt x="21513" y="19394"/>
                </a:lnTo>
                <a:lnTo>
                  <a:pt x="22986" y="21130"/>
                </a:lnTo>
                <a:lnTo>
                  <a:pt x="23712" y="21977"/>
                </a:lnTo>
                <a:lnTo>
                  <a:pt x="24479" y="22845"/>
                </a:lnTo>
                <a:lnTo>
                  <a:pt x="25246" y="23672"/>
                </a:lnTo>
                <a:lnTo>
                  <a:pt x="26053" y="24500"/>
                </a:lnTo>
                <a:lnTo>
                  <a:pt x="26861" y="25287"/>
                </a:lnTo>
                <a:lnTo>
                  <a:pt x="27688" y="26053"/>
                </a:lnTo>
                <a:lnTo>
                  <a:pt x="28535" y="26780"/>
                </a:lnTo>
                <a:lnTo>
                  <a:pt x="29403" y="27486"/>
                </a:lnTo>
                <a:lnTo>
                  <a:pt x="29847" y="27809"/>
                </a:lnTo>
                <a:lnTo>
                  <a:pt x="30291" y="28152"/>
                </a:lnTo>
                <a:lnTo>
                  <a:pt x="30755" y="28455"/>
                </a:lnTo>
                <a:lnTo>
                  <a:pt x="31219" y="28758"/>
                </a:lnTo>
                <a:lnTo>
                  <a:pt x="31684" y="29040"/>
                </a:lnTo>
                <a:lnTo>
                  <a:pt x="32168" y="29323"/>
                </a:lnTo>
                <a:lnTo>
                  <a:pt x="32652" y="29585"/>
                </a:lnTo>
                <a:lnTo>
                  <a:pt x="33137" y="29847"/>
                </a:lnTo>
                <a:lnTo>
                  <a:pt x="33641" y="30090"/>
                </a:lnTo>
                <a:lnTo>
                  <a:pt x="34146" y="30311"/>
                </a:lnTo>
                <a:lnTo>
                  <a:pt x="34670" y="30513"/>
                </a:lnTo>
                <a:lnTo>
                  <a:pt x="35195" y="30715"/>
                </a:lnTo>
                <a:lnTo>
                  <a:pt x="35659" y="30856"/>
                </a:lnTo>
                <a:lnTo>
                  <a:pt x="36164" y="30998"/>
                </a:lnTo>
                <a:lnTo>
                  <a:pt x="36426" y="31058"/>
                </a:lnTo>
                <a:lnTo>
                  <a:pt x="36688" y="31099"/>
                </a:lnTo>
                <a:lnTo>
                  <a:pt x="36971" y="31119"/>
                </a:lnTo>
                <a:lnTo>
                  <a:pt x="37475" y="31119"/>
                </a:lnTo>
                <a:lnTo>
                  <a:pt x="37697" y="31099"/>
                </a:lnTo>
                <a:lnTo>
                  <a:pt x="37939" y="31058"/>
                </a:lnTo>
                <a:lnTo>
                  <a:pt x="38161" y="30998"/>
                </a:lnTo>
                <a:lnTo>
                  <a:pt x="38363" y="30917"/>
                </a:lnTo>
                <a:lnTo>
                  <a:pt x="38565" y="30836"/>
                </a:lnTo>
                <a:lnTo>
                  <a:pt x="38747" y="30755"/>
                </a:lnTo>
                <a:lnTo>
                  <a:pt x="38908" y="30655"/>
                </a:lnTo>
                <a:lnTo>
                  <a:pt x="39069" y="30533"/>
                </a:lnTo>
                <a:lnTo>
                  <a:pt x="39231" y="30412"/>
                </a:lnTo>
                <a:lnTo>
                  <a:pt x="39372" y="30271"/>
                </a:lnTo>
                <a:lnTo>
                  <a:pt x="39513" y="30130"/>
                </a:lnTo>
                <a:lnTo>
                  <a:pt x="39756" y="29827"/>
                </a:lnTo>
                <a:lnTo>
                  <a:pt x="39978" y="29484"/>
                </a:lnTo>
                <a:lnTo>
                  <a:pt x="40179" y="29121"/>
                </a:lnTo>
                <a:lnTo>
                  <a:pt x="40341" y="28758"/>
                </a:lnTo>
                <a:lnTo>
                  <a:pt x="40462" y="28374"/>
                </a:lnTo>
                <a:lnTo>
                  <a:pt x="40583" y="27971"/>
                </a:lnTo>
                <a:lnTo>
                  <a:pt x="40684" y="27587"/>
                </a:lnTo>
                <a:lnTo>
                  <a:pt x="40765" y="27184"/>
                </a:lnTo>
                <a:lnTo>
                  <a:pt x="40805" y="26820"/>
                </a:lnTo>
                <a:lnTo>
                  <a:pt x="40865" y="26437"/>
                </a:lnTo>
                <a:lnTo>
                  <a:pt x="40906" y="25771"/>
                </a:lnTo>
                <a:lnTo>
                  <a:pt x="40946" y="24944"/>
                </a:lnTo>
                <a:lnTo>
                  <a:pt x="40946" y="24116"/>
                </a:lnTo>
                <a:lnTo>
                  <a:pt x="40926" y="23269"/>
                </a:lnTo>
                <a:lnTo>
                  <a:pt x="40906" y="22441"/>
                </a:lnTo>
                <a:lnTo>
                  <a:pt x="40845" y="21594"/>
                </a:lnTo>
                <a:lnTo>
                  <a:pt x="40785" y="20766"/>
                </a:lnTo>
                <a:lnTo>
                  <a:pt x="40684" y="19939"/>
                </a:lnTo>
                <a:lnTo>
                  <a:pt x="40583" y="19091"/>
                </a:lnTo>
                <a:lnTo>
                  <a:pt x="40442" y="18264"/>
                </a:lnTo>
                <a:lnTo>
                  <a:pt x="40300" y="17437"/>
                </a:lnTo>
                <a:lnTo>
                  <a:pt x="40119" y="16609"/>
                </a:lnTo>
                <a:lnTo>
                  <a:pt x="39937" y="15782"/>
                </a:lnTo>
                <a:lnTo>
                  <a:pt x="39715" y="14975"/>
                </a:lnTo>
                <a:lnTo>
                  <a:pt x="39493" y="14147"/>
                </a:lnTo>
                <a:lnTo>
                  <a:pt x="39251" y="13360"/>
                </a:lnTo>
                <a:lnTo>
                  <a:pt x="38989" y="12553"/>
                </a:lnTo>
                <a:lnTo>
                  <a:pt x="38686" y="11746"/>
                </a:lnTo>
                <a:lnTo>
                  <a:pt x="38383" y="10959"/>
                </a:lnTo>
                <a:lnTo>
                  <a:pt x="38060" y="10172"/>
                </a:lnTo>
                <a:lnTo>
                  <a:pt x="37717" y="9405"/>
                </a:lnTo>
                <a:lnTo>
                  <a:pt x="37354" y="8638"/>
                </a:lnTo>
                <a:lnTo>
                  <a:pt x="36971" y="7871"/>
                </a:lnTo>
                <a:lnTo>
                  <a:pt x="36567" y="7125"/>
                </a:lnTo>
                <a:lnTo>
                  <a:pt x="36143" y="6398"/>
                </a:lnTo>
                <a:lnTo>
                  <a:pt x="35841" y="5873"/>
                </a:lnTo>
                <a:lnTo>
                  <a:pt x="35578" y="5470"/>
                </a:lnTo>
                <a:lnTo>
                  <a:pt x="35336" y="5046"/>
                </a:lnTo>
                <a:lnTo>
                  <a:pt x="35255" y="4844"/>
                </a:lnTo>
                <a:lnTo>
                  <a:pt x="35175" y="4622"/>
                </a:lnTo>
                <a:lnTo>
                  <a:pt x="35094" y="4380"/>
                </a:lnTo>
                <a:lnTo>
                  <a:pt x="35054" y="4158"/>
                </a:lnTo>
                <a:lnTo>
                  <a:pt x="35054" y="3997"/>
                </a:lnTo>
                <a:lnTo>
                  <a:pt x="35054" y="3835"/>
                </a:lnTo>
                <a:lnTo>
                  <a:pt x="35074" y="3492"/>
                </a:lnTo>
                <a:lnTo>
                  <a:pt x="35155" y="3169"/>
                </a:lnTo>
                <a:lnTo>
                  <a:pt x="35235" y="2846"/>
                </a:lnTo>
                <a:lnTo>
                  <a:pt x="35316" y="2463"/>
                </a:lnTo>
                <a:lnTo>
                  <a:pt x="35397" y="2059"/>
                </a:lnTo>
                <a:lnTo>
                  <a:pt x="35417" y="1858"/>
                </a:lnTo>
                <a:lnTo>
                  <a:pt x="35397" y="1656"/>
                </a:lnTo>
                <a:lnTo>
                  <a:pt x="35376" y="1454"/>
                </a:lnTo>
                <a:lnTo>
                  <a:pt x="35336" y="1252"/>
                </a:lnTo>
                <a:lnTo>
                  <a:pt x="35276" y="1091"/>
                </a:lnTo>
                <a:lnTo>
                  <a:pt x="35195" y="949"/>
                </a:lnTo>
                <a:lnTo>
                  <a:pt x="35094" y="808"/>
                </a:lnTo>
                <a:lnTo>
                  <a:pt x="34993" y="687"/>
                </a:lnTo>
                <a:lnTo>
                  <a:pt x="34872" y="586"/>
                </a:lnTo>
                <a:lnTo>
                  <a:pt x="34731" y="485"/>
                </a:lnTo>
                <a:lnTo>
                  <a:pt x="34569" y="384"/>
                </a:lnTo>
                <a:lnTo>
                  <a:pt x="34408" y="304"/>
                </a:lnTo>
                <a:lnTo>
                  <a:pt x="34226" y="223"/>
                </a:lnTo>
                <a:lnTo>
                  <a:pt x="34024" y="162"/>
                </a:lnTo>
                <a:lnTo>
                  <a:pt x="33802" y="122"/>
                </a:lnTo>
                <a:lnTo>
                  <a:pt x="33560" y="82"/>
                </a:lnTo>
                <a:lnTo>
                  <a:pt x="33056" y="21"/>
                </a:lnTo>
                <a:lnTo>
                  <a:pt x="32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3" name="Google Shape;2673;p34"/>
          <p:cNvSpPr/>
          <p:nvPr/>
        </p:nvSpPr>
        <p:spPr>
          <a:xfrm>
            <a:off x="-1982557" y="3613599"/>
            <a:ext cx="2946940" cy="1512969"/>
          </a:xfrm>
          <a:custGeom>
            <a:rect b="b" l="l" r="r" t="t"/>
            <a:pathLst>
              <a:path extrusionOk="0" h="27062" w="52711">
                <a:moveTo>
                  <a:pt x="48008" y="81"/>
                </a:moveTo>
                <a:lnTo>
                  <a:pt x="48654" y="122"/>
                </a:lnTo>
                <a:lnTo>
                  <a:pt x="49300" y="202"/>
                </a:lnTo>
                <a:lnTo>
                  <a:pt x="49623" y="243"/>
                </a:lnTo>
                <a:lnTo>
                  <a:pt x="49946" y="323"/>
                </a:lnTo>
                <a:lnTo>
                  <a:pt x="50248" y="404"/>
                </a:lnTo>
                <a:lnTo>
                  <a:pt x="50551" y="485"/>
                </a:lnTo>
                <a:lnTo>
                  <a:pt x="50854" y="606"/>
                </a:lnTo>
                <a:lnTo>
                  <a:pt x="51156" y="727"/>
                </a:lnTo>
                <a:lnTo>
                  <a:pt x="51399" y="848"/>
                </a:lnTo>
                <a:lnTo>
                  <a:pt x="51621" y="989"/>
                </a:lnTo>
                <a:lnTo>
                  <a:pt x="51822" y="1131"/>
                </a:lnTo>
                <a:lnTo>
                  <a:pt x="52004" y="1272"/>
                </a:lnTo>
                <a:lnTo>
                  <a:pt x="52165" y="1413"/>
                </a:lnTo>
                <a:lnTo>
                  <a:pt x="52287" y="1575"/>
                </a:lnTo>
                <a:lnTo>
                  <a:pt x="52408" y="1756"/>
                </a:lnTo>
                <a:lnTo>
                  <a:pt x="52488" y="1938"/>
                </a:lnTo>
                <a:lnTo>
                  <a:pt x="52569" y="2180"/>
                </a:lnTo>
                <a:lnTo>
                  <a:pt x="52609" y="2301"/>
                </a:lnTo>
                <a:lnTo>
                  <a:pt x="52630" y="2442"/>
                </a:lnTo>
                <a:lnTo>
                  <a:pt x="52630" y="2604"/>
                </a:lnTo>
                <a:lnTo>
                  <a:pt x="52609" y="2765"/>
                </a:lnTo>
                <a:lnTo>
                  <a:pt x="52589" y="2947"/>
                </a:lnTo>
                <a:lnTo>
                  <a:pt x="52549" y="3128"/>
                </a:lnTo>
                <a:lnTo>
                  <a:pt x="52488" y="3330"/>
                </a:lnTo>
                <a:lnTo>
                  <a:pt x="52408" y="3532"/>
                </a:lnTo>
                <a:lnTo>
                  <a:pt x="52307" y="3754"/>
                </a:lnTo>
                <a:lnTo>
                  <a:pt x="52186" y="3976"/>
                </a:lnTo>
                <a:lnTo>
                  <a:pt x="52024" y="4218"/>
                </a:lnTo>
                <a:lnTo>
                  <a:pt x="51843" y="4460"/>
                </a:lnTo>
                <a:lnTo>
                  <a:pt x="51641" y="4702"/>
                </a:lnTo>
                <a:lnTo>
                  <a:pt x="51399" y="4965"/>
                </a:lnTo>
                <a:lnTo>
                  <a:pt x="50854" y="5530"/>
                </a:lnTo>
                <a:lnTo>
                  <a:pt x="50269" y="6075"/>
                </a:lnTo>
                <a:lnTo>
                  <a:pt x="49118" y="7124"/>
                </a:lnTo>
                <a:lnTo>
                  <a:pt x="48311" y="7851"/>
                </a:lnTo>
                <a:lnTo>
                  <a:pt x="47524" y="8597"/>
                </a:lnTo>
                <a:lnTo>
                  <a:pt x="47141" y="8981"/>
                </a:lnTo>
                <a:lnTo>
                  <a:pt x="46777" y="9364"/>
                </a:lnTo>
                <a:lnTo>
                  <a:pt x="46414" y="9747"/>
                </a:lnTo>
                <a:lnTo>
                  <a:pt x="46071" y="10151"/>
                </a:lnTo>
                <a:lnTo>
                  <a:pt x="45748" y="10555"/>
                </a:lnTo>
                <a:lnTo>
                  <a:pt x="45446" y="10978"/>
                </a:lnTo>
                <a:lnTo>
                  <a:pt x="45163" y="11422"/>
                </a:lnTo>
                <a:lnTo>
                  <a:pt x="44901" y="11866"/>
                </a:lnTo>
                <a:lnTo>
                  <a:pt x="44658" y="12331"/>
                </a:lnTo>
                <a:lnTo>
                  <a:pt x="44457" y="12795"/>
                </a:lnTo>
                <a:lnTo>
                  <a:pt x="44295" y="13299"/>
                </a:lnTo>
                <a:lnTo>
                  <a:pt x="44154" y="13804"/>
                </a:lnTo>
                <a:lnTo>
                  <a:pt x="44093" y="14127"/>
                </a:lnTo>
                <a:lnTo>
                  <a:pt x="44033" y="14449"/>
                </a:lnTo>
                <a:lnTo>
                  <a:pt x="43972" y="15095"/>
                </a:lnTo>
                <a:lnTo>
                  <a:pt x="43932" y="15761"/>
                </a:lnTo>
                <a:lnTo>
                  <a:pt x="43912" y="16407"/>
                </a:lnTo>
                <a:lnTo>
                  <a:pt x="43871" y="17194"/>
                </a:lnTo>
                <a:lnTo>
                  <a:pt x="43811" y="17981"/>
                </a:lnTo>
                <a:lnTo>
                  <a:pt x="43771" y="18385"/>
                </a:lnTo>
                <a:lnTo>
                  <a:pt x="43710" y="18768"/>
                </a:lnTo>
                <a:lnTo>
                  <a:pt x="43609" y="19151"/>
                </a:lnTo>
                <a:lnTo>
                  <a:pt x="43508" y="19535"/>
                </a:lnTo>
                <a:lnTo>
                  <a:pt x="43306" y="20039"/>
                </a:lnTo>
                <a:lnTo>
                  <a:pt x="43064" y="20544"/>
                </a:lnTo>
                <a:lnTo>
                  <a:pt x="42782" y="21028"/>
                </a:lnTo>
                <a:lnTo>
                  <a:pt x="42459" y="21492"/>
                </a:lnTo>
                <a:lnTo>
                  <a:pt x="42096" y="21936"/>
                </a:lnTo>
                <a:lnTo>
                  <a:pt x="41692" y="22360"/>
                </a:lnTo>
                <a:lnTo>
                  <a:pt x="41248" y="22764"/>
                </a:lnTo>
                <a:lnTo>
                  <a:pt x="40784" y="23127"/>
                </a:lnTo>
                <a:lnTo>
                  <a:pt x="40300" y="23470"/>
                </a:lnTo>
                <a:lnTo>
                  <a:pt x="39795" y="23773"/>
                </a:lnTo>
                <a:lnTo>
                  <a:pt x="39270" y="24035"/>
                </a:lnTo>
                <a:lnTo>
                  <a:pt x="38746" y="24277"/>
                </a:lnTo>
                <a:lnTo>
                  <a:pt x="38181" y="24479"/>
                </a:lnTo>
                <a:lnTo>
                  <a:pt x="37636" y="24640"/>
                </a:lnTo>
                <a:lnTo>
                  <a:pt x="37071" y="24782"/>
                </a:lnTo>
                <a:lnTo>
                  <a:pt x="36506" y="24862"/>
                </a:lnTo>
                <a:lnTo>
                  <a:pt x="34790" y="25125"/>
                </a:lnTo>
                <a:lnTo>
                  <a:pt x="32894" y="25387"/>
                </a:lnTo>
                <a:lnTo>
                  <a:pt x="30250" y="25791"/>
                </a:lnTo>
                <a:lnTo>
                  <a:pt x="27485" y="26174"/>
                </a:lnTo>
                <a:lnTo>
                  <a:pt x="26093" y="26356"/>
                </a:lnTo>
                <a:lnTo>
                  <a:pt x="24680" y="26517"/>
                </a:lnTo>
                <a:lnTo>
                  <a:pt x="23247" y="26679"/>
                </a:lnTo>
                <a:lnTo>
                  <a:pt x="21855" y="26800"/>
                </a:lnTo>
                <a:lnTo>
                  <a:pt x="20564" y="26901"/>
                </a:lnTo>
                <a:lnTo>
                  <a:pt x="19252" y="26961"/>
                </a:lnTo>
                <a:lnTo>
                  <a:pt x="17900" y="26981"/>
                </a:lnTo>
                <a:lnTo>
                  <a:pt x="16548" y="26961"/>
                </a:lnTo>
                <a:lnTo>
                  <a:pt x="15175" y="26901"/>
                </a:lnTo>
                <a:lnTo>
                  <a:pt x="13783" y="26820"/>
                </a:lnTo>
                <a:lnTo>
                  <a:pt x="12370" y="26699"/>
                </a:lnTo>
                <a:lnTo>
                  <a:pt x="10958" y="26558"/>
                </a:lnTo>
                <a:lnTo>
                  <a:pt x="10837" y="26537"/>
                </a:lnTo>
                <a:lnTo>
                  <a:pt x="9626" y="26396"/>
                </a:lnTo>
                <a:lnTo>
                  <a:pt x="8334" y="26214"/>
                </a:lnTo>
                <a:lnTo>
                  <a:pt x="7648" y="26093"/>
                </a:lnTo>
                <a:lnTo>
                  <a:pt x="6962" y="25972"/>
                </a:lnTo>
                <a:lnTo>
                  <a:pt x="6276" y="25851"/>
                </a:lnTo>
                <a:lnTo>
                  <a:pt x="5590" y="25690"/>
                </a:lnTo>
                <a:lnTo>
                  <a:pt x="4924" y="25508"/>
                </a:lnTo>
                <a:lnTo>
                  <a:pt x="4258" y="25327"/>
                </a:lnTo>
                <a:lnTo>
                  <a:pt x="3612" y="25105"/>
                </a:lnTo>
                <a:lnTo>
                  <a:pt x="3007" y="24862"/>
                </a:lnTo>
                <a:lnTo>
                  <a:pt x="2422" y="24580"/>
                </a:lnTo>
                <a:lnTo>
                  <a:pt x="1877" y="24277"/>
                </a:lnTo>
                <a:lnTo>
                  <a:pt x="1614" y="24136"/>
                </a:lnTo>
                <a:lnTo>
                  <a:pt x="1372" y="23954"/>
                </a:lnTo>
                <a:lnTo>
                  <a:pt x="1130" y="23773"/>
                </a:lnTo>
                <a:lnTo>
                  <a:pt x="908" y="23591"/>
                </a:lnTo>
                <a:lnTo>
                  <a:pt x="727" y="23409"/>
                </a:lnTo>
                <a:lnTo>
                  <a:pt x="545" y="23208"/>
                </a:lnTo>
                <a:lnTo>
                  <a:pt x="404" y="23026"/>
                </a:lnTo>
                <a:lnTo>
                  <a:pt x="283" y="22824"/>
                </a:lnTo>
                <a:lnTo>
                  <a:pt x="202" y="22643"/>
                </a:lnTo>
                <a:lnTo>
                  <a:pt x="121" y="22441"/>
                </a:lnTo>
                <a:lnTo>
                  <a:pt x="101" y="22239"/>
                </a:lnTo>
                <a:lnTo>
                  <a:pt x="81" y="22037"/>
                </a:lnTo>
                <a:lnTo>
                  <a:pt x="101" y="21815"/>
                </a:lnTo>
                <a:lnTo>
                  <a:pt x="141" y="21593"/>
                </a:lnTo>
                <a:lnTo>
                  <a:pt x="202" y="21371"/>
                </a:lnTo>
                <a:lnTo>
                  <a:pt x="303" y="21149"/>
                </a:lnTo>
                <a:lnTo>
                  <a:pt x="424" y="20947"/>
                </a:lnTo>
                <a:lnTo>
                  <a:pt x="565" y="20725"/>
                </a:lnTo>
                <a:lnTo>
                  <a:pt x="706" y="20524"/>
                </a:lnTo>
                <a:lnTo>
                  <a:pt x="888" y="20302"/>
                </a:lnTo>
                <a:lnTo>
                  <a:pt x="1251" y="19898"/>
                </a:lnTo>
                <a:lnTo>
                  <a:pt x="1675" y="19494"/>
                </a:lnTo>
                <a:lnTo>
                  <a:pt x="2099" y="19111"/>
                </a:lnTo>
                <a:lnTo>
                  <a:pt x="2543" y="18748"/>
                </a:lnTo>
                <a:lnTo>
                  <a:pt x="3168" y="18183"/>
                </a:lnTo>
                <a:lnTo>
                  <a:pt x="3451" y="17920"/>
                </a:lnTo>
                <a:lnTo>
                  <a:pt x="3713" y="17658"/>
                </a:lnTo>
                <a:lnTo>
                  <a:pt x="4641" y="16669"/>
                </a:lnTo>
                <a:lnTo>
                  <a:pt x="5570" y="15701"/>
                </a:lnTo>
                <a:lnTo>
                  <a:pt x="6498" y="14793"/>
                </a:lnTo>
                <a:lnTo>
                  <a:pt x="7426" y="13925"/>
                </a:lnTo>
                <a:lnTo>
                  <a:pt x="8375" y="13097"/>
                </a:lnTo>
                <a:lnTo>
                  <a:pt x="9323" y="12310"/>
                </a:lnTo>
                <a:lnTo>
                  <a:pt x="10272" y="11564"/>
                </a:lnTo>
                <a:lnTo>
                  <a:pt x="11240" y="10857"/>
                </a:lnTo>
                <a:lnTo>
                  <a:pt x="12370" y="10091"/>
                </a:lnTo>
                <a:lnTo>
                  <a:pt x="13521" y="9324"/>
                </a:lnTo>
                <a:lnTo>
                  <a:pt x="14711" y="8597"/>
                </a:lnTo>
                <a:lnTo>
                  <a:pt x="15922" y="7911"/>
                </a:lnTo>
                <a:lnTo>
                  <a:pt x="17153" y="7245"/>
                </a:lnTo>
                <a:lnTo>
                  <a:pt x="18424" y="6599"/>
                </a:lnTo>
                <a:lnTo>
                  <a:pt x="19716" y="5994"/>
                </a:lnTo>
                <a:lnTo>
                  <a:pt x="21028" y="5429"/>
                </a:lnTo>
                <a:lnTo>
                  <a:pt x="22380" y="4864"/>
                </a:lnTo>
                <a:lnTo>
                  <a:pt x="23752" y="4339"/>
                </a:lnTo>
                <a:lnTo>
                  <a:pt x="25165" y="3855"/>
                </a:lnTo>
                <a:lnTo>
                  <a:pt x="26597" y="3391"/>
                </a:lnTo>
                <a:lnTo>
                  <a:pt x="28050" y="2967"/>
                </a:lnTo>
                <a:lnTo>
                  <a:pt x="29544" y="2563"/>
                </a:lnTo>
                <a:lnTo>
                  <a:pt x="31037" y="2180"/>
                </a:lnTo>
                <a:lnTo>
                  <a:pt x="32591" y="1837"/>
                </a:lnTo>
                <a:lnTo>
                  <a:pt x="34145" y="1514"/>
                </a:lnTo>
                <a:lnTo>
                  <a:pt x="35739" y="1231"/>
                </a:lnTo>
                <a:lnTo>
                  <a:pt x="37374" y="989"/>
                </a:lnTo>
                <a:lnTo>
                  <a:pt x="39028" y="747"/>
                </a:lnTo>
                <a:lnTo>
                  <a:pt x="40723" y="566"/>
                </a:lnTo>
                <a:lnTo>
                  <a:pt x="42439" y="384"/>
                </a:lnTo>
                <a:lnTo>
                  <a:pt x="44194" y="243"/>
                </a:lnTo>
                <a:lnTo>
                  <a:pt x="45970" y="142"/>
                </a:lnTo>
                <a:lnTo>
                  <a:pt x="46656" y="101"/>
                </a:lnTo>
                <a:lnTo>
                  <a:pt x="47342" y="81"/>
                </a:lnTo>
                <a:close/>
                <a:moveTo>
                  <a:pt x="47302" y="1"/>
                </a:moveTo>
                <a:lnTo>
                  <a:pt x="46636" y="21"/>
                </a:lnTo>
                <a:lnTo>
                  <a:pt x="45970" y="61"/>
                </a:lnTo>
                <a:lnTo>
                  <a:pt x="44194" y="162"/>
                </a:lnTo>
                <a:lnTo>
                  <a:pt x="42439" y="303"/>
                </a:lnTo>
                <a:lnTo>
                  <a:pt x="40703" y="485"/>
                </a:lnTo>
                <a:lnTo>
                  <a:pt x="39028" y="666"/>
                </a:lnTo>
                <a:lnTo>
                  <a:pt x="37353" y="909"/>
                </a:lnTo>
                <a:lnTo>
                  <a:pt x="35739" y="1151"/>
                </a:lnTo>
                <a:lnTo>
                  <a:pt x="34145" y="1453"/>
                </a:lnTo>
                <a:lnTo>
                  <a:pt x="32571" y="1756"/>
                </a:lnTo>
                <a:lnTo>
                  <a:pt x="31017" y="2099"/>
                </a:lnTo>
                <a:lnTo>
                  <a:pt x="29523" y="2483"/>
                </a:lnTo>
                <a:lnTo>
                  <a:pt x="28030" y="2886"/>
                </a:lnTo>
                <a:lnTo>
                  <a:pt x="26577" y="3310"/>
                </a:lnTo>
                <a:lnTo>
                  <a:pt x="25144" y="3774"/>
                </a:lnTo>
                <a:lnTo>
                  <a:pt x="23732" y="4279"/>
                </a:lnTo>
                <a:lnTo>
                  <a:pt x="22339" y="4803"/>
                </a:lnTo>
                <a:lnTo>
                  <a:pt x="20987" y="5348"/>
                </a:lnTo>
                <a:lnTo>
                  <a:pt x="19676" y="5933"/>
                </a:lnTo>
                <a:lnTo>
                  <a:pt x="18384" y="6539"/>
                </a:lnTo>
                <a:lnTo>
                  <a:pt x="17113" y="7164"/>
                </a:lnTo>
                <a:lnTo>
                  <a:pt x="15882" y="7830"/>
                </a:lnTo>
                <a:lnTo>
                  <a:pt x="14671" y="8537"/>
                </a:lnTo>
                <a:lnTo>
                  <a:pt x="13480" y="9263"/>
                </a:lnTo>
                <a:lnTo>
                  <a:pt x="12330" y="10010"/>
                </a:lnTo>
                <a:lnTo>
                  <a:pt x="11200" y="10797"/>
                </a:lnTo>
                <a:lnTo>
                  <a:pt x="10231" y="11503"/>
                </a:lnTo>
                <a:lnTo>
                  <a:pt x="9263" y="12250"/>
                </a:lnTo>
                <a:lnTo>
                  <a:pt x="8314" y="13037"/>
                </a:lnTo>
                <a:lnTo>
                  <a:pt x="7386" y="13864"/>
                </a:lnTo>
                <a:lnTo>
                  <a:pt x="6438" y="14732"/>
                </a:lnTo>
                <a:lnTo>
                  <a:pt x="5509" y="15640"/>
                </a:lnTo>
                <a:lnTo>
                  <a:pt x="4581" y="16609"/>
                </a:lnTo>
                <a:lnTo>
                  <a:pt x="3653" y="17598"/>
                </a:lnTo>
                <a:lnTo>
                  <a:pt x="3390" y="17860"/>
                </a:lnTo>
                <a:lnTo>
                  <a:pt x="3108" y="18122"/>
                </a:lnTo>
                <a:lnTo>
                  <a:pt x="2482" y="18687"/>
                </a:lnTo>
                <a:lnTo>
                  <a:pt x="2038" y="19051"/>
                </a:lnTo>
                <a:lnTo>
                  <a:pt x="1614" y="19454"/>
                </a:lnTo>
                <a:lnTo>
                  <a:pt x="1191" y="19858"/>
                </a:lnTo>
                <a:lnTo>
                  <a:pt x="807" y="20261"/>
                </a:lnTo>
                <a:lnTo>
                  <a:pt x="646" y="20483"/>
                </a:lnTo>
                <a:lnTo>
                  <a:pt x="484" y="20685"/>
                </a:lnTo>
                <a:lnTo>
                  <a:pt x="343" y="20907"/>
                </a:lnTo>
                <a:lnTo>
                  <a:pt x="222" y="21129"/>
                </a:lnTo>
                <a:lnTo>
                  <a:pt x="141" y="21351"/>
                </a:lnTo>
                <a:lnTo>
                  <a:pt x="61" y="21573"/>
                </a:lnTo>
                <a:lnTo>
                  <a:pt x="20" y="21795"/>
                </a:lnTo>
                <a:lnTo>
                  <a:pt x="0" y="22037"/>
                </a:lnTo>
                <a:lnTo>
                  <a:pt x="20" y="22239"/>
                </a:lnTo>
                <a:lnTo>
                  <a:pt x="61" y="22441"/>
                </a:lnTo>
                <a:lnTo>
                  <a:pt x="121" y="22663"/>
                </a:lnTo>
                <a:lnTo>
                  <a:pt x="222" y="22865"/>
                </a:lnTo>
                <a:lnTo>
                  <a:pt x="343" y="23066"/>
                </a:lnTo>
                <a:lnTo>
                  <a:pt x="484" y="23268"/>
                </a:lnTo>
                <a:lnTo>
                  <a:pt x="666" y="23470"/>
                </a:lnTo>
                <a:lnTo>
                  <a:pt x="868" y="23652"/>
                </a:lnTo>
                <a:lnTo>
                  <a:pt x="1090" y="23833"/>
                </a:lnTo>
                <a:lnTo>
                  <a:pt x="1312" y="24015"/>
                </a:lnTo>
                <a:lnTo>
                  <a:pt x="1574" y="24196"/>
                </a:lnTo>
                <a:lnTo>
                  <a:pt x="1836" y="24358"/>
                </a:lnTo>
                <a:lnTo>
                  <a:pt x="2381" y="24661"/>
                </a:lnTo>
                <a:lnTo>
                  <a:pt x="2967" y="24923"/>
                </a:lnTo>
                <a:lnTo>
                  <a:pt x="3592" y="25165"/>
                </a:lnTo>
                <a:lnTo>
                  <a:pt x="4218" y="25387"/>
                </a:lnTo>
                <a:lnTo>
                  <a:pt x="4884" y="25589"/>
                </a:lnTo>
                <a:lnTo>
                  <a:pt x="5570" y="25770"/>
                </a:lnTo>
                <a:lnTo>
                  <a:pt x="6256" y="25912"/>
                </a:lnTo>
                <a:lnTo>
                  <a:pt x="6942" y="26053"/>
                </a:lnTo>
                <a:lnTo>
                  <a:pt x="7628" y="26174"/>
                </a:lnTo>
                <a:lnTo>
                  <a:pt x="8314" y="26295"/>
                </a:lnTo>
                <a:lnTo>
                  <a:pt x="9606" y="26477"/>
                </a:lnTo>
                <a:lnTo>
                  <a:pt x="10817" y="26618"/>
                </a:lnTo>
                <a:lnTo>
                  <a:pt x="10938" y="26638"/>
                </a:lnTo>
                <a:lnTo>
                  <a:pt x="11826" y="26739"/>
                </a:lnTo>
                <a:lnTo>
                  <a:pt x="12693" y="26820"/>
                </a:lnTo>
                <a:lnTo>
                  <a:pt x="13561" y="26880"/>
                </a:lnTo>
                <a:lnTo>
                  <a:pt x="14429" y="26941"/>
                </a:lnTo>
                <a:lnTo>
                  <a:pt x="15276" y="27001"/>
                </a:lnTo>
                <a:lnTo>
                  <a:pt x="16124" y="27022"/>
                </a:lnTo>
                <a:lnTo>
                  <a:pt x="16971" y="27042"/>
                </a:lnTo>
                <a:lnTo>
                  <a:pt x="17799" y="27062"/>
                </a:lnTo>
                <a:lnTo>
                  <a:pt x="18828" y="27042"/>
                </a:lnTo>
                <a:lnTo>
                  <a:pt x="19857" y="27022"/>
                </a:lnTo>
                <a:lnTo>
                  <a:pt x="20866" y="26961"/>
                </a:lnTo>
                <a:lnTo>
                  <a:pt x="21855" y="26880"/>
                </a:lnTo>
                <a:lnTo>
                  <a:pt x="23268" y="26759"/>
                </a:lnTo>
                <a:lnTo>
                  <a:pt x="24680" y="26598"/>
                </a:lnTo>
                <a:lnTo>
                  <a:pt x="26093" y="26436"/>
                </a:lnTo>
                <a:lnTo>
                  <a:pt x="27505" y="26255"/>
                </a:lnTo>
                <a:lnTo>
                  <a:pt x="30270" y="25871"/>
                </a:lnTo>
                <a:lnTo>
                  <a:pt x="32914" y="25468"/>
                </a:lnTo>
                <a:lnTo>
                  <a:pt x="34790" y="25205"/>
                </a:lnTo>
                <a:lnTo>
                  <a:pt x="36506" y="24943"/>
                </a:lnTo>
                <a:lnTo>
                  <a:pt x="37091" y="24862"/>
                </a:lnTo>
                <a:lnTo>
                  <a:pt x="37656" y="24721"/>
                </a:lnTo>
                <a:lnTo>
                  <a:pt x="38221" y="24539"/>
                </a:lnTo>
                <a:lnTo>
                  <a:pt x="38766" y="24338"/>
                </a:lnTo>
                <a:lnTo>
                  <a:pt x="39311" y="24096"/>
                </a:lnTo>
                <a:lnTo>
                  <a:pt x="39835" y="23833"/>
                </a:lnTo>
                <a:lnTo>
                  <a:pt x="40340" y="23530"/>
                </a:lnTo>
                <a:lnTo>
                  <a:pt x="40824" y="23208"/>
                </a:lnTo>
                <a:lnTo>
                  <a:pt x="41309" y="22824"/>
                </a:lnTo>
                <a:lnTo>
                  <a:pt x="41753" y="22421"/>
                </a:lnTo>
                <a:lnTo>
                  <a:pt x="42156" y="21977"/>
                </a:lnTo>
                <a:lnTo>
                  <a:pt x="42540" y="21533"/>
                </a:lnTo>
                <a:lnTo>
                  <a:pt x="42862" y="21069"/>
                </a:lnTo>
                <a:lnTo>
                  <a:pt x="43145" y="20584"/>
                </a:lnTo>
                <a:lnTo>
                  <a:pt x="43387" y="20080"/>
                </a:lnTo>
                <a:lnTo>
                  <a:pt x="43589" y="19555"/>
                </a:lnTo>
                <a:lnTo>
                  <a:pt x="43690" y="19172"/>
                </a:lnTo>
                <a:lnTo>
                  <a:pt x="43771" y="18788"/>
                </a:lnTo>
                <a:lnTo>
                  <a:pt x="43851" y="18385"/>
                </a:lnTo>
                <a:lnTo>
                  <a:pt x="43892" y="18001"/>
                </a:lnTo>
                <a:lnTo>
                  <a:pt x="43952" y="17194"/>
                </a:lnTo>
                <a:lnTo>
                  <a:pt x="43993" y="16407"/>
                </a:lnTo>
                <a:lnTo>
                  <a:pt x="44013" y="15761"/>
                </a:lnTo>
                <a:lnTo>
                  <a:pt x="44053" y="15115"/>
                </a:lnTo>
                <a:lnTo>
                  <a:pt x="44114" y="14449"/>
                </a:lnTo>
                <a:lnTo>
                  <a:pt x="44174" y="14147"/>
                </a:lnTo>
                <a:lnTo>
                  <a:pt x="44235" y="13824"/>
                </a:lnTo>
                <a:lnTo>
                  <a:pt x="44376" y="13319"/>
                </a:lnTo>
                <a:lnTo>
                  <a:pt x="44537" y="12815"/>
                </a:lnTo>
                <a:lnTo>
                  <a:pt x="44739" y="12351"/>
                </a:lnTo>
                <a:lnTo>
                  <a:pt x="44981" y="11887"/>
                </a:lnTo>
                <a:lnTo>
                  <a:pt x="45224" y="11443"/>
                </a:lnTo>
                <a:lnTo>
                  <a:pt x="45506" y="11019"/>
                </a:lnTo>
                <a:lnTo>
                  <a:pt x="45809" y="10595"/>
                </a:lnTo>
                <a:lnTo>
                  <a:pt x="46152" y="10191"/>
                </a:lnTo>
                <a:lnTo>
                  <a:pt x="46475" y="9788"/>
                </a:lnTo>
                <a:lnTo>
                  <a:pt x="46838" y="9404"/>
                </a:lnTo>
                <a:lnTo>
                  <a:pt x="47201" y="9021"/>
                </a:lnTo>
                <a:lnTo>
                  <a:pt x="47585" y="8658"/>
                </a:lnTo>
                <a:lnTo>
                  <a:pt x="48372" y="7911"/>
                </a:lnTo>
                <a:lnTo>
                  <a:pt x="49159" y="7185"/>
                </a:lnTo>
                <a:lnTo>
                  <a:pt x="50329" y="6135"/>
                </a:lnTo>
                <a:lnTo>
                  <a:pt x="50894" y="5590"/>
                </a:lnTo>
                <a:lnTo>
                  <a:pt x="51459" y="5025"/>
                </a:lnTo>
                <a:lnTo>
                  <a:pt x="51742" y="4702"/>
                </a:lnTo>
                <a:lnTo>
                  <a:pt x="52024" y="4359"/>
                </a:lnTo>
                <a:lnTo>
                  <a:pt x="52266" y="3976"/>
                </a:lnTo>
                <a:lnTo>
                  <a:pt x="52387" y="3774"/>
                </a:lnTo>
                <a:lnTo>
                  <a:pt x="52468" y="3572"/>
                </a:lnTo>
                <a:lnTo>
                  <a:pt x="52569" y="3371"/>
                </a:lnTo>
                <a:lnTo>
                  <a:pt x="52630" y="3169"/>
                </a:lnTo>
                <a:lnTo>
                  <a:pt x="52670" y="2947"/>
                </a:lnTo>
                <a:lnTo>
                  <a:pt x="52710" y="2745"/>
                </a:lnTo>
                <a:lnTo>
                  <a:pt x="52710" y="2523"/>
                </a:lnTo>
                <a:lnTo>
                  <a:pt x="52690" y="2321"/>
                </a:lnTo>
                <a:lnTo>
                  <a:pt x="52650" y="2099"/>
                </a:lnTo>
                <a:lnTo>
                  <a:pt x="52569" y="1897"/>
                </a:lnTo>
                <a:lnTo>
                  <a:pt x="52468" y="1716"/>
                </a:lnTo>
                <a:lnTo>
                  <a:pt x="52367" y="1534"/>
                </a:lnTo>
                <a:lnTo>
                  <a:pt x="52226" y="1373"/>
                </a:lnTo>
                <a:lnTo>
                  <a:pt x="52065" y="1211"/>
                </a:lnTo>
                <a:lnTo>
                  <a:pt x="51883" y="1070"/>
                </a:lnTo>
                <a:lnTo>
                  <a:pt x="51661" y="909"/>
                </a:lnTo>
                <a:lnTo>
                  <a:pt x="51439" y="788"/>
                </a:lnTo>
                <a:lnTo>
                  <a:pt x="51197" y="666"/>
                </a:lnTo>
                <a:lnTo>
                  <a:pt x="50894" y="525"/>
                </a:lnTo>
                <a:lnTo>
                  <a:pt x="50571" y="424"/>
                </a:lnTo>
                <a:lnTo>
                  <a:pt x="50269" y="323"/>
                </a:lnTo>
                <a:lnTo>
                  <a:pt x="49946" y="243"/>
                </a:lnTo>
                <a:lnTo>
                  <a:pt x="49623" y="182"/>
                </a:lnTo>
                <a:lnTo>
                  <a:pt x="49300" y="122"/>
                </a:lnTo>
                <a:lnTo>
                  <a:pt x="48654" y="41"/>
                </a:lnTo>
                <a:lnTo>
                  <a:pt x="47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4" name="Google Shape;2674;p34"/>
          <p:cNvSpPr/>
          <p:nvPr/>
        </p:nvSpPr>
        <p:spPr>
          <a:xfrm flipH="1">
            <a:off x="1814668" y="602606"/>
            <a:ext cx="262933" cy="275344"/>
          </a:xfrm>
          <a:custGeom>
            <a:rect b="b" l="l" r="r" t="t"/>
            <a:pathLst>
              <a:path extrusionOk="0" h="4925" w="4703">
                <a:moveTo>
                  <a:pt x="1938" y="81"/>
                </a:moveTo>
                <a:lnTo>
                  <a:pt x="2160" y="122"/>
                </a:lnTo>
                <a:lnTo>
                  <a:pt x="2382" y="182"/>
                </a:lnTo>
                <a:lnTo>
                  <a:pt x="2604" y="283"/>
                </a:lnTo>
                <a:lnTo>
                  <a:pt x="2785" y="384"/>
                </a:lnTo>
                <a:lnTo>
                  <a:pt x="2967" y="505"/>
                </a:lnTo>
                <a:lnTo>
                  <a:pt x="3129" y="626"/>
                </a:lnTo>
                <a:lnTo>
                  <a:pt x="3411" y="889"/>
                </a:lnTo>
                <a:lnTo>
                  <a:pt x="3613" y="1111"/>
                </a:lnTo>
                <a:lnTo>
                  <a:pt x="3794" y="1353"/>
                </a:lnTo>
                <a:lnTo>
                  <a:pt x="3976" y="1595"/>
                </a:lnTo>
                <a:lnTo>
                  <a:pt x="4117" y="1857"/>
                </a:lnTo>
                <a:lnTo>
                  <a:pt x="4259" y="2120"/>
                </a:lnTo>
                <a:lnTo>
                  <a:pt x="4380" y="2402"/>
                </a:lnTo>
                <a:lnTo>
                  <a:pt x="4460" y="2685"/>
                </a:lnTo>
                <a:lnTo>
                  <a:pt x="4541" y="2967"/>
                </a:lnTo>
                <a:lnTo>
                  <a:pt x="4602" y="3330"/>
                </a:lnTo>
                <a:lnTo>
                  <a:pt x="4622" y="3472"/>
                </a:lnTo>
                <a:lnTo>
                  <a:pt x="4622" y="3633"/>
                </a:lnTo>
                <a:lnTo>
                  <a:pt x="4602" y="3774"/>
                </a:lnTo>
                <a:lnTo>
                  <a:pt x="4561" y="3895"/>
                </a:lnTo>
                <a:lnTo>
                  <a:pt x="4521" y="4016"/>
                </a:lnTo>
                <a:lnTo>
                  <a:pt x="4481" y="4138"/>
                </a:lnTo>
                <a:lnTo>
                  <a:pt x="4380" y="4279"/>
                </a:lnTo>
                <a:lnTo>
                  <a:pt x="4238" y="4400"/>
                </a:lnTo>
                <a:lnTo>
                  <a:pt x="4097" y="4521"/>
                </a:lnTo>
                <a:lnTo>
                  <a:pt x="3916" y="4622"/>
                </a:lnTo>
                <a:lnTo>
                  <a:pt x="3673" y="4723"/>
                </a:lnTo>
                <a:lnTo>
                  <a:pt x="3431" y="4783"/>
                </a:lnTo>
                <a:lnTo>
                  <a:pt x="3189" y="4844"/>
                </a:lnTo>
                <a:lnTo>
                  <a:pt x="2685" y="4844"/>
                </a:lnTo>
                <a:lnTo>
                  <a:pt x="2442" y="4804"/>
                </a:lnTo>
                <a:lnTo>
                  <a:pt x="2200" y="4723"/>
                </a:lnTo>
                <a:lnTo>
                  <a:pt x="1958" y="4622"/>
                </a:lnTo>
                <a:lnTo>
                  <a:pt x="1676" y="4460"/>
                </a:lnTo>
                <a:lnTo>
                  <a:pt x="1393" y="4238"/>
                </a:lnTo>
                <a:lnTo>
                  <a:pt x="1111" y="3976"/>
                </a:lnTo>
                <a:lnTo>
                  <a:pt x="868" y="3694"/>
                </a:lnTo>
                <a:lnTo>
                  <a:pt x="646" y="3391"/>
                </a:lnTo>
                <a:lnTo>
                  <a:pt x="445" y="3068"/>
                </a:lnTo>
                <a:lnTo>
                  <a:pt x="283" y="2725"/>
                </a:lnTo>
                <a:lnTo>
                  <a:pt x="162" y="2382"/>
                </a:lnTo>
                <a:lnTo>
                  <a:pt x="122" y="2160"/>
                </a:lnTo>
                <a:lnTo>
                  <a:pt x="81" y="1958"/>
                </a:lnTo>
                <a:lnTo>
                  <a:pt x="81" y="1756"/>
                </a:lnTo>
                <a:lnTo>
                  <a:pt x="81" y="1555"/>
                </a:lnTo>
                <a:lnTo>
                  <a:pt x="122" y="1373"/>
                </a:lnTo>
                <a:lnTo>
                  <a:pt x="162" y="1191"/>
                </a:lnTo>
                <a:lnTo>
                  <a:pt x="243" y="1010"/>
                </a:lnTo>
                <a:lnTo>
                  <a:pt x="323" y="848"/>
                </a:lnTo>
                <a:lnTo>
                  <a:pt x="445" y="687"/>
                </a:lnTo>
                <a:lnTo>
                  <a:pt x="606" y="525"/>
                </a:lnTo>
                <a:lnTo>
                  <a:pt x="767" y="404"/>
                </a:lnTo>
                <a:lnTo>
                  <a:pt x="949" y="283"/>
                </a:lnTo>
                <a:lnTo>
                  <a:pt x="1151" y="202"/>
                </a:lnTo>
                <a:lnTo>
                  <a:pt x="1353" y="122"/>
                </a:lnTo>
                <a:lnTo>
                  <a:pt x="1554" y="81"/>
                </a:lnTo>
                <a:close/>
                <a:moveTo>
                  <a:pt x="1696" y="1"/>
                </a:moveTo>
                <a:lnTo>
                  <a:pt x="1454" y="21"/>
                </a:lnTo>
                <a:lnTo>
                  <a:pt x="1211" y="81"/>
                </a:lnTo>
                <a:lnTo>
                  <a:pt x="989" y="182"/>
                </a:lnTo>
                <a:lnTo>
                  <a:pt x="767" y="303"/>
                </a:lnTo>
                <a:lnTo>
                  <a:pt x="586" y="445"/>
                </a:lnTo>
                <a:lnTo>
                  <a:pt x="404" y="626"/>
                </a:lnTo>
                <a:lnTo>
                  <a:pt x="263" y="808"/>
                </a:lnTo>
                <a:lnTo>
                  <a:pt x="162" y="989"/>
                </a:lnTo>
                <a:lnTo>
                  <a:pt x="81" y="1171"/>
                </a:lnTo>
                <a:lnTo>
                  <a:pt x="41" y="1353"/>
                </a:lnTo>
                <a:lnTo>
                  <a:pt x="1" y="1555"/>
                </a:lnTo>
                <a:lnTo>
                  <a:pt x="1" y="1756"/>
                </a:lnTo>
                <a:lnTo>
                  <a:pt x="1" y="1958"/>
                </a:lnTo>
                <a:lnTo>
                  <a:pt x="41" y="2180"/>
                </a:lnTo>
                <a:lnTo>
                  <a:pt x="81" y="2402"/>
                </a:lnTo>
                <a:lnTo>
                  <a:pt x="202" y="2745"/>
                </a:lnTo>
                <a:lnTo>
                  <a:pt x="364" y="3088"/>
                </a:lnTo>
                <a:lnTo>
                  <a:pt x="566" y="3431"/>
                </a:lnTo>
                <a:lnTo>
                  <a:pt x="808" y="3754"/>
                </a:lnTo>
                <a:lnTo>
                  <a:pt x="1050" y="4037"/>
                </a:lnTo>
                <a:lnTo>
                  <a:pt x="1332" y="4299"/>
                </a:lnTo>
                <a:lnTo>
                  <a:pt x="1635" y="4521"/>
                </a:lnTo>
                <a:lnTo>
                  <a:pt x="1938" y="4703"/>
                </a:lnTo>
                <a:lnTo>
                  <a:pt x="2160" y="4804"/>
                </a:lnTo>
                <a:lnTo>
                  <a:pt x="2422" y="4864"/>
                </a:lnTo>
                <a:lnTo>
                  <a:pt x="2664" y="4925"/>
                </a:lnTo>
                <a:lnTo>
                  <a:pt x="3189" y="4925"/>
                </a:lnTo>
                <a:lnTo>
                  <a:pt x="3451" y="4864"/>
                </a:lnTo>
                <a:lnTo>
                  <a:pt x="3714" y="4804"/>
                </a:lnTo>
                <a:lnTo>
                  <a:pt x="3956" y="4682"/>
                </a:lnTo>
                <a:lnTo>
                  <a:pt x="4138" y="4582"/>
                </a:lnTo>
                <a:lnTo>
                  <a:pt x="4299" y="4460"/>
                </a:lnTo>
                <a:lnTo>
                  <a:pt x="4440" y="4319"/>
                </a:lnTo>
                <a:lnTo>
                  <a:pt x="4541" y="4178"/>
                </a:lnTo>
                <a:lnTo>
                  <a:pt x="4602" y="4057"/>
                </a:lnTo>
                <a:lnTo>
                  <a:pt x="4642" y="3916"/>
                </a:lnTo>
                <a:lnTo>
                  <a:pt x="4682" y="3795"/>
                </a:lnTo>
                <a:lnTo>
                  <a:pt x="4703" y="3633"/>
                </a:lnTo>
                <a:lnTo>
                  <a:pt x="4703" y="3492"/>
                </a:lnTo>
                <a:lnTo>
                  <a:pt x="4682" y="3310"/>
                </a:lnTo>
                <a:lnTo>
                  <a:pt x="4622" y="2947"/>
                </a:lnTo>
                <a:lnTo>
                  <a:pt x="4541" y="2664"/>
                </a:lnTo>
                <a:lnTo>
                  <a:pt x="4440" y="2362"/>
                </a:lnTo>
                <a:lnTo>
                  <a:pt x="4339" y="2099"/>
                </a:lnTo>
                <a:lnTo>
                  <a:pt x="4198" y="1817"/>
                </a:lnTo>
                <a:lnTo>
                  <a:pt x="4037" y="1555"/>
                </a:lnTo>
                <a:lnTo>
                  <a:pt x="3855" y="1312"/>
                </a:lnTo>
                <a:lnTo>
                  <a:pt x="3673" y="1070"/>
                </a:lnTo>
                <a:lnTo>
                  <a:pt x="3472" y="828"/>
                </a:lnTo>
                <a:lnTo>
                  <a:pt x="3189" y="566"/>
                </a:lnTo>
                <a:lnTo>
                  <a:pt x="3007" y="445"/>
                </a:lnTo>
                <a:lnTo>
                  <a:pt x="2826" y="324"/>
                </a:lnTo>
                <a:lnTo>
                  <a:pt x="2624" y="202"/>
                </a:lnTo>
                <a:lnTo>
                  <a:pt x="2422" y="102"/>
                </a:lnTo>
                <a:lnTo>
                  <a:pt x="2180" y="41"/>
                </a:lnTo>
                <a:lnTo>
                  <a:pt x="1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5" name="Google Shape;2675;p34"/>
          <p:cNvSpPr/>
          <p:nvPr/>
        </p:nvSpPr>
        <p:spPr>
          <a:xfrm>
            <a:off x="-1497457" y="3670008"/>
            <a:ext cx="2259893" cy="1045918"/>
          </a:xfrm>
          <a:custGeom>
            <a:rect b="b" l="l" r="r" t="t"/>
            <a:pathLst>
              <a:path extrusionOk="0" h="18708" w="40422">
                <a:moveTo>
                  <a:pt x="37434" y="81"/>
                </a:moveTo>
                <a:lnTo>
                  <a:pt x="37919" y="101"/>
                </a:lnTo>
                <a:lnTo>
                  <a:pt x="38403" y="162"/>
                </a:lnTo>
                <a:lnTo>
                  <a:pt x="38887" y="263"/>
                </a:lnTo>
                <a:lnTo>
                  <a:pt x="39372" y="384"/>
                </a:lnTo>
                <a:lnTo>
                  <a:pt x="39634" y="485"/>
                </a:lnTo>
                <a:lnTo>
                  <a:pt x="39796" y="566"/>
                </a:lnTo>
                <a:lnTo>
                  <a:pt x="39957" y="666"/>
                </a:lnTo>
                <a:lnTo>
                  <a:pt x="40098" y="808"/>
                </a:lnTo>
                <a:lnTo>
                  <a:pt x="40219" y="949"/>
                </a:lnTo>
                <a:lnTo>
                  <a:pt x="40260" y="1030"/>
                </a:lnTo>
                <a:lnTo>
                  <a:pt x="40300" y="1110"/>
                </a:lnTo>
                <a:lnTo>
                  <a:pt x="40320" y="1211"/>
                </a:lnTo>
                <a:lnTo>
                  <a:pt x="40340" y="1292"/>
                </a:lnTo>
                <a:lnTo>
                  <a:pt x="40320" y="1413"/>
                </a:lnTo>
                <a:lnTo>
                  <a:pt x="40300" y="1534"/>
                </a:lnTo>
                <a:lnTo>
                  <a:pt x="40260" y="1655"/>
                </a:lnTo>
                <a:lnTo>
                  <a:pt x="40199" y="1756"/>
                </a:lnTo>
                <a:lnTo>
                  <a:pt x="40058" y="1958"/>
                </a:lnTo>
                <a:lnTo>
                  <a:pt x="39876" y="2160"/>
                </a:lnTo>
                <a:lnTo>
                  <a:pt x="39513" y="2523"/>
                </a:lnTo>
                <a:lnTo>
                  <a:pt x="39130" y="2886"/>
                </a:lnTo>
                <a:lnTo>
                  <a:pt x="38322" y="3572"/>
                </a:lnTo>
                <a:lnTo>
                  <a:pt x="37677" y="4117"/>
                </a:lnTo>
                <a:lnTo>
                  <a:pt x="37051" y="4682"/>
                </a:lnTo>
                <a:lnTo>
                  <a:pt x="36748" y="4985"/>
                </a:lnTo>
                <a:lnTo>
                  <a:pt x="36466" y="5308"/>
                </a:lnTo>
                <a:lnTo>
                  <a:pt x="36203" y="5631"/>
                </a:lnTo>
                <a:lnTo>
                  <a:pt x="35961" y="5974"/>
                </a:lnTo>
                <a:lnTo>
                  <a:pt x="35719" y="6337"/>
                </a:lnTo>
                <a:lnTo>
                  <a:pt x="35517" y="6700"/>
                </a:lnTo>
                <a:lnTo>
                  <a:pt x="35336" y="7084"/>
                </a:lnTo>
                <a:lnTo>
                  <a:pt x="35174" y="7467"/>
                </a:lnTo>
                <a:lnTo>
                  <a:pt x="34872" y="8254"/>
                </a:lnTo>
                <a:lnTo>
                  <a:pt x="34589" y="9041"/>
                </a:lnTo>
                <a:lnTo>
                  <a:pt x="34307" y="9869"/>
                </a:lnTo>
                <a:lnTo>
                  <a:pt x="34145" y="10292"/>
                </a:lnTo>
                <a:lnTo>
                  <a:pt x="33984" y="10696"/>
                </a:lnTo>
                <a:lnTo>
                  <a:pt x="33802" y="11100"/>
                </a:lnTo>
                <a:lnTo>
                  <a:pt x="33600" y="11503"/>
                </a:lnTo>
                <a:lnTo>
                  <a:pt x="33378" y="11887"/>
                </a:lnTo>
                <a:lnTo>
                  <a:pt x="33136" y="12250"/>
                </a:lnTo>
                <a:lnTo>
                  <a:pt x="32914" y="12512"/>
                </a:lnTo>
                <a:lnTo>
                  <a:pt x="32712" y="12754"/>
                </a:lnTo>
                <a:lnTo>
                  <a:pt x="32470" y="12996"/>
                </a:lnTo>
                <a:lnTo>
                  <a:pt x="32228" y="13239"/>
                </a:lnTo>
                <a:lnTo>
                  <a:pt x="31986" y="13440"/>
                </a:lnTo>
                <a:lnTo>
                  <a:pt x="31724" y="13642"/>
                </a:lnTo>
                <a:lnTo>
                  <a:pt x="31199" y="14026"/>
                </a:lnTo>
                <a:lnTo>
                  <a:pt x="30634" y="14369"/>
                </a:lnTo>
                <a:lnTo>
                  <a:pt x="30069" y="14692"/>
                </a:lnTo>
                <a:lnTo>
                  <a:pt x="29504" y="14954"/>
                </a:lnTo>
                <a:lnTo>
                  <a:pt x="28939" y="15216"/>
                </a:lnTo>
                <a:lnTo>
                  <a:pt x="27970" y="15640"/>
                </a:lnTo>
                <a:lnTo>
                  <a:pt x="26961" y="16024"/>
                </a:lnTo>
                <a:lnTo>
                  <a:pt x="25952" y="16387"/>
                </a:lnTo>
                <a:lnTo>
                  <a:pt x="24923" y="16730"/>
                </a:lnTo>
                <a:lnTo>
                  <a:pt x="23873" y="17033"/>
                </a:lnTo>
                <a:lnTo>
                  <a:pt x="22804" y="17315"/>
                </a:lnTo>
                <a:lnTo>
                  <a:pt x="21714" y="17557"/>
                </a:lnTo>
                <a:lnTo>
                  <a:pt x="20604" y="17799"/>
                </a:lnTo>
                <a:lnTo>
                  <a:pt x="19494" y="18001"/>
                </a:lnTo>
                <a:lnTo>
                  <a:pt x="18344" y="18163"/>
                </a:lnTo>
                <a:lnTo>
                  <a:pt x="17194" y="18304"/>
                </a:lnTo>
                <a:lnTo>
                  <a:pt x="16023" y="18425"/>
                </a:lnTo>
                <a:lnTo>
                  <a:pt x="14833" y="18526"/>
                </a:lnTo>
                <a:lnTo>
                  <a:pt x="13622" y="18586"/>
                </a:lnTo>
                <a:lnTo>
                  <a:pt x="12391" y="18607"/>
                </a:lnTo>
                <a:lnTo>
                  <a:pt x="11160" y="18627"/>
                </a:lnTo>
                <a:lnTo>
                  <a:pt x="10091" y="18607"/>
                </a:lnTo>
                <a:lnTo>
                  <a:pt x="8981" y="18566"/>
                </a:lnTo>
                <a:lnTo>
                  <a:pt x="7810" y="18465"/>
                </a:lnTo>
                <a:lnTo>
                  <a:pt x="7205" y="18405"/>
                </a:lnTo>
                <a:lnTo>
                  <a:pt x="6599" y="18324"/>
                </a:lnTo>
                <a:lnTo>
                  <a:pt x="5994" y="18243"/>
                </a:lnTo>
                <a:lnTo>
                  <a:pt x="5368" y="18122"/>
                </a:lnTo>
                <a:lnTo>
                  <a:pt x="4763" y="17981"/>
                </a:lnTo>
                <a:lnTo>
                  <a:pt x="4137" y="17840"/>
                </a:lnTo>
                <a:lnTo>
                  <a:pt x="3532" y="17658"/>
                </a:lnTo>
                <a:lnTo>
                  <a:pt x="2927" y="17456"/>
                </a:lnTo>
                <a:lnTo>
                  <a:pt x="2321" y="17234"/>
                </a:lnTo>
                <a:lnTo>
                  <a:pt x="1716" y="16972"/>
                </a:lnTo>
                <a:lnTo>
                  <a:pt x="1312" y="16790"/>
                </a:lnTo>
                <a:lnTo>
                  <a:pt x="1131" y="16669"/>
                </a:lnTo>
                <a:lnTo>
                  <a:pt x="949" y="16548"/>
                </a:lnTo>
                <a:lnTo>
                  <a:pt x="767" y="16427"/>
                </a:lnTo>
                <a:lnTo>
                  <a:pt x="606" y="16286"/>
                </a:lnTo>
                <a:lnTo>
                  <a:pt x="465" y="16124"/>
                </a:lnTo>
                <a:lnTo>
                  <a:pt x="323" y="15963"/>
                </a:lnTo>
                <a:lnTo>
                  <a:pt x="243" y="15802"/>
                </a:lnTo>
                <a:lnTo>
                  <a:pt x="162" y="15640"/>
                </a:lnTo>
                <a:lnTo>
                  <a:pt x="122" y="15499"/>
                </a:lnTo>
                <a:lnTo>
                  <a:pt x="101" y="15337"/>
                </a:lnTo>
                <a:lnTo>
                  <a:pt x="81" y="15196"/>
                </a:lnTo>
                <a:lnTo>
                  <a:pt x="101" y="15055"/>
                </a:lnTo>
                <a:lnTo>
                  <a:pt x="122" y="14914"/>
                </a:lnTo>
                <a:lnTo>
                  <a:pt x="162" y="14772"/>
                </a:lnTo>
                <a:lnTo>
                  <a:pt x="222" y="14631"/>
                </a:lnTo>
                <a:lnTo>
                  <a:pt x="283" y="14490"/>
                </a:lnTo>
                <a:lnTo>
                  <a:pt x="444" y="14207"/>
                </a:lnTo>
                <a:lnTo>
                  <a:pt x="646" y="13945"/>
                </a:lnTo>
                <a:lnTo>
                  <a:pt x="868" y="13703"/>
                </a:lnTo>
                <a:lnTo>
                  <a:pt x="1453" y="13077"/>
                </a:lnTo>
                <a:lnTo>
                  <a:pt x="2059" y="12472"/>
                </a:lnTo>
                <a:lnTo>
                  <a:pt x="2684" y="11887"/>
                </a:lnTo>
                <a:lnTo>
                  <a:pt x="3310" y="11322"/>
                </a:lnTo>
                <a:lnTo>
                  <a:pt x="3936" y="10797"/>
                </a:lnTo>
                <a:lnTo>
                  <a:pt x="4602" y="10272"/>
                </a:lnTo>
                <a:lnTo>
                  <a:pt x="5267" y="9768"/>
                </a:lnTo>
                <a:lnTo>
                  <a:pt x="5974" y="9283"/>
                </a:lnTo>
                <a:lnTo>
                  <a:pt x="6680" y="8819"/>
                </a:lnTo>
                <a:lnTo>
                  <a:pt x="7427" y="8355"/>
                </a:lnTo>
                <a:lnTo>
                  <a:pt x="8173" y="7891"/>
                </a:lnTo>
                <a:lnTo>
                  <a:pt x="8960" y="7467"/>
                </a:lnTo>
                <a:lnTo>
                  <a:pt x="9808" y="7003"/>
                </a:lnTo>
                <a:lnTo>
                  <a:pt x="10676" y="6579"/>
                </a:lnTo>
                <a:lnTo>
                  <a:pt x="11564" y="6155"/>
                </a:lnTo>
                <a:lnTo>
                  <a:pt x="12492" y="5752"/>
                </a:lnTo>
                <a:lnTo>
                  <a:pt x="13380" y="5389"/>
                </a:lnTo>
                <a:lnTo>
                  <a:pt x="14268" y="5046"/>
                </a:lnTo>
                <a:lnTo>
                  <a:pt x="15176" y="4702"/>
                </a:lnTo>
                <a:lnTo>
                  <a:pt x="16084" y="4380"/>
                </a:lnTo>
                <a:lnTo>
                  <a:pt x="17012" y="4077"/>
                </a:lnTo>
                <a:lnTo>
                  <a:pt x="17920" y="3794"/>
                </a:lnTo>
                <a:lnTo>
                  <a:pt x="18849" y="3512"/>
                </a:lnTo>
                <a:lnTo>
                  <a:pt x="19777" y="3270"/>
                </a:lnTo>
                <a:lnTo>
                  <a:pt x="21613" y="2765"/>
                </a:lnTo>
                <a:lnTo>
                  <a:pt x="23470" y="2321"/>
                </a:lnTo>
                <a:lnTo>
                  <a:pt x="25286" y="1918"/>
                </a:lnTo>
                <a:lnTo>
                  <a:pt x="27102" y="1534"/>
                </a:lnTo>
                <a:lnTo>
                  <a:pt x="29362" y="1070"/>
                </a:lnTo>
                <a:lnTo>
                  <a:pt x="30452" y="868"/>
                </a:lnTo>
                <a:lnTo>
                  <a:pt x="31502" y="687"/>
                </a:lnTo>
                <a:lnTo>
                  <a:pt x="32531" y="525"/>
                </a:lnTo>
                <a:lnTo>
                  <a:pt x="33560" y="384"/>
                </a:lnTo>
                <a:lnTo>
                  <a:pt x="34569" y="263"/>
                </a:lnTo>
                <a:lnTo>
                  <a:pt x="35578" y="162"/>
                </a:lnTo>
                <a:lnTo>
                  <a:pt x="36486" y="81"/>
                </a:lnTo>
                <a:close/>
                <a:moveTo>
                  <a:pt x="36486" y="1"/>
                </a:moveTo>
                <a:lnTo>
                  <a:pt x="35558" y="81"/>
                </a:lnTo>
                <a:lnTo>
                  <a:pt x="34549" y="182"/>
                </a:lnTo>
                <a:lnTo>
                  <a:pt x="33540" y="303"/>
                </a:lnTo>
                <a:lnTo>
                  <a:pt x="32511" y="444"/>
                </a:lnTo>
                <a:lnTo>
                  <a:pt x="31481" y="606"/>
                </a:lnTo>
                <a:lnTo>
                  <a:pt x="30432" y="788"/>
                </a:lnTo>
                <a:lnTo>
                  <a:pt x="29362" y="989"/>
                </a:lnTo>
                <a:lnTo>
                  <a:pt x="27082" y="1453"/>
                </a:lnTo>
                <a:lnTo>
                  <a:pt x="25286" y="1837"/>
                </a:lnTo>
                <a:lnTo>
                  <a:pt x="23450" y="2241"/>
                </a:lnTo>
                <a:lnTo>
                  <a:pt x="21593" y="2705"/>
                </a:lnTo>
                <a:lnTo>
                  <a:pt x="19757" y="3189"/>
                </a:lnTo>
                <a:lnTo>
                  <a:pt x="18828" y="3451"/>
                </a:lnTo>
                <a:lnTo>
                  <a:pt x="17900" y="3714"/>
                </a:lnTo>
                <a:lnTo>
                  <a:pt x="16992" y="3996"/>
                </a:lnTo>
                <a:lnTo>
                  <a:pt x="16064" y="4299"/>
                </a:lnTo>
                <a:lnTo>
                  <a:pt x="15156" y="4622"/>
                </a:lnTo>
                <a:lnTo>
                  <a:pt x="14248" y="4965"/>
                </a:lnTo>
                <a:lnTo>
                  <a:pt x="13339" y="5308"/>
                </a:lnTo>
                <a:lnTo>
                  <a:pt x="12452" y="5691"/>
                </a:lnTo>
                <a:lnTo>
                  <a:pt x="11543" y="6095"/>
                </a:lnTo>
                <a:lnTo>
                  <a:pt x="10635" y="6499"/>
                </a:lnTo>
                <a:lnTo>
                  <a:pt x="9768" y="6942"/>
                </a:lnTo>
                <a:lnTo>
                  <a:pt x="8920" y="7386"/>
                </a:lnTo>
                <a:lnTo>
                  <a:pt x="8133" y="7830"/>
                </a:lnTo>
                <a:lnTo>
                  <a:pt x="7386" y="8274"/>
                </a:lnTo>
                <a:lnTo>
                  <a:pt x="6640" y="8738"/>
                </a:lnTo>
                <a:lnTo>
                  <a:pt x="5933" y="9223"/>
                </a:lnTo>
                <a:lnTo>
                  <a:pt x="5227" y="9707"/>
                </a:lnTo>
                <a:lnTo>
                  <a:pt x="4541" y="10212"/>
                </a:lnTo>
                <a:lnTo>
                  <a:pt x="3895" y="10736"/>
                </a:lnTo>
                <a:lnTo>
                  <a:pt x="3270" y="11261"/>
                </a:lnTo>
                <a:lnTo>
                  <a:pt x="2624" y="11826"/>
                </a:lnTo>
                <a:lnTo>
                  <a:pt x="1998" y="12411"/>
                </a:lnTo>
                <a:lnTo>
                  <a:pt x="1393" y="13017"/>
                </a:lnTo>
                <a:lnTo>
                  <a:pt x="808" y="13642"/>
                </a:lnTo>
                <a:lnTo>
                  <a:pt x="586" y="13905"/>
                </a:lnTo>
                <a:lnTo>
                  <a:pt x="364" y="14187"/>
                </a:lnTo>
                <a:lnTo>
                  <a:pt x="202" y="14470"/>
                </a:lnTo>
                <a:lnTo>
                  <a:pt x="122" y="14611"/>
                </a:lnTo>
                <a:lnTo>
                  <a:pt x="81" y="14752"/>
                </a:lnTo>
                <a:lnTo>
                  <a:pt x="41" y="14893"/>
                </a:lnTo>
                <a:lnTo>
                  <a:pt x="0" y="15055"/>
                </a:lnTo>
                <a:lnTo>
                  <a:pt x="0" y="15196"/>
                </a:lnTo>
                <a:lnTo>
                  <a:pt x="0" y="15358"/>
                </a:lnTo>
                <a:lnTo>
                  <a:pt x="41" y="15519"/>
                </a:lnTo>
                <a:lnTo>
                  <a:pt x="101" y="15680"/>
                </a:lnTo>
                <a:lnTo>
                  <a:pt x="162" y="15842"/>
                </a:lnTo>
                <a:lnTo>
                  <a:pt x="263" y="16003"/>
                </a:lnTo>
                <a:lnTo>
                  <a:pt x="404" y="16185"/>
                </a:lnTo>
                <a:lnTo>
                  <a:pt x="545" y="16346"/>
                </a:lnTo>
                <a:lnTo>
                  <a:pt x="727" y="16488"/>
                </a:lnTo>
                <a:lnTo>
                  <a:pt x="888" y="16629"/>
                </a:lnTo>
                <a:lnTo>
                  <a:pt x="1090" y="16750"/>
                </a:lnTo>
                <a:lnTo>
                  <a:pt x="1272" y="16851"/>
                </a:lnTo>
                <a:lnTo>
                  <a:pt x="1675" y="17053"/>
                </a:lnTo>
                <a:lnTo>
                  <a:pt x="2281" y="17295"/>
                </a:lnTo>
                <a:lnTo>
                  <a:pt x="2886" y="17537"/>
                </a:lnTo>
                <a:lnTo>
                  <a:pt x="3512" y="17739"/>
                </a:lnTo>
                <a:lnTo>
                  <a:pt x="4117" y="17920"/>
                </a:lnTo>
                <a:lnTo>
                  <a:pt x="4743" y="18062"/>
                </a:lnTo>
                <a:lnTo>
                  <a:pt x="5348" y="18203"/>
                </a:lnTo>
                <a:lnTo>
                  <a:pt x="5974" y="18324"/>
                </a:lnTo>
                <a:lnTo>
                  <a:pt x="6579" y="18405"/>
                </a:lnTo>
                <a:lnTo>
                  <a:pt x="7185" y="18485"/>
                </a:lnTo>
                <a:lnTo>
                  <a:pt x="7790" y="18546"/>
                </a:lnTo>
                <a:lnTo>
                  <a:pt x="8960" y="18647"/>
                </a:lnTo>
                <a:lnTo>
                  <a:pt x="10091" y="18687"/>
                </a:lnTo>
                <a:lnTo>
                  <a:pt x="11160" y="18707"/>
                </a:lnTo>
                <a:lnTo>
                  <a:pt x="11443" y="18707"/>
                </a:lnTo>
                <a:lnTo>
                  <a:pt x="12653" y="18687"/>
                </a:lnTo>
                <a:lnTo>
                  <a:pt x="13864" y="18647"/>
                </a:lnTo>
                <a:lnTo>
                  <a:pt x="15055" y="18586"/>
                </a:lnTo>
                <a:lnTo>
                  <a:pt x="16225" y="18485"/>
                </a:lnTo>
                <a:lnTo>
                  <a:pt x="17376" y="18364"/>
                </a:lnTo>
                <a:lnTo>
                  <a:pt x="18526" y="18223"/>
                </a:lnTo>
                <a:lnTo>
                  <a:pt x="19636" y="18042"/>
                </a:lnTo>
                <a:lnTo>
                  <a:pt x="20746" y="17840"/>
                </a:lnTo>
                <a:lnTo>
                  <a:pt x="21835" y="17618"/>
                </a:lnTo>
                <a:lnTo>
                  <a:pt x="22905" y="17376"/>
                </a:lnTo>
                <a:lnTo>
                  <a:pt x="23974" y="17093"/>
                </a:lnTo>
                <a:lnTo>
                  <a:pt x="25004" y="16790"/>
                </a:lnTo>
                <a:lnTo>
                  <a:pt x="26033" y="16447"/>
                </a:lnTo>
                <a:lnTo>
                  <a:pt x="27022" y="16084"/>
                </a:lnTo>
                <a:lnTo>
                  <a:pt x="28010" y="15701"/>
                </a:lnTo>
                <a:lnTo>
                  <a:pt x="28979" y="15297"/>
                </a:lnTo>
                <a:lnTo>
                  <a:pt x="29544" y="15035"/>
                </a:lnTo>
                <a:lnTo>
                  <a:pt x="30109" y="14752"/>
                </a:lnTo>
                <a:lnTo>
                  <a:pt x="30674" y="14449"/>
                </a:lnTo>
                <a:lnTo>
                  <a:pt x="31239" y="14086"/>
                </a:lnTo>
                <a:lnTo>
                  <a:pt x="31784" y="13703"/>
                </a:lnTo>
                <a:lnTo>
                  <a:pt x="32046" y="13501"/>
                </a:lnTo>
                <a:lnTo>
                  <a:pt x="32289" y="13279"/>
                </a:lnTo>
                <a:lnTo>
                  <a:pt x="32531" y="13057"/>
                </a:lnTo>
                <a:lnTo>
                  <a:pt x="32773" y="12815"/>
                </a:lnTo>
                <a:lnTo>
                  <a:pt x="32995" y="12553"/>
                </a:lnTo>
                <a:lnTo>
                  <a:pt x="33197" y="12290"/>
                </a:lnTo>
                <a:lnTo>
                  <a:pt x="33439" y="11927"/>
                </a:lnTo>
                <a:lnTo>
                  <a:pt x="33661" y="11544"/>
                </a:lnTo>
                <a:lnTo>
                  <a:pt x="33863" y="11140"/>
                </a:lnTo>
                <a:lnTo>
                  <a:pt x="34044" y="10736"/>
                </a:lnTo>
                <a:lnTo>
                  <a:pt x="34226" y="10333"/>
                </a:lnTo>
                <a:lnTo>
                  <a:pt x="34367" y="9909"/>
                </a:lnTo>
                <a:lnTo>
                  <a:pt x="34670" y="9061"/>
                </a:lnTo>
                <a:lnTo>
                  <a:pt x="34952" y="8274"/>
                </a:lnTo>
                <a:lnTo>
                  <a:pt x="35235" y="7487"/>
                </a:lnTo>
                <a:lnTo>
                  <a:pt x="35416" y="7104"/>
                </a:lnTo>
                <a:lnTo>
                  <a:pt x="35598" y="6741"/>
                </a:lnTo>
                <a:lnTo>
                  <a:pt x="35800" y="6377"/>
                </a:lnTo>
                <a:lnTo>
                  <a:pt x="36022" y="6014"/>
                </a:lnTo>
                <a:lnTo>
                  <a:pt x="36264" y="5671"/>
                </a:lnTo>
                <a:lnTo>
                  <a:pt x="36526" y="5348"/>
                </a:lnTo>
                <a:lnTo>
                  <a:pt x="36809" y="5046"/>
                </a:lnTo>
                <a:lnTo>
                  <a:pt x="37112" y="4743"/>
                </a:lnTo>
                <a:lnTo>
                  <a:pt x="37737" y="4178"/>
                </a:lnTo>
                <a:lnTo>
                  <a:pt x="38383" y="3633"/>
                </a:lnTo>
                <a:lnTo>
                  <a:pt x="39170" y="2947"/>
                </a:lnTo>
                <a:lnTo>
                  <a:pt x="39574" y="2584"/>
                </a:lnTo>
                <a:lnTo>
                  <a:pt x="39937" y="2200"/>
                </a:lnTo>
                <a:lnTo>
                  <a:pt x="40118" y="2019"/>
                </a:lnTo>
                <a:lnTo>
                  <a:pt x="40280" y="1797"/>
                </a:lnTo>
                <a:lnTo>
                  <a:pt x="40340" y="1675"/>
                </a:lnTo>
                <a:lnTo>
                  <a:pt x="40381" y="1554"/>
                </a:lnTo>
                <a:lnTo>
                  <a:pt x="40401" y="1433"/>
                </a:lnTo>
                <a:lnTo>
                  <a:pt x="40421" y="1292"/>
                </a:lnTo>
                <a:lnTo>
                  <a:pt x="40401" y="1191"/>
                </a:lnTo>
                <a:lnTo>
                  <a:pt x="40381" y="1090"/>
                </a:lnTo>
                <a:lnTo>
                  <a:pt x="40340" y="989"/>
                </a:lnTo>
                <a:lnTo>
                  <a:pt x="40280" y="909"/>
                </a:lnTo>
                <a:lnTo>
                  <a:pt x="40159" y="747"/>
                </a:lnTo>
                <a:lnTo>
                  <a:pt x="40018" y="626"/>
                </a:lnTo>
                <a:lnTo>
                  <a:pt x="39836" y="505"/>
                </a:lnTo>
                <a:lnTo>
                  <a:pt x="39674" y="424"/>
                </a:lnTo>
                <a:lnTo>
                  <a:pt x="39392" y="303"/>
                </a:lnTo>
                <a:lnTo>
                  <a:pt x="38908" y="182"/>
                </a:lnTo>
                <a:lnTo>
                  <a:pt x="38423" y="81"/>
                </a:lnTo>
                <a:lnTo>
                  <a:pt x="37939" y="21"/>
                </a:lnTo>
                <a:lnTo>
                  <a:pt x="374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6" name="Google Shape;2676;p34"/>
          <p:cNvSpPr/>
          <p:nvPr/>
        </p:nvSpPr>
        <p:spPr>
          <a:xfrm flipH="1">
            <a:off x="262457" y="139921"/>
            <a:ext cx="1730784" cy="1441910"/>
          </a:xfrm>
          <a:custGeom>
            <a:rect b="b" l="l" r="r" t="t"/>
            <a:pathLst>
              <a:path extrusionOk="0" h="25791" w="30958">
                <a:moveTo>
                  <a:pt x="13179" y="81"/>
                </a:moveTo>
                <a:lnTo>
                  <a:pt x="14551" y="101"/>
                </a:lnTo>
                <a:lnTo>
                  <a:pt x="15257" y="121"/>
                </a:lnTo>
                <a:lnTo>
                  <a:pt x="15963" y="162"/>
                </a:lnTo>
                <a:lnTo>
                  <a:pt x="16690" y="242"/>
                </a:lnTo>
                <a:lnTo>
                  <a:pt x="17416" y="323"/>
                </a:lnTo>
                <a:lnTo>
                  <a:pt x="18143" y="444"/>
                </a:lnTo>
                <a:lnTo>
                  <a:pt x="18869" y="586"/>
                </a:lnTo>
                <a:lnTo>
                  <a:pt x="19576" y="767"/>
                </a:lnTo>
                <a:lnTo>
                  <a:pt x="20282" y="969"/>
                </a:lnTo>
                <a:lnTo>
                  <a:pt x="20988" y="1211"/>
                </a:lnTo>
                <a:lnTo>
                  <a:pt x="21654" y="1494"/>
                </a:lnTo>
                <a:lnTo>
                  <a:pt x="21997" y="1655"/>
                </a:lnTo>
                <a:lnTo>
                  <a:pt x="22320" y="1837"/>
                </a:lnTo>
                <a:lnTo>
                  <a:pt x="22643" y="2018"/>
                </a:lnTo>
                <a:lnTo>
                  <a:pt x="22946" y="2200"/>
                </a:lnTo>
                <a:lnTo>
                  <a:pt x="23269" y="2402"/>
                </a:lnTo>
                <a:lnTo>
                  <a:pt x="23551" y="2624"/>
                </a:lnTo>
                <a:lnTo>
                  <a:pt x="23854" y="2866"/>
                </a:lnTo>
                <a:lnTo>
                  <a:pt x="24136" y="3108"/>
                </a:lnTo>
                <a:lnTo>
                  <a:pt x="24540" y="3491"/>
                </a:lnTo>
                <a:lnTo>
                  <a:pt x="24923" y="3895"/>
                </a:lnTo>
                <a:lnTo>
                  <a:pt x="25287" y="4339"/>
                </a:lnTo>
                <a:lnTo>
                  <a:pt x="25670" y="4823"/>
                </a:lnTo>
                <a:lnTo>
                  <a:pt x="26013" y="5348"/>
                </a:lnTo>
                <a:lnTo>
                  <a:pt x="26356" y="5913"/>
                </a:lnTo>
                <a:lnTo>
                  <a:pt x="26719" y="6518"/>
                </a:lnTo>
                <a:lnTo>
                  <a:pt x="27042" y="7164"/>
                </a:lnTo>
                <a:lnTo>
                  <a:pt x="27345" y="7749"/>
                </a:lnTo>
                <a:lnTo>
                  <a:pt x="27607" y="8335"/>
                </a:lnTo>
                <a:lnTo>
                  <a:pt x="27870" y="8940"/>
                </a:lnTo>
                <a:lnTo>
                  <a:pt x="28112" y="9546"/>
                </a:lnTo>
                <a:lnTo>
                  <a:pt x="28556" y="10756"/>
                </a:lnTo>
                <a:lnTo>
                  <a:pt x="28959" y="11947"/>
                </a:lnTo>
                <a:lnTo>
                  <a:pt x="29343" y="13138"/>
                </a:lnTo>
                <a:lnTo>
                  <a:pt x="29666" y="14328"/>
                </a:lnTo>
                <a:lnTo>
                  <a:pt x="29948" y="15478"/>
                </a:lnTo>
                <a:lnTo>
                  <a:pt x="30231" y="16588"/>
                </a:lnTo>
                <a:lnTo>
                  <a:pt x="30453" y="17577"/>
                </a:lnTo>
                <a:lnTo>
                  <a:pt x="30654" y="18606"/>
                </a:lnTo>
                <a:lnTo>
                  <a:pt x="30735" y="19111"/>
                </a:lnTo>
                <a:lnTo>
                  <a:pt x="30816" y="19636"/>
                </a:lnTo>
                <a:lnTo>
                  <a:pt x="30856" y="20160"/>
                </a:lnTo>
                <a:lnTo>
                  <a:pt x="30876" y="20685"/>
                </a:lnTo>
                <a:lnTo>
                  <a:pt x="30876" y="21169"/>
                </a:lnTo>
                <a:lnTo>
                  <a:pt x="30856" y="21674"/>
                </a:lnTo>
                <a:lnTo>
                  <a:pt x="30796" y="22219"/>
                </a:lnTo>
                <a:lnTo>
                  <a:pt x="30695" y="22784"/>
                </a:lnTo>
                <a:lnTo>
                  <a:pt x="30614" y="23046"/>
                </a:lnTo>
                <a:lnTo>
                  <a:pt x="30533" y="23329"/>
                </a:lnTo>
                <a:lnTo>
                  <a:pt x="30412" y="23611"/>
                </a:lnTo>
                <a:lnTo>
                  <a:pt x="30311" y="23873"/>
                </a:lnTo>
                <a:lnTo>
                  <a:pt x="30170" y="24136"/>
                </a:lnTo>
                <a:lnTo>
                  <a:pt x="30009" y="24398"/>
                </a:lnTo>
                <a:lnTo>
                  <a:pt x="29847" y="24640"/>
                </a:lnTo>
                <a:lnTo>
                  <a:pt x="29645" y="24882"/>
                </a:lnTo>
                <a:lnTo>
                  <a:pt x="29383" y="25145"/>
                </a:lnTo>
                <a:lnTo>
                  <a:pt x="29242" y="25266"/>
                </a:lnTo>
                <a:lnTo>
                  <a:pt x="29101" y="25387"/>
                </a:lnTo>
                <a:lnTo>
                  <a:pt x="28939" y="25468"/>
                </a:lnTo>
                <a:lnTo>
                  <a:pt x="28798" y="25548"/>
                </a:lnTo>
                <a:lnTo>
                  <a:pt x="28657" y="25609"/>
                </a:lnTo>
                <a:lnTo>
                  <a:pt x="28515" y="25649"/>
                </a:lnTo>
                <a:lnTo>
                  <a:pt x="28334" y="25690"/>
                </a:lnTo>
                <a:lnTo>
                  <a:pt x="28152" y="25710"/>
                </a:lnTo>
                <a:lnTo>
                  <a:pt x="27991" y="25710"/>
                </a:lnTo>
                <a:lnTo>
                  <a:pt x="27809" y="25690"/>
                </a:lnTo>
                <a:lnTo>
                  <a:pt x="27648" y="25669"/>
                </a:lnTo>
                <a:lnTo>
                  <a:pt x="27466" y="25629"/>
                </a:lnTo>
                <a:lnTo>
                  <a:pt x="27143" y="25508"/>
                </a:lnTo>
                <a:lnTo>
                  <a:pt x="26800" y="25347"/>
                </a:lnTo>
                <a:lnTo>
                  <a:pt x="26477" y="25165"/>
                </a:lnTo>
                <a:lnTo>
                  <a:pt x="26154" y="24963"/>
                </a:lnTo>
                <a:lnTo>
                  <a:pt x="25852" y="24741"/>
                </a:lnTo>
                <a:lnTo>
                  <a:pt x="25145" y="24196"/>
                </a:lnTo>
                <a:lnTo>
                  <a:pt x="24419" y="23631"/>
                </a:lnTo>
                <a:lnTo>
                  <a:pt x="23692" y="23046"/>
                </a:lnTo>
                <a:lnTo>
                  <a:pt x="22946" y="22420"/>
                </a:lnTo>
                <a:lnTo>
                  <a:pt x="22199" y="21775"/>
                </a:lnTo>
                <a:lnTo>
                  <a:pt x="21412" y="21109"/>
                </a:lnTo>
                <a:lnTo>
                  <a:pt x="20625" y="20382"/>
                </a:lnTo>
                <a:lnTo>
                  <a:pt x="19798" y="19636"/>
                </a:lnTo>
                <a:lnTo>
                  <a:pt x="18506" y="18405"/>
                </a:lnTo>
                <a:lnTo>
                  <a:pt x="17215" y="17153"/>
                </a:lnTo>
                <a:lnTo>
                  <a:pt x="14692" y="14671"/>
                </a:lnTo>
                <a:lnTo>
                  <a:pt x="12270" y="12290"/>
                </a:lnTo>
                <a:lnTo>
                  <a:pt x="11039" y="11079"/>
                </a:lnTo>
                <a:lnTo>
                  <a:pt x="9808" y="9909"/>
                </a:lnTo>
                <a:lnTo>
                  <a:pt x="8376" y="8597"/>
                </a:lnTo>
                <a:lnTo>
                  <a:pt x="7024" y="7406"/>
                </a:lnTo>
                <a:lnTo>
                  <a:pt x="5732" y="6317"/>
                </a:lnTo>
                <a:lnTo>
                  <a:pt x="4461" y="5308"/>
                </a:lnTo>
                <a:lnTo>
                  <a:pt x="4118" y="5086"/>
                </a:lnTo>
                <a:lnTo>
                  <a:pt x="3593" y="4743"/>
                </a:lnTo>
                <a:lnTo>
                  <a:pt x="2523" y="4057"/>
                </a:lnTo>
                <a:lnTo>
                  <a:pt x="1958" y="3673"/>
                </a:lnTo>
                <a:lnTo>
                  <a:pt x="1414" y="3290"/>
                </a:lnTo>
                <a:lnTo>
                  <a:pt x="929" y="2886"/>
                </a:lnTo>
                <a:lnTo>
                  <a:pt x="707" y="2704"/>
                </a:lnTo>
                <a:lnTo>
                  <a:pt x="526" y="2503"/>
                </a:lnTo>
                <a:lnTo>
                  <a:pt x="364" y="2341"/>
                </a:lnTo>
                <a:lnTo>
                  <a:pt x="223" y="2160"/>
                </a:lnTo>
                <a:lnTo>
                  <a:pt x="142" y="1998"/>
                </a:lnTo>
                <a:lnTo>
                  <a:pt x="82" y="1857"/>
                </a:lnTo>
                <a:lnTo>
                  <a:pt x="82" y="1776"/>
                </a:lnTo>
                <a:lnTo>
                  <a:pt x="82" y="1716"/>
                </a:lnTo>
                <a:lnTo>
                  <a:pt x="102" y="1655"/>
                </a:lnTo>
                <a:lnTo>
                  <a:pt x="142" y="1595"/>
                </a:lnTo>
                <a:lnTo>
                  <a:pt x="243" y="1473"/>
                </a:lnTo>
                <a:lnTo>
                  <a:pt x="364" y="1373"/>
                </a:lnTo>
                <a:lnTo>
                  <a:pt x="485" y="1292"/>
                </a:lnTo>
                <a:lnTo>
                  <a:pt x="647" y="1231"/>
                </a:lnTo>
                <a:lnTo>
                  <a:pt x="788" y="1171"/>
                </a:lnTo>
                <a:lnTo>
                  <a:pt x="949" y="1130"/>
                </a:lnTo>
                <a:lnTo>
                  <a:pt x="1292" y="1070"/>
                </a:lnTo>
                <a:lnTo>
                  <a:pt x="2745" y="848"/>
                </a:lnTo>
                <a:lnTo>
                  <a:pt x="4219" y="646"/>
                </a:lnTo>
                <a:lnTo>
                  <a:pt x="5712" y="464"/>
                </a:lnTo>
                <a:lnTo>
                  <a:pt x="7185" y="323"/>
                </a:lnTo>
                <a:lnTo>
                  <a:pt x="8658" y="222"/>
                </a:lnTo>
                <a:lnTo>
                  <a:pt x="10152" y="142"/>
                </a:lnTo>
                <a:lnTo>
                  <a:pt x="11645" y="81"/>
                </a:lnTo>
                <a:close/>
                <a:moveTo>
                  <a:pt x="11645" y="0"/>
                </a:moveTo>
                <a:lnTo>
                  <a:pt x="10152" y="61"/>
                </a:lnTo>
                <a:lnTo>
                  <a:pt x="8658" y="142"/>
                </a:lnTo>
                <a:lnTo>
                  <a:pt x="7185" y="242"/>
                </a:lnTo>
                <a:lnTo>
                  <a:pt x="5692" y="384"/>
                </a:lnTo>
                <a:lnTo>
                  <a:pt x="4219" y="565"/>
                </a:lnTo>
                <a:lnTo>
                  <a:pt x="2745" y="767"/>
                </a:lnTo>
                <a:lnTo>
                  <a:pt x="1272" y="989"/>
                </a:lnTo>
                <a:lnTo>
                  <a:pt x="929" y="1070"/>
                </a:lnTo>
                <a:lnTo>
                  <a:pt x="768" y="1110"/>
                </a:lnTo>
                <a:lnTo>
                  <a:pt x="606" y="1151"/>
                </a:lnTo>
                <a:lnTo>
                  <a:pt x="445" y="1231"/>
                </a:lnTo>
                <a:lnTo>
                  <a:pt x="304" y="1312"/>
                </a:lnTo>
                <a:lnTo>
                  <a:pt x="183" y="1413"/>
                </a:lnTo>
                <a:lnTo>
                  <a:pt x="82" y="1554"/>
                </a:lnTo>
                <a:lnTo>
                  <a:pt x="41" y="1615"/>
                </a:lnTo>
                <a:lnTo>
                  <a:pt x="1" y="1695"/>
                </a:lnTo>
                <a:lnTo>
                  <a:pt x="1" y="1776"/>
                </a:lnTo>
                <a:lnTo>
                  <a:pt x="1" y="1857"/>
                </a:lnTo>
                <a:lnTo>
                  <a:pt x="61" y="2018"/>
                </a:lnTo>
                <a:lnTo>
                  <a:pt x="142" y="2180"/>
                </a:lnTo>
                <a:lnTo>
                  <a:pt x="283" y="2361"/>
                </a:lnTo>
                <a:lnTo>
                  <a:pt x="445" y="2543"/>
                </a:lnTo>
                <a:lnTo>
                  <a:pt x="627" y="2725"/>
                </a:lnTo>
                <a:lnTo>
                  <a:pt x="849" y="2926"/>
                </a:lnTo>
                <a:lnTo>
                  <a:pt x="1333" y="3310"/>
                </a:lnTo>
                <a:lnTo>
                  <a:pt x="1878" y="3713"/>
                </a:lnTo>
                <a:lnTo>
                  <a:pt x="2443" y="4097"/>
                </a:lnTo>
                <a:lnTo>
                  <a:pt x="3532" y="4803"/>
                </a:lnTo>
                <a:lnTo>
                  <a:pt x="4077" y="5146"/>
                </a:lnTo>
                <a:lnTo>
                  <a:pt x="4420" y="5388"/>
                </a:lnTo>
                <a:lnTo>
                  <a:pt x="5672" y="6377"/>
                </a:lnTo>
                <a:lnTo>
                  <a:pt x="6963" y="7467"/>
                </a:lnTo>
                <a:lnTo>
                  <a:pt x="8315" y="8658"/>
                </a:lnTo>
                <a:lnTo>
                  <a:pt x="9748" y="9969"/>
                </a:lnTo>
                <a:lnTo>
                  <a:pt x="10999" y="11140"/>
                </a:lnTo>
                <a:lnTo>
                  <a:pt x="12230" y="12351"/>
                </a:lnTo>
                <a:lnTo>
                  <a:pt x="14631" y="14732"/>
                </a:lnTo>
                <a:lnTo>
                  <a:pt x="17154" y="17214"/>
                </a:lnTo>
                <a:lnTo>
                  <a:pt x="18445" y="18465"/>
                </a:lnTo>
                <a:lnTo>
                  <a:pt x="19737" y="19696"/>
                </a:lnTo>
                <a:lnTo>
                  <a:pt x="20564" y="20443"/>
                </a:lnTo>
                <a:lnTo>
                  <a:pt x="21372" y="21169"/>
                </a:lnTo>
                <a:lnTo>
                  <a:pt x="22138" y="21835"/>
                </a:lnTo>
                <a:lnTo>
                  <a:pt x="22885" y="22501"/>
                </a:lnTo>
                <a:lnTo>
                  <a:pt x="23632" y="23107"/>
                </a:lnTo>
                <a:lnTo>
                  <a:pt x="24358" y="23692"/>
                </a:lnTo>
                <a:lnTo>
                  <a:pt x="25085" y="24257"/>
                </a:lnTo>
                <a:lnTo>
                  <a:pt x="25811" y="24802"/>
                </a:lnTo>
                <a:lnTo>
                  <a:pt x="26336" y="25165"/>
                </a:lnTo>
                <a:lnTo>
                  <a:pt x="26598" y="25326"/>
                </a:lnTo>
                <a:lnTo>
                  <a:pt x="26881" y="25488"/>
                </a:lnTo>
                <a:lnTo>
                  <a:pt x="27183" y="25609"/>
                </a:lnTo>
                <a:lnTo>
                  <a:pt x="27466" y="25710"/>
                </a:lnTo>
                <a:lnTo>
                  <a:pt x="27769" y="25770"/>
                </a:lnTo>
                <a:lnTo>
                  <a:pt x="28051" y="25790"/>
                </a:lnTo>
                <a:lnTo>
                  <a:pt x="28293" y="25770"/>
                </a:lnTo>
                <a:lnTo>
                  <a:pt x="28536" y="25730"/>
                </a:lnTo>
                <a:lnTo>
                  <a:pt x="28677" y="25690"/>
                </a:lnTo>
                <a:lnTo>
                  <a:pt x="28838" y="25609"/>
                </a:lnTo>
                <a:lnTo>
                  <a:pt x="28979" y="25548"/>
                </a:lnTo>
                <a:lnTo>
                  <a:pt x="29141" y="25447"/>
                </a:lnTo>
                <a:lnTo>
                  <a:pt x="29282" y="25347"/>
                </a:lnTo>
                <a:lnTo>
                  <a:pt x="29423" y="25225"/>
                </a:lnTo>
                <a:lnTo>
                  <a:pt x="29706" y="24923"/>
                </a:lnTo>
                <a:lnTo>
                  <a:pt x="29908" y="24681"/>
                </a:lnTo>
                <a:lnTo>
                  <a:pt x="30089" y="24438"/>
                </a:lnTo>
                <a:lnTo>
                  <a:pt x="30231" y="24176"/>
                </a:lnTo>
                <a:lnTo>
                  <a:pt x="30372" y="23914"/>
                </a:lnTo>
                <a:lnTo>
                  <a:pt x="30493" y="23631"/>
                </a:lnTo>
                <a:lnTo>
                  <a:pt x="30594" y="23369"/>
                </a:lnTo>
                <a:lnTo>
                  <a:pt x="30695" y="23086"/>
                </a:lnTo>
                <a:lnTo>
                  <a:pt x="30755" y="22804"/>
                </a:lnTo>
                <a:lnTo>
                  <a:pt x="30816" y="22521"/>
                </a:lnTo>
                <a:lnTo>
                  <a:pt x="30876" y="22239"/>
                </a:lnTo>
                <a:lnTo>
                  <a:pt x="30937" y="21694"/>
                </a:lnTo>
                <a:lnTo>
                  <a:pt x="30957" y="21169"/>
                </a:lnTo>
                <a:lnTo>
                  <a:pt x="30957" y="20685"/>
                </a:lnTo>
                <a:lnTo>
                  <a:pt x="30937" y="20160"/>
                </a:lnTo>
                <a:lnTo>
                  <a:pt x="30897" y="19636"/>
                </a:lnTo>
                <a:lnTo>
                  <a:pt x="30816" y="19111"/>
                </a:lnTo>
                <a:lnTo>
                  <a:pt x="30735" y="18586"/>
                </a:lnTo>
                <a:lnTo>
                  <a:pt x="30533" y="17557"/>
                </a:lnTo>
                <a:lnTo>
                  <a:pt x="30311" y="16568"/>
                </a:lnTo>
                <a:lnTo>
                  <a:pt x="30029" y="15458"/>
                </a:lnTo>
                <a:lnTo>
                  <a:pt x="29746" y="14308"/>
                </a:lnTo>
                <a:lnTo>
                  <a:pt x="29403" y="13117"/>
                </a:lnTo>
                <a:lnTo>
                  <a:pt x="29040" y="11927"/>
                </a:lnTo>
                <a:lnTo>
                  <a:pt x="28636" y="10716"/>
                </a:lnTo>
                <a:lnTo>
                  <a:pt x="28192" y="9505"/>
                </a:lnTo>
                <a:lnTo>
                  <a:pt x="27950" y="8900"/>
                </a:lnTo>
                <a:lnTo>
                  <a:pt x="27688" y="8315"/>
                </a:lnTo>
                <a:lnTo>
                  <a:pt x="27405" y="7709"/>
                </a:lnTo>
                <a:lnTo>
                  <a:pt x="27123" y="7124"/>
                </a:lnTo>
                <a:lnTo>
                  <a:pt x="26780" y="6478"/>
                </a:lnTo>
                <a:lnTo>
                  <a:pt x="26437" y="5853"/>
                </a:lnTo>
                <a:lnTo>
                  <a:pt x="26074" y="5288"/>
                </a:lnTo>
                <a:lnTo>
                  <a:pt x="25730" y="4783"/>
                </a:lnTo>
                <a:lnTo>
                  <a:pt x="25367" y="4279"/>
                </a:lnTo>
                <a:lnTo>
                  <a:pt x="24984" y="3835"/>
                </a:lnTo>
                <a:lnTo>
                  <a:pt x="24600" y="3431"/>
                </a:lnTo>
                <a:lnTo>
                  <a:pt x="24197" y="3048"/>
                </a:lnTo>
                <a:lnTo>
                  <a:pt x="23672" y="2604"/>
                </a:lnTo>
                <a:lnTo>
                  <a:pt x="23127" y="2220"/>
                </a:lnTo>
                <a:lnTo>
                  <a:pt x="22522" y="1857"/>
                </a:lnTo>
                <a:lnTo>
                  <a:pt x="21896" y="1514"/>
                </a:lnTo>
                <a:lnTo>
                  <a:pt x="21251" y="1231"/>
                </a:lnTo>
                <a:lnTo>
                  <a:pt x="20544" y="969"/>
                </a:lnTo>
                <a:lnTo>
                  <a:pt x="19798" y="727"/>
                </a:lnTo>
                <a:lnTo>
                  <a:pt x="19031" y="525"/>
                </a:lnTo>
                <a:lnTo>
                  <a:pt x="18405" y="404"/>
                </a:lnTo>
                <a:lnTo>
                  <a:pt x="17759" y="303"/>
                </a:lnTo>
                <a:lnTo>
                  <a:pt x="17093" y="202"/>
                </a:lnTo>
                <a:lnTo>
                  <a:pt x="16387" y="121"/>
                </a:lnTo>
                <a:lnTo>
                  <a:pt x="15640" y="61"/>
                </a:lnTo>
                <a:lnTo>
                  <a:pt x="14853" y="21"/>
                </a:lnTo>
                <a:lnTo>
                  <a:pt x="140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7" name="Google Shape;2677;p34"/>
          <p:cNvSpPr/>
          <p:nvPr/>
        </p:nvSpPr>
        <p:spPr>
          <a:xfrm flipH="1">
            <a:off x="1880081" y="673719"/>
            <a:ext cx="135464" cy="154584"/>
          </a:xfrm>
          <a:custGeom>
            <a:rect b="b" l="l" r="r" t="t"/>
            <a:pathLst>
              <a:path extrusionOk="0" h="2765" w="2423">
                <a:moveTo>
                  <a:pt x="747" y="81"/>
                </a:moveTo>
                <a:lnTo>
                  <a:pt x="888" y="101"/>
                </a:lnTo>
                <a:lnTo>
                  <a:pt x="1050" y="121"/>
                </a:lnTo>
                <a:lnTo>
                  <a:pt x="1191" y="161"/>
                </a:lnTo>
                <a:lnTo>
                  <a:pt x="1332" y="202"/>
                </a:lnTo>
                <a:lnTo>
                  <a:pt x="1474" y="262"/>
                </a:lnTo>
                <a:lnTo>
                  <a:pt x="1615" y="343"/>
                </a:lnTo>
                <a:lnTo>
                  <a:pt x="1736" y="424"/>
                </a:lnTo>
                <a:lnTo>
                  <a:pt x="1837" y="505"/>
                </a:lnTo>
                <a:lnTo>
                  <a:pt x="1998" y="686"/>
                </a:lnTo>
                <a:lnTo>
                  <a:pt x="2140" y="888"/>
                </a:lnTo>
                <a:lnTo>
                  <a:pt x="2240" y="1130"/>
                </a:lnTo>
                <a:lnTo>
                  <a:pt x="2321" y="1372"/>
                </a:lnTo>
                <a:lnTo>
                  <a:pt x="2341" y="1635"/>
                </a:lnTo>
                <a:lnTo>
                  <a:pt x="2341" y="1897"/>
                </a:lnTo>
                <a:lnTo>
                  <a:pt x="2321" y="2018"/>
                </a:lnTo>
                <a:lnTo>
                  <a:pt x="2281" y="2139"/>
                </a:lnTo>
                <a:lnTo>
                  <a:pt x="2220" y="2260"/>
                </a:lnTo>
                <a:lnTo>
                  <a:pt x="2160" y="2381"/>
                </a:lnTo>
                <a:lnTo>
                  <a:pt x="2099" y="2442"/>
                </a:lnTo>
                <a:lnTo>
                  <a:pt x="2039" y="2543"/>
                </a:lnTo>
                <a:lnTo>
                  <a:pt x="1938" y="2603"/>
                </a:lnTo>
                <a:lnTo>
                  <a:pt x="1837" y="2664"/>
                </a:lnTo>
                <a:lnTo>
                  <a:pt x="1716" y="2684"/>
                </a:lnTo>
                <a:lnTo>
                  <a:pt x="1575" y="2684"/>
                </a:lnTo>
                <a:lnTo>
                  <a:pt x="1433" y="2623"/>
                </a:lnTo>
                <a:lnTo>
                  <a:pt x="1292" y="2563"/>
                </a:lnTo>
                <a:lnTo>
                  <a:pt x="1110" y="2422"/>
                </a:lnTo>
                <a:lnTo>
                  <a:pt x="929" y="2220"/>
                </a:lnTo>
                <a:lnTo>
                  <a:pt x="727" y="1978"/>
                </a:lnTo>
                <a:lnTo>
                  <a:pt x="525" y="1715"/>
                </a:lnTo>
                <a:lnTo>
                  <a:pt x="344" y="1433"/>
                </a:lnTo>
                <a:lnTo>
                  <a:pt x="202" y="1150"/>
                </a:lnTo>
                <a:lnTo>
                  <a:pt x="101" y="888"/>
                </a:lnTo>
                <a:lnTo>
                  <a:pt x="81" y="787"/>
                </a:lnTo>
                <a:lnTo>
                  <a:pt x="81" y="686"/>
                </a:lnTo>
                <a:lnTo>
                  <a:pt x="101" y="484"/>
                </a:lnTo>
                <a:lnTo>
                  <a:pt x="122" y="404"/>
                </a:lnTo>
                <a:lnTo>
                  <a:pt x="162" y="343"/>
                </a:lnTo>
                <a:lnTo>
                  <a:pt x="222" y="283"/>
                </a:lnTo>
                <a:lnTo>
                  <a:pt x="283" y="222"/>
                </a:lnTo>
                <a:lnTo>
                  <a:pt x="344" y="182"/>
                </a:lnTo>
                <a:lnTo>
                  <a:pt x="424" y="141"/>
                </a:lnTo>
                <a:lnTo>
                  <a:pt x="566" y="101"/>
                </a:lnTo>
                <a:lnTo>
                  <a:pt x="747" y="81"/>
                </a:lnTo>
                <a:close/>
                <a:moveTo>
                  <a:pt x="767" y="0"/>
                </a:moveTo>
                <a:lnTo>
                  <a:pt x="566" y="20"/>
                </a:lnTo>
                <a:lnTo>
                  <a:pt x="384" y="61"/>
                </a:lnTo>
                <a:lnTo>
                  <a:pt x="303" y="101"/>
                </a:lnTo>
                <a:lnTo>
                  <a:pt x="222" y="161"/>
                </a:lnTo>
                <a:lnTo>
                  <a:pt x="162" y="222"/>
                </a:lnTo>
                <a:lnTo>
                  <a:pt x="101" y="303"/>
                </a:lnTo>
                <a:lnTo>
                  <a:pt x="61" y="383"/>
                </a:lnTo>
                <a:lnTo>
                  <a:pt x="21" y="464"/>
                </a:lnTo>
                <a:lnTo>
                  <a:pt x="1" y="565"/>
                </a:lnTo>
                <a:lnTo>
                  <a:pt x="1" y="666"/>
                </a:lnTo>
                <a:lnTo>
                  <a:pt x="1" y="787"/>
                </a:lnTo>
                <a:lnTo>
                  <a:pt x="21" y="908"/>
                </a:lnTo>
                <a:lnTo>
                  <a:pt x="61" y="1029"/>
                </a:lnTo>
                <a:lnTo>
                  <a:pt x="122" y="1170"/>
                </a:lnTo>
                <a:lnTo>
                  <a:pt x="263" y="1453"/>
                </a:lnTo>
                <a:lnTo>
                  <a:pt x="444" y="1756"/>
                </a:lnTo>
                <a:lnTo>
                  <a:pt x="646" y="2018"/>
                </a:lnTo>
                <a:lnTo>
                  <a:pt x="868" y="2280"/>
                </a:lnTo>
                <a:lnTo>
                  <a:pt x="1070" y="2482"/>
                </a:lnTo>
                <a:lnTo>
                  <a:pt x="1231" y="2623"/>
                </a:lnTo>
                <a:lnTo>
                  <a:pt x="1353" y="2684"/>
                </a:lnTo>
                <a:lnTo>
                  <a:pt x="1453" y="2724"/>
                </a:lnTo>
                <a:lnTo>
                  <a:pt x="1575" y="2765"/>
                </a:lnTo>
                <a:lnTo>
                  <a:pt x="1776" y="2765"/>
                </a:lnTo>
                <a:lnTo>
                  <a:pt x="1857" y="2744"/>
                </a:lnTo>
                <a:lnTo>
                  <a:pt x="1958" y="2684"/>
                </a:lnTo>
                <a:lnTo>
                  <a:pt x="2059" y="2623"/>
                </a:lnTo>
                <a:lnTo>
                  <a:pt x="2160" y="2523"/>
                </a:lnTo>
                <a:lnTo>
                  <a:pt x="2240" y="2422"/>
                </a:lnTo>
                <a:lnTo>
                  <a:pt x="2301" y="2301"/>
                </a:lnTo>
                <a:lnTo>
                  <a:pt x="2362" y="2159"/>
                </a:lnTo>
                <a:lnTo>
                  <a:pt x="2402" y="2038"/>
                </a:lnTo>
                <a:lnTo>
                  <a:pt x="2422" y="1897"/>
                </a:lnTo>
                <a:lnTo>
                  <a:pt x="2422" y="1776"/>
                </a:lnTo>
                <a:lnTo>
                  <a:pt x="2422" y="1635"/>
                </a:lnTo>
                <a:lnTo>
                  <a:pt x="2402" y="1372"/>
                </a:lnTo>
                <a:lnTo>
                  <a:pt x="2321" y="1110"/>
                </a:lnTo>
                <a:lnTo>
                  <a:pt x="2200" y="868"/>
                </a:lnTo>
                <a:lnTo>
                  <a:pt x="2059" y="626"/>
                </a:lnTo>
                <a:lnTo>
                  <a:pt x="1877" y="444"/>
                </a:lnTo>
                <a:lnTo>
                  <a:pt x="1736" y="323"/>
                </a:lnTo>
                <a:lnTo>
                  <a:pt x="1575" y="222"/>
                </a:lnTo>
                <a:lnTo>
                  <a:pt x="1393" y="141"/>
                </a:lnTo>
                <a:lnTo>
                  <a:pt x="1171" y="61"/>
                </a:lnTo>
                <a:lnTo>
                  <a:pt x="969" y="20"/>
                </a:lnTo>
                <a:lnTo>
                  <a:pt x="76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8" name="Google Shape;2678;p34"/>
          <p:cNvSpPr/>
          <p:nvPr/>
        </p:nvSpPr>
        <p:spPr>
          <a:xfrm>
            <a:off x="-1166882" y="3777181"/>
            <a:ext cx="1642730" cy="740159"/>
          </a:xfrm>
          <a:custGeom>
            <a:rect b="b" l="l" r="r" t="t"/>
            <a:pathLst>
              <a:path extrusionOk="0" h="13239" w="29383">
                <a:moveTo>
                  <a:pt x="28272" y="81"/>
                </a:moveTo>
                <a:lnTo>
                  <a:pt x="28474" y="102"/>
                </a:lnTo>
                <a:lnTo>
                  <a:pt x="28696" y="142"/>
                </a:lnTo>
                <a:lnTo>
                  <a:pt x="28898" y="202"/>
                </a:lnTo>
                <a:lnTo>
                  <a:pt x="29019" y="243"/>
                </a:lnTo>
                <a:lnTo>
                  <a:pt x="29140" y="303"/>
                </a:lnTo>
                <a:lnTo>
                  <a:pt x="29201" y="364"/>
                </a:lnTo>
                <a:lnTo>
                  <a:pt x="29261" y="404"/>
                </a:lnTo>
                <a:lnTo>
                  <a:pt x="29281" y="465"/>
                </a:lnTo>
                <a:lnTo>
                  <a:pt x="29302" y="545"/>
                </a:lnTo>
                <a:lnTo>
                  <a:pt x="29302" y="626"/>
                </a:lnTo>
                <a:lnTo>
                  <a:pt x="29281" y="707"/>
                </a:lnTo>
                <a:lnTo>
                  <a:pt x="29201" y="848"/>
                </a:lnTo>
                <a:lnTo>
                  <a:pt x="29059" y="1070"/>
                </a:lnTo>
                <a:lnTo>
                  <a:pt x="28918" y="1272"/>
                </a:lnTo>
                <a:lnTo>
                  <a:pt x="28595" y="1676"/>
                </a:lnTo>
                <a:lnTo>
                  <a:pt x="28232" y="2079"/>
                </a:lnTo>
                <a:lnTo>
                  <a:pt x="27889" y="2442"/>
                </a:lnTo>
                <a:lnTo>
                  <a:pt x="27566" y="2785"/>
                </a:lnTo>
                <a:lnTo>
                  <a:pt x="27263" y="3129"/>
                </a:lnTo>
                <a:lnTo>
                  <a:pt x="26961" y="3492"/>
                </a:lnTo>
                <a:lnTo>
                  <a:pt x="26698" y="3855"/>
                </a:lnTo>
                <a:lnTo>
                  <a:pt x="26476" y="4198"/>
                </a:lnTo>
                <a:lnTo>
                  <a:pt x="26295" y="4521"/>
                </a:lnTo>
                <a:lnTo>
                  <a:pt x="26133" y="4884"/>
                </a:lnTo>
                <a:lnTo>
                  <a:pt x="25972" y="5247"/>
                </a:lnTo>
                <a:lnTo>
                  <a:pt x="25689" y="5974"/>
                </a:lnTo>
                <a:lnTo>
                  <a:pt x="25447" y="6721"/>
                </a:lnTo>
                <a:lnTo>
                  <a:pt x="25124" y="7649"/>
                </a:lnTo>
                <a:lnTo>
                  <a:pt x="24943" y="8113"/>
                </a:lnTo>
                <a:lnTo>
                  <a:pt x="24741" y="8557"/>
                </a:lnTo>
                <a:lnTo>
                  <a:pt x="24539" y="8981"/>
                </a:lnTo>
                <a:lnTo>
                  <a:pt x="24297" y="9405"/>
                </a:lnTo>
                <a:lnTo>
                  <a:pt x="24014" y="9788"/>
                </a:lnTo>
                <a:lnTo>
                  <a:pt x="23853" y="9990"/>
                </a:lnTo>
                <a:lnTo>
                  <a:pt x="23692" y="10171"/>
                </a:lnTo>
                <a:lnTo>
                  <a:pt x="23409" y="10414"/>
                </a:lnTo>
                <a:lnTo>
                  <a:pt x="23106" y="10676"/>
                </a:lnTo>
                <a:lnTo>
                  <a:pt x="22784" y="10898"/>
                </a:lnTo>
                <a:lnTo>
                  <a:pt x="22420" y="11100"/>
                </a:lnTo>
                <a:lnTo>
                  <a:pt x="22017" y="11301"/>
                </a:lnTo>
                <a:lnTo>
                  <a:pt x="21593" y="11483"/>
                </a:lnTo>
                <a:lnTo>
                  <a:pt x="21129" y="11645"/>
                </a:lnTo>
                <a:lnTo>
                  <a:pt x="20644" y="11786"/>
                </a:lnTo>
                <a:lnTo>
                  <a:pt x="19958" y="11947"/>
                </a:lnTo>
                <a:lnTo>
                  <a:pt x="19272" y="12088"/>
                </a:lnTo>
                <a:lnTo>
                  <a:pt x="18566" y="12210"/>
                </a:lnTo>
                <a:lnTo>
                  <a:pt x="17880" y="12290"/>
                </a:lnTo>
                <a:lnTo>
                  <a:pt x="17173" y="12371"/>
                </a:lnTo>
                <a:lnTo>
                  <a:pt x="16467" y="12432"/>
                </a:lnTo>
                <a:lnTo>
                  <a:pt x="15075" y="12532"/>
                </a:lnTo>
                <a:lnTo>
                  <a:pt x="14106" y="12593"/>
                </a:lnTo>
                <a:lnTo>
                  <a:pt x="12774" y="12694"/>
                </a:lnTo>
                <a:lnTo>
                  <a:pt x="11442" y="12815"/>
                </a:lnTo>
                <a:lnTo>
                  <a:pt x="9142" y="12997"/>
                </a:lnTo>
                <a:lnTo>
                  <a:pt x="7971" y="13077"/>
                </a:lnTo>
                <a:lnTo>
                  <a:pt x="6801" y="13138"/>
                </a:lnTo>
                <a:lnTo>
                  <a:pt x="5630" y="13158"/>
                </a:lnTo>
                <a:lnTo>
                  <a:pt x="4480" y="13158"/>
                </a:lnTo>
                <a:lnTo>
                  <a:pt x="3895" y="13138"/>
                </a:lnTo>
                <a:lnTo>
                  <a:pt x="3310" y="13098"/>
                </a:lnTo>
                <a:lnTo>
                  <a:pt x="2725" y="13057"/>
                </a:lnTo>
                <a:lnTo>
                  <a:pt x="2139" y="12976"/>
                </a:lnTo>
                <a:lnTo>
                  <a:pt x="1857" y="12936"/>
                </a:lnTo>
                <a:lnTo>
                  <a:pt x="1554" y="12855"/>
                </a:lnTo>
                <a:lnTo>
                  <a:pt x="1251" y="12754"/>
                </a:lnTo>
                <a:lnTo>
                  <a:pt x="969" y="12613"/>
                </a:lnTo>
                <a:lnTo>
                  <a:pt x="707" y="12452"/>
                </a:lnTo>
                <a:lnTo>
                  <a:pt x="485" y="12270"/>
                </a:lnTo>
                <a:lnTo>
                  <a:pt x="384" y="12169"/>
                </a:lnTo>
                <a:lnTo>
                  <a:pt x="303" y="12048"/>
                </a:lnTo>
                <a:lnTo>
                  <a:pt x="222" y="11947"/>
                </a:lnTo>
                <a:lnTo>
                  <a:pt x="162" y="11826"/>
                </a:lnTo>
                <a:lnTo>
                  <a:pt x="121" y="11685"/>
                </a:lnTo>
                <a:lnTo>
                  <a:pt x="81" y="11544"/>
                </a:lnTo>
                <a:lnTo>
                  <a:pt x="81" y="11382"/>
                </a:lnTo>
                <a:lnTo>
                  <a:pt x="101" y="11241"/>
                </a:lnTo>
                <a:lnTo>
                  <a:pt x="142" y="11079"/>
                </a:lnTo>
                <a:lnTo>
                  <a:pt x="202" y="10938"/>
                </a:lnTo>
                <a:lnTo>
                  <a:pt x="283" y="10777"/>
                </a:lnTo>
                <a:lnTo>
                  <a:pt x="384" y="10615"/>
                </a:lnTo>
                <a:lnTo>
                  <a:pt x="646" y="10313"/>
                </a:lnTo>
                <a:lnTo>
                  <a:pt x="929" y="10010"/>
                </a:lnTo>
                <a:lnTo>
                  <a:pt x="1272" y="9727"/>
                </a:lnTo>
                <a:lnTo>
                  <a:pt x="1635" y="9465"/>
                </a:lnTo>
                <a:lnTo>
                  <a:pt x="2038" y="9203"/>
                </a:lnTo>
                <a:lnTo>
                  <a:pt x="2422" y="8940"/>
                </a:lnTo>
                <a:lnTo>
                  <a:pt x="3229" y="8476"/>
                </a:lnTo>
                <a:lnTo>
                  <a:pt x="4016" y="7992"/>
                </a:lnTo>
                <a:lnTo>
                  <a:pt x="5005" y="7407"/>
                </a:lnTo>
                <a:lnTo>
                  <a:pt x="6014" y="6821"/>
                </a:lnTo>
                <a:lnTo>
                  <a:pt x="7063" y="6277"/>
                </a:lnTo>
                <a:lnTo>
                  <a:pt x="8153" y="5732"/>
                </a:lnTo>
                <a:lnTo>
                  <a:pt x="9283" y="5207"/>
                </a:lnTo>
                <a:lnTo>
                  <a:pt x="10433" y="4682"/>
                </a:lnTo>
                <a:lnTo>
                  <a:pt x="11644" y="4198"/>
                </a:lnTo>
                <a:lnTo>
                  <a:pt x="12895" y="3714"/>
                </a:lnTo>
                <a:lnTo>
                  <a:pt x="14146" y="3250"/>
                </a:lnTo>
                <a:lnTo>
                  <a:pt x="15438" y="2826"/>
                </a:lnTo>
                <a:lnTo>
                  <a:pt x="16790" y="2382"/>
                </a:lnTo>
                <a:lnTo>
                  <a:pt x="18182" y="1958"/>
                </a:lnTo>
                <a:lnTo>
                  <a:pt x="19151" y="1676"/>
                </a:lnTo>
                <a:lnTo>
                  <a:pt x="20180" y="1393"/>
                </a:lnTo>
                <a:lnTo>
                  <a:pt x="21250" y="1111"/>
                </a:lnTo>
                <a:lnTo>
                  <a:pt x="22380" y="848"/>
                </a:lnTo>
                <a:lnTo>
                  <a:pt x="23550" y="606"/>
                </a:lnTo>
                <a:lnTo>
                  <a:pt x="24761" y="404"/>
                </a:lnTo>
                <a:lnTo>
                  <a:pt x="25972" y="223"/>
                </a:lnTo>
                <a:lnTo>
                  <a:pt x="26598" y="162"/>
                </a:lnTo>
                <a:lnTo>
                  <a:pt x="27223" y="102"/>
                </a:lnTo>
                <a:lnTo>
                  <a:pt x="27647" y="81"/>
                </a:lnTo>
                <a:close/>
                <a:moveTo>
                  <a:pt x="27647" y="1"/>
                </a:moveTo>
                <a:lnTo>
                  <a:pt x="27223" y="21"/>
                </a:lnTo>
                <a:lnTo>
                  <a:pt x="26598" y="81"/>
                </a:lnTo>
                <a:lnTo>
                  <a:pt x="25972" y="142"/>
                </a:lnTo>
                <a:lnTo>
                  <a:pt x="24741" y="324"/>
                </a:lnTo>
                <a:lnTo>
                  <a:pt x="23550" y="525"/>
                </a:lnTo>
                <a:lnTo>
                  <a:pt x="22360" y="767"/>
                </a:lnTo>
                <a:lnTo>
                  <a:pt x="21230" y="1030"/>
                </a:lnTo>
                <a:lnTo>
                  <a:pt x="20160" y="1312"/>
                </a:lnTo>
                <a:lnTo>
                  <a:pt x="19131" y="1595"/>
                </a:lnTo>
                <a:lnTo>
                  <a:pt x="18162" y="1877"/>
                </a:lnTo>
                <a:lnTo>
                  <a:pt x="16750" y="2301"/>
                </a:lnTo>
                <a:lnTo>
                  <a:pt x="15418" y="2745"/>
                </a:lnTo>
                <a:lnTo>
                  <a:pt x="14106" y="3189"/>
                </a:lnTo>
                <a:lnTo>
                  <a:pt x="12855" y="3633"/>
                </a:lnTo>
                <a:lnTo>
                  <a:pt x="11604" y="4117"/>
                </a:lnTo>
                <a:lnTo>
                  <a:pt x="10413" y="4622"/>
                </a:lnTo>
                <a:lnTo>
                  <a:pt x="9243" y="5126"/>
                </a:lnTo>
                <a:lnTo>
                  <a:pt x="8113" y="5651"/>
                </a:lnTo>
                <a:lnTo>
                  <a:pt x="7023" y="6196"/>
                </a:lnTo>
                <a:lnTo>
                  <a:pt x="5974" y="6761"/>
                </a:lnTo>
                <a:lnTo>
                  <a:pt x="4965" y="7326"/>
                </a:lnTo>
                <a:lnTo>
                  <a:pt x="3976" y="7931"/>
                </a:lnTo>
                <a:lnTo>
                  <a:pt x="3189" y="8396"/>
                </a:lnTo>
                <a:lnTo>
                  <a:pt x="2381" y="8880"/>
                </a:lnTo>
                <a:lnTo>
                  <a:pt x="1978" y="9142"/>
                </a:lnTo>
                <a:lnTo>
                  <a:pt x="1594" y="9405"/>
                </a:lnTo>
                <a:lnTo>
                  <a:pt x="1211" y="9667"/>
                </a:lnTo>
                <a:lnTo>
                  <a:pt x="888" y="9949"/>
                </a:lnTo>
                <a:lnTo>
                  <a:pt x="585" y="10252"/>
                </a:lnTo>
                <a:lnTo>
                  <a:pt x="444" y="10414"/>
                </a:lnTo>
                <a:lnTo>
                  <a:pt x="323" y="10575"/>
                </a:lnTo>
                <a:lnTo>
                  <a:pt x="202" y="10736"/>
                </a:lnTo>
                <a:lnTo>
                  <a:pt x="121" y="10898"/>
                </a:lnTo>
                <a:lnTo>
                  <a:pt x="61" y="11059"/>
                </a:lnTo>
                <a:lnTo>
                  <a:pt x="20" y="11241"/>
                </a:lnTo>
                <a:lnTo>
                  <a:pt x="0" y="11382"/>
                </a:lnTo>
                <a:lnTo>
                  <a:pt x="0" y="11544"/>
                </a:lnTo>
                <a:lnTo>
                  <a:pt x="41" y="11705"/>
                </a:lnTo>
                <a:lnTo>
                  <a:pt x="101" y="11867"/>
                </a:lnTo>
                <a:lnTo>
                  <a:pt x="202" y="12048"/>
                </a:lnTo>
                <a:lnTo>
                  <a:pt x="343" y="12230"/>
                </a:lnTo>
                <a:lnTo>
                  <a:pt x="545" y="12411"/>
                </a:lnTo>
                <a:lnTo>
                  <a:pt x="787" y="12593"/>
                </a:lnTo>
                <a:lnTo>
                  <a:pt x="1070" y="12754"/>
                </a:lnTo>
                <a:lnTo>
                  <a:pt x="1393" y="12896"/>
                </a:lnTo>
                <a:lnTo>
                  <a:pt x="1736" y="12997"/>
                </a:lnTo>
                <a:lnTo>
                  <a:pt x="2139" y="13057"/>
                </a:lnTo>
                <a:lnTo>
                  <a:pt x="2947" y="13158"/>
                </a:lnTo>
                <a:lnTo>
                  <a:pt x="3754" y="13198"/>
                </a:lnTo>
                <a:lnTo>
                  <a:pt x="4561" y="13239"/>
                </a:lnTo>
                <a:lnTo>
                  <a:pt x="6135" y="13239"/>
                </a:lnTo>
                <a:lnTo>
                  <a:pt x="6902" y="13219"/>
                </a:lnTo>
                <a:lnTo>
                  <a:pt x="8435" y="13138"/>
                </a:lnTo>
                <a:lnTo>
                  <a:pt x="9949" y="13017"/>
                </a:lnTo>
                <a:lnTo>
                  <a:pt x="11442" y="12896"/>
                </a:lnTo>
                <a:lnTo>
                  <a:pt x="12774" y="12775"/>
                </a:lnTo>
                <a:lnTo>
                  <a:pt x="14106" y="12674"/>
                </a:lnTo>
                <a:lnTo>
                  <a:pt x="15075" y="12613"/>
                </a:lnTo>
                <a:lnTo>
                  <a:pt x="16467" y="12512"/>
                </a:lnTo>
                <a:lnTo>
                  <a:pt x="17173" y="12452"/>
                </a:lnTo>
                <a:lnTo>
                  <a:pt x="17880" y="12371"/>
                </a:lnTo>
                <a:lnTo>
                  <a:pt x="18586" y="12290"/>
                </a:lnTo>
                <a:lnTo>
                  <a:pt x="19272" y="12169"/>
                </a:lnTo>
                <a:lnTo>
                  <a:pt x="19978" y="12028"/>
                </a:lnTo>
                <a:lnTo>
                  <a:pt x="20665" y="11867"/>
                </a:lnTo>
                <a:lnTo>
                  <a:pt x="21149" y="11705"/>
                </a:lnTo>
                <a:lnTo>
                  <a:pt x="21613" y="11544"/>
                </a:lnTo>
                <a:lnTo>
                  <a:pt x="22057" y="11362"/>
                </a:lnTo>
                <a:lnTo>
                  <a:pt x="22461" y="11180"/>
                </a:lnTo>
                <a:lnTo>
                  <a:pt x="22824" y="10958"/>
                </a:lnTo>
                <a:lnTo>
                  <a:pt x="23167" y="10736"/>
                </a:lnTo>
                <a:lnTo>
                  <a:pt x="23470" y="10474"/>
                </a:lnTo>
                <a:lnTo>
                  <a:pt x="23752" y="10212"/>
                </a:lnTo>
                <a:lnTo>
                  <a:pt x="23914" y="10030"/>
                </a:lnTo>
                <a:lnTo>
                  <a:pt x="24075" y="9849"/>
                </a:lnTo>
                <a:lnTo>
                  <a:pt x="24358" y="9445"/>
                </a:lnTo>
                <a:lnTo>
                  <a:pt x="24600" y="9021"/>
                </a:lnTo>
                <a:lnTo>
                  <a:pt x="24822" y="8597"/>
                </a:lnTo>
                <a:lnTo>
                  <a:pt x="25023" y="8133"/>
                </a:lnTo>
                <a:lnTo>
                  <a:pt x="25185" y="7669"/>
                </a:lnTo>
                <a:lnTo>
                  <a:pt x="25508" y="6741"/>
                </a:lnTo>
                <a:lnTo>
                  <a:pt x="25770" y="6014"/>
                </a:lnTo>
                <a:lnTo>
                  <a:pt x="26053" y="5268"/>
                </a:lnTo>
                <a:lnTo>
                  <a:pt x="26194" y="4925"/>
                </a:lnTo>
                <a:lnTo>
                  <a:pt x="26376" y="4561"/>
                </a:lnTo>
                <a:lnTo>
                  <a:pt x="26557" y="4238"/>
                </a:lnTo>
                <a:lnTo>
                  <a:pt x="26759" y="3895"/>
                </a:lnTo>
                <a:lnTo>
                  <a:pt x="27021" y="3532"/>
                </a:lnTo>
                <a:lnTo>
                  <a:pt x="27324" y="3169"/>
                </a:lnTo>
                <a:lnTo>
                  <a:pt x="27627" y="2826"/>
                </a:lnTo>
                <a:lnTo>
                  <a:pt x="27950" y="2503"/>
                </a:lnTo>
                <a:lnTo>
                  <a:pt x="28293" y="2120"/>
                </a:lnTo>
                <a:lnTo>
                  <a:pt x="28656" y="1736"/>
                </a:lnTo>
                <a:lnTo>
                  <a:pt x="28979" y="1333"/>
                </a:lnTo>
                <a:lnTo>
                  <a:pt x="29120" y="1111"/>
                </a:lnTo>
                <a:lnTo>
                  <a:pt x="29261" y="889"/>
                </a:lnTo>
                <a:lnTo>
                  <a:pt x="29362" y="727"/>
                </a:lnTo>
                <a:lnTo>
                  <a:pt x="29382" y="626"/>
                </a:lnTo>
                <a:lnTo>
                  <a:pt x="29382" y="545"/>
                </a:lnTo>
                <a:lnTo>
                  <a:pt x="29362" y="445"/>
                </a:lnTo>
                <a:lnTo>
                  <a:pt x="29322" y="364"/>
                </a:lnTo>
                <a:lnTo>
                  <a:pt x="29261" y="303"/>
                </a:lnTo>
                <a:lnTo>
                  <a:pt x="29201" y="243"/>
                </a:lnTo>
                <a:lnTo>
                  <a:pt x="29059" y="162"/>
                </a:lnTo>
                <a:lnTo>
                  <a:pt x="28918" y="122"/>
                </a:lnTo>
                <a:lnTo>
                  <a:pt x="28716" y="61"/>
                </a:lnTo>
                <a:lnTo>
                  <a:pt x="28494" y="21"/>
                </a:lnTo>
                <a:lnTo>
                  <a:pt x="282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9" name="Google Shape;2679;p34"/>
          <p:cNvSpPr/>
          <p:nvPr/>
        </p:nvSpPr>
        <p:spPr>
          <a:xfrm flipH="1">
            <a:off x="-2137218" y="248212"/>
            <a:ext cx="1990251" cy="2226013"/>
          </a:xfrm>
          <a:custGeom>
            <a:rect b="b" l="l" r="r" t="t"/>
            <a:pathLst>
              <a:path extrusionOk="0" h="39816" w="35599">
                <a:moveTo>
                  <a:pt x="16346" y="81"/>
                </a:moveTo>
                <a:lnTo>
                  <a:pt x="18606" y="102"/>
                </a:lnTo>
                <a:lnTo>
                  <a:pt x="19737" y="122"/>
                </a:lnTo>
                <a:lnTo>
                  <a:pt x="20867" y="162"/>
                </a:lnTo>
                <a:lnTo>
                  <a:pt x="22017" y="223"/>
                </a:lnTo>
                <a:lnTo>
                  <a:pt x="23147" y="283"/>
                </a:lnTo>
                <a:lnTo>
                  <a:pt x="24277" y="364"/>
                </a:lnTo>
                <a:lnTo>
                  <a:pt x="25407" y="465"/>
                </a:lnTo>
                <a:lnTo>
                  <a:pt x="26537" y="586"/>
                </a:lnTo>
                <a:lnTo>
                  <a:pt x="27667" y="747"/>
                </a:lnTo>
                <a:lnTo>
                  <a:pt x="28555" y="868"/>
                </a:lnTo>
                <a:lnTo>
                  <a:pt x="29443" y="1050"/>
                </a:lnTo>
                <a:lnTo>
                  <a:pt x="29887" y="1151"/>
                </a:lnTo>
                <a:lnTo>
                  <a:pt x="30311" y="1272"/>
                </a:lnTo>
                <a:lnTo>
                  <a:pt x="30755" y="1413"/>
                </a:lnTo>
                <a:lnTo>
                  <a:pt x="31179" y="1554"/>
                </a:lnTo>
                <a:lnTo>
                  <a:pt x="31582" y="1736"/>
                </a:lnTo>
                <a:lnTo>
                  <a:pt x="31986" y="1918"/>
                </a:lnTo>
                <a:lnTo>
                  <a:pt x="32369" y="2140"/>
                </a:lnTo>
                <a:lnTo>
                  <a:pt x="32732" y="2382"/>
                </a:lnTo>
                <a:lnTo>
                  <a:pt x="33076" y="2644"/>
                </a:lnTo>
                <a:lnTo>
                  <a:pt x="33419" y="2927"/>
                </a:lnTo>
                <a:lnTo>
                  <a:pt x="33721" y="3250"/>
                </a:lnTo>
                <a:lnTo>
                  <a:pt x="34004" y="3593"/>
                </a:lnTo>
                <a:lnTo>
                  <a:pt x="34165" y="3815"/>
                </a:lnTo>
                <a:lnTo>
                  <a:pt x="34307" y="4057"/>
                </a:lnTo>
                <a:lnTo>
                  <a:pt x="34448" y="4299"/>
                </a:lnTo>
                <a:lnTo>
                  <a:pt x="34569" y="4561"/>
                </a:lnTo>
                <a:lnTo>
                  <a:pt x="34771" y="5066"/>
                </a:lnTo>
                <a:lnTo>
                  <a:pt x="34932" y="5611"/>
                </a:lnTo>
                <a:lnTo>
                  <a:pt x="35073" y="6135"/>
                </a:lnTo>
                <a:lnTo>
                  <a:pt x="35174" y="6680"/>
                </a:lnTo>
                <a:lnTo>
                  <a:pt x="35255" y="7205"/>
                </a:lnTo>
                <a:lnTo>
                  <a:pt x="35316" y="7730"/>
                </a:lnTo>
                <a:lnTo>
                  <a:pt x="35416" y="8577"/>
                </a:lnTo>
                <a:lnTo>
                  <a:pt x="35477" y="9445"/>
                </a:lnTo>
                <a:lnTo>
                  <a:pt x="35517" y="10333"/>
                </a:lnTo>
                <a:lnTo>
                  <a:pt x="35517" y="11261"/>
                </a:lnTo>
                <a:lnTo>
                  <a:pt x="35517" y="12230"/>
                </a:lnTo>
                <a:lnTo>
                  <a:pt x="35497" y="13219"/>
                </a:lnTo>
                <a:lnTo>
                  <a:pt x="35457" y="14248"/>
                </a:lnTo>
                <a:lnTo>
                  <a:pt x="35376" y="15337"/>
                </a:lnTo>
                <a:lnTo>
                  <a:pt x="35316" y="16165"/>
                </a:lnTo>
                <a:lnTo>
                  <a:pt x="35235" y="17033"/>
                </a:lnTo>
                <a:lnTo>
                  <a:pt x="35134" y="17921"/>
                </a:lnTo>
                <a:lnTo>
                  <a:pt x="34993" y="18808"/>
                </a:lnTo>
                <a:lnTo>
                  <a:pt x="34831" y="19717"/>
                </a:lnTo>
                <a:lnTo>
                  <a:pt x="34629" y="20625"/>
                </a:lnTo>
                <a:lnTo>
                  <a:pt x="34508" y="21089"/>
                </a:lnTo>
                <a:lnTo>
                  <a:pt x="34367" y="21533"/>
                </a:lnTo>
                <a:lnTo>
                  <a:pt x="34226" y="21997"/>
                </a:lnTo>
                <a:lnTo>
                  <a:pt x="34064" y="22441"/>
                </a:lnTo>
                <a:lnTo>
                  <a:pt x="33943" y="22784"/>
                </a:lnTo>
                <a:lnTo>
                  <a:pt x="33782" y="23127"/>
                </a:lnTo>
                <a:lnTo>
                  <a:pt x="33620" y="23490"/>
                </a:lnTo>
                <a:lnTo>
                  <a:pt x="33419" y="23833"/>
                </a:lnTo>
                <a:lnTo>
                  <a:pt x="33197" y="24176"/>
                </a:lnTo>
                <a:lnTo>
                  <a:pt x="32934" y="24479"/>
                </a:lnTo>
                <a:lnTo>
                  <a:pt x="32793" y="24641"/>
                </a:lnTo>
                <a:lnTo>
                  <a:pt x="32632" y="24782"/>
                </a:lnTo>
                <a:lnTo>
                  <a:pt x="32470" y="24903"/>
                </a:lnTo>
                <a:lnTo>
                  <a:pt x="32309" y="25024"/>
                </a:lnTo>
                <a:lnTo>
                  <a:pt x="32107" y="25145"/>
                </a:lnTo>
                <a:lnTo>
                  <a:pt x="31925" y="25226"/>
                </a:lnTo>
                <a:lnTo>
                  <a:pt x="31723" y="25327"/>
                </a:lnTo>
                <a:lnTo>
                  <a:pt x="31522" y="25387"/>
                </a:lnTo>
                <a:lnTo>
                  <a:pt x="31118" y="25508"/>
                </a:lnTo>
                <a:lnTo>
                  <a:pt x="30694" y="25569"/>
                </a:lnTo>
                <a:lnTo>
                  <a:pt x="30250" y="25609"/>
                </a:lnTo>
                <a:lnTo>
                  <a:pt x="29403" y="25609"/>
                </a:lnTo>
                <a:lnTo>
                  <a:pt x="28979" y="25589"/>
                </a:lnTo>
                <a:lnTo>
                  <a:pt x="27809" y="25488"/>
                </a:lnTo>
                <a:lnTo>
                  <a:pt x="26658" y="25347"/>
                </a:lnTo>
                <a:lnTo>
                  <a:pt x="25508" y="25185"/>
                </a:lnTo>
                <a:lnTo>
                  <a:pt x="24358" y="25004"/>
                </a:lnTo>
                <a:lnTo>
                  <a:pt x="23248" y="24842"/>
                </a:lnTo>
                <a:lnTo>
                  <a:pt x="22118" y="24681"/>
                </a:lnTo>
                <a:lnTo>
                  <a:pt x="20988" y="24540"/>
                </a:lnTo>
                <a:lnTo>
                  <a:pt x="19837" y="24439"/>
                </a:lnTo>
                <a:lnTo>
                  <a:pt x="19272" y="24398"/>
                </a:lnTo>
                <a:lnTo>
                  <a:pt x="18707" y="24378"/>
                </a:lnTo>
                <a:lnTo>
                  <a:pt x="17577" y="24378"/>
                </a:lnTo>
                <a:lnTo>
                  <a:pt x="17012" y="24419"/>
                </a:lnTo>
                <a:lnTo>
                  <a:pt x="16447" y="24459"/>
                </a:lnTo>
                <a:lnTo>
                  <a:pt x="15882" y="24540"/>
                </a:lnTo>
                <a:lnTo>
                  <a:pt x="15317" y="24620"/>
                </a:lnTo>
                <a:lnTo>
                  <a:pt x="14631" y="24762"/>
                </a:lnTo>
                <a:lnTo>
                  <a:pt x="13965" y="24943"/>
                </a:lnTo>
                <a:lnTo>
                  <a:pt x="13319" y="25165"/>
                </a:lnTo>
                <a:lnTo>
                  <a:pt x="12674" y="25407"/>
                </a:lnTo>
                <a:lnTo>
                  <a:pt x="12048" y="25690"/>
                </a:lnTo>
                <a:lnTo>
                  <a:pt x="11422" y="25993"/>
                </a:lnTo>
                <a:lnTo>
                  <a:pt x="10817" y="26336"/>
                </a:lnTo>
                <a:lnTo>
                  <a:pt x="10232" y="26699"/>
                </a:lnTo>
                <a:lnTo>
                  <a:pt x="9667" y="27102"/>
                </a:lnTo>
                <a:lnTo>
                  <a:pt x="9122" y="27526"/>
                </a:lnTo>
                <a:lnTo>
                  <a:pt x="8597" y="27990"/>
                </a:lnTo>
                <a:lnTo>
                  <a:pt x="8093" y="28455"/>
                </a:lnTo>
                <a:lnTo>
                  <a:pt x="7608" y="28959"/>
                </a:lnTo>
                <a:lnTo>
                  <a:pt x="7164" y="29484"/>
                </a:lnTo>
                <a:lnTo>
                  <a:pt x="6741" y="30029"/>
                </a:lnTo>
                <a:lnTo>
                  <a:pt x="6357" y="30594"/>
                </a:lnTo>
                <a:lnTo>
                  <a:pt x="6014" y="31159"/>
                </a:lnTo>
                <a:lnTo>
                  <a:pt x="5691" y="31744"/>
                </a:lnTo>
                <a:lnTo>
                  <a:pt x="5389" y="32329"/>
                </a:lnTo>
                <a:lnTo>
                  <a:pt x="5106" y="32914"/>
                </a:lnTo>
                <a:lnTo>
                  <a:pt x="4844" y="33520"/>
                </a:lnTo>
                <a:lnTo>
                  <a:pt x="4581" y="34125"/>
                </a:lnTo>
                <a:lnTo>
                  <a:pt x="4097" y="35336"/>
                </a:lnTo>
                <a:lnTo>
                  <a:pt x="3714" y="36264"/>
                </a:lnTo>
                <a:lnTo>
                  <a:pt x="3330" y="37172"/>
                </a:lnTo>
                <a:lnTo>
                  <a:pt x="2927" y="38080"/>
                </a:lnTo>
                <a:lnTo>
                  <a:pt x="2705" y="38524"/>
                </a:lnTo>
                <a:lnTo>
                  <a:pt x="2483" y="38948"/>
                </a:lnTo>
                <a:lnTo>
                  <a:pt x="2402" y="39089"/>
                </a:lnTo>
                <a:lnTo>
                  <a:pt x="2321" y="39211"/>
                </a:lnTo>
                <a:lnTo>
                  <a:pt x="2220" y="39332"/>
                </a:lnTo>
                <a:lnTo>
                  <a:pt x="2099" y="39453"/>
                </a:lnTo>
                <a:lnTo>
                  <a:pt x="1978" y="39554"/>
                </a:lnTo>
                <a:lnTo>
                  <a:pt x="1857" y="39634"/>
                </a:lnTo>
                <a:lnTo>
                  <a:pt x="1736" y="39695"/>
                </a:lnTo>
                <a:lnTo>
                  <a:pt x="1615" y="39715"/>
                </a:lnTo>
                <a:lnTo>
                  <a:pt x="1413" y="39715"/>
                </a:lnTo>
                <a:lnTo>
                  <a:pt x="1312" y="39654"/>
                </a:lnTo>
                <a:lnTo>
                  <a:pt x="1231" y="39594"/>
                </a:lnTo>
                <a:lnTo>
                  <a:pt x="1191" y="39513"/>
                </a:lnTo>
                <a:lnTo>
                  <a:pt x="1131" y="39433"/>
                </a:lnTo>
                <a:lnTo>
                  <a:pt x="1110" y="39352"/>
                </a:lnTo>
                <a:lnTo>
                  <a:pt x="1090" y="39251"/>
                </a:lnTo>
                <a:lnTo>
                  <a:pt x="1090" y="39049"/>
                </a:lnTo>
                <a:lnTo>
                  <a:pt x="1110" y="38847"/>
                </a:lnTo>
                <a:lnTo>
                  <a:pt x="1252" y="38040"/>
                </a:lnTo>
                <a:lnTo>
                  <a:pt x="1393" y="37253"/>
                </a:lnTo>
                <a:lnTo>
                  <a:pt x="1575" y="36466"/>
                </a:lnTo>
                <a:lnTo>
                  <a:pt x="1776" y="35699"/>
                </a:lnTo>
                <a:lnTo>
                  <a:pt x="2018" y="34630"/>
                </a:lnTo>
                <a:lnTo>
                  <a:pt x="2261" y="33560"/>
                </a:lnTo>
                <a:lnTo>
                  <a:pt x="2422" y="32551"/>
                </a:lnTo>
                <a:lnTo>
                  <a:pt x="2563" y="31562"/>
                </a:lnTo>
                <a:lnTo>
                  <a:pt x="2664" y="30533"/>
                </a:lnTo>
                <a:lnTo>
                  <a:pt x="2705" y="29524"/>
                </a:lnTo>
                <a:lnTo>
                  <a:pt x="2745" y="28515"/>
                </a:lnTo>
                <a:lnTo>
                  <a:pt x="2745" y="27506"/>
                </a:lnTo>
                <a:lnTo>
                  <a:pt x="2705" y="26477"/>
                </a:lnTo>
                <a:lnTo>
                  <a:pt x="2644" y="25468"/>
                </a:lnTo>
                <a:lnTo>
                  <a:pt x="2563" y="24439"/>
                </a:lnTo>
                <a:lnTo>
                  <a:pt x="2462" y="23430"/>
                </a:lnTo>
                <a:lnTo>
                  <a:pt x="2362" y="22401"/>
                </a:lnTo>
                <a:lnTo>
                  <a:pt x="2240" y="21392"/>
                </a:lnTo>
                <a:lnTo>
                  <a:pt x="1958" y="19374"/>
                </a:lnTo>
                <a:lnTo>
                  <a:pt x="1655" y="17355"/>
                </a:lnTo>
                <a:lnTo>
                  <a:pt x="1595" y="16972"/>
                </a:lnTo>
                <a:lnTo>
                  <a:pt x="1030" y="13219"/>
                </a:lnTo>
                <a:lnTo>
                  <a:pt x="485" y="9465"/>
                </a:lnTo>
                <a:lnTo>
                  <a:pt x="323" y="8234"/>
                </a:lnTo>
                <a:lnTo>
                  <a:pt x="182" y="7043"/>
                </a:lnTo>
                <a:lnTo>
                  <a:pt x="142" y="6458"/>
                </a:lnTo>
                <a:lnTo>
                  <a:pt x="101" y="5873"/>
                </a:lnTo>
                <a:lnTo>
                  <a:pt x="81" y="5308"/>
                </a:lnTo>
                <a:lnTo>
                  <a:pt x="81" y="4723"/>
                </a:lnTo>
                <a:lnTo>
                  <a:pt x="81" y="4521"/>
                </a:lnTo>
                <a:lnTo>
                  <a:pt x="101" y="3633"/>
                </a:lnTo>
                <a:lnTo>
                  <a:pt x="142" y="3129"/>
                </a:lnTo>
                <a:lnTo>
                  <a:pt x="202" y="2604"/>
                </a:lnTo>
                <a:lnTo>
                  <a:pt x="283" y="2099"/>
                </a:lnTo>
                <a:lnTo>
                  <a:pt x="323" y="1857"/>
                </a:lnTo>
                <a:lnTo>
                  <a:pt x="404" y="1635"/>
                </a:lnTo>
                <a:lnTo>
                  <a:pt x="465" y="1413"/>
                </a:lnTo>
                <a:lnTo>
                  <a:pt x="566" y="1211"/>
                </a:lnTo>
                <a:lnTo>
                  <a:pt x="666" y="1010"/>
                </a:lnTo>
                <a:lnTo>
                  <a:pt x="767" y="848"/>
                </a:lnTo>
                <a:lnTo>
                  <a:pt x="848" y="747"/>
                </a:lnTo>
                <a:lnTo>
                  <a:pt x="929" y="687"/>
                </a:lnTo>
                <a:lnTo>
                  <a:pt x="1110" y="545"/>
                </a:lnTo>
                <a:lnTo>
                  <a:pt x="1332" y="445"/>
                </a:lnTo>
                <a:lnTo>
                  <a:pt x="1575" y="364"/>
                </a:lnTo>
                <a:lnTo>
                  <a:pt x="1837" y="303"/>
                </a:lnTo>
                <a:lnTo>
                  <a:pt x="2099" y="283"/>
                </a:lnTo>
                <a:lnTo>
                  <a:pt x="2382" y="263"/>
                </a:lnTo>
                <a:lnTo>
                  <a:pt x="2684" y="243"/>
                </a:lnTo>
                <a:lnTo>
                  <a:pt x="3169" y="263"/>
                </a:lnTo>
                <a:lnTo>
                  <a:pt x="3633" y="283"/>
                </a:lnTo>
                <a:lnTo>
                  <a:pt x="4057" y="303"/>
                </a:lnTo>
                <a:lnTo>
                  <a:pt x="4440" y="303"/>
                </a:lnTo>
                <a:lnTo>
                  <a:pt x="9586" y="202"/>
                </a:lnTo>
                <a:lnTo>
                  <a:pt x="11826" y="142"/>
                </a:lnTo>
                <a:lnTo>
                  <a:pt x="14066" y="102"/>
                </a:lnTo>
                <a:lnTo>
                  <a:pt x="16346" y="81"/>
                </a:lnTo>
                <a:close/>
                <a:moveTo>
                  <a:pt x="16346" y="1"/>
                </a:moveTo>
                <a:lnTo>
                  <a:pt x="14066" y="21"/>
                </a:lnTo>
                <a:lnTo>
                  <a:pt x="11826" y="61"/>
                </a:lnTo>
                <a:lnTo>
                  <a:pt x="9586" y="122"/>
                </a:lnTo>
                <a:lnTo>
                  <a:pt x="4420" y="223"/>
                </a:lnTo>
                <a:lnTo>
                  <a:pt x="4057" y="223"/>
                </a:lnTo>
                <a:lnTo>
                  <a:pt x="3633" y="202"/>
                </a:lnTo>
                <a:lnTo>
                  <a:pt x="2805" y="162"/>
                </a:lnTo>
                <a:lnTo>
                  <a:pt x="2382" y="182"/>
                </a:lnTo>
                <a:lnTo>
                  <a:pt x="1978" y="202"/>
                </a:lnTo>
                <a:lnTo>
                  <a:pt x="1595" y="283"/>
                </a:lnTo>
                <a:lnTo>
                  <a:pt x="1413" y="324"/>
                </a:lnTo>
                <a:lnTo>
                  <a:pt x="1252" y="384"/>
                </a:lnTo>
                <a:lnTo>
                  <a:pt x="1090" y="465"/>
                </a:lnTo>
                <a:lnTo>
                  <a:pt x="949" y="566"/>
                </a:lnTo>
                <a:lnTo>
                  <a:pt x="828" y="667"/>
                </a:lnTo>
                <a:lnTo>
                  <a:pt x="707" y="788"/>
                </a:lnTo>
                <a:lnTo>
                  <a:pt x="586" y="969"/>
                </a:lnTo>
                <a:lnTo>
                  <a:pt x="485" y="1151"/>
                </a:lnTo>
                <a:lnTo>
                  <a:pt x="404" y="1373"/>
                </a:lnTo>
                <a:lnTo>
                  <a:pt x="323" y="1575"/>
                </a:lnTo>
                <a:lnTo>
                  <a:pt x="263" y="1817"/>
                </a:lnTo>
                <a:lnTo>
                  <a:pt x="202" y="2059"/>
                </a:lnTo>
                <a:lnTo>
                  <a:pt x="122" y="2563"/>
                </a:lnTo>
                <a:lnTo>
                  <a:pt x="61" y="3068"/>
                </a:lnTo>
                <a:lnTo>
                  <a:pt x="21" y="3593"/>
                </a:lnTo>
                <a:lnTo>
                  <a:pt x="0" y="4521"/>
                </a:lnTo>
                <a:lnTo>
                  <a:pt x="0" y="4723"/>
                </a:lnTo>
                <a:lnTo>
                  <a:pt x="0" y="5308"/>
                </a:lnTo>
                <a:lnTo>
                  <a:pt x="21" y="5873"/>
                </a:lnTo>
                <a:lnTo>
                  <a:pt x="61" y="6458"/>
                </a:lnTo>
                <a:lnTo>
                  <a:pt x="101" y="7043"/>
                </a:lnTo>
                <a:lnTo>
                  <a:pt x="243" y="8234"/>
                </a:lnTo>
                <a:lnTo>
                  <a:pt x="404" y="9465"/>
                </a:lnTo>
                <a:lnTo>
                  <a:pt x="949" y="13219"/>
                </a:lnTo>
                <a:lnTo>
                  <a:pt x="1514" y="16992"/>
                </a:lnTo>
                <a:lnTo>
                  <a:pt x="1575" y="17376"/>
                </a:lnTo>
                <a:lnTo>
                  <a:pt x="1877" y="19374"/>
                </a:lnTo>
                <a:lnTo>
                  <a:pt x="2160" y="21392"/>
                </a:lnTo>
                <a:lnTo>
                  <a:pt x="2281" y="22421"/>
                </a:lnTo>
                <a:lnTo>
                  <a:pt x="2382" y="23430"/>
                </a:lnTo>
                <a:lnTo>
                  <a:pt x="2483" y="24439"/>
                </a:lnTo>
                <a:lnTo>
                  <a:pt x="2563" y="25468"/>
                </a:lnTo>
                <a:lnTo>
                  <a:pt x="2624" y="26477"/>
                </a:lnTo>
                <a:lnTo>
                  <a:pt x="2664" y="27486"/>
                </a:lnTo>
                <a:lnTo>
                  <a:pt x="2664" y="28515"/>
                </a:lnTo>
                <a:lnTo>
                  <a:pt x="2644" y="29524"/>
                </a:lnTo>
                <a:lnTo>
                  <a:pt x="2584" y="30533"/>
                </a:lnTo>
                <a:lnTo>
                  <a:pt x="2483" y="31542"/>
                </a:lnTo>
                <a:lnTo>
                  <a:pt x="2341" y="32551"/>
                </a:lnTo>
                <a:lnTo>
                  <a:pt x="2180" y="33540"/>
                </a:lnTo>
                <a:lnTo>
                  <a:pt x="1938" y="34630"/>
                </a:lnTo>
                <a:lnTo>
                  <a:pt x="1696" y="35679"/>
                </a:lnTo>
                <a:lnTo>
                  <a:pt x="1494" y="36466"/>
                </a:lnTo>
                <a:lnTo>
                  <a:pt x="1332" y="37233"/>
                </a:lnTo>
                <a:lnTo>
                  <a:pt x="1171" y="38040"/>
                </a:lnTo>
                <a:lnTo>
                  <a:pt x="1030" y="38827"/>
                </a:lnTo>
                <a:lnTo>
                  <a:pt x="1009" y="39049"/>
                </a:lnTo>
                <a:lnTo>
                  <a:pt x="1009" y="39271"/>
                </a:lnTo>
                <a:lnTo>
                  <a:pt x="1030" y="39372"/>
                </a:lnTo>
                <a:lnTo>
                  <a:pt x="1070" y="39473"/>
                </a:lnTo>
                <a:lnTo>
                  <a:pt x="1110" y="39574"/>
                </a:lnTo>
                <a:lnTo>
                  <a:pt x="1191" y="39654"/>
                </a:lnTo>
                <a:lnTo>
                  <a:pt x="1252" y="39715"/>
                </a:lnTo>
                <a:lnTo>
                  <a:pt x="1353" y="39776"/>
                </a:lnTo>
                <a:lnTo>
                  <a:pt x="1433" y="39796"/>
                </a:lnTo>
                <a:lnTo>
                  <a:pt x="1534" y="39816"/>
                </a:lnTo>
                <a:lnTo>
                  <a:pt x="1615" y="39796"/>
                </a:lnTo>
                <a:lnTo>
                  <a:pt x="1756" y="39776"/>
                </a:lnTo>
                <a:lnTo>
                  <a:pt x="1897" y="39695"/>
                </a:lnTo>
                <a:lnTo>
                  <a:pt x="2018" y="39614"/>
                </a:lnTo>
                <a:lnTo>
                  <a:pt x="2160" y="39513"/>
                </a:lnTo>
                <a:lnTo>
                  <a:pt x="2281" y="39392"/>
                </a:lnTo>
                <a:lnTo>
                  <a:pt x="2382" y="39271"/>
                </a:lnTo>
                <a:lnTo>
                  <a:pt x="2483" y="39130"/>
                </a:lnTo>
                <a:lnTo>
                  <a:pt x="2563" y="38989"/>
                </a:lnTo>
                <a:lnTo>
                  <a:pt x="2785" y="38565"/>
                </a:lnTo>
                <a:lnTo>
                  <a:pt x="3007" y="38101"/>
                </a:lnTo>
                <a:lnTo>
                  <a:pt x="3411" y="37193"/>
                </a:lnTo>
                <a:lnTo>
                  <a:pt x="3794" y="36284"/>
                </a:lnTo>
                <a:lnTo>
                  <a:pt x="4158" y="35376"/>
                </a:lnTo>
                <a:lnTo>
                  <a:pt x="4662" y="34166"/>
                </a:lnTo>
                <a:lnTo>
                  <a:pt x="4904" y="33560"/>
                </a:lnTo>
                <a:lnTo>
                  <a:pt x="5187" y="32955"/>
                </a:lnTo>
                <a:lnTo>
                  <a:pt x="5469" y="32369"/>
                </a:lnTo>
                <a:lnTo>
                  <a:pt x="5752" y="31784"/>
                </a:lnTo>
                <a:lnTo>
                  <a:pt x="6075" y="31199"/>
                </a:lnTo>
                <a:lnTo>
                  <a:pt x="6418" y="30654"/>
                </a:lnTo>
                <a:lnTo>
                  <a:pt x="6821" y="30089"/>
                </a:lnTo>
                <a:lnTo>
                  <a:pt x="7225" y="29544"/>
                </a:lnTo>
                <a:lnTo>
                  <a:pt x="7669" y="29020"/>
                </a:lnTo>
                <a:lnTo>
                  <a:pt x="8153" y="28515"/>
                </a:lnTo>
                <a:lnTo>
                  <a:pt x="8638" y="28051"/>
                </a:lnTo>
                <a:lnTo>
                  <a:pt x="9162" y="27587"/>
                </a:lnTo>
                <a:lnTo>
                  <a:pt x="9707" y="27163"/>
                </a:lnTo>
                <a:lnTo>
                  <a:pt x="10272" y="26780"/>
                </a:lnTo>
                <a:lnTo>
                  <a:pt x="10857" y="26396"/>
                </a:lnTo>
                <a:lnTo>
                  <a:pt x="11463" y="26073"/>
                </a:lnTo>
                <a:lnTo>
                  <a:pt x="12068" y="25750"/>
                </a:lnTo>
                <a:lnTo>
                  <a:pt x="12694" y="25468"/>
                </a:lnTo>
                <a:lnTo>
                  <a:pt x="13339" y="25226"/>
                </a:lnTo>
                <a:lnTo>
                  <a:pt x="14005" y="25024"/>
                </a:lnTo>
                <a:lnTo>
                  <a:pt x="14651" y="24842"/>
                </a:lnTo>
                <a:lnTo>
                  <a:pt x="15337" y="24701"/>
                </a:lnTo>
                <a:lnTo>
                  <a:pt x="15882" y="24600"/>
                </a:lnTo>
                <a:lnTo>
                  <a:pt x="16447" y="24540"/>
                </a:lnTo>
                <a:lnTo>
                  <a:pt x="17012" y="24499"/>
                </a:lnTo>
                <a:lnTo>
                  <a:pt x="17577" y="24459"/>
                </a:lnTo>
                <a:lnTo>
                  <a:pt x="18707" y="24459"/>
                </a:lnTo>
                <a:lnTo>
                  <a:pt x="19272" y="24479"/>
                </a:lnTo>
                <a:lnTo>
                  <a:pt x="19837" y="24519"/>
                </a:lnTo>
                <a:lnTo>
                  <a:pt x="20968" y="24620"/>
                </a:lnTo>
                <a:lnTo>
                  <a:pt x="22098" y="24762"/>
                </a:lnTo>
                <a:lnTo>
                  <a:pt x="23228" y="24923"/>
                </a:lnTo>
                <a:lnTo>
                  <a:pt x="24338" y="25084"/>
                </a:lnTo>
                <a:lnTo>
                  <a:pt x="25488" y="25266"/>
                </a:lnTo>
                <a:lnTo>
                  <a:pt x="26638" y="25428"/>
                </a:lnTo>
                <a:lnTo>
                  <a:pt x="27809" y="25569"/>
                </a:lnTo>
                <a:lnTo>
                  <a:pt x="28979" y="25670"/>
                </a:lnTo>
                <a:lnTo>
                  <a:pt x="29403" y="25690"/>
                </a:lnTo>
                <a:lnTo>
                  <a:pt x="30271" y="25690"/>
                </a:lnTo>
                <a:lnTo>
                  <a:pt x="30714" y="25650"/>
                </a:lnTo>
                <a:lnTo>
                  <a:pt x="31138" y="25569"/>
                </a:lnTo>
                <a:lnTo>
                  <a:pt x="31562" y="25468"/>
                </a:lnTo>
                <a:lnTo>
                  <a:pt x="31764" y="25387"/>
                </a:lnTo>
                <a:lnTo>
                  <a:pt x="31966" y="25306"/>
                </a:lnTo>
                <a:lnTo>
                  <a:pt x="32147" y="25206"/>
                </a:lnTo>
                <a:lnTo>
                  <a:pt x="32349" y="25084"/>
                </a:lnTo>
                <a:lnTo>
                  <a:pt x="32511" y="24963"/>
                </a:lnTo>
                <a:lnTo>
                  <a:pt x="32692" y="24842"/>
                </a:lnTo>
                <a:lnTo>
                  <a:pt x="32833" y="24701"/>
                </a:lnTo>
                <a:lnTo>
                  <a:pt x="32995" y="24540"/>
                </a:lnTo>
                <a:lnTo>
                  <a:pt x="33257" y="24217"/>
                </a:lnTo>
                <a:lnTo>
                  <a:pt x="33479" y="23874"/>
                </a:lnTo>
                <a:lnTo>
                  <a:pt x="33681" y="23531"/>
                </a:lnTo>
                <a:lnTo>
                  <a:pt x="33863" y="23167"/>
                </a:lnTo>
                <a:lnTo>
                  <a:pt x="34004" y="22804"/>
                </a:lnTo>
                <a:lnTo>
                  <a:pt x="34145" y="22461"/>
                </a:lnTo>
                <a:lnTo>
                  <a:pt x="34307" y="22017"/>
                </a:lnTo>
                <a:lnTo>
                  <a:pt x="34448" y="21573"/>
                </a:lnTo>
                <a:lnTo>
                  <a:pt x="34569" y="21109"/>
                </a:lnTo>
                <a:lnTo>
                  <a:pt x="34690" y="20645"/>
                </a:lnTo>
                <a:lnTo>
                  <a:pt x="34912" y="19737"/>
                </a:lnTo>
                <a:lnTo>
                  <a:pt x="35073" y="18829"/>
                </a:lnTo>
                <a:lnTo>
                  <a:pt x="35215" y="17921"/>
                </a:lnTo>
                <a:lnTo>
                  <a:pt x="35316" y="17033"/>
                </a:lnTo>
                <a:lnTo>
                  <a:pt x="35396" y="16185"/>
                </a:lnTo>
                <a:lnTo>
                  <a:pt x="35457" y="15337"/>
                </a:lnTo>
                <a:lnTo>
                  <a:pt x="35538" y="14248"/>
                </a:lnTo>
                <a:lnTo>
                  <a:pt x="35578" y="13219"/>
                </a:lnTo>
                <a:lnTo>
                  <a:pt x="35598" y="12230"/>
                </a:lnTo>
                <a:lnTo>
                  <a:pt x="35598" y="11261"/>
                </a:lnTo>
                <a:lnTo>
                  <a:pt x="35598" y="10333"/>
                </a:lnTo>
                <a:lnTo>
                  <a:pt x="35558" y="9445"/>
                </a:lnTo>
                <a:lnTo>
                  <a:pt x="35497" y="8557"/>
                </a:lnTo>
                <a:lnTo>
                  <a:pt x="35396" y="7709"/>
                </a:lnTo>
                <a:lnTo>
                  <a:pt x="35336" y="7185"/>
                </a:lnTo>
                <a:lnTo>
                  <a:pt x="35255" y="6660"/>
                </a:lnTo>
                <a:lnTo>
                  <a:pt x="35154" y="6115"/>
                </a:lnTo>
                <a:lnTo>
                  <a:pt x="35013" y="5570"/>
                </a:lnTo>
                <a:lnTo>
                  <a:pt x="34851" y="5046"/>
                </a:lnTo>
                <a:lnTo>
                  <a:pt x="34629" y="4521"/>
                </a:lnTo>
                <a:lnTo>
                  <a:pt x="34508" y="4259"/>
                </a:lnTo>
                <a:lnTo>
                  <a:pt x="34387" y="4016"/>
                </a:lnTo>
                <a:lnTo>
                  <a:pt x="34226" y="3774"/>
                </a:lnTo>
                <a:lnTo>
                  <a:pt x="34064" y="3552"/>
                </a:lnTo>
                <a:lnTo>
                  <a:pt x="33782" y="3189"/>
                </a:lnTo>
                <a:lnTo>
                  <a:pt x="33479" y="2866"/>
                </a:lnTo>
                <a:lnTo>
                  <a:pt x="33136" y="2584"/>
                </a:lnTo>
                <a:lnTo>
                  <a:pt x="32793" y="2301"/>
                </a:lnTo>
                <a:lnTo>
                  <a:pt x="32410" y="2079"/>
                </a:lnTo>
                <a:lnTo>
                  <a:pt x="32026" y="1857"/>
                </a:lnTo>
                <a:lnTo>
                  <a:pt x="31623" y="1655"/>
                </a:lnTo>
                <a:lnTo>
                  <a:pt x="31199" y="1494"/>
                </a:lnTo>
                <a:lnTo>
                  <a:pt x="30775" y="1333"/>
                </a:lnTo>
                <a:lnTo>
                  <a:pt x="30351" y="1191"/>
                </a:lnTo>
                <a:lnTo>
                  <a:pt x="29907" y="1070"/>
                </a:lnTo>
                <a:lnTo>
                  <a:pt x="29463" y="969"/>
                </a:lnTo>
                <a:lnTo>
                  <a:pt x="28555" y="788"/>
                </a:lnTo>
                <a:lnTo>
                  <a:pt x="27667" y="667"/>
                </a:lnTo>
                <a:lnTo>
                  <a:pt x="26557" y="525"/>
                </a:lnTo>
                <a:lnTo>
                  <a:pt x="25427" y="384"/>
                </a:lnTo>
                <a:lnTo>
                  <a:pt x="24277" y="283"/>
                </a:lnTo>
                <a:lnTo>
                  <a:pt x="23147" y="202"/>
                </a:lnTo>
                <a:lnTo>
                  <a:pt x="22017" y="142"/>
                </a:lnTo>
                <a:lnTo>
                  <a:pt x="20887" y="81"/>
                </a:lnTo>
                <a:lnTo>
                  <a:pt x="19737" y="41"/>
                </a:lnTo>
                <a:lnTo>
                  <a:pt x="18606" y="21"/>
                </a:lnTo>
                <a:lnTo>
                  <a:pt x="1634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0" name="Google Shape;2680;p34"/>
          <p:cNvSpPr/>
          <p:nvPr/>
        </p:nvSpPr>
        <p:spPr>
          <a:xfrm flipH="1" rot="-6644194">
            <a:off x="7345178" y="2375062"/>
            <a:ext cx="2960485" cy="1551300"/>
          </a:xfrm>
          <a:custGeom>
            <a:rect b="b" l="l" r="r" t="t"/>
            <a:pathLst>
              <a:path extrusionOk="0" h="27748" w="52954">
                <a:moveTo>
                  <a:pt x="8698" y="81"/>
                </a:moveTo>
                <a:lnTo>
                  <a:pt x="9162" y="121"/>
                </a:lnTo>
                <a:lnTo>
                  <a:pt x="9647" y="162"/>
                </a:lnTo>
                <a:lnTo>
                  <a:pt x="10111" y="243"/>
                </a:lnTo>
                <a:lnTo>
                  <a:pt x="10555" y="343"/>
                </a:lnTo>
                <a:lnTo>
                  <a:pt x="10999" y="444"/>
                </a:lnTo>
                <a:lnTo>
                  <a:pt x="11443" y="565"/>
                </a:lnTo>
                <a:lnTo>
                  <a:pt x="11887" y="707"/>
                </a:lnTo>
                <a:lnTo>
                  <a:pt x="12311" y="848"/>
                </a:lnTo>
                <a:lnTo>
                  <a:pt x="12734" y="1009"/>
                </a:lnTo>
                <a:lnTo>
                  <a:pt x="13582" y="1373"/>
                </a:lnTo>
                <a:lnTo>
                  <a:pt x="14389" y="1756"/>
                </a:lnTo>
                <a:lnTo>
                  <a:pt x="15176" y="2160"/>
                </a:lnTo>
                <a:lnTo>
                  <a:pt x="15943" y="2563"/>
                </a:lnTo>
                <a:lnTo>
                  <a:pt x="16669" y="2987"/>
                </a:lnTo>
                <a:lnTo>
                  <a:pt x="18021" y="3754"/>
                </a:lnTo>
                <a:lnTo>
                  <a:pt x="19353" y="4561"/>
                </a:lnTo>
                <a:lnTo>
                  <a:pt x="22017" y="6176"/>
                </a:lnTo>
                <a:lnTo>
                  <a:pt x="24439" y="7649"/>
                </a:lnTo>
                <a:lnTo>
                  <a:pt x="25670" y="8395"/>
                </a:lnTo>
                <a:lnTo>
                  <a:pt x="26901" y="9102"/>
                </a:lnTo>
                <a:lnTo>
                  <a:pt x="28152" y="9808"/>
                </a:lnTo>
                <a:lnTo>
                  <a:pt x="29403" y="10494"/>
                </a:lnTo>
                <a:lnTo>
                  <a:pt x="30654" y="11160"/>
                </a:lnTo>
                <a:lnTo>
                  <a:pt x="31925" y="11806"/>
                </a:lnTo>
                <a:lnTo>
                  <a:pt x="33217" y="12391"/>
                </a:lnTo>
                <a:lnTo>
                  <a:pt x="34509" y="12956"/>
                </a:lnTo>
                <a:lnTo>
                  <a:pt x="35820" y="13481"/>
                </a:lnTo>
                <a:lnTo>
                  <a:pt x="36486" y="13743"/>
                </a:lnTo>
                <a:lnTo>
                  <a:pt x="37152" y="13965"/>
                </a:lnTo>
                <a:lnTo>
                  <a:pt x="37818" y="14187"/>
                </a:lnTo>
                <a:lnTo>
                  <a:pt x="38484" y="14389"/>
                </a:lnTo>
                <a:lnTo>
                  <a:pt x="39170" y="14591"/>
                </a:lnTo>
                <a:lnTo>
                  <a:pt x="39856" y="14772"/>
                </a:lnTo>
                <a:lnTo>
                  <a:pt x="40542" y="14934"/>
                </a:lnTo>
                <a:lnTo>
                  <a:pt x="41228" y="15075"/>
                </a:lnTo>
                <a:lnTo>
                  <a:pt x="41935" y="15216"/>
                </a:lnTo>
                <a:lnTo>
                  <a:pt x="42621" y="15317"/>
                </a:lnTo>
                <a:lnTo>
                  <a:pt x="43246" y="15418"/>
                </a:lnTo>
                <a:lnTo>
                  <a:pt x="43852" y="15479"/>
                </a:lnTo>
                <a:lnTo>
                  <a:pt x="44437" y="15519"/>
                </a:lnTo>
                <a:lnTo>
                  <a:pt x="45002" y="15539"/>
                </a:lnTo>
                <a:lnTo>
                  <a:pt x="45567" y="15539"/>
                </a:lnTo>
                <a:lnTo>
                  <a:pt x="46092" y="15519"/>
                </a:lnTo>
                <a:lnTo>
                  <a:pt x="46596" y="15479"/>
                </a:lnTo>
                <a:lnTo>
                  <a:pt x="47081" y="15398"/>
                </a:lnTo>
                <a:lnTo>
                  <a:pt x="47565" y="15317"/>
                </a:lnTo>
                <a:lnTo>
                  <a:pt x="48009" y="15216"/>
                </a:lnTo>
                <a:lnTo>
                  <a:pt x="48453" y="15075"/>
                </a:lnTo>
                <a:lnTo>
                  <a:pt x="48877" y="14934"/>
                </a:lnTo>
                <a:lnTo>
                  <a:pt x="49280" y="14752"/>
                </a:lnTo>
                <a:lnTo>
                  <a:pt x="49664" y="14550"/>
                </a:lnTo>
                <a:lnTo>
                  <a:pt x="50027" y="14348"/>
                </a:lnTo>
                <a:lnTo>
                  <a:pt x="50390" y="14106"/>
                </a:lnTo>
                <a:lnTo>
                  <a:pt x="50612" y="13925"/>
                </a:lnTo>
                <a:lnTo>
                  <a:pt x="50814" y="13763"/>
                </a:lnTo>
                <a:lnTo>
                  <a:pt x="51036" y="13622"/>
                </a:lnTo>
                <a:lnTo>
                  <a:pt x="51258" y="13481"/>
                </a:lnTo>
                <a:lnTo>
                  <a:pt x="51500" y="13380"/>
                </a:lnTo>
                <a:lnTo>
                  <a:pt x="51662" y="13339"/>
                </a:lnTo>
                <a:lnTo>
                  <a:pt x="51823" y="13299"/>
                </a:lnTo>
                <a:lnTo>
                  <a:pt x="51984" y="13299"/>
                </a:lnTo>
                <a:lnTo>
                  <a:pt x="52146" y="13319"/>
                </a:lnTo>
                <a:lnTo>
                  <a:pt x="52307" y="13360"/>
                </a:lnTo>
                <a:lnTo>
                  <a:pt x="52449" y="13420"/>
                </a:lnTo>
                <a:lnTo>
                  <a:pt x="52570" y="13521"/>
                </a:lnTo>
                <a:lnTo>
                  <a:pt x="52691" y="13642"/>
                </a:lnTo>
                <a:lnTo>
                  <a:pt x="52771" y="13804"/>
                </a:lnTo>
                <a:lnTo>
                  <a:pt x="52832" y="13985"/>
                </a:lnTo>
                <a:lnTo>
                  <a:pt x="52852" y="14167"/>
                </a:lnTo>
                <a:lnTo>
                  <a:pt x="52872" y="14348"/>
                </a:lnTo>
                <a:lnTo>
                  <a:pt x="52872" y="14893"/>
                </a:lnTo>
                <a:lnTo>
                  <a:pt x="52832" y="15398"/>
                </a:lnTo>
                <a:lnTo>
                  <a:pt x="52751" y="15902"/>
                </a:lnTo>
                <a:lnTo>
                  <a:pt x="52630" y="16366"/>
                </a:lnTo>
                <a:lnTo>
                  <a:pt x="52489" y="16831"/>
                </a:lnTo>
                <a:lnTo>
                  <a:pt x="52307" y="17254"/>
                </a:lnTo>
                <a:lnTo>
                  <a:pt x="52085" y="17658"/>
                </a:lnTo>
                <a:lnTo>
                  <a:pt x="51823" y="18041"/>
                </a:lnTo>
                <a:lnTo>
                  <a:pt x="51540" y="18405"/>
                </a:lnTo>
                <a:lnTo>
                  <a:pt x="51238" y="18728"/>
                </a:lnTo>
                <a:lnTo>
                  <a:pt x="50895" y="19030"/>
                </a:lnTo>
                <a:lnTo>
                  <a:pt x="50511" y="19293"/>
                </a:lnTo>
                <a:lnTo>
                  <a:pt x="50128" y="19535"/>
                </a:lnTo>
                <a:lnTo>
                  <a:pt x="49684" y="19737"/>
                </a:lnTo>
                <a:lnTo>
                  <a:pt x="49240" y="19898"/>
                </a:lnTo>
                <a:lnTo>
                  <a:pt x="48756" y="20039"/>
                </a:lnTo>
                <a:lnTo>
                  <a:pt x="48211" y="20140"/>
                </a:lnTo>
                <a:lnTo>
                  <a:pt x="47666" y="20221"/>
                </a:lnTo>
                <a:lnTo>
                  <a:pt x="47121" y="20261"/>
                </a:lnTo>
                <a:lnTo>
                  <a:pt x="46031" y="20261"/>
                </a:lnTo>
                <a:lnTo>
                  <a:pt x="45507" y="20241"/>
                </a:lnTo>
                <a:lnTo>
                  <a:pt x="44437" y="20160"/>
                </a:lnTo>
                <a:lnTo>
                  <a:pt x="42924" y="20019"/>
                </a:lnTo>
                <a:lnTo>
                  <a:pt x="41410" y="19858"/>
                </a:lnTo>
                <a:lnTo>
                  <a:pt x="38403" y="19494"/>
                </a:lnTo>
                <a:lnTo>
                  <a:pt x="36183" y="19212"/>
                </a:lnTo>
                <a:lnTo>
                  <a:pt x="33964" y="18970"/>
                </a:lnTo>
                <a:lnTo>
                  <a:pt x="32834" y="18849"/>
                </a:lnTo>
                <a:lnTo>
                  <a:pt x="31724" y="18768"/>
                </a:lnTo>
                <a:lnTo>
                  <a:pt x="30614" y="18687"/>
                </a:lnTo>
                <a:lnTo>
                  <a:pt x="29484" y="18627"/>
                </a:lnTo>
                <a:lnTo>
                  <a:pt x="28374" y="18606"/>
                </a:lnTo>
                <a:lnTo>
                  <a:pt x="27264" y="18606"/>
                </a:lnTo>
                <a:lnTo>
                  <a:pt x="26134" y="18627"/>
                </a:lnTo>
                <a:lnTo>
                  <a:pt x="25024" y="18687"/>
                </a:lnTo>
                <a:lnTo>
                  <a:pt x="23914" y="18788"/>
                </a:lnTo>
                <a:lnTo>
                  <a:pt x="22824" y="18909"/>
                </a:lnTo>
                <a:lnTo>
                  <a:pt x="21714" y="19091"/>
                </a:lnTo>
                <a:lnTo>
                  <a:pt x="20625" y="19313"/>
                </a:lnTo>
                <a:lnTo>
                  <a:pt x="19555" y="19595"/>
                </a:lnTo>
                <a:lnTo>
                  <a:pt x="18486" y="19898"/>
                </a:lnTo>
                <a:lnTo>
                  <a:pt x="17456" y="20241"/>
                </a:lnTo>
                <a:lnTo>
                  <a:pt x="16407" y="20645"/>
                </a:lnTo>
                <a:lnTo>
                  <a:pt x="15398" y="21048"/>
                </a:lnTo>
                <a:lnTo>
                  <a:pt x="14389" y="21512"/>
                </a:lnTo>
                <a:lnTo>
                  <a:pt x="13400" y="21977"/>
                </a:lnTo>
                <a:lnTo>
                  <a:pt x="12411" y="22481"/>
                </a:lnTo>
                <a:lnTo>
                  <a:pt x="11423" y="23006"/>
                </a:lnTo>
                <a:lnTo>
                  <a:pt x="10454" y="23551"/>
                </a:lnTo>
                <a:lnTo>
                  <a:pt x="9505" y="24116"/>
                </a:lnTo>
                <a:lnTo>
                  <a:pt x="8537" y="24681"/>
                </a:lnTo>
                <a:lnTo>
                  <a:pt x="6660" y="25851"/>
                </a:lnTo>
                <a:lnTo>
                  <a:pt x="4783" y="27022"/>
                </a:lnTo>
                <a:lnTo>
                  <a:pt x="4703" y="27082"/>
                </a:lnTo>
                <a:lnTo>
                  <a:pt x="4339" y="27304"/>
                </a:lnTo>
                <a:lnTo>
                  <a:pt x="4017" y="27465"/>
                </a:lnTo>
                <a:lnTo>
                  <a:pt x="3694" y="27587"/>
                </a:lnTo>
                <a:lnTo>
                  <a:pt x="3411" y="27647"/>
                </a:lnTo>
                <a:lnTo>
                  <a:pt x="3149" y="27667"/>
                </a:lnTo>
                <a:lnTo>
                  <a:pt x="3028" y="27667"/>
                </a:lnTo>
                <a:lnTo>
                  <a:pt x="2907" y="27647"/>
                </a:lnTo>
                <a:lnTo>
                  <a:pt x="2806" y="27607"/>
                </a:lnTo>
                <a:lnTo>
                  <a:pt x="2685" y="27566"/>
                </a:lnTo>
                <a:lnTo>
                  <a:pt x="2584" y="27506"/>
                </a:lnTo>
                <a:lnTo>
                  <a:pt x="2503" y="27445"/>
                </a:lnTo>
                <a:lnTo>
                  <a:pt x="2382" y="27344"/>
                </a:lnTo>
                <a:lnTo>
                  <a:pt x="2301" y="27223"/>
                </a:lnTo>
                <a:lnTo>
                  <a:pt x="2220" y="27082"/>
                </a:lnTo>
                <a:lnTo>
                  <a:pt x="2140" y="26941"/>
                </a:lnTo>
                <a:lnTo>
                  <a:pt x="2039" y="26638"/>
                </a:lnTo>
                <a:lnTo>
                  <a:pt x="1958" y="26295"/>
                </a:lnTo>
                <a:lnTo>
                  <a:pt x="1716" y="25064"/>
                </a:lnTo>
                <a:lnTo>
                  <a:pt x="1474" y="23813"/>
                </a:lnTo>
                <a:lnTo>
                  <a:pt x="1232" y="22562"/>
                </a:lnTo>
                <a:lnTo>
                  <a:pt x="1030" y="21311"/>
                </a:lnTo>
                <a:lnTo>
                  <a:pt x="828" y="20059"/>
                </a:lnTo>
                <a:lnTo>
                  <a:pt x="667" y="18808"/>
                </a:lnTo>
                <a:lnTo>
                  <a:pt x="505" y="17537"/>
                </a:lnTo>
                <a:lnTo>
                  <a:pt x="364" y="16286"/>
                </a:lnTo>
                <a:lnTo>
                  <a:pt x="283" y="15378"/>
                </a:lnTo>
                <a:lnTo>
                  <a:pt x="202" y="14550"/>
                </a:lnTo>
                <a:lnTo>
                  <a:pt x="162" y="13743"/>
                </a:lnTo>
                <a:lnTo>
                  <a:pt x="122" y="13017"/>
                </a:lnTo>
                <a:lnTo>
                  <a:pt x="102" y="12310"/>
                </a:lnTo>
                <a:lnTo>
                  <a:pt x="81" y="11664"/>
                </a:lnTo>
                <a:lnTo>
                  <a:pt x="102" y="11059"/>
                </a:lnTo>
                <a:lnTo>
                  <a:pt x="102" y="10494"/>
                </a:lnTo>
                <a:lnTo>
                  <a:pt x="162" y="9485"/>
                </a:lnTo>
                <a:lnTo>
                  <a:pt x="263" y="8597"/>
                </a:lnTo>
                <a:lnTo>
                  <a:pt x="364" y="7810"/>
                </a:lnTo>
                <a:lnTo>
                  <a:pt x="505" y="7124"/>
                </a:lnTo>
                <a:lnTo>
                  <a:pt x="606" y="6680"/>
                </a:lnTo>
                <a:lnTo>
                  <a:pt x="707" y="6236"/>
                </a:lnTo>
                <a:lnTo>
                  <a:pt x="828" y="5812"/>
                </a:lnTo>
                <a:lnTo>
                  <a:pt x="969" y="5409"/>
                </a:lnTo>
                <a:lnTo>
                  <a:pt x="1111" y="5005"/>
                </a:lnTo>
                <a:lnTo>
                  <a:pt x="1252" y="4642"/>
                </a:lnTo>
                <a:lnTo>
                  <a:pt x="1413" y="4279"/>
                </a:lnTo>
                <a:lnTo>
                  <a:pt x="1595" y="3915"/>
                </a:lnTo>
                <a:lnTo>
                  <a:pt x="1777" y="3592"/>
                </a:lnTo>
                <a:lnTo>
                  <a:pt x="1978" y="3270"/>
                </a:lnTo>
                <a:lnTo>
                  <a:pt x="2180" y="2967"/>
                </a:lnTo>
                <a:lnTo>
                  <a:pt x="2402" y="2684"/>
                </a:lnTo>
                <a:lnTo>
                  <a:pt x="2624" y="2402"/>
                </a:lnTo>
                <a:lnTo>
                  <a:pt x="2866" y="2160"/>
                </a:lnTo>
                <a:lnTo>
                  <a:pt x="3108" y="1918"/>
                </a:lnTo>
                <a:lnTo>
                  <a:pt x="3371" y="1675"/>
                </a:lnTo>
                <a:lnTo>
                  <a:pt x="3613" y="1494"/>
                </a:lnTo>
                <a:lnTo>
                  <a:pt x="3855" y="1312"/>
                </a:lnTo>
                <a:lnTo>
                  <a:pt x="4117" y="1151"/>
                </a:lnTo>
                <a:lnTo>
                  <a:pt x="4400" y="989"/>
                </a:lnTo>
                <a:lnTo>
                  <a:pt x="4682" y="848"/>
                </a:lnTo>
                <a:lnTo>
                  <a:pt x="4965" y="707"/>
                </a:lnTo>
                <a:lnTo>
                  <a:pt x="5268" y="586"/>
                </a:lnTo>
                <a:lnTo>
                  <a:pt x="5570" y="485"/>
                </a:lnTo>
                <a:lnTo>
                  <a:pt x="5893" y="384"/>
                </a:lnTo>
                <a:lnTo>
                  <a:pt x="6196" y="303"/>
                </a:lnTo>
                <a:lnTo>
                  <a:pt x="6539" y="243"/>
                </a:lnTo>
                <a:lnTo>
                  <a:pt x="6862" y="182"/>
                </a:lnTo>
                <a:lnTo>
                  <a:pt x="7205" y="121"/>
                </a:lnTo>
                <a:lnTo>
                  <a:pt x="7548" y="101"/>
                </a:lnTo>
                <a:lnTo>
                  <a:pt x="7891" y="81"/>
                </a:lnTo>
                <a:close/>
                <a:moveTo>
                  <a:pt x="7730" y="0"/>
                </a:moveTo>
                <a:lnTo>
                  <a:pt x="7265" y="41"/>
                </a:lnTo>
                <a:lnTo>
                  <a:pt x="6801" y="101"/>
                </a:lnTo>
                <a:lnTo>
                  <a:pt x="6378" y="182"/>
                </a:lnTo>
                <a:lnTo>
                  <a:pt x="5934" y="283"/>
                </a:lnTo>
                <a:lnTo>
                  <a:pt x="5530" y="424"/>
                </a:lnTo>
                <a:lnTo>
                  <a:pt x="5106" y="565"/>
                </a:lnTo>
                <a:lnTo>
                  <a:pt x="4723" y="727"/>
                </a:lnTo>
                <a:lnTo>
                  <a:pt x="4339" y="929"/>
                </a:lnTo>
                <a:lnTo>
                  <a:pt x="3976" y="1130"/>
                </a:lnTo>
                <a:lnTo>
                  <a:pt x="3633" y="1373"/>
                </a:lnTo>
                <a:lnTo>
                  <a:pt x="3310" y="1615"/>
                </a:lnTo>
                <a:lnTo>
                  <a:pt x="3048" y="1857"/>
                </a:lnTo>
                <a:lnTo>
                  <a:pt x="2806" y="2099"/>
                </a:lnTo>
                <a:lnTo>
                  <a:pt x="2564" y="2361"/>
                </a:lnTo>
                <a:lnTo>
                  <a:pt x="2342" y="2624"/>
                </a:lnTo>
                <a:lnTo>
                  <a:pt x="2120" y="2927"/>
                </a:lnTo>
                <a:lnTo>
                  <a:pt x="1918" y="3229"/>
                </a:lnTo>
                <a:lnTo>
                  <a:pt x="1716" y="3552"/>
                </a:lnTo>
                <a:lnTo>
                  <a:pt x="1534" y="3875"/>
                </a:lnTo>
                <a:lnTo>
                  <a:pt x="1353" y="4238"/>
                </a:lnTo>
                <a:lnTo>
                  <a:pt x="1191" y="4601"/>
                </a:lnTo>
                <a:lnTo>
                  <a:pt x="1030" y="4985"/>
                </a:lnTo>
                <a:lnTo>
                  <a:pt x="889" y="5388"/>
                </a:lnTo>
                <a:lnTo>
                  <a:pt x="747" y="5792"/>
                </a:lnTo>
                <a:lnTo>
                  <a:pt x="626" y="6216"/>
                </a:lnTo>
                <a:lnTo>
                  <a:pt x="525" y="6660"/>
                </a:lnTo>
                <a:lnTo>
                  <a:pt x="424" y="7104"/>
                </a:lnTo>
                <a:lnTo>
                  <a:pt x="283" y="7810"/>
                </a:lnTo>
                <a:lnTo>
                  <a:pt x="182" y="8577"/>
                </a:lnTo>
                <a:lnTo>
                  <a:pt x="81" y="9485"/>
                </a:lnTo>
                <a:lnTo>
                  <a:pt x="21" y="10494"/>
                </a:lnTo>
                <a:lnTo>
                  <a:pt x="21" y="11059"/>
                </a:lnTo>
                <a:lnTo>
                  <a:pt x="1" y="11664"/>
                </a:lnTo>
                <a:lnTo>
                  <a:pt x="21" y="12310"/>
                </a:lnTo>
                <a:lnTo>
                  <a:pt x="41" y="13017"/>
                </a:lnTo>
                <a:lnTo>
                  <a:pt x="81" y="13743"/>
                </a:lnTo>
                <a:lnTo>
                  <a:pt x="122" y="14550"/>
                </a:lnTo>
                <a:lnTo>
                  <a:pt x="202" y="15398"/>
                </a:lnTo>
                <a:lnTo>
                  <a:pt x="283" y="16306"/>
                </a:lnTo>
                <a:lnTo>
                  <a:pt x="424" y="17557"/>
                </a:lnTo>
                <a:lnTo>
                  <a:pt x="586" y="18808"/>
                </a:lnTo>
                <a:lnTo>
                  <a:pt x="768" y="20080"/>
                </a:lnTo>
                <a:lnTo>
                  <a:pt x="949" y="21331"/>
                </a:lnTo>
                <a:lnTo>
                  <a:pt x="1151" y="22582"/>
                </a:lnTo>
                <a:lnTo>
                  <a:pt x="1393" y="23833"/>
                </a:lnTo>
                <a:lnTo>
                  <a:pt x="1635" y="25084"/>
                </a:lnTo>
                <a:lnTo>
                  <a:pt x="1877" y="26315"/>
                </a:lnTo>
                <a:lnTo>
                  <a:pt x="1978" y="26658"/>
                </a:lnTo>
                <a:lnTo>
                  <a:pt x="2079" y="26981"/>
                </a:lnTo>
                <a:lnTo>
                  <a:pt x="2140" y="27143"/>
                </a:lnTo>
                <a:lnTo>
                  <a:pt x="2241" y="27264"/>
                </a:lnTo>
                <a:lnTo>
                  <a:pt x="2342" y="27405"/>
                </a:lnTo>
                <a:lnTo>
                  <a:pt x="2442" y="27506"/>
                </a:lnTo>
                <a:lnTo>
                  <a:pt x="2604" y="27607"/>
                </a:lnTo>
                <a:lnTo>
                  <a:pt x="2786" y="27687"/>
                </a:lnTo>
                <a:lnTo>
                  <a:pt x="2967" y="27728"/>
                </a:lnTo>
                <a:lnTo>
                  <a:pt x="3169" y="27748"/>
                </a:lnTo>
                <a:lnTo>
                  <a:pt x="3330" y="27748"/>
                </a:lnTo>
                <a:lnTo>
                  <a:pt x="3512" y="27708"/>
                </a:lnTo>
                <a:lnTo>
                  <a:pt x="3694" y="27667"/>
                </a:lnTo>
                <a:lnTo>
                  <a:pt x="3875" y="27607"/>
                </a:lnTo>
                <a:lnTo>
                  <a:pt x="4077" y="27526"/>
                </a:lnTo>
                <a:lnTo>
                  <a:pt x="4299" y="27425"/>
                </a:lnTo>
                <a:lnTo>
                  <a:pt x="4743" y="27163"/>
                </a:lnTo>
                <a:lnTo>
                  <a:pt x="4844" y="27102"/>
                </a:lnTo>
                <a:lnTo>
                  <a:pt x="6700" y="25912"/>
                </a:lnTo>
                <a:lnTo>
                  <a:pt x="8577" y="24761"/>
                </a:lnTo>
                <a:lnTo>
                  <a:pt x="9546" y="24176"/>
                </a:lnTo>
                <a:lnTo>
                  <a:pt x="10494" y="23631"/>
                </a:lnTo>
                <a:lnTo>
                  <a:pt x="11463" y="23086"/>
                </a:lnTo>
                <a:lnTo>
                  <a:pt x="12432" y="22562"/>
                </a:lnTo>
                <a:lnTo>
                  <a:pt x="13420" y="22057"/>
                </a:lnTo>
                <a:lnTo>
                  <a:pt x="14429" y="21573"/>
                </a:lnTo>
                <a:lnTo>
                  <a:pt x="15418" y="21129"/>
                </a:lnTo>
                <a:lnTo>
                  <a:pt x="16447" y="20705"/>
                </a:lnTo>
                <a:lnTo>
                  <a:pt x="17477" y="20322"/>
                </a:lnTo>
                <a:lnTo>
                  <a:pt x="18506" y="19979"/>
                </a:lnTo>
                <a:lnTo>
                  <a:pt x="19575" y="19676"/>
                </a:lnTo>
                <a:lnTo>
                  <a:pt x="20645" y="19393"/>
                </a:lnTo>
                <a:lnTo>
                  <a:pt x="21735" y="19171"/>
                </a:lnTo>
                <a:lnTo>
                  <a:pt x="22824" y="18990"/>
                </a:lnTo>
                <a:lnTo>
                  <a:pt x="23934" y="18869"/>
                </a:lnTo>
                <a:lnTo>
                  <a:pt x="25044" y="18768"/>
                </a:lnTo>
                <a:lnTo>
                  <a:pt x="26154" y="18707"/>
                </a:lnTo>
                <a:lnTo>
                  <a:pt x="27264" y="18687"/>
                </a:lnTo>
                <a:lnTo>
                  <a:pt x="28374" y="18687"/>
                </a:lnTo>
                <a:lnTo>
                  <a:pt x="29484" y="18707"/>
                </a:lnTo>
                <a:lnTo>
                  <a:pt x="30614" y="18768"/>
                </a:lnTo>
                <a:lnTo>
                  <a:pt x="31724" y="18849"/>
                </a:lnTo>
                <a:lnTo>
                  <a:pt x="32834" y="18929"/>
                </a:lnTo>
                <a:lnTo>
                  <a:pt x="33944" y="19050"/>
                </a:lnTo>
                <a:lnTo>
                  <a:pt x="36183" y="19293"/>
                </a:lnTo>
                <a:lnTo>
                  <a:pt x="38383" y="19575"/>
                </a:lnTo>
                <a:lnTo>
                  <a:pt x="41390" y="19938"/>
                </a:lnTo>
                <a:lnTo>
                  <a:pt x="42924" y="20100"/>
                </a:lnTo>
                <a:lnTo>
                  <a:pt x="44437" y="20241"/>
                </a:lnTo>
                <a:lnTo>
                  <a:pt x="45507" y="20322"/>
                </a:lnTo>
                <a:lnTo>
                  <a:pt x="46031" y="20342"/>
                </a:lnTo>
                <a:lnTo>
                  <a:pt x="47141" y="20342"/>
                </a:lnTo>
                <a:lnTo>
                  <a:pt x="47686" y="20302"/>
                </a:lnTo>
                <a:lnTo>
                  <a:pt x="48231" y="20221"/>
                </a:lnTo>
                <a:lnTo>
                  <a:pt x="48776" y="20120"/>
                </a:lnTo>
                <a:lnTo>
                  <a:pt x="49260" y="19979"/>
                </a:lnTo>
                <a:lnTo>
                  <a:pt x="49724" y="19797"/>
                </a:lnTo>
                <a:lnTo>
                  <a:pt x="50168" y="19595"/>
                </a:lnTo>
                <a:lnTo>
                  <a:pt x="50572" y="19353"/>
                </a:lnTo>
                <a:lnTo>
                  <a:pt x="50955" y="19071"/>
                </a:lnTo>
                <a:lnTo>
                  <a:pt x="51319" y="18748"/>
                </a:lnTo>
                <a:lnTo>
                  <a:pt x="51641" y="18405"/>
                </a:lnTo>
                <a:lnTo>
                  <a:pt x="51924" y="18041"/>
                </a:lnTo>
                <a:lnTo>
                  <a:pt x="52186" y="17638"/>
                </a:lnTo>
                <a:lnTo>
                  <a:pt x="52388" y="17234"/>
                </a:lnTo>
                <a:lnTo>
                  <a:pt x="52570" y="16790"/>
                </a:lnTo>
                <a:lnTo>
                  <a:pt x="52731" y="16346"/>
                </a:lnTo>
                <a:lnTo>
                  <a:pt x="52832" y="15862"/>
                </a:lnTo>
                <a:lnTo>
                  <a:pt x="52913" y="15378"/>
                </a:lnTo>
                <a:lnTo>
                  <a:pt x="52953" y="14873"/>
                </a:lnTo>
                <a:lnTo>
                  <a:pt x="52953" y="14348"/>
                </a:lnTo>
                <a:lnTo>
                  <a:pt x="52933" y="14147"/>
                </a:lnTo>
                <a:lnTo>
                  <a:pt x="52913" y="13965"/>
                </a:lnTo>
                <a:lnTo>
                  <a:pt x="52852" y="13763"/>
                </a:lnTo>
                <a:lnTo>
                  <a:pt x="52812" y="13662"/>
                </a:lnTo>
                <a:lnTo>
                  <a:pt x="52751" y="13582"/>
                </a:lnTo>
                <a:lnTo>
                  <a:pt x="52630" y="13461"/>
                </a:lnTo>
                <a:lnTo>
                  <a:pt x="52489" y="13360"/>
                </a:lnTo>
                <a:lnTo>
                  <a:pt x="52348" y="13279"/>
                </a:lnTo>
                <a:lnTo>
                  <a:pt x="52166" y="13239"/>
                </a:lnTo>
                <a:lnTo>
                  <a:pt x="51984" y="13218"/>
                </a:lnTo>
                <a:lnTo>
                  <a:pt x="51823" y="13218"/>
                </a:lnTo>
                <a:lnTo>
                  <a:pt x="51641" y="13259"/>
                </a:lnTo>
                <a:lnTo>
                  <a:pt x="51480" y="13299"/>
                </a:lnTo>
                <a:lnTo>
                  <a:pt x="51238" y="13400"/>
                </a:lnTo>
                <a:lnTo>
                  <a:pt x="50996" y="13541"/>
                </a:lnTo>
                <a:lnTo>
                  <a:pt x="50774" y="13703"/>
                </a:lnTo>
                <a:lnTo>
                  <a:pt x="50572" y="13864"/>
                </a:lnTo>
                <a:lnTo>
                  <a:pt x="50330" y="14026"/>
                </a:lnTo>
                <a:lnTo>
                  <a:pt x="49987" y="14268"/>
                </a:lnTo>
                <a:lnTo>
                  <a:pt x="49623" y="14490"/>
                </a:lnTo>
                <a:lnTo>
                  <a:pt x="49240" y="14691"/>
                </a:lnTo>
                <a:lnTo>
                  <a:pt x="48836" y="14853"/>
                </a:lnTo>
                <a:lnTo>
                  <a:pt x="48433" y="15014"/>
                </a:lnTo>
                <a:lnTo>
                  <a:pt x="47989" y="15135"/>
                </a:lnTo>
                <a:lnTo>
                  <a:pt x="47545" y="15236"/>
                </a:lnTo>
                <a:lnTo>
                  <a:pt x="47061" y="15337"/>
                </a:lnTo>
                <a:lnTo>
                  <a:pt x="46576" y="15398"/>
                </a:lnTo>
                <a:lnTo>
                  <a:pt x="46072" y="15438"/>
                </a:lnTo>
                <a:lnTo>
                  <a:pt x="45547" y="15458"/>
                </a:lnTo>
                <a:lnTo>
                  <a:pt x="45002" y="15458"/>
                </a:lnTo>
                <a:lnTo>
                  <a:pt x="44437" y="15438"/>
                </a:lnTo>
                <a:lnTo>
                  <a:pt x="43872" y="15398"/>
                </a:lnTo>
                <a:lnTo>
                  <a:pt x="43267" y="15337"/>
                </a:lnTo>
                <a:lnTo>
                  <a:pt x="42641" y="15236"/>
                </a:lnTo>
                <a:lnTo>
                  <a:pt x="41935" y="15135"/>
                </a:lnTo>
                <a:lnTo>
                  <a:pt x="41249" y="14994"/>
                </a:lnTo>
                <a:lnTo>
                  <a:pt x="40563" y="14853"/>
                </a:lnTo>
                <a:lnTo>
                  <a:pt x="39876" y="14691"/>
                </a:lnTo>
                <a:lnTo>
                  <a:pt x="39190" y="14510"/>
                </a:lnTo>
                <a:lnTo>
                  <a:pt x="38504" y="14308"/>
                </a:lnTo>
                <a:lnTo>
                  <a:pt x="37838" y="14106"/>
                </a:lnTo>
                <a:lnTo>
                  <a:pt x="37172" y="13884"/>
                </a:lnTo>
                <a:lnTo>
                  <a:pt x="36506" y="13662"/>
                </a:lnTo>
                <a:lnTo>
                  <a:pt x="35840" y="13420"/>
                </a:lnTo>
                <a:lnTo>
                  <a:pt x="34529" y="12895"/>
                </a:lnTo>
                <a:lnTo>
                  <a:pt x="33237" y="12330"/>
                </a:lnTo>
                <a:lnTo>
                  <a:pt x="31966" y="11725"/>
                </a:lnTo>
                <a:lnTo>
                  <a:pt x="30695" y="11079"/>
                </a:lnTo>
                <a:lnTo>
                  <a:pt x="29423" y="10434"/>
                </a:lnTo>
                <a:lnTo>
                  <a:pt x="28172" y="9747"/>
                </a:lnTo>
                <a:lnTo>
                  <a:pt x="26941" y="9041"/>
                </a:lnTo>
                <a:lnTo>
                  <a:pt x="25710" y="8315"/>
                </a:lnTo>
                <a:lnTo>
                  <a:pt x="24479" y="7588"/>
                </a:lnTo>
                <a:lnTo>
                  <a:pt x="22057" y="6115"/>
                </a:lnTo>
                <a:lnTo>
                  <a:pt x="19394" y="4501"/>
                </a:lnTo>
                <a:lnTo>
                  <a:pt x="18062" y="3693"/>
                </a:lnTo>
                <a:lnTo>
                  <a:pt x="16710" y="2906"/>
                </a:lnTo>
                <a:lnTo>
                  <a:pt x="15983" y="2503"/>
                </a:lnTo>
                <a:lnTo>
                  <a:pt x="15216" y="2079"/>
                </a:lnTo>
                <a:lnTo>
                  <a:pt x="14429" y="1675"/>
                </a:lnTo>
                <a:lnTo>
                  <a:pt x="13602" y="1292"/>
                </a:lnTo>
                <a:lnTo>
                  <a:pt x="12775" y="949"/>
                </a:lnTo>
                <a:lnTo>
                  <a:pt x="12331" y="787"/>
                </a:lnTo>
                <a:lnTo>
                  <a:pt x="11907" y="626"/>
                </a:lnTo>
                <a:lnTo>
                  <a:pt x="11463" y="485"/>
                </a:lnTo>
                <a:lnTo>
                  <a:pt x="11019" y="364"/>
                </a:lnTo>
                <a:lnTo>
                  <a:pt x="10575" y="263"/>
                </a:lnTo>
                <a:lnTo>
                  <a:pt x="10131" y="162"/>
                </a:lnTo>
                <a:lnTo>
                  <a:pt x="9627" y="81"/>
                </a:lnTo>
                <a:lnTo>
                  <a:pt x="9142" y="41"/>
                </a:lnTo>
                <a:lnTo>
                  <a:pt x="865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1" name="Google Shape;2681;p34"/>
          <p:cNvSpPr/>
          <p:nvPr/>
        </p:nvSpPr>
        <p:spPr>
          <a:xfrm flipH="1">
            <a:off x="8040412" y="3594074"/>
            <a:ext cx="530339" cy="361051"/>
          </a:xfrm>
          <a:custGeom>
            <a:rect b="b" l="l" r="r" t="t"/>
            <a:pathLst>
              <a:path extrusionOk="0" h="6458" w="9486">
                <a:moveTo>
                  <a:pt x="8880" y="81"/>
                </a:moveTo>
                <a:lnTo>
                  <a:pt x="9021" y="101"/>
                </a:lnTo>
                <a:lnTo>
                  <a:pt x="9142" y="142"/>
                </a:lnTo>
                <a:lnTo>
                  <a:pt x="9203" y="182"/>
                </a:lnTo>
                <a:lnTo>
                  <a:pt x="9263" y="243"/>
                </a:lnTo>
                <a:lnTo>
                  <a:pt x="9324" y="364"/>
                </a:lnTo>
                <a:lnTo>
                  <a:pt x="9364" y="505"/>
                </a:lnTo>
                <a:lnTo>
                  <a:pt x="9384" y="646"/>
                </a:lnTo>
                <a:lnTo>
                  <a:pt x="9405" y="868"/>
                </a:lnTo>
                <a:lnTo>
                  <a:pt x="9384" y="1070"/>
                </a:lnTo>
                <a:lnTo>
                  <a:pt x="9364" y="1272"/>
                </a:lnTo>
                <a:lnTo>
                  <a:pt x="9324" y="1474"/>
                </a:lnTo>
                <a:lnTo>
                  <a:pt x="9263" y="1675"/>
                </a:lnTo>
                <a:lnTo>
                  <a:pt x="9183" y="1877"/>
                </a:lnTo>
                <a:lnTo>
                  <a:pt x="9001" y="2261"/>
                </a:lnTo>
                <a:lnTo>
                  <a:pt x="8779" y="2624"/>
                </a:lnTo>
                <a:lnTo>
                  <a:pt x="8537" y="2967"/>
                </a:lnTo>
                <a:lnTo>
                  <a:pt x="8274" y="3290"/>
                </a:lnTo>
                <a:lnTo>
                  <a:pt x="8012" y="3592"/>
                </a:lnTo>
                <a:lnTo>
                  <a:pt x="7689" y="3936"/>
                </a:lnTo>
                <a:lnTo>
                  <a:pt x="7346" y="4299"/>
                </a:lnTo>
                <a:lnTo>
                  <a:pt x="6983" y="4662"/>
                </a:lnTo>
                <a:lnTo>
                  <a:pt x="6579" y="5005"/>
                </a:lnTo>
                <a:lnTo>
                  <a:pt x="6135" y="5348"/>
                </a:lnTo>
                <a:lnTo>
                  <a:pt x="5691" y="5651"/>
                </a:lnTo>
                <a:lnTo>
                  <a:pt x="5449" y="5772"/>
                </a:lnTo>
                <a:lnTo>
                  <a:pt x="5207" y="5913"/>
                </a:lnTo>
                <a:lnTo>
                  <a:pt x="4945" y="6014"/>
                </a:lnTo>
                <a:lnTo>
                  <a:pt x="4682" y="6115"/>
                </a:lnTo>
                <a:lnTo>
                  <a:pt x="4460" y="6196"/>
                </a:lnTo>
                <a:lnTo>
                  <a:pt x="4218" y="6256"/>
                </a:lnTo>
                <a:lnTo>
                  <a:pt x="3956" y="6317"/>
                </a:lnTo>
                <a:lnTo>
                  <a:pt x="3714" y="6357"/>
                </a:lnTo>
                <a:lnTo>
                  <a:pt x="3451" y="6377"/>
                </a:lnTo>
                <a:lnTo>
                  <a:pt x="2927" y="6377"/>
                </a:lnTo>
                <a:lnTo>
                  <a:pt x="2664" y="6337"/>
                </a:lnTo>
                <a:lnTo>
                  <a:pt x="2402" y="6297"/>
                </a:lnTo>
                <a:lnTo>
                  <a:pt x="2140" y="6236"/>
                </a:lnTo>
                <a:lnTo>
                  <a:pt x="1898" y="6155"/>
                </a:lnTo>
                <a:lnTo>
                  <a:pt x="1655" y="6054"/>
                </a:lnTo>
                <a:lnTo>
                  <a:pt x="1413" y="5933"/>
                </a:lnTo>
                <a:lnTo>
                  <a:pt x="1191" y="5792"/>
                </a:lnTo>
                <a:lnTo>
                  <a:pt x="969" y="5631"/>
                </a:lnTo>
                <a:lnTo>
                  <a:pt x="767" y="5429"/>
                </a:lnTo>
                <a:lnTo>
                  <a:pt x="586" y="5227"/>
                </a:lnTo>
                <a:lnTo>
                  <a:pt x="424" y="4985"/>
                </a:lnTo>
                <a:lnTo>
                  <a:pt x="303" y="4743"/>
                </a:lnTo>
                <a:lnTo>
                  <a:pt x="202" y="4501"/>
                </a:lnTo>
                <a:lnTo>
                  <a:pt x="122" y="4258"/>
                </a:lnTo>
                <a:lnTo>
                  <a:pt x="81" y="4016"/>
                </a:lnTo>
                <a:lnTo>
                  <a:pt x="81" y="3774"/>
                </a:lnTo>
                <a:lnTo>
                  <a:pt x="122" y="3532"/>
                </a:lnTo>
                <a:lnTo>
                  <a:pt x="182" y="3370"/>
                </a:lnTo>
                <a:lnTo>
                  <a:pt x="243" y="3189"/>
                </a:lnTo>
                <a:lnTo>
                  <a:pt x="344" y="3048"/>
                </a:lnTo>
                <a:lnTo>
                  <a:pt x="445" y="2906"/>
                </a:lnTo>
                <a:lnTo>
                  <a:pt x="586" y="2785"/>
                </a:lnTo>
                <a:lnTo>
                  <a:pt x="747" y="2664"/>
                </a:lnTo>
                <a:lnTo>
                  <a:pt x="909" y="2563"/>
                </a:lnTo>
                <a:lnTo>
                  <a:pt x="1111" y="2483"/>
                </a:lnTo>
                <a:lnTo>
                  <a:pt x="3310" y="1655"/>
                </a:lnTo>
                <a:lnTo>
                  <a:pt x="5530" y="868"/>
                </a:lnTo>
                <a:lnTo>
                  <a:pt x="6357" y="606"/>
                </a:lnTo>
                <a:lnTo>
                  <a:pt x="7165" y="364"/>
                </a:lnTo>
                <a:lnTo>
                  <a:pt x="7568" y="263"/>
                </a:lnTo>
                <a:lnTo>
                  <a:pt x="7972" y="182"/>
                </a:lnTo>
                <a:lnTo>
                  <a:pt x="8375" y="121"/>
                </a:lnTo>
                <a:lnTo>
                  <a:pt x="8779" y="81"/>
                </a:lnTo>
                <a:close/>
                <a:moveTo>
                  <a:pt x="8759" y="0"/>
                </a:moveTo>
                <a:lnTo>
                  <a:pt x="8355" y="41"/>
                </a:lnTo>
                <a:lnTo>
                  <a:pt x="7952" y="101"/>
                </a:lnTo>
                <a:lnTo>
                  <a:pt x="7548" y="182"/>
                </a:lnTo>
                <a:lnTo>
                  <a:pt x="7144" y="283"/>
                </a:lnTo>
                <a:lnTo>
                  <a:pt x="6337" y="525"/>
                </a:lnTo>
                <a:lnTo>
                  <a:pt x="5510" y="787"/>
                </a:lnTo>
                <a:lnTo>
                  <a:pt x="3290" y="1574"/>
                </a:lnTo>
                <a:lnTo>
                  <a:pt x="1070" y="2402"/>
                </a:lnTo>
                <a:lnTo>
                  <a:pt x="868" y="2503"/>
                </a:lnTo>
                <a:lnTo>
                  <a:pt x="687" y="2604"/>
                </a:lnTo>
                <a:lnTo>
                  <a:pt x="525" y="2725"/>
                </a:lnTo>
                <a:lnTo>
                  <a:pt x="384" y="2846"/>
                </a:lnTo>
                <a:lnTo>
                  <a:pt x="263" y="3007"/>
                </a:lnTo>
                <a:lnTo>
                  <a:pt x="182" y="3169"/>
                </a:lnTo>
                <a:lnTo>
                  <a:pt x="102" y="3330"/>
                </a:lnTo>
                <a:lnTo>
                  <a:pt x="41" y="3512"/>
                </a:lnTo>
                <a:lnTo>
                  <a:pt x="1" y="3754"/>
                </a:lnTo>
                <a:lnTo>
                  <a:pt x="1" y="4016"/>
                </a:lnTo>
                <a:lnTo>
                  <a:pt x="41" y="4279"/>
                </a:lnTo>
                <a:lnTo>
                  <a:pt x="122" y="4521"/>
                </a:lnTo>
                <a:lnTo>
                  <a:pt x="223" y="4783"/>
                </a:lnTo>
                <a:lnTo>
                  <a:pt x="364" y="5025"/>
                </a:lnTo>
                <a:lnTo>
                  <a:pt x="525" y="5267"/>
                </a:lnTo>
                <a:lnTo>
                  <a:pt x="707" y="5489"/>
                </a:lnTo>
                <a:lnTo>
                  <a:pt x="969" y="5732"/>
                </a:lnTo>
                <a:lnTo>
                  <a:pt x="1252" y="5933"/>
                </a:lnTo>
                <a:lnTo>
                  <a:pt x="1554" y="6095"/>
                </a:lnTo>
                <a:lnTo>
                  <a:pt x="1877" y="6236"/>
                </a:lnTo>
                <a:lnTo>
                  <a:pt x="2200" y="6337"/>
                </a:lnTo>
                <a:lnTo>
                  <a:pt x="2523" y="6397"/>
                </a:lnTo>
                <a:lnTo>
                  <a:pt x="2866" y="6438"/>
                </a:lnTo>
                <a:lnTo>
                  <a:pt x="3189" y="6458"/>
                </a:lnTo>
                <a:lnTo>
                  <a:pt x="3593" y="6438"/>
                </a:lnTo>
                <a:lnTo>
                  <a:pt x="3976" y="6397"/>
                </a:lnTo>
                <a:lnTo>
                  <a:pt x="4360" y="6317"/>
                </a:lnTo>
                <a:lnTo>
                  <a:pt x="4723" y="6196"/>
                </a:lnTo>
                <a:lnTo>
                  <a:pt x="4985" y="6095"/>
                </a:lnTo>
                <a:lnTo>
                  <a:pt x="5227" y="5974"/>
                </a:lnTo>
                <a:lnTo>
                  <a:pt x="5490" y="5853"/>
                </a:lnTo>
                <a:lnTo>
                  <a:pt x="5712" y="5711"/>
                </a:lnTo>
                <a:lnTo>
                  <a:pt x="6176" y="5409"/>
                </a:lnTo>
                <a:lnTo>
                  <a:pt x="6620" y="5066"/>
                </a:lnTo>
                <a:lnTo>
                  <a:pt x="7023" y="4723"/>
                </a:lnTo>
                <a:lnTo>
                  <a:pt x="7407" y="4359"/>
                </a:lnTo>
                <a:lnTo>
                  <a:pt x="7750" y="3996"/>
                </a:lnTo>
                <a:lnTo>
                  <a:pt x="8073" y="3653"/>
                </a:lnTo>
                <a:lnTo>
                  <a:pt x="8335" y="3330"/>
                </a:lnTo>
                <a:lnTo>
                  <a:pt x="8597" y="3007"/>
                </a:lnTo>
                <a:lnTo>
                  <a:pt x="8860" y="2664"/>
                </a:lnTo>
                <a:lnTo>
                  <a:pt x="9082" y="2281"/>
                </a:lnTo>
                <a:lnTo>
                  <a:pt x="9263" y="1897"/>
                </a:lnTo>
                <a:lnTo>
                  <a:pt x="9324" y="1696"/>
                </a:lnTo>
                <a:lnTo>
                  <a:pt x="9405" y="1494"/>
                </a:lnTo>
                <a:lnTo>
                  <a:pt x="9445" y="1292"/>
                </a:lnTo>
                <a:lnTo>
                  <a:pt x="9465" y="1070"/>
                </a:lnTo>
                <a:lnTo>
                  <a:pt x="9485" y="868"/>
                </a:lnTo>
                <a:lnTo>
                  <a:pt x="9465" y="646"/>
                </a:lnTo>
                <a:lnTo>
                  <a:pt x="9445" y="444"/>
                </a:lnTo>
                <a:lnTo>
                  <a:pt x="9384" y="283"/>
                </a:lnTo>
                <a:lnTo>
                  <a:pt x="9304" y="162"/>
                </a:lnTo>
                <a:lnTo>
                  <a:pt x="9183" y="61"/>
                </a:lnTo>
                <a:lnTo>
                  <a:pt x="9082" y="21"/>
                </a:lnTo>
                <a:lnTo>
                  <a:pt x="89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2" name="Google Shape;2682;p34"/>
          <p:cNvSpPr/>
          <p:nvPr/>
        </p:nvSpPr>
        <p:spPr>
          <a:xfrm flipH="1">
            <a:off x="485872" y="210978"/>
            <a:ext cx="1058329" cy="998564"/>
          </a:xfrm>
          <a:custGeom>
            <a:rect b="b" l="l" r="r" t="t"/>
            <a:pathLst>
              <a:path extrusionOk="0" h="17861" w="18930">
                <a:moveTo>
                  <a:pt x="3431" y="81"/>
                </a:moveTo>
                <a:lnTo>
                  <a:pt x="4117" y="102"/>
                </a:lnTo>
                <a:lnTo>
                  <a:pt x="4824" y="162"/>
                </a:lnTo>
                <a:lnTo>
                  <a:pt x="5510" y="263"/>
                </a:lnTo>
                <a:lnTo>
                  <a:pt x="6216" y="404"/>
                </a:lnTo>
                <a:lnTo>
                  <a:pt x="6882" y="566"/>
                </a:lnTo>
                <a:lnTo>
                  <a:pt x="7568" y="768"/>
                </a:lnTo>
                <a:lnTo>
                  <a:pt x="8234" y="1010"/>
                </a:lnTo>
                <a:lnTo>
                  <a:pt x="8880" y="1272"/>
                </a:lnTo>
                <a:lnTo>
                  <a:pt x="9505" y="1575"/>
                </a:lnTo>
                <a:lnTo>
                  <a:pt x="10131" y="1918"/>
                </a:lnTo>
                <a:lnTo>
                  <a:pt x="10736" y="2281"/>
                </a:lnTo>
                <a:lnTo>
                  <a:pt x="11301" y="2664"/>
                </a:lnTo>
                <a:lnTo>
                  <a:pt x="11866" y="3088"/>
                </a:lnTo>
                <a:lnTo>
                  <a:pt x="12391" y="3552"/>
                </a:lnTo>
                <a:lnTo>
                  <a:pt x="12896" y="4017"/>
                </a:lnTo>
                <a:lnTo>
                  <a:pt x="13380" y="4521"/>
                </a:lnTo>
                <a:lnTo>
                  <a:pt x="13824" y="5026"/>
                </a:lnTo>
                <a:lnTo>
                  <a:pt x="14248" y="5570"/>
                </a:lnTo>
                <a:lnTo>
                  <a:pt x="14651" y="6115"/>
                </a:lnTo>
                <a:lnTo>
                  <a:pt x="15035" y="6680"/>
                </a:lnTo>
                <a:lnTo>
                  <a:pt x="15418" y="7245"/>
                </a:lnTo>
                <a:lnTo>
                  <a:pt x="15761" y="7831"/>
                </a:lnTo>
                <a:lnTo>
                  <a:pt x="16084" y="8416"/>
                </a:lnTo>
                <a:lnTo>
                  <a:pt x="16387" y="9021"/>
                </a:lnTo>
                <a:lnTo>
                  <a:pt x="16689" y="9627"/>
                </a:lnTo>
                <a:lnTo>
                  <a:pt x="16972" y="10232"/>
                </a:lnTo>
                <a:lnTo>
                  <a:pt x="17497" y="11423"/>
                </a:lnTo>
                <a:lnTo>
                  <a:pt x="17981" y="12593"/>
                </a:lnTo>
                <a:lnTo>
                  <a:pt x="18183" y="13158"/>
                </a:lnTo>
                <a:lnTo>
                  <a:pt x="18385" y="13723"/>
                </a:lnTo>
                <a:lnTo>
                  <a:pt x="18566" y="14288"/>
                </a:lnTo>
                <a:lnTo>
                  <a:pt x="18707" y="14853"/>
                </a:lnTo>
                <a:lnTo>
                  <a:pt x="18768" y="15136"/>
                </a:lnTo>
                <a:lnTo>
                  <a:pt x="18808" y="15438"/>
                </a:lnTo>
                <a:lnTo>
                  <a:pt x="18829" y="15721"/>
                </a:lnTo>
                <a:lnTo>
                  <a:pt x="18849" y="16003"/>
                </a:lnTo>
                <a:lnTo>
                  <a:pt x="18849" y="16286"/>
                </a:lnTo>
                <a:lnTo>
                  <a:pt x="18829" y="16589"/>
                </a:lnTo>
                <a:lnTo>
                  <a:pt x="18788" y="16871"/>
                </a:lnTo>
                <a:lnTo>
                  <a:pt x="18728" y="17154"/>
                </a:lnTo>
                <a:lnTo>
                  <a:pt x="18687" y="17295"/>
                </a:lnTo>
                <a:lnTo>
                  <a:pt x="18647" y="17416"/>
                </a:lnTo>
                <a:lnTo>
                  <a:pt x="18586" y="17537"/>
                </a:lnTo>
                <a:lnTo>
                  <a:pt x="18486" y="17658"/>
                </a:lnTo>
                <a:lnTo>
                  <a:pt x="18405" y="17699"/>
                </a:lnTo>
                <a:lnTo>
                  <a:pt x="18324" y="17739"/>
                </a:lnTo>
                <a:lnTo>
                  <a:pt x="18243" y="17759"/>
                </a:lnTo>
                <a:lnTo>
                  <a:pt x="18163" y="17779"/>
                </a:lnTo>
                <a:lnTo>
                  <a:pt x="17981" y="17759"/>
                </a:lnTo>
                <a:lnTo>
                  <a:pt x="17799" y="17699"/>
                </a:lnTo>
                <a:lnTo>
                  <a:pt x="17638" y="17618"/>
                </a:lnTo>
                <a:lnTo>
                  <a:pt x="17477" y="17517"/>
                </a:lnTo>
                <a:lnTo>
                  <a:pt x="17234" y="17315"/>
                </a:lnTo>
                <a:lnTo>
                  <a:pt x="16346" y="16548"/>
                </a:lnTo>
                <a:lnTo>
                  <a:pt x="15418" y="15701"/>
                </a:lnTo>
                <a:lnTo>
                  <a:pt x="14429" y="14793"/>
                </a:lnTo>
                <a:lnTo>
                  <a:pt x="13319" y="13743"/>
                </a:lnTo>
                <a:lnTo>
                  <a:pt x="11140" y="11645"/>
                </a:lnTo>
                <a:lnTo>
                  <a:pt x="8860" y="9465"/>
                </a:lnTo>
                <a:lnTo>
                  <a:pt x="7709" y="8375"/>
                </a:lnTo>
                <a:lnTo>
                  <a:pt x="6539" y="7306"/>
                </a:lnTo>
                <a:lnTo>
                  <a:pt x="5611" y="6478"/>
                </a:lnTo>
                <a:lnTo>
                  <a:pt x="4703" y="5691"/>
                </a:lnTo>
                <a:lnTo>
                  <a:pt x="3835" y="4965"/>
                </a:lnTo>
                <a:lnTo>
                  <a:pt x="3007" y="4279"/>
                </a:lnTo>
                <a:lnTo>
                  <a:pt x="2644" y="4017"/>
                </a:lnTo>
                <a:lnTo>
                  <a:pt x="2220" y="3734"/>
                </a:lnTo>
                <a:lnTo>
                  <a:pt x="1575" y="3290"/>
                </a:lnTo>
                <a:lnTo>
                  <a:pt x="1252" y="3048"/>
                </a:lnTo>
                <a:lnTo>
                  <a:pt x="929" y="2806"/>
                </a:lnTo>
                <a:lnTo>
                  <a:pt x="667" y="2564"/>
                </a:lnTo>
                <a:lnTo>
                  <a:pt x="424" y="2301"/>
                </a:lnTo>
                <a:lnTo>
                  <a:pt x="323" y="2160"/>
                </a:lnTo>
                <a:lnTo>
                  <a:pt x="243" y="2019"/>
                </a:lnTo>
                <a:lnTo>
                  <a:pt x="182" y="1898"/>
                </a:lnTo>
                <a:lnTo>
                  <a:pt x="122" y="1756"/>
                </a:lnTo>
                <a:lnTo>
                  <a:pt x="81" y="1575"/>
                </a:lnTo>
                <a:lnTo>
                  <a:pt x="102" y="1413"/>
                </a:lnTo>
                <a:lnTo>
                  <a:pt x="122" y="1232"/>
                </a:lnTo>
                <a:lnTo>
                  <a:pt x="202" y="1070"/>
                </a:lnTo>
                <a:lnTo>
                  <a:pt x="283" y="909"/>
                </a:lnTo>
                <a:lnTo>
                  <a:pt x="384" y="768"/>
                </a:lnTo>
                <a:lnTo>
                  <a:pt x="505" y="646"/>
                </a:lnTo>
                <a:lnTo>
                  <a:pt x="646" y="546"/>
                </a:lnTo>
                <a:lnTo>
                  <a:pt x="808" y="445"/>
                </a:lnTo>
                <a:lnTo>
                  <a:pt x="969" y="384"/>
                </a:lnTo>
                <a:lnTo>
                  <a:pt x="1131" y="324"/>
                </a:lnTo>
                <a:lnTo>
                  <a:pt x="1312" y="263"/>
                </a:lnTo>
                <a:lnTo>
                  <a:pt x="1655" y="202"/>
                </a:lnTo>
                <a:lnTo>
                  <a:pt x="2019" y="142"/>
                </a:lnTo>
                <a:lnTo>
                  <a:pt x="2725" y="102"/>
                </a:lnTo>
                <a:lnTo>
                  <a:pt x="3431" y="81"/>
                </a:lnTo>
                <a:close/>
                <a:moveTo>
                  <a:pt x="3431" y="1"/>
                </a:moveTo>
                <a:lnTo>
                  <a:pt x="2725" y="21"/>
                </a:lnTo>
                <a:lnTo>
                  <a:pt x="2019" y="61"/>
                </a:lnTo>
                <a:lnTo>
                  <a:pt x="1655" y="122"/>
                </a:lnTo>
                <a:lnTo>
                  <a:pt x="1272" y="182"/>
                </a:lnTo>
                <a:lnTo>
                  <a:pt x="1111" y="243"/>
                </a:lnTo>
                <a:lnTo>
                  <a:pt x="929" y="303"/>
                </a:lnTo>
                <a:lnTo>
                  <a:pt x="767" y="384"/>
                </a:lnTo>
                <a:lnTo>
                  <a:pt x="606" y="485"/>
                </a:lnTo>
                <a:lnTo>
                  <a:pt x="465" y="586"/>
                </a:lnTo>
                <a:lnTo>
                  <a:pt x="323" y="727"/>
                </a:lnTo>
                <a:lnTo>
                  <a:pt x="223" y="868"/>
                </a:lnTo>
                <a:lnTo>
                  <a:pt x="122" y="1050"/>
                </a:lnTo>
                <a:lnTo>
                  <a:pt x="41" y="1211"/>
                </a:lnTo>
                <a:lnTo>
                  <a:pt x="21" y="1393"/>
                </a:lnTo>
                <a:lnTo>
                  <a:pt x="1" y="1595"/>
                </a:lnTo>
                <a:lnTo>
                  <a:pt x="41" y="1777"/>
                </a:lnTo>
                <a:lnTo>
                  <a:pt x="102" y="1918"/>
                </a:lnTo>
                <a:lnTo>
                  <a:pt x="162" y="2059"/>
                </a:lnTo>
                <a:lnTo>
                  <a:pt x="263" y="2200"/>
                </a:lnTo>
                <a:lnTo>
                  <a:pt x="364" y="2342"/>
                </a:lnTo>
                <a:lnTo>
                  <a:pt x="586" y="2604"/>
                </a:lnTo>
                <a:lnTo>
                  <a:pt x="868" y="2866"/>
                </a:lnTo>
                <a:lnTo>
                  <a:pt x="1191" y="3108"/>
                </a:lnTo>
                <a:lnTo>
                  <a:pt x="1514" y="3351"/>
                </a:lnTo>
                <a:lnTo>
                  <a:pt x="2180" y="3795"/>
                </a:lnTo>
                <a:lnTo>
                  <a:pt x="2604" y="4077"/>
                </a:lnTo>
                <a:lnTo>
                  <a:pt x="2947" y="4339"/>
                </a:lnTo>
                <a:lnTo>
                  <a:pt x="3794" y="5026"/>
                </a:lnTo>
                <a:lnTo>
                  <a:pt x="4662" y="5752"/>
                </a:lnTo>
                <a:lnTo>
                  <a:pt x="5550" y="6539"/>
                </a:lnTo>
                <a:lnTo>
                  <a:pt x="6499" y="7366"/>
                </a:lnTo>
                <a:lnTo>
                  <a:pt x="7649" y="8436"/>
                </a:lnTo>
                <a:lnTo>
                  <a:pt x="8799" y="9526"/>
                </a:lnTo>
                <a:lnTo>
                  <a:pt x="11079" y="11705"/>
                </a:lnTo>
                <a:lnTo>
                  <a:pt x="13279" y="13804"/>
                </a:lnTo>
                <a:lnTo>
                  <a:pt x="14369" y="14853"/>
                </a:lnTo>
                <a:lnTo>
                  <a:pt x="15358" y="15761"/>
                </a:lnTo>
                <a:lnTo>
                  <a:pt x="16286" y="16609"/>
                </a:lnTo>
                <a:lnTo>
                  <a:pt x="17174" y="17376"/>
                </a:lnTo>
                <a:lnTo>
                  <a:pt x="17355" y="17537"/>
                </a:lnTo>
                <a:lnTo>
                  <a:pt x="17598" y="17678"/>
                </a:lnTo>
                <a:lnTo>
                  <a:pt x="17719" y="17739"/>
                </a:lnTo>
                <a:lnTo>
                  <a:pt x="17860" y="17800"/>
                </a:lnTo>
                <a:lnTo>
                  <a:pt x="18001" y="17840"/>
                </a:lnTo>
                <a:lnTo>
                  <a:pt x="18142" y="17860"/>
                </a:lnTo>
                <a:lnTo>
                  <a:pt x="18243" y="17840"/>
                </a:lnTo>
                <a:lnTo>
                  <a:pt x="18344" y="17820"/>
                </a:lnTo>
                <a:lnTo>
                  <a:pt x="18445" y="17779"/>
                </a:lnTo>
                <a:lnTo>
                  <a:pt x="18526" y="17719"/>
                </a:lnTo>
                <a:lnTo>
                  <a:pt x="18647" y="17598"/>
                </a:lnTo>
                <a:lnTo>
                  <a:pt x="18707" y="17456"/>
                </a:lnTo>
                <a:lnTo>
                  <a:pt x="18768" y="17315"/>
                </a:lnTo>
                <a:lnTo>
                  <a:pt x="18808" y="17174"/>
                </a:lnTo>
                <a:lnTo>
                  <a:pt x="18869" y="16891"/>
                </a:lnTo>
                <a:lnTo>
                  <a:pt x="18909" y="16589"/>
                </a:lnTo>
                <a:lnTo>
                  <a:pt x="18929" y="16306"/>
                </a:lnTo>
                <a:lnTo>
                  <a:pt x="18929" y="16003"/>
                </a:lnTo>
                <a:lnTo>
                  <a:pt x="18909" y="15721"/>
                </a:lnTo>
                <a:lnTo>
                  <a:pt x="18889" y="15418"/>
                </a:lnTo>
                <a:lnTo>
                  <a:pt x="18849" y="15136"/>
                </a:lnTo>
                <a:lnTo>
                  <a:pt x="18788" y="14853"/>
                </a:lnTo>
                <a:lnTo>
                  <a:pt x="18647" y="14268"/>
                </a:lnTo>
                <a:lnTo>
                  <a:pt x="18465" y="13703"/>
                </a:lnTo>
                <a:lnTo>
                  <a:pt x="18264" y="13138"/>
                </a:lnTo>
                <a:lnTo>
                  <a:pt x="18042" y="12573"/>
                </a:lnTo>
                <a:lnTo>
                  <a:pt x="17577" y="11382"/>
                </a:lnTo>
                <a:lnTo>
                  <a:pt x="17053" y="10192"/>
                </a:lnTo>
                <a:lnTo>
                  <a:pt x="16770" y="9586"/>
                </a:lnTo>
                <a:lnTo>
                  <a:pt x="16468" y="8981"/>
                </a:lnTo>
                <a:lnTo>
                  <a:pt x="16145" y="8375"/>
                </a:lnTo>
                <a:lnTo>
                  <a:pt x="15822" y="7790"/>
                </a:lnTo>
                <a:lnTo>
                  <a:pt x="15479" y="7205"/>
                </a:lnTo>
                <a:lnTo>
                  <a:pt x="15115" y="6620"/>
                </a:lnTo>
                <a:lnTo>
                  <a:pt x="14732" y="6055"/>
                </a:lnTo>
                <a:lnTo>
                  <a:pt x="14308" y="5510"/>
                </a:lnTo>
                <a:lnTo>
                  <a:pt x="13884" y="4965"/>
                </a:lnTo>
                <a:lnTo>
                  <a:pt x="13441" y="4460"/>
                </a:lnTo>
                <a:lnTo>
                  <a:pt x="12956" y="3956"/>
                </a:lnTo>
                <a:lnTo>
                  <a:pt x="12452" y="3492"/>
                </a:lnTo>
                <a:lnTo>
                  <a:pt x="11927" y="3028"/>
                </a:lnTo>
                <a:lnTo>
                  <a:pt x="11362" y="2604"/>
                </a:lnTo>
                <a:lnTo>
                  <a:pt x="10777" y="2200"/>
                </a:lnTo>
                <a:lnTo>
                  <a:pt x="10171" y="1837"/>
                </a:lnTo>
                <a:lnTo>
                  <a:pt x="9546" y="1494"/>
                </a:lnTo>
                <a:lnTo>
                  <a:pt x="8900" y="1191"/>
                </a:lnTo>
                <a:lnTo>
                  <a:pt x="8254" y="929"/>
                </a:lnTo>
                <a:lnTo>
                  <a:pt x="7588" y="687"/>
                </a:lnTo>
                <a:lnTo>
                  <a:pt x="6902" y="485"/>
                </a:lnTo>
                <a:lnTo>
                  <a:pt x="6216" y="324"/>
                </a:lnTo>
                <a:lnTo>
                  <a:pt x="5530" y="182"/>
                </a:lnTo>
                <a:lnTo>
                  <a:pt x="4824" y="81"/>
                </a:lnTo>
                <a:lnTo>
                  <a:pt x="4138" y="21"/>
                </a:lnTo>
                <a:lnTo>
                  <a:pt x="34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3" name="Google Shape;2683;p34"/>
          <p:cNvSpPr/>
          <p:nvPr/>
        </p:nvSpPr>
        <p:spPr>
          <a:xfrm flipH="1">
            <a:off x="-2103334" y="200859"/>
            <a:ext cx="1707024" cy="174879"/>
          </a:xfrm>
          <a:custGeom>
            <a:rect b="b" l="l" r="r" t="t"/>
            <a:pathLst>
              <a:path extrusionOk="0" h="3128" w="30533">
                <a:moveTo>
                  <a:pt x="17960" y="0"/>
                </a:moveTo>
                <a:lnTo>
                  <a:pt x="16750" y="20"/>
                </a:lnTo>
                <a:lnTo>
                  <a:pt x="16326" y="20"/>
                </a:lnTo>
                <a:lnTo>
                  <a:pt x="13057" y="61"/>
                </a:lnTo>
                <a:lnTo>
                  <a:pt x="11422" y="101"/>
                </a:lnTo>
                <a:lnTo>
                  <a:pt x="9767" y="182"/>
                </a:lnTo>
                <a:lnTo>
                  <a:pt x="8133" y="262"/>
                </a:lnTo>
                <a:lnTo>
                  <a:pt x="6478" y="404"/>
                </a:lnTo>
                <a:lnTo>
                  <a:pt x="5671" y="484"/>
                </a:lnTo>
                <a:lnTo>
                  <a:pt x="4843" y="585"/>
                </a:lnTo>
                <a:lnTo>
                  <a:pt x="4036" y="686"/>
                </a:lnTo>
                <a:lnTo>
                  <a:pt x="3209" y="807"/>
                </a:lnTo>
                <a:lnTo>
                  <a:pt x="2785" y="868"/>
                </a:lnTo>
                <a:lnTo>
                  <a:pt x="2361" y="969"/>
                </a:lnTo>
                <a:lnTo>
                  <a:pt x="1917" y="1070"/>
                </a:lnTo>
                <a:lnTo>
                  <a:pt x="1494" y="1211"/>
                </a:lnTo>
                <a:lnTo>
                  <a:pt x="1090" y="1372"/>
                </a:lnTo>
                <a:lnTo>
                  <a:pt x="888" y="1473"/>
                </a:lnTo>
                <a:lnTo>
                  <a:pt x="686" y="1574"/>
                </a:lnTo>
                <a:lnTo>
                  <a:pt x="505" y="1695"/>
                </a:lnTo>
                <a:lnTo>
                  <a:pt x="323" y="1836"/>
                </a:lnTo>
                <a:lnTo>
                  <a:pt x="162" y="1978"/>
                </a:lnTo>
                <a:lnTo>
                  <a:pt x="0" y="2139"/>
                </a:lnTo>
                <a:lnTo>
                  <a:pt x="61" y="2200"/>
                </a:lnTo>
                <a:lnTo>
                  <a:pt x="222" y="2038"/>
                </a:lnTo>
                <a:lnTo>
                  <a:pt x="384" y="1897"/>
                </a:lnTo>
                <a:lnTo>
                  <a:pt x="565" y="1756"/>
                </a:lnTo>
                <a:lnTo>
                  <a:pt x="747" y="1655"/>
                </a:lnTo>
                <a:lnTo>
                  <a:pt x="929" y="1534"/>
                </a:lnTo>
                <a:lnTo>
                  <a:pt x="1130" y="1433"/>
                </a:lnTo>
                <a:lnTo>
                  <a:pt x="1534" y="1271"/>
                </a:lnTo>
                <a:lnTo>
                  <a:pt x="1958" y="1150"/>
                </a:lnTo>
                <a:lnTo>
                  <a:pt x="2382" y="1049"/>
                </a:lnTo>
                <a:lnTo>
                  <a:pt x="2805" y="949"/>
                </a:lnTo>
                <a:lnTo>
                  <a:pt x="3229" y="888"/>
                </a:lnTo>
                <a:lnTo>
                  <a:pt x="4036" y="767"/>
                </a:lnTo>
                <a:lnTo>
                  <a:pt x="4864" y="666"/>
                </a:lnTo>
                <a:lnTo>
                  <a:pt x="5671" y="565"/>
                </a:lnTo>
                <a:lnTo>
                  <a:pt x="6498" y="484"/>
                </a:lnTo>
                <a:lnTo>
                  <a:pt x="8133" y="343"/>
                </a:lnTo>
                <a:lnTo>
                  <a:pt x="9788" y="262"/>
                </a:lnTo>
                <a:lnTo>
                  <a:pt x="11422" y="182"/>
                </a:lnTo>
                <a:lnTo>
                  <a:pt x="13057" y="141"/>
                </a:lnTo>
                <a:lnTo>
                  <a:pt x="16326" y="101"/>
                </a:lnTo>
                <a:lnTo>
                  <a:pt x="16750" y="101"/>
                </a:lnTo>
                <a:lnTo>
                  <a:pt x="17960" y="81"/>
                </a:lnTo>
                <a:lnTo>
                  <a:pt x="19191" y="81"/>
                </a:lnTo>
                <a:lnTo>
                  <a:pt x="20402" y="101"/>
                </a:lnTo>
                <a:lnTo>
                  <a:pt x="21613" y="161"/>
                </a:lnTo>
                <a:lnTo>
                  <a:pt x="22239" y="202"/>
                </a:lnTo>
                <a:lnTo>
                  <a:pt x="22844" y="242"/>
                </a:lnTo>
                <a:lnTo>
                  <a:pt x="23449" y="303"/>
                </a:lnTo>
                <a:lnTo>
                  <a:pt x="24055" y="383"/>
                </a:lnTo>
                <a:lnTo>
                  <a:pt x="24640" y="484"/>
                </a:lnTo>
                <a:lnTo>
                  <a:pt x="25245" y="585"/>
                </a:lnTo>
                <a:lnTo>
                  <a:pt x="25831" y="727"/>
                </a:lnTo>
                <a:lnTo>
                  <a:pt x="26436" y="868"/>
                </a:lnTo>
                <a:lnTo>
                  <a:pt x="27102" y="1070"/>
                </a:lnTo>
                <a:lnTo>
                  <a:pt x="27707" y="1292"/>
                </a:lnTo>
                <a:lnTo>
                  <a:pt x="28293" y="1534"/>
                </a:lnTo>
                <a:lnTo>
                  <a:pt x="28817" y="1816"/>
                </a:lnTo>
                <a:lnTo>
                  <a:pt x="29281" y="2099"/>
                </a:lnTo>
                <a:lnTo>
                  <a:pt x="29725" y="2422"/>
                </a:lnTo>
                <a:lnTo>
                  <a:pt x="30109" y="2745"/>
                </a:lnTo>
                <a:lnTo>
                  <a:pt x="30290" y="2926"/>
                </a:lnTo>
                <a:lnTo>
                  <a:pt x="30472" y="3128"/>
                </a:lnTo>
                <a:lnTo>
                  <a:pt x="30533" y="3067"/>
                </a:lnTo>
                <a:lnTo>
                  <a:pt x="30351" y="2886"/>
                </a:lnTo>
                <a:lnTo>
                  <a:pt x="30169" y="2704"/>
                </a:lnTo>
                <a:lnTo>
                  <a:pt x="29786" y="2361"/>
                </a:lnTo>
                <a:lnTo>
                  <a:pt x="29342" y="2038"/>
                </a:lnTo>
                <a:lnTo>
                  <a:pt x="28858" y="1736"/>
                </a:lnTo>
                <a:lnTo>
                  <a:pt x="28333" y="1473"/>
                </a:lnTo>
                <a:lnTo>
                  <a:pt x="27748" y="1231"/>
                </a:lnTo>
                <a:lnTo>
                  <a:pt x="27122" y="989"/>
                </a:lnTo>
                <a:lnTo>
                  <a:pt x="26456" y="787"/>
                </a:lnTo>
                <a:lnTo>
                  <a:pt x="25851" y="646"/>
                </a:lnTo>
                <a:lnTo>
                  <a:pt x="25266" y="525"/>
                </a:lnTo>
                <a:lnTo>
                  <a:pt x="24660" y="404"/>
                </a:lnTo>
                <a:lnTo>
                  <a:pt x="24055" y="303"/>
                </a:lnTo>
                <a:lnTo>
                  <a:pt x="23449" y="222"/>
                </a:lnTo>
                <a:lnTo>
                  <a:pt x="22844" y="161"/>
                </a:lnTo>
                <a:lnTo>
                  <a:pt x="22239" y="121"/>
                </a:lnTo>
                <a:lnTo>
                  <a:pt x="21633" y="81"/>
                </a:lnTo>
                <a:lnTo>
                  <a:pt x="20402" y="20"/>
                </a:lnTo>
                <a:lnTo>
                  <a:pt x="1919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4" name="Google Shape;2684;p34"/>
          <p:cNvSpPr/>
          <p:nvPr/>
        </p:nvSpPr>
        <p:spPr>
          <a:xfrm flipH="1">
            <a:off x="-2189064" y="372324"/>
            <a:ext cx="206522" cy="1040271"/>
          </a:xfrm>
          <a:custGeom>
            <a:rect b="b" l="l" r="r" t="t"/>
            <a:pathLst>
              <a:path extrusionOk="0" h="18607" w="3694">
                <a:moveTo>
                  <a:pt x="2160" y="0"/>
                </a:moveTo>
                <a:lnTo>
                  <a:pt x="2099" y="61"/>
                </a:lnTo>
                <a:lnTo>
                  <a:pt x="2281" y="283"/>
                </a:lnTo>
                <a:lnTo>
                  <a:pt x="2462" y="545"/>
                </a:lnTo>
                <a:lnTo>
                  <a:pt x="2624" y="787"/>
                </a:lnTo>
                <a:lnTo>
                  <a:pt x="2765" y="1050"/>
                </a:lnTo>
                <a:lnTo>
                  <a:pt x="2886" y="1292"/>
                </a:lnTo>
                <a:lnTo>
                  <a:pt x="3007" y="1554"/>
                </a:lnTo>
                <a:lnTo>
                  <a:pt x="3209" y="2079"/>
                </a:lnTo>
                <a:lnTo>
                  <a:pt x="3350" y="2604"/>
                </a:lnTo>
                <a:lnTo>
                  <a:pt x="3471" y="3108"/>
                </a:lnTo>
                <a:lnTo>
                  <a:pt x="3532" y="3592"/>
                </a:lnTo>
                <a:lnTo>
                  <a:pt x="3572" y="4036"/>
                </a:lnTo>
                <a:lnTo>
                  <a:pt x="3613" y="4581"/>
                </a:lnTo>
                <a:lnTo>
                  <a:pt x="3613" y="5126"/>
                </a:lnTo>
                <a:lnTo>
                  <a:pt x="3592" y="5671"/>
                </a:lnTo>
                <a:lnTo>
                  <a:pt x="3552" y="6216"/>
                </a:lnTo>
                <a:lnTo>
                  <a:pt x="3431" y="7285"/>
                </a:lnTo>
                <a:lnTo>
                  <a:pt x="3290" y="8355"/>
                </a:lnTo>
                <a:lnTo>
                  <a:pt x="2684" y="12734"/>
                </a:lnTo>
                <a:lnTo>
                  <a:pt x="2604" y="13360"/>
                </a:lnTo>
                <a:lnTo>
                  <a:pt x="2503" y="14026"/>
                </a:lnTo>
                <a:lnTo>
                  <a:pt x="2361" y="14712"/>
                </a:lnTo>
                <a:lnTo>
                  <a:pt x="2281" y="15055"/>
                </a:lnTo>
                <a:lnTo>
                  <a:pt x="2180" y="15398"/>
                </a:lnTo>
                <a:lnTo>
                  <a:pt x="2059" y="15741"/>
                </a:lnTo>
                <a:lnTo>
                  <a:pt x="1938" y="16084"/>
                </a:lnTo>
                <a:lnTo>
                  <a:pt x="1796" y="16407"/>
                </a:lnTo>
                <a:lnTo>
                  <a:pt x="1635" y="16730"/>
                </a:lnTo>
                <a:lnTo>
                  <a:pt x="1453" y="17053"/>
                </a:lnTo>
                <a:lnTo>
                  <a:pt x="1252" y="17355"/>
                </a:lnTo>
                <a:lnTo>
                  <a:pt x="1030" y="17638"/>
                </a:lnTo>
                <a:lnTo>
                  <a:pt x="787" y="17900"/>
                </a:lnTo>
                <a:lnTo>
                  <a:pt x="606" y="18082"/>
                </a:lnTo>
                <a:lnTo>
                  <a:pt x="404" y="18243"/>
                </a:lnTo>
                <a:lnTo>
                  <a:pt x="202" y="18384"/>
                </a:lnTo>
                <a:lnTo>
                  <a:pt x="0" y="18526"/>
                </a:lnTo>
                <a:lnTo>
                  <a:pt x="41" y="18606"/>
                </a:lnTo>
                <a:lnTo>
                  <a:pt x="263" y="18465"/>
                </a:lnTo>
                <a:lnTo>
                  <a:pt x="465" y="18304"/>
                </a:lnTo>
                <a:lnTo>
                  <a:pt x="666" y="18142"/>
                </a:lnTo>
                <a:lnTo>
                  <a:pt x="848" y="17961"/>
                </a:lnTo>
                <a:lnTo>
                  <a:pt x="1090" y="17678"/>
                </a:lnTo>
                <a:lnTo>
                  <a:pt x="1332" y="17396"/>
                </a:lnTo>
                <a:lnTo>
                  <a:pt x="1534" y="17093"/>
                </a:lnTo>
                <a:lnTo>
                  <a:pt x="1716" y="16790"/>
                </a:lnTo>
                <a:lnTo>
                  <a:pt x="1877" y="16447"/>
                </a:lnTo>
                <a:lnTo>
                  <a:pt x="2018" y="16124"/>
                </a:lnTo>
                <a:lnTo>
                  <a:pt x="2139" y="15781"/>
                </a:lnTo>
                <a:lnTo>
                  <a:pt x="2240" y="15438"/>
                </a:lnTo>
                <a:lnTo>
                  <a:pt x="2341" y="15075"/>
                </a:lnTo>
                <a:lnTo>
                  <a:pt x="2442" y="14732"/>
                </a:lnTo>
                <a:lnTo>
                  <a:pt x="2563" y="14046"/>
                </a:lnTo>
                <a:lnTo>
                  <a:pt x="2684" y="13380"/>
                </a:lnTo>
                <a:lnTo>
                  <a:pt x="2765" y="12734"/>
                </a:lnTo>
                <a:lnTo>
                  <a:pt x="3370" y="8375"/>
                </a:lnTo>
                <a:lnTo>
                  <a:pt x="3512" y="7306"/>
                </a:lnTo>
                <a:lnTo>
                  <a:pt x="3633" y="6216"/>
                </a:lnTo>
                <a:lnTo>
                  <a:pt x="3673" y="5671"/>
                </a:lnTo>
                <a:lnTo>
                  <a:pt x="3693" y="5126"/>
                </a:lnTo>
                <a:lnTo>
                  <a:pt x="3693" y="4581"/>
                </a:lnTo>
                <a:lnTo>
                  <a:pt x="3653" y="4036"/>
                </a:lnTo>
                <a:lnTo>
                  <a:pt x="3613" y="3572"/>
                </a:lnTo>
                <a:lnTo>
                  <a:pt x="3532" y="3088"/>
                </a:lnTo>
                <a:lnTo>
                  <a:pt x="3431" y="2583"/>
                </a:lnTo>
                <a:lnTo>
                  <a:pt x="3290" y="2059"/>
                </a:lnTo>
                <a:lnTo>
                  <a:pt x="3088" y="1534"/>
                </a:lnTo>
                <a:lnTo>
                  <a:pt x="2967" y="1272"/>
                </a:lnTo>
                <a:lnTo>
                  <a:pt x="2826" y="1009"/>
                </a:lnTo>
                <a:lnTo>
                  <a:pt x="2684" y="747"/>
                </a:lnTo>
                <a:lnTo>
                  <a:pt x="2523" y="485"/>
                </a:lnTo>
                <a:lnTo>
                  <a:pt x="2341" y="243"/>
                </a:lnTo>
                <a:lnTo>
                  <a:pt x="216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5" name="Google Shape;2685;p34"/>
          <p:cNvSpPr/>
          <p:nvPr/>
        </p:nvSpPr>
        <p:spPr>
          <a:xfrm flipH="1">
            <a:off x="-2206037" y="241447"/>
            <a:ext cx="1867255" cy="1352794"/>
          </a:xfrm>
          <a:custGeom>
            <a:rect b="b" l="l" r="r" t="t"/>
            <a:pathLst>
              <a:path extrusionOk="0" h="24197" w="33399">
                <a:moveTo>
                  <a:pt x="13521" y="1"/>
                </a:moveTo>
                <a:lnTo>
                  <a:pt x="12391" y="21"/>
                </a:lnTo>
                <a:lnTo>
                  <a:pt x="11200" y="61"/>
                </a:lnTo>
                <a:lnTo>
                  <a:pt x="10009" y="101"/>
                </a:lnTo>
                <a:lnTo>
                  <a:pt x="8012" y="223"/>
                </a:lnTo>
                <a:lnTo>
                  <a:pt x="5832" y="364"/>
                </a:lnTo>
                <a:lnTo>
                  <a:pt x="5287" y="404"/>
                </a:lnTo>
                <a:lnTo>
                  <a:pt x="4702" y="424"/>
                </a:lnTo>
                <a:lnTo>
                  <a:pt x="3996" y="445"/>
                </a:lnTo>
                <a:lnTo>
                  <a:pt x="3289" y="485"/>
                </a:lnTo>
                <a:lnTo>
                  <a:pt x="2926" y="525"/>
                </a:lnTo>
                <a:lnTo>
                  <a:pt x="2603" y="586"/>
                </a:lnTo>
                <a:lnTo>
                  <a:pt x="2260" y="646"/>
                </a:lnTo>
                <a:lnTo>
                  <a:pt x="1958" y="747"/>
                </a:lnTo>
                <a:lnTo>
                  <a:pt x="1796" y="808"/>
                </a:lnTo>
                <a:lnTo>
                  <a:pt x="1655" y="868"/>
                </a:lnTo>
                <a:lnTo>
                  <a:pt x="1514" y="949"/>
                </a:lnTo>
                <a:lnTo>
                  <a:pt x="1372" y="1050"/>
                </a:lnTo>
                <a:lnTo>
                  <a:pt x="1251" y="1151"/>
                </a:lnTo>
                <a:lnTo>
                  <a:pt x="1130" y="1272"/>
                </a:lnTo>
                <a:lnTo>
                  <a:pt x="1009" y="1413"/>
                </a:lnTo>
                <a:lnTo>
                  <a:pt x="888" y="1554"/>
                </a:lnTo>
                <a:lnTo>
                  <a:pt x="686" y="1877"/>
                </a:lnTo>
                <a:lnTo>
                  <a:pt x="505" y="2241"/>
                </a:lnTo>
                <a:lnTo>
                  <a:pt x="343" y="2664"/>
                </a:lnTo>
                <a:lnTo>
                  <a:pt x="222" y="3128"/>
                </a:lnTo>
                <a:lnTo>
                  <a:pt x="141" y="3532"/>
                </a:lnTo>
                <a:lnTo>
                  <a:pt x="81" y="3956"/>
                </a:lnTo>
                <a:lnTo>
                  <a:pt x="40" y="4380"/>
                </a:lnTo>
                <a:lnTo>
                  <a:pt x="0" y="4783"/>
                </a:lnTo>
                <a:lnTo>
                  <a:pt x="0" y="5187"/>
                </a:lnTo>
                <a:lnTo>
                  <a:pt x="20" y="5550"/>
                </a:lnTo>
                <a:lnTo>
                  <a:pt x="40" y="5893"/>
                </a:lnTo>
                <a:lnTo>
                  <a:pt x="61" y="6216"/>
                </a:lnTo>
                <a:lnTo>
                  <a:pt x="121" y="6680"/>
                </a:lnTo>
                <a:lnTo>
                  <a:pt x="222" y="7144"/>
                </a:lnTo>
                <a:lnTo>
                  <a:pt x="323" y="7608"/>
                </a:lnTo>
                <a:lnTo>
                  <a:pt x="424" y="8052"/>
                </a:lnTo>
                <a:lnTo>
                  <a:pt x="686" y="8960"/>
                </a:lnTo>
                <a:lnTo>
                  <a:pt x="969" y="9848"/>
                </a:lnTo>
                <a:lnTo>
                  <a:pt x="1191" y="10595"/>
                </a:lnTo>
                <a:lnTo>
                  <a:pt x="1413" y="11362"/>
                </a:lnTo>
                <a:lnTo>
                  <a:pt x="1635" y="12230"/>
                </a:lnTo>
                <a:lnTo>
                  <a:pt x="1836" y="13118"/>
                </a:lnTo>
                <a:lnTo>
                  <a:pt x="1998" y="14026"/>
                </a:lnTo>
                <a:lnTo>
                  <a:pt x="2119" y="14914"/>
                </a:lnTo>
                <a:lnTo>
                  <a:pt x="2220" y="15822"/>
                </a:lnTo>
                <a:lnTo>
                  <a:pt x="2280" y="16730"/>
                </a:lnTo>
                <a:lnTo>
                  <a:pt x="2321" y="17638"/>
                </a:lnTo>
                <a:lnTo>
                  <a:pt x="2321" y="18546"/>
                </a:lnTo>
                <a:lnTo>
                  <a:pt x="2280" y="19656"/>
                </a:lnTo>
                <a:lnTo>
                  <a:pt x="2260" y="20403"/>
                </a:lnTo>
                <a:lnTo>
                  <a:pt x="2240" y="21169"/>
                </a:lnTo>
                <a:lnTo>
                  <a:pt x="2260" y="21936"/>
                </a:lnTo>
                <a:lnTo>
                  <a:pt x="2301" y="22320"/>
                </a:lnTo>
                <a:lnTo>
                  <a:pt x="2341" y="22703"/>
                </a:lnTo>
                <a:lnTo>
                  <a:pt x="2381" y="23046"/>
                </a:lnTo>
                <a:lnTo>
                  <a:pt x="2442" y="23248"/>
                </a:lnTo>
                <a:lnTo>
                  <a:pt x="2502" y="23430"/>
                </a:lnTo>
                <a:lnTo>
                  <a:pt x="2583" y="23611"/>
                </a:lnTo>
                <a:lnTo>
                  <a:pt x="2684" y="23773"/>
                </a:lnTo>
                <a:lnTo>
                  <a:pt x="2825" y="23914"/>
                </a:lnTo>
                <a:lnTo>
                  <a:pt x="2987" y="24055"/>
                </a:lnTo>
                <a:lnTo>
                  <a:pt x="3128" y="24116"/>
                </a:lnTo>
                <a:lnTo>
                  <a:pt x="3249" y="24156"/>
                </a:lnTo>
                <a:lnTo>
                  <a:pt x="3390" y="24196"/>
                </a:lnTo>
                <a:lnTo>
                  <a:pt x="3532" y="24196"/>
                </a:lnTo>
                <a:lnTo>
                  <a:pt x="3733" y="24176"/>
                </a:lnTo>
                <a:lnTo>
                  <a:pt x="3955" y="24136"/>
                </a:lnTo>
                <a:lnTo>
                  <a:pt x="4177" y="24055"/>
                </a:lnTo>
                <a:lnTo>
                  <a:pt x="4379" y="23934"/>
                </a:lnTo>
                <a:lnTo>
                  <a:pt x="4601" y="23813"/>
                </a:lnTo>
                <a:lnTo>
                  <a:pt x="4823" y="23652"/>
                </a:lnTo>
                <a:lnTo>
                  <a:pt x="5247" y="23329"/>
                </a:lnTo>
                <a:lnTo>
                  <a:pt x="5630" y="23026"/>
                </a:lnTo>
                <a:lnTo>
                  <a:pt x="6014" y="22743"/>
                </a:lnTo>
                <a:lnTo>
                  <a:pt x="6417" y="22481"/>
                </a:lnTo>
                <a:lnTo>
                  <a:pt x="6821" y="22239"/>
                </a:lnTo>
                <a:lnTo>
                  <a:pt x="7245" y="21997"/>
                </a:lnTo>
                <a:lnTo>
                  <a:pt x="7689" y="21775"/>
                </a:lnTo>
                <a:lnTo>
                  <a:pt x="8133" y="21553"/>
                </a:lnTo>
                <a:lnTo>
                  <a:pt x="8577" y="21371"/>
                </a:lnTo>
                <a:lnTo>
                  <a:pt x="9041" y="21169"/>
                </a:lnTo>
                <a:lnTo>
                  <a:pt x="9525" y="21008"/>
                </a:lnTo>
                <a:lnTo>
                  <a:pt x="10009" y="20867"/>
                </a:lnTo>
                <a:lnTo>
                  <a:pt x="10494" y="20725"/>
                </a:lnTo>
                <a:lnTo>
                  <a:pt x="10998" y="20604"/>
                </a:lnTo>
                <a:lnTo>
                  <a:pt x="11503" y="20483"/>
                </a:lnTo>
                <a:lnTo>
                  <a:pt x="12027" y="20403"/>
                </a:lnTo>
                <a:lnTo>
                  <a:pt x="12552" y="20322"/>
                </a:lnTo>
                <a:lnTo>
                  <a:pt x="13460" y="20221"/>
                </a:lnTo>
                <a:lnTo>
                  <a:pt x="14409" y="20160"/>
                </a:lnTo>
                <a:lnTo>
                  <a:pt x="15377" y="20160"/>
                </a:lnTo>
                <a:lnTo>
                  <a:pt x="16366" y="20201"/>
                </a:lnTo>
                <a:lnTo>
                  <a:pt x="17355" y="20302"/>
                </a:lnTo>
                <a:lnTo>
                  <a:pt x="18384" y="20423"/>
                </a:lnTo>
                <a:lnTo>
                  <a:pt x="19433" y="20604"/>
                </a:lnTo>
                <a:lnTo>
                  <a:pt x="20503" y="20826"/>
                </a:lnTo>
                <a:lnTo>
                  <a:pt x="21714" y="21129"/>
                </a:lnTo>
                <a:lnTo>
                  <a:pt x="22642" y="21351"/>
                </a:lnTo>
                <a:lnTo>
                  <a:pt x="23591" y="21553"/>
                </a:lnTo>
                <a:lnTo>
                  <a:pt x="24055" y="21654"/>
                </a:lnTo>
                <a:lnTo>
                  <a:pt x="24539" y="21714"/>
                </a:lnTo>
                <a:lnTo>
                  <a:pt x="25023" y="21775"/>
                </a:lnTo>
                <a:lnTo>
                  <a:pt x="25508" y="21815"/>
                </a:lnTo>
                <a:lnTo>
                  <a:pt x="26053" y="21835"/>
                </a:lnTo>
                <a:lnTo>
                  <a:pt x="26597" y="21815"/>
                </a:lnTo>
                <a:lnTo>
                  <a:pt x="27122" y="21755"/>
                </a:lnTo>
                <a:lnTo>
                  <a:pt x="27647" y="21654"/>
                </a:lnTo>
                <a:lnTo>
                  <a:pt x="28131" y="21533"/>
                </a:lnTo>
                <a:lnTo>
                  <a:pt x="28595" y="21371"/>
                </a:lnTo>
                <a:lnTo>
                  <a:pt x="29039" y="21169"/>
                </a:lnTo>
                <a:lnTo>
                  <a:pt x="29443" y="20947"/>
                </a:lnTo>
                <a:lnTo>
                  <a:pt x="29402" y="20867"/>
                </a:lnTo>
                <a:lnTo>
                  <a:pt x="28999" y="21089"/>
                </a:lnTo>
                <a:lnTo>
                  <a:pt x="28555" y="21291"/>
                </a:lnTo>
                <a:lnTo>
                  <a:pt x="28111" y="21452"/>
                </a:lnTo>
                <a:lnTo>
                  <a:pt x="27627" y="21573"/>
                </a:lnTo>
                <a:lnTo>
                  <a:pt x="27122" y="21674"/>
                </a:lnTo>
                <a:lnTo>
                  <a:pt x="26597" y="21734"/>
                </a:lnTo>
                <a:lnTo>
                  <a:pt x="26053" y="21755"/>
                </a:lnTo>
                <a:lnTo>
                  <a:pt x="25508" y="21734"/>
                </a:lnTo>
                <a:lnTo>
                  <a:pt x="25023" y="21694"/>
                </a:lnTo>
                <a:lnTo>
                  <a:pt x="24539" y="21634"/>
                </a:lnTo>
                <a:lnTo>
                  <a:pt x="24075" y="21573"/>
                </a:lnTo>
                <a:lnTo>
                  <a:pt x="23591" y="21472"/>
                </a:lnTo>
                <a:lnTo>
                  <a:pt x="22662" y="21270"/>
                </a:lnTo>
                <a:lnTo>
                  <a:pt x="21734" y="21048"/>
                </a:lnTo>
                <a:lnTo>
                  <a:pt x="20503" y="20746"/>
                </a:lnTo>
                <a:lnTo>
                  <a:pt x="19454" y="20524"/>
                </a:lnTo>
                <a:lnTo>
                  <a:pt x="18404" y="20342"/>
                </a:lnTo>
                <a:lnTo>
                  <a:pt x="17375" y="20221"/>
                </a:lnTo>
                <a:lnTo>
                  <a:pt x="16366" y="20120"/>
                </a:lnTo>
                <a:lnTo>
                  <a:pt x="15377" y="20080"/>
                </a:lnTo>
                <a:lnTo>
                  <a:pt x="14409" y="20080"/>
                </a:lnTo>
                <a:lnTo>
                  <a:pt x="13460" y="20140"/>
                </a:lnTo>
                <a:lnTo>
                  <a:pt x="12532" y="20241"/>
                </a:lnTo>
                <a:lnTo>
                  <a:pt x="12007" y="20322"/>
                </a:lnTo>
                <a:lnTo>
                  <a:pt x="11503" y="20403"/>
                </a:lnTo>
                <a:lnTo>
                  <a:pt x="10978" y="20524"/>
                </a:lnTo>
                <a:lnTo>
                  <a:pt x="10474" y="20645"/>
                </a:lnTo>
                <a:lnTo>
                  <a:pt x="9989" y="20786"/>
                </a:lnTo>
                <a:lnTo>
                  <a:pt x="9505" y="20927"/>
                </a:lnTo>
                <a:lnTo>
                  <a:pt x="9021" y="21109"/>
                </a:lnTo>
                <a:lnTo>
                  <a:pt x="8556" y="21291"/>
                </a:lnTo>
                <a:lnTo>
                  <a:pt x="8092" y="21492"/>
                </a:lnTo>
                <a:lnTo>
                  <a:pt x="7648" y="21694"/>
                </a:lnTo>
                <a:lnTo>
                  <a:pt x="7204" y="21916"/>
                </a:lnTo>
                <a:lnTo>
                  <a:pt x="6781" y="22158"/>
                </a:lnTo>
                <a:lnTo>
                  <a:pt x="6377" y="22421"/>
                </a:lnTo>
                <a:lnTo>
                  <a:pt x="5973" y="22683"/>
                </a:lnTo>
                <a:lnTo>
                  <a:pt x="5590" y="22965"/>
                </a:lnTo>
                <a:lnTo>
                  <a:pt x="5207" y="23268"/>
                </a:lnTo>
                <a:lnTo>
                  <a:pt x="4924" y="23490"/>
                </a:lnTo>
                <a:lnTo>
                  <a:pt x="4641" y="23692"/>
                </a:lnTo>
                <a:lnTo>
                  <a:pt x="4359" y="23853"/>
                </a:lnTo>
                <a:lnTo>
                  <a:pt x="4076" y="23995"/>
                </a:lnTo>
                <a:lnTo>
                  <a:pt x="3935" y="24055"/>
                </a:lnTo>
                <a:lnTo>
                  <a:pt x="3814" y="24096"/>
                </a:lnTo>
                <a:lnTo>
                  <a:pt x="3673" y="24116"/>
                </a:lnTo>
                <a:lnTo>
                  <a:pt x="3411" y="24116"/>
                </a:lnTo>
                <a:lnTo>
                  <a:pt x="3269" y="24096"/>
                </a:lnTo>
                <a:lnTo>
                  <a:pt x="3148" y="24035"/>
                </a:lnTo>
                <a:lnTo>
                  <a:pt x="3027" y="23974"/>
                </a:lnTo>
                <a:lnTo>
                  <a:pt x="2886" y="23853"/>
                </a:lnTo>
                <a:lnTo>
                  <a:pt x="2745" y="23712"/>
                </a:lnTo>
                <a:lnTo>
                  <a:pt x="2644" y="23551"/>
                </a:lnTo>
                <a:lnTo>
                  <a:pt x="2583" y="23389"/>
                </a:lnTo>
                <a:lnTo>
                  <a:pt x="2523" y="23208"/>
                </a:lnTo>
                <a:lnTo>
                  <a:pt x="2462" y="23026"/>
                </a:lnTo>
                <a:lnTo>
                  <a:pt x="2422" y="22683"/>
                </a:lnTo>
                <a:lnTo>
                  <a:pt x="2381" y="22300"/>
                </a:lnTo>
                <a:lnTo>
                  <a:pt x="2341" y="21936"/>
                </a:lnTo>
                <a:lnTo>
                  <a:pt x="2321" y="21169"/>
                </a:lnTo>
                <a:lnTo>
                  <a:pt x="2341" y="20403"/>
                </a:lnTo>
                <a:lnTo>
                  <a:pt x="2361" y="19656"/>
                </a:lnTo>
                <a:lnTo>
                  <a:pt x="2402" y="18546"/>
                </a:lnTo>
                <a:lnTo>
                  <a:pt x="2402" y="17638"/>
                </a:lnTo>
                <a:lnTo>
                  <a:pt x="2361" y="16710"/>
                </a:lnTo>
                <a:lnTo>
                  <a:pt x="2301" y="15802"/>
                </a:lnTo>
                <a:lnTo>
                  <a:pt x="2200" y="14914"/>
                </a:lnTo>
                <a:lnTo>
                  <a:pt x="2079" y="14006"/>
                </a:lnTo>
                <a:lnTo>
                  <a:pt x="1917" y="13118"/>
                </a:lnTo>
                <a:lnTo>
                  <a:pt x="1715" y="12230"/>
                </a:lnTo>
                <a:lnTo>
                  <a:pt x="1493" y="11342"/>
                </a:lnTo>
                <a:lnTo>
                  <a:pt x="1271" y="10575"/>
                </a:lnTo>
                <a:lnTo>
                  <a:pt x="1029" y="9828"/>
                </a:lnTo>
                <a:lnTo>
                  <a:pt x="767" y="8940"/>
                </a:lnTo>
                <a:lnTo>
                  <a:pt x="505" y="8032"/>
                </a:lnTo>
                <a:lnTo>
                  <a:pt x="404" y="7588"/>
                </a:lnTo>
                <a:lnTo>
                  <a:pt x="303" y="7124"/>
                </a:lnTo>
                <a:lnTo>
                  <a:pt x="202" y="6660"/>
                </a:lnTo>
                <a:lnTo>
                  <a:pt x="141" y="6196"/>
                </a:lnTo>
                <a:lnTo>
                  <a:pt x="101" y="5853"/>
                </a:lnTo>
                <a:lnTo>
                  <a:pt x="81" y="5469"/>
                </a:lnTo>
                <a:lnTo>
                  <a:pt x="81" y="5086"/>
                </a:lnTo>
                <a:lnTo>
                  <a:pt x="101" y="4682"/>
                </a:lnTo>
                <a:lnTo>
                  <a:pt x="121" y="4279"/>
                </a:lnTo>
                <a:lnTo>
                  <a:pt x="162" y="3855"/>
                </a:lnTo>
                <a:lnTo>
                  <a:pt x="242" y="3451"/>
                </a:lnTo>
                <a:lnTo>
                  <a:pt x="323" y="3048"/>
                </a:lnTo>
                <a:lnTo>
                  <a:pt x="424" y="2664"/>
                </a:lnTo>
                <a:lnTo>
                  <a:pt x="565" y="2301"/>
                </a:lnTo>
                <a:lnTo>
                  <a:pt x="727" y="1958"/>
                </a:lnTo>
                <a:lnTo>
                  <a:pt x="928" y="1655"/>
                </a:lnTo>
                <a:lnTo>
                  <a:pt x="1130" y="1373"/>
                </a:lnTo>
                <a:lnTo>
                  <a:pt x="1251" y="1252"/>
                </a:lnTo>
                <a:lnTo>
                  <a:pt x="1393" y="1151"/>
                </a:lnTo>
                <a:lnTo>
                  <a:pt x="1514" y="1050"/>
                </a:lnTo>
                <a:lnTo>
                  <a:pt x="1655" y="949"/>
                </a:lnTo>
                <a:lnTo>
                  <a:pt x="1816" y="888"/>
                </a:lnTo>
                <a:lnTo>
                  <a:pt x="1978" y="828"/>
                </a:lnTo>
                <a:lnTo>
                  <a:pt x="2280" y="727"/>
                </a:lnTo>
                <a:lnTo>
                  <a:pt x="2603" y="666"/>
                </a:lnTo>
                <a:lnTo>
                  <a:pt x="2946" y="606"/>
                </a:lnTo>
                <a:lnTo>
                  <a:pt x="3289" y="566"/>
                </a:lnTo>
                <a:lnTo>
                  <a:pt x="3996" y="525"/>
                </a:lnTo>
                <a:lnTo>
                  <a:pt x="4702" y="505"/>
                </a:lnTo>
                <a:lnTo>
                  <a:pt x="5287" y="485"/>
                </a:lnTo>
                <a:lnTo>
                  <a:pt x="5852" y="445"/>
                </a:lnTo>
                <a:lnTo>
                  <a:pt x="8012" y="303"/>
                </a:lnTo>
                <a:lnTo>
                  <a:pt x="10009" y="182"/>
                </a:lnTo>
                <a:lnTo>
                  <a:pt x="11200" y="142"/>
                </a:lnTo>
                <a:lnTo>
                  <a:pt x="12391" y="101"/>
                </a:lnTo>
                <a:lnTo>
                  <a:pt x="13521" y="81"/>
                </a:lnTo>
                <a:lnTo>
                  <a:pt x="14651" y="81"/>
                </a:lnTo>
                <a:lnTo>
                  <a:pt x="15741" y="101"/>
                </a:lnTo>
                <a:lnTo>
                  <a:pt x="16790" y="122"/>
                </a:lnTo>
                <a:lnTo>
                  <a:pt x="17839" y="182"/>
                </a:lnTo>
                <a:lnTo>
                  <a:pt x="18868" y="243"/>
                </a:lnTo>
                <a:lnTo>
                  <a:pt x="19857" y="323"/>
                </a:lnTo>
                <a:lnTo>
                  <a:pt x="20826" y="404"/>
                </a:lnTo>
                <a:lnTo>
                  <a:pt x="21795" y="525"/>
                </a:lnTo>
                <a:lnTo>
                  <a:pt x="22723" y="666"/>
                </a:lnTo>
                <a:lnTo>
                  <a:pt x="23651" y="808"/>
                </a:lnTo>
                <a:lnTo>
                  <a:pt x="24559" y="969"/>
                </a:lnTo>
                <a:lnTo>
                  <a:pt x="25447" y="1151"/>
                </a:lnTo>
                <a:lnTo>
                  <a:pt x="26335" y="1353"/>
                </a:lnTo>
                <a:lnTo>
                  <a:pt x="27082" y="1534"/>
                </a:lnTo>
                <a:lnTo>
                  <a:pt x="27828" y="1756"/>
                </a:lnTo>
                <a:lnTo>
                  <a:pt x="28575" y="2019"/>
                </a:lnTo>
                <a:lnTo>
                  <a:pt x="28958" y="2160"/>
                </a:lnTo>
                <a:lnTo>
                  <a:pt x="29322" y="2321"/>
                </a:lnTo>
                <a:lnTo>
                  <a:pt x="29665" y="2503"/>
                </a:lnTo>
                <a:lnTo>
                  <a:pt x="30028" y="2684"/>
                </a:lnTo>
                <a:lnTo>
                  <a:pt x="30371" y="2886"/>
                </a:lnTo>
                <a:lnTo>
                  <a:pt x="30694" y="3108"/>
                </a:lnTo>
                <a:lnTo>
                  <a:pt x="30997" y="3350"/>
                </a:lnTo>
                <a:lnTo>
                  <a:pt x="31299" y="3613"/>
                </a:lnTo>
                <a:lnTo>
                  <a:pt x="31582" y="3895"/>
                </a:lnTo>
                <a:lnTo>
                  <a:pt x="31844" y="4198"/>
                </a:lnTo>
                <a:lnTo>
                  <a:pt x="32086" y="4521"/>
                </a:lnTo>
                <a:lnTo>
                  <a:pt x="32288" y="4844"/>
                </a:lnTo>
                <a:lnTo>
                  <a:pt x="32470" y="5167"/>
                </a:lnTo>
                <a:lnTo>
                  <a:pt x="32631" y="5490"/>
                </a:lnTo>
                <a:lnTo>
                  <a:pt x="32772" y="5833"/>
                </a:lnTo>
                <a:lnTo>
                  <a:pt x="32894" y="6176"/>
                </a:lnTo>
                <a:lnTo>
                  <a:pt x="33015" y="6519"/>
                </a:lnTo>
                <a:lnTo>
                  <a:pt x="33095" y="6862"/>
                </a:lnTo>
                <a:lnTo>
                  <a:pt x="33156" y="7205"/>
                </a:lnTo>
                <a:lnTo>
                  <a:pt x="33216" y="7548"/>
                </a:lnTo>
                <a:lnTo>
                  <a:pt x="33277" y="8214"/>
                </a:lnTo>
                <a:lnTo>
                  <a:pt x="33317" y="8860"/>
                </a:lnTo>
                <a:lnTo>
                  <a:pt x="33297" y="9445"/>
                </a:lnTo>
                <a:lnTo>
                  <a:pt x="33277" y="9949"/>
                </a:lnTo>
                <a:lnTo>
                  <a:pt x="33216" y="10454"/>
                </a:lnTo>
                <a:lnTo>
                  <a:pt x="33156" y="10938"/>
                </a:lnTo>
                <a:lnTo>
                  <a:pt x="33095" y="11443"/>
                </a:lnTo>
                <a:lnTo>
                  <a:pt x="32914" y="12431"/>
                </a:lnTo>
                <a:lnTo>
                  <a:pt x="32732" y="13420"/>
                </a:lnTo>
                <a:lnTo>
                  <a:pt x="32450" y="14954"/>
                </a:lnTo>
                <a:lnTo>
                  <a:pt x="32288" y="15923"/>
                </a:lnTo>
                <a:lnTo>
                  <a:pt x="32167" y="16710"/>
                </a:lnTo>
                <a:lnTo>
                  <a:pt x="32026" y="17497"/>
                </a:lnTo>
                <a:lnTo>
                  <a:pt x="31844" y="18284"/>
                </a:lnTo>
                <a:lnTo>
                  <a:pt x="31743" y="18667"/>
                </a:lnTo>
                <a:lnTo>
                  <a:pt x="31622" y="19051"/>
                </a:lnTo>
                <a:lnTo>
                  <a:pt x="31481" y="19454"/>
                </a:lnTo>
                <a:lnTo>
                  <a:pt x="31319" y="19898"/>
                </a:lnTo>
                <a:lnTo>
                  <a:pt x="31098" y="20342"/>
                </a:lnTo>
                <a:lnTo>
                  <a:pt x="30835" y="20806"/>
                </a:lnTo>
                <a:lnTo>
                  <a:pt x="30553" y="21250"/>
                </a:lnTo>
                <a:lnTo>
                  <a:pt x="30371" y="21472"/>
                </a:lnTo>
                <a:lnTo>
                  <a:pt x="30210" y="21674"/>
                </a:lnTo>
                <a:lnTo>
                  <a:pt x="30008" y="21876"/>
                </a:lnTo>
                <a:lnTo>
                  <a:pt x="29806" y="22078"/>
                </a:lnTo>
                <a:lnTo>
                  <a:pt x="29584" y="22259"/>
                </a:lnTo>
                <a:lnTo>
                  <a:pt x="29362" y="22441"/>
                </a:lnTo>
                <a:lnTo>
                  <a:pt x="29402" y="22501"/>
                </a:lnTo>
                <a:lnTo>
                  <a:pt x="29766" y="22219"/>
                </a:lnTo>
                <a:lnTo>
                  <a:pt x="30129" y="21876"/>
                </a:lnTo>
                <a:lnTo>
                  <a:pt x="30452" y="21513"/>
                </a:lnTo>
                <a:lnTo>
                  <a:pt x="30754" y="21089"/>
                </a:lnTo>
                <a:lnTo>
                  <a:pt x="31037" y="20645"/>
                </a:lnTo>
                <a:lnTo>
                  <a:pt x="31279" y="20160"/>
                </a:lnTo>
                <a:lnTo>
                  <a:pt x="31501" y="19636"/>
                </a:lnTo>
                <a:lnTo>
                  <a:pt x="31703" y="19071"/>
                </a:lnTo>
                <a:lnTo>
                  <a:pt x="31824" y="18687"/>
                </a:lnTo>
                <a:lnTo>
                  <a:pt x="31925" y="18304"/>
                </a:lnTo>
                <a:lnTo>
                  <a:pt x="32086" y="17517"/>
                </a:lnTo>
                <a:lnTo>
                  <a:pt x="32248" y="16730"/>
                </a:lnTo>
                <a:lnTo>
                  <a:pt x="32369" y="15943"/>
                </a:lnTo>
                <a:lnTo>
                  <a:pt x="32530" y="14954"/>
                </a:lnTo>
                <a:lnTo>
                  <a:pt x="32813" y="13440"/>
                </a:lnTo>
                <a:lnTo>
                  <a:pt x="32994" y="12452"/>
                </a:lnTo>
                <a:lnTo>
                  <a:pt x="33176" y="11463"/>
                </a:lnTo>
                <a:lnTo>
                  <a:pt x="33237" y="10958"/>
                </a:lnTo>
                <a:lnTo>
                  <a:pt x="33297" y="10454"/>
                </a:lnTo>
                <a:lnTo>
                  <a:pt x="33358" y="9949"/>
                </a:lnTo>
                <a:lnTo>
                  <a:pt x="33378" y="9445"/>
                </a:lnTo>
                <a:lnTo>
                  <a:pt x="33398" y="8860"/>
                </a:lnTo>
                <a:lnTo>
                  <a:pt x="33358" y="8214"/>
                </a:lnTo>
                <a:lnTo>
                  <a:pt x="33337" y="7871"/>
                </a:lnTo>
                <a:lnTo>
                  <a:pt x="33297" y="7548"/>
                </a:lnTo>
                <a:lnTo>
                  <a:pt x="33237" y="7205"/>
                </a:lnTo>
                <a:lnTo>
                  <a:pt x="33176" y="6842"/>
                </a:lnTo>
                <a:lnTo>
                  <a:pt x="33075" y="6499"/>
                </a:lnTo>
                <a:lnTo>
                  <a:pt x="32974" y="6155"/>
                </a:lnTo>
                <a:lnTo>
                  <a:pt x="32853" y="5812"/>
                </a:lnTo>
                <a:lnTo>
                  <a:pt x="32712" y="5469"/>
                </a:lnTo>
                <a:lnTo>
                  <a:pt x="32550" y="5126"/>
                </a:lnTo>
                <a:lnTo>
                  <a:pt x="32369" y="4783"/>
                </a:lnTo>
                <a:lnTo>
                  <a:pt x="32147" y="4460"/>
                </a:lnTo>
                <a:lnTo>
                  <a:pt x="31925" y="4158"/>
                </a:lnTo>
                <a:lnTo>
                  <a:pt x="31642" y="3855"/>
                </a:lnTo>
                <a:lnTo>
                  <a:pt x="31360" y="3552"/>
                </a:lnTo>
                <a:lnTo>
                  <a:pt x="31057" y="3290"/>
                </a:lnTo>
                <a:lnTo>
                  <a:pt x="30734" y="3048"/>
                </a:lnTo>
                <a:lnTo>
                  <a:pt x="30411" y="2826"/>
                </a:lnTo>
                <a:lnTo>
                  <a:pt x="30068" y="2624"/>
                </a:lnTo>
                <a:lnTo>
                  <a:pt x="29725" y="2422"/>
                </a:lnTo>
                <a:lnTo>
                  <a:pt x="29362" y="2241"/>
                </a:lnTo>
                <a:lnTo>
                  <a:pt x="28979" y="2079"/>
                </a:lnTo>
                <a:lnTo>
                  <a:pt x="28615" y="1938"/>
                </a:lnTo>
                <a:lnTo>
                  <a:pt x="27849" y="1675"/>
                </a:lnTo>
                <a:lnTo>
                  <a:pt x="27102" y="1454"/>
                </a:lnTo>
                <a:lnTo>
                  <a:pt x="26355" y="1272"/>
                </a:lnTo>
                <a:lnTo>
                  <a:pt x="25467" y="1070"/>
                </a:lnTo>
                <a:lnTo>
                  <a:pt x="24579" y="888"/>
                </a:lnTo>
                <a:lnTo>
                  <a:pt x="23671" y="727"/>
                </a:lnTo>
                <a:lnTo>
                  <a:pt x="22743" y="586"/>
                </a:lnTo>
                <a:lnTo>
                  <a:pt x="21795" y="445"/>
                </a:lnTo>
                <a:lnTo>
                  <a:pt x="20846" y="344"/>
                </a:lnTo>
                <a:lnTo>
                  <a:pt x="19857" y="243"/>
                </a:lnTo>
                <a:lnTo>
                  <a:pt x="18868" y="162"/>
                </a:lnTo>
                <a:lnTo>
                  <a:pt x="17839" y="101"/>
                </a:lnTo>
                <a:lnTo>
                  <a:pt x="16810" y="41"/>
                </a:lnTo>
                <a:lnTo>
                  <a:pt x="15741" y="21"/>
                </a:lnTo>
                <a:lnTo>
                  <a:pt x="1465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6" name="Google Shape;2686;p34"/>
          <p:cNvSpPr/>
          <p:nvPr/>
        </p:nvSpPr>
        <p:spPr>
          <a:xfrm flipH="1">
            <a:off x="-1982633" y="284327"/>
            <a:ext cx="1754433" cy="1582965"/>
          </a:xfrm>
          <a:custGeom>
            <a:rect b="b" l="l" r="r" t="t"/>
            <a:pathLst>
              <a:path extrusionOk="0" h="28314" w="31381">
                <a:moveTo>
                  <a:pt x="3310" y="0"/>
                </a:moveTo>
                <a:lnTo>
                  <a:pt x="1938" y="121"/>
                </a:lnTo>
                <a:lnTo>
                  <a:pt x="1554" y="162"/>
                </a:lnTo>
                <a:lnTo>
                  <a:pt x="1231" y="222"/>
                </a:lnTo>
                <a:lnTo>
                  <a:pt x="989" y="303"/>
                </a:lnTo>
                <a:lnTo>
                  <a:pt x="868" y="343"/>
                </a:lnTo>
                <a:lnTo>
                  <a:pt x="787" y="404"/>
                </a:lnTo>
                <a:lnTo>
                  <a:pt x="687" y="485"/>
                </a:lnTo>
                <a:lnTo>
                  <a:pt x="626" y="565"/>
                </a:lnTo>
                <a:lnTo>
                  <a:pt x="545" y="666"/>
                </a:lnTo>
                <a:lnTo>
                  <a:pt x="485" y="787"/>
                </a:lnTo>
                <a:lnTo>
                  <a:pt x="384" y="1070"/>
                </a:lnTo>
                <a:lnTo>
                  <a:pt x="283" y="1453"/>
                </a:lnTo>
                <a:lnTo>
                  <a:pt x="162" y="2180"/>
                </a:lnTo>
                <a:lnTo>
                  <a:pt x="61" y="2926"/>
                </a:lnTo>
                <a:lnTo>
                  <a:pt x="21" y="3693"/>
                </a:lnTo>
                <a:lnTo>
                  <a:pt x="0" y="4501"/>
                </a:lnTo>
                <a:lnTo>
                  <a:pt x="21" y="5247"/>
                </a:lnTo>
                <a:lnTo>
                  <a:pt x="61" y="5974"/>
                </a:lnTo>
                <a:lnTo>
                  <a:pt x="122" y="6700"/>
                </a:lnTo>
                <a:lnTo>
                  <a:pt x="202" y="7447"/>
                </a:lnTo>
                <a:lnTo>
                  <a:pt x="303" y="8193"/>
                </a:lnTo>
                <a:lnTo>
                  <a:pt x="424" y="8940"/>
                </a:lnTo>
                <a:lnTo>
                  <a:pt x="666" y="10514"/>
                </a:lnTo>
                <a:lnTo>
                  <a:pt x="909" y="11826"/>
                </a:lnTo>
                <a:lnTo>
                  <a:pt x="1534" y="15559"/>
                </a:lnTo>
                <a:lnTo>
                  <a:pt x="1837" y="17436"/>
                </a:lnTo>
                <a:lnTo>
                  <a:pt x="2099" y="19333"/>
                </a:lnTo>
                <a:lnTo>
                  <a:pt x="2341" y="21230"/>
                </a:lnTo>
                <a:lnTo>
                  <a:pt x="2442" y="22198"/>
                </a:lnTo>
                <a:lnTo>
                  <a:pt x="2543" y="23147"/>
                </a:lnTo>
                <a:lnTo>
                  <a:pt x="2604" y="24095"/>
                </a:lnTo>
                <a:lnTo>
                  <a:pt x="2684" y="25044"/>
                </a:lnTo>
                <a:lnTo>
                  <a:pt x="2725" y="26013"/>
                </a:lnTo>
                <a:lnTo>
                  <a:pt x="2745" y="26961"/>
                </a:lnTo>
                <a:lnTo>
                  <a:pt x="2765" y="27143"/>
                </a:lnTo>
                <a:lnTo>
                  <a:pt x="2785" y="27304"/>
                </a:lnTo>
                <a:lnTo>
                  <a:pt x="2826" y="27486"/>
                </a:lnTo>
                <a:lnTo>
                  <a:pt x="2866" y="27667"/>
                </a:lnTo>
                <a:lnTo>
                  <a:pt x="2927" y="27829"/>
                </a:lnTo>
                <a:lnTo>
                  <a:pt x="3007" y="27970"/>
                </a:lnTo>
                <a:lnTo>
                  <a:pt x="3108" y="28091"/>
                </a:lnTo>
                <a:lnTo>
                  <a:pt x="3209" y="28192"/>
                </a:lnTo>
                <a:lnTo>
                  <a:pt x="3290" y="28253"/>
                </a:lnTo>
                <a:lnTo>
                  <a:pt x="3371" y="28273"/>
                </a:lnTo>
                <a:lnTo>
                  <a:pt x="3451" y="28313"/>
                </a:lnTo>
                <a:lnTo>
                  <a:pt x="3532" y="28313"/>
                </a:lnTo>
                <a:lnTo>
                  <a:pt x="3673" y="28293"/>
                </a:lnTo>
                <a:lnTo>
                  <a:pt x="3754" y="28273"/>
                </a:lnTo>
                <a:lnTo>
                  <a:pt x="3835" y="28232"/>
                </a:lnTo>
                <a:lnTo>
                  <a:pt x="3956" y="28131"/>
                </a:lnTo>
                <a:lnTo>
                  <a:pt x="4077" y="28031"/>
                </a:lnTo>
                <a:lnTo>
                  <a:pt x="4178" y="27909"/>
                </a:lnTo>
                <a:lnTo>
                  <a:pt x="4380" y="27667"/>
                </a:lnTo>
                <a:lnTo>
                  <a:pt x="5126" y="26820"/>
                </a:lnTo>
                <a:lnTo>
                  <a:pt x="5510" y="26396"/>
                </a:lnTo>
                <a:lnTo>
                  <a:pt x="5893" y="25992"/>
                </a:lnTo>
                <a:lnTo>
                  <a:pt x="6297" y="25589"/>
                </a:lnTo>
                <a:lnTo>
                  <a:pt x="6700" y="25205"/>
                </a:lnTo>
                <a:lnTo>
                  <a:pt x="7124" y="24842"/>
                </a:lnTo>
                <a:lnTo>
                  <a:pt x="7588" y="24499"/>
                </a:lnTo>
                <a:lnTo>
                  <a:pt x="8012" y="24196"/>
                </a:lnTo>
                <a:lnTo>
                  <a:pt x="8476" y="23914"/>
                </a:lnTo>
                <a:lnTo>
                  <a:pt x="8940" y="23651"/>
                </a:lnTo>
                <a:lnTo>
                  <a:pt x="9445" y="23409"/>
                </a:lnTo>
                <a:lnTo>
                  <a:pt x="9949" y="23187"/>
                </a:lnTo>
                <a:lnTo>
                  <a:pt x="10474" y="22985"/>
                </a:lnTo>
                <a:lnTo>
                  <a:pt x="11039" y="22804"/>
                </a:lnTo>
                <a:lnTo>
                  <a:pt x="11604" y="22642"/>
                </a:lnTo>
                <a:lnTo>
                  <a:pt x="12209" y="22501"/>
                </a:lnTo>
                <a:lnTo>
                  <a:pt x="12815" y="22380"/>
                </a:lnTo>
                <a:lnTo>
                  <a:pt x="13440" y="22279"/>
                </a:lnTo>
                <a:lnTo>
                  <a:pt x="14086" y="22219"/>
                </a:lnTo>
                <a:lnTo>
                  <a:pt x="14752" y="22158"/>
                </a:lnTo>
                <a:lnTo>
                  <a:pt x="15438" y="22118"/>
                </a:lnTo>
                <a:lnTo>
                  <a:pt x="16144" y="22098"/>
                </a:lnTo>
                <a:lnTo>
                  <a:pt x="16871" y="22098"/>
                </a:lnTo>
                <a:lnTo>
                  <a:pt x="18082" y="22138"/>
                </a:lnTo>
                <a:lnTo>
                  <a:pt x="19293" y="22219"/>
                </a:lnTo>
                <a:lnTo>
                  <a:pt x="20503" y="22320"/>
                </a:lnTo>
                <a:lnTo>
                  <a:pt x="21694" y="22441"/>
                </a:lnTo>
                <a:lnTo>
                  <a:pt x="22905" y="22562"/>
                </a:lnTo>
                <a:lnTo>
                  <a:pt x="24156" y="22663"/>
                </a:lnTo>
                <a:lnTo>
                  <a:pt x="25387" y="22743"/>
                </a:lnTo>
                <a:lnTo>
                  <a:pt x="26638" y="22784"/>
                </a:lnTo>
                <a:lnTo>
                  <a:pt x="27788" y="22784"/>
                </a:lnTo>
                <a:lnTo>
                  <a:pt x="28414" y="22723"/>
                </a:lnTo>
                <a:lnTo>
                  <a:pt x="29019" y="22642"/>
                </a:lnTo>
                <a:lnTo>
                  <a:pt x="29342" y="22582"/>
                </a:lnTo>
                <a:lnTo>
                  <a:pt x="29645" y="22501"/>
                </a:lnTo>
                <a:lnTo>
                  <a:pt x="29948" y="22420"/>
                </a:lnTo>
                <a:lnTo>
                  <a:pt x="30250" y="22320"/>
                </a:lnTo>
                <a:lnTo>
                  <a:pt x="30533" y="22198"/>
                </a:lnTo>
                <a:lnTo>
                  <a:pt x="30836" y="22057"/>
                </a:lnTo>
                <a:lnTo>
                  <a:pt x="31118" y="21896"/>
                </a:lnTo>
                <a:lnTo>
                  <a:pt x="31380" y="21734"/>
                </a:lnTo>
                <a:lnTo>
                  <a:pt x="31340" y="21674"/>
                </a:lnTo>
                <a:lnTo>
                  <a:pt x="31037" y="21855"/>
                </a:lnTo>
                <a:lnTo>
                  <a:pt x="30674" y="22057"/>
                </a:lnTo>
                <a:lnTo>
                  <a:pt x="30250" y="22239"/>
                </a:lnTo>
                <a:lnTo>
                  <a:pt x="30008" y="22320"/>
                </a:lnTo>
                <a:lnTo>
                  <a:pt x="29746" y="22400"/>
                </a:lnTo>
                <a:lnTo>
                  <a:pt x="29463" y="22461"/>
                </a:lnTo>
                <a:lnTo>
                  <a:pt x="29140" y="22542"/>
                </a:lnTo>
                <a:lnTo>
                  <a:pt x="28797" y="22582"/>
                </a:lnTo>
                <a:lnTo>
                  <a:pt x="28434" y="22642"/>
                </a:lnTo>
                <a:lnTo>
                  <a:pt x="28031" y="22683"/>
                </a:lnTo>
                <a:lnTo>
                  <a:pt x="27607" y="22703"/>
                </a:lnTo>
                <a:lnTo>
                  <a:pt x="26638" y="22703"/>
                </a:lnTo>
                <a:lnTo>
                  <a:pt x="25387" y="22663"/>
                </a:lnTo>
                <a:lnTo>
                  <a:pt x="24156" y="22582"/>
                </a:lnTo>
                <a:lnTo>
                  <a:pt x="22925" y="22481"/>
                </a:lnTo>
                <a:lnTo>
                  <a:pt x="21694" y="22360"/>
                </a:lnTo>
                <a:lnTo>
                  <a:pt x="20503" y="22259"/>
                </a:lnTo>
                <a:lnTo>
                  <a:pt x="19293" y="22138"/>
                </a:lnTo>
                <a:lnTo>
                  <a:pt x="18082" y="22057"/>
                </a:lnTo>
                <a:lnTo>
                  <a:pt x="16871" y="22017"/>
                </a:lnTo>
                <a:lnTo>
                  <a:pt x="16144" y="22017"/>
                </a:lnTo>
                <a:lnTo>
                  <a:pt x="15438" y="22037"/>
                </a:lnTo>
                <a:lnTo>
                  <a:pt x="14752" y="22077"/>
                </a:lnTo>
                <a:lnTo>
                  <a:pt x="14086" y="22138"/>
                </a:lnTo>
                <a:lnTo>
                  <a:pt x="13420" y="22219"/>
                </a:lnTo>
                <a:lnTo>
                  <a:pt x="12795" y="22299"/>
                </a:lnTo>
                <a:lnTo>
                  <a:pt x="12189" y="22420"/>
                </a:lnTo>
                <a:lnTo>
                  <a:pt x="11584" y="22562"/>
                </a:lnTo>
                <a:lnTo>
                  <a:pt x="11019" y="22723"/>
                </a:lnTo>
                <a:lnTo>
                  <a:pt x="10454" y="22905"/>
                </a:lnTo>
                <a:lnTo>
                  <a:pt x="9909" y="23107"/>
                </a:lnTo>
                <a:lnTo>
                  <a:pt x="9404" y="23329"/>
                </a:lnTo>
                <a:lnTo>
                  <a:pt x="8900" y="23571"/>
                </a:lnTo>
                <a:lnTo>
                  <a:pt x="8416" y="23833"/>
                </a:lnTo>
                <a:lnTo>
                  <a:pt x="7972" y="24116"/>
                </a:lnTo>
                <a:lnTo>
                  <a:pt x="7528" y="24418"/>
                </a:lnTo>
                <a:lnTo>
                  <a:pt x="7084" y="24782"/>
                </a:lnTo>
                <a:lnTo>
                  <a:pt x="6660" y="25145"/>
                </a:lnTo>
                <a:lnTo>
                  <a:pt x="6236" y="25528"/>
                </a:lnTo>
                <a:lnTo>
                  <a:pt x="5832" y="25932"/>
                </a:lnTo>
                <a:lnTo>
                  <a:pt x="5449" y="26356"/>
                </a:lnTo>
                <a:lnTo>
                  <a:pt x="5066" y="26759"/>
                </a:lnTo>
                <a:lnTo>
                  <a:pt x="4319" y="27607"/>
                </a:lnTo>
                <a:lnTo>
                  <a:pt x="4117" y="27869"/>
                </a:lnTo>
                <a:lnTo>
                  <a:pt x="3996" y="27990"/>
                </a:lnTo>
                <a:lnTo>
                  <a:pt x="3895" y="28091"/>
                </a:lnTo>
                <a:lnTo>
                  <a:pt x="3774" y="28172"/>
                </a:lnTo>
                <a:lnTo>
                  <a:pt x="3653" y="28212"/>
                </a:lnTo>
                <a:lnTo>
                  <a:pt x="3552" y="28232"/>
                </a:lnTo>
                <a:lnTo>
                  <a:pt x="3451" y="28212"/>
                </a:lnTo>
                <a:lnTo>
                  <a:pt x="3350" y="28192"/>
                </a:lnTo>
                <a:lnTo>
                  <a:pt x="3270" y="28131"/>
                </a:lnTo>
                <a:lnTo>
                  <a:pt x="3169" y="28031"/>
                </a:lnTo>
                <a:lnTo>
                  <a:pt x="3068" y="27909"/>
                </a:lnTo>
                <a:lnTo>
                  <a:pt x="3007" y="27768"/>
                </a:lnTo>
                <a:lnTo>
                  <a:pt x="2947" y="27627"/>
                </a:lnTo>
                <a:lnTo>
                  <a:pt x="2906" y="27465"/>
                </a:lnTo>
                <a:lnTo>
                  <a:pt x="2866" y="27284"/>
                </a:lnTo>
                <a:lnTo>
                  <a:pt x="2826" y="26961"/>
                </a:lnTo>
                <a:lnTo>
                  <a:pt x="2805" y="26013"/>
                </a:lnTo>
                <a:lnTo>
                  <a:pt x="2765" y="25044"/>
                </a:lnTo>
                <a:lnTo>
                  <a:pt x="2684" y="24095"/>
                </a:lnTo>
                <a:lnTo>
                  <a:pt x="2624" y="23147"/>
                </a:lnTo>
                <a:lnTo>
                  <a:pt x="2523" y="22178"/>
                </a:lnTo>
                <a:lnTo>
                  <a:pt x="2422" y="21230"/>
                </a:lnTo>
                <a:lnTo>
                  <a:pt x="2180" y="19333"/>
                </a:lnTo>
                <a:lnTo>
                  <a:pt x="1918" y="17436"/>
                </a:lnTo>
                <a:lnTo>
                  <a:pt x="1615" y="15539"/>
                </a:lnTo>
                <a:lnTo>
                  <a:pt x="989" y="11806"/>
                </a:lnTo>
                <a:lnTo>
                  <a:pt x="747" y="10494"/>
                </a:lnTo>
                <a:lnTo>
                  <a:pt x="505" y="8940"/>
                </a:lnTo>
                <a:lnTo>
                  <a:pt x="384" y="8173"/>
                </a:lnTo>
                <a:lnTo>
                  <a:pt x="283" y="7447"/>
                </a:lnTo>
                <a:lnTo>
                  <a:pt x="202" y="6700"/>
                </a:lnTo>
                <a:lnTo>
                  <a:pt x="142" y="5974"/>
                </a:lnTo>
                <a:lnTo>
                  <a:pt x="101" y="5247"/>
                </a:lnTo>
                <a:lnTo>
                  <a:pt x="81" y="4501"/>
                </a:lnTo>
                <a:lnTo>
                  <a:pt x="101" y="3693"/>
                </a:lnTo>
                <a:lnTo>
                  <a:pt x="142" y="2926"/>
                </a:lnTo>
                <a:lnTo>
                  <a:pt x="243" y="2180"/>
                </a:lnTo>
                <a:lnTo>
                  <a:pt x="364" y="1474"/>
                </a:lnTo>
                <a:lnTo>
                  <a:pt x="444" y="1110"/>
                </a:lnTo>
                <a:lnTo>
                  <a:pt x="545" y="828"/>
                </a:lnTo>
                <a:lnTo>
                  <a:pt x="606" y="707"/>
                </a:lnTo>
                <a:lnTo>
                  <a:pt x="666" y="626"/>
                </a:lnTo>
                <a:lnTo>
                  <a:pt x="747" y="545"/>
                </a:lnTo>
                <a:lnTo>
                  <a:pt x="828" y="465"/>
                </a:lnTo>
                <a:lnTo>
                  <a:pt x="909" y="404"/>
                </a:lnTo>
                <a:lnTo>
                  <a:pt x="1009" y="364"/>
                </a:lnTo>
                <a:lnTo>
                  <a:pt x="1252" y="303"/>
                </a:lnTo>
                <a:lnTo>
                  <a:pt x="1574" y="243"/>
                </a:lnTo>
                <a:lnTo>
                  <a:pt x="1958" y="202"/>
                </a:lnTo>
                <a:lnTo>
                  <a:pt x="3310" y="81"/>
                </a:lnTo>
                <a:lnTo>
                  <a:pt x="33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7" name="Google Shape;2687;p34"/>
          <p:cNvSpPr/>
          <p:nvPr/>
        </p:nvSpPr>
        <p:spPr>
          <a:xfrm flipH="1">
            <a:off x="-2055978" y="227918"/>
            <a:ext cx="1571672" cy="1149682"/>
          </a:xfrm>
          <a:custGeom>
            <a:rect b="b" l="l" r="r" t="t"/>
            <a:pathLst>
              <a:path extrusionOk="0" h="20564" w="28112">
                <a:moveTo>
                  <a:pt x="7083" y="81"/>
                </a:moveTo>
                <a:lnTo>
                  <a:pt x="8436" y="142"/>
                </a:lnTo>
                <a:lnTo>
                  <a:pt x="9767" y="202"/>
                </a:lnTo>
                <a:lnTo>
                  <a:pt x="12956" y="384"/>
                </a:lnTo>
                <a:lnTo>
                  <a:pt x="14550" y="485"/>
                </a:lnTo>
                <a:lnTo>
                  <a:pt x="16165" y="586"/>
                </a:lnTo>
                <a:lnTo>
                  <a:pt x="17779" y="727"/>
                </a:lnTo>
                <a:lnTo>
                  <a:pt x="19393" y="868"/>
                </a:lnTo>
                <a:lnTo>
                  <a:pt x="21008" y="1030"/>
                </a:lnTo>
                <a:lnTo>
                  <a:pt x="22602" y="1211"/>
                </a:lnTo>
                <a:lnTo>
                  <a:pt x="23248" y="1312"/>
                </a:lnTo>
                <a:lnTo>
                  <a:pt x="23873" y="1433"/>
                </a:lnTo>
                <a:lnTo>
                  <a:pt x="24499" y="1574"/>
                </a:lnTo>
                <a:lnTo>
                  <a:pt x="24781" y="1675"/>
                </a:lnTo>
                <a:lnTo>
                  <a:pt x="25084" y="1776"/>
                </a:lnTo>
                <a:lnTo>
                  <a:pt x="25346" y="1877"/>
                </a:lnTo>
                <a:lnTo>
                  <a:pt x="25629" y="2018"/>
                </a:lnTo>
                <a:lnTo>
                  <a:pt x="25871" y="2160"/>
                </a:lnTo>
                <a:lnTo>
                  <a:pt x="26113" y="2301"/>
                </a:lnTo>
                <a:lnTo>
                  <a:pt x="26355" y="2483"/>
                </a:lnTo>
                <a:lnTo>
                  <a:pt x="26557" y="2684"/>
                </a:lnTo>
                <a:lnTo>
                  <a:pt x="26759" y="2886"/>
                </a:lnTo>
                <a:lnTo>
                  <a:pt x="26941" y="3128"/>
                </a:lnTo>
                <a:lnTo>
                  <a:pt x="27082" y="3370"/>
                </a:lnTo>
                <a:lnTo>
                  <a:pt x="27203" y="3613"/>
                </a:lnTo>
                <a:lnTo>
                  <a:pt x="27304" y="3855"/>
                </a:lnTo>
                <a:lnTo>
                  <a:pt x="27405" y="4137"/>
                </a:lnTo>
                <a:lnTo>
                  <a:pt x="27486" y="4400"/>
                </a:lnTo>
                <a:lnTo>
                  <a:pt x="27546" y="4662"/>
                </a:lnTo>
                <a:lnTo>
                  <a:pt x="27667" y="5207"/>
                </a:lnTo>
                <a:lnTo>
                  <a:pt x="27748" y="5772"/>
                </a:lnTo>
                <a:lnTo>
                  <a:pt x="27829" y="6337"/>
                </a:lnTo>
                <a:lnTo>
                  <a:pt x="27909" y="6922"/>
                </a:lnTo>
                <a:lnTo>
                  <a:pt x="27950" y="7487"/>
                </a:lnTo>
                <a:lnTo>
                  <a:pt x="27990" y="8072"/>
                </a:lnTo>
                <a:lnTo>
                  <a:pt x="28030" y="8678"/>
                </a:lnTo>
                <a:lnTo>
                  <a:pt x="28030" y="9283"/>
                </a:lnTo>
                <a:lnTo>
                  <a:pt x="28030" y="9889"/>
                </a:lnTo>
                <a:lnTo>
                  <a:pt x="28010" y="10494"/>
                </a:lnTo>
                <a:lnTo>
                  <a:pt x="27990" y="11120"/>
                </a:lnTo>
                <a:lnTo>
                  <a:pt x="27950" y="11765"/>
                </a:lnTo>
                <a:lnTo>
                  <a:pt x="27889" y="12411"/>
                </a:lnTo>
                <a:lnTo>
                  <a:pt x="27829" y="13057"/>
                </a:lnTo>
                <a:lnTo>
                  <a:pt x="27748" y="13723"/>
                </a:lnTo>
                <a:lnTo>
                  <a:pt x="27526" y="15075"/>
                </a:lnTo>
                <a:lnTo>
                  <a:pt x="27405" y="15700"/>
                </a:lnTo>
                <a:lnTo>
                  <a:pt x="27344" y="16003"/>
                </a:lnTo>
                <a:lnTo>
                  <a:pt x="27264" y="16306"/>
                </a:lnTo>
                <a:lnTo>
                  <a:pt x="27142" y="16609"/>
                </a:lnTo>
                <a:lnTo>
                  <a:pt x="27021" y="16891"/>
                </a:lnTo>
                <a:lnTo>
                  <a:pt x="26880" y="17174"/>
                </a:lnTo>
                <a:lnTo>
                  <a:pt x="26698" y="17436"/>
                </a:lnTo>
                <a:lnTo>
                  <a:pt x="26577" y="17597"/>
                </a:lnTo>
                <a:lnTo>
                  <a:pt x="26436" y="17739"/>
                </a:lnTo>
                <a:lnTo>
                  <a:pt x="26275" y="17900"/>
                </a:lnTo>
                <a:lnTo>
                  <a:pt x="26113" y="18021"/>
                </a:lnTo>
                <a:lnTo>
                  <a:pt x="25932" y="18162"/>
                </a:lnTo>
                <a:lnTo>
                  <a:pt x="25750" y="18284"/>
                </a:lnTo>
                <a:lnTo>
                  <a:pt x="25548" y="18384"/>
                </a:lnTo>
                <a:lnTo>
                  <a:pt x="25326" y="18485"/>
                </a:lnTo>
                <a:lnTo>
                  <a:pt x="25104" y="18586"/>
                </a:lnTo>
                <a:lnTo>
                  <a:pt x="24862" y="18667"/>
                </a:lnTo>
                <a:lnTo>
                  <a:pt x="24337" y="18828"/>
                </a:lnTo>
                <a:lnTo>
                  <a:pt x="23772" y="18949"/>
                </a:lnTo>
                <a:lnTo>
                  <a:pt x="23147" y="19030"/>
                </a:lnTo>
                <a:lnTo>
                  <a:pt x="22299" y="19091"/>
                </a:lnTo>
                <a:lnTo>
                  <a:pt x="21452" y="19111"/>
                </a:lnTo>
                <a:lnTo>
                  <a:pt x="20604" y="19091"/>
                </a:lnTo>
                <a:lnTo>
                  <a:pt x="19757" y="19050"/>
                </a:lnTo>
                <a:lnTo>
                  <a:pt x="18909" y="18990"/>
                </a:lnTo>
                <a:lnTo>
                  <a:pt x="18061" y="18909"/>
                </a:lnTo>
                <a:lnTo>
                  <a:pt x="16386" y="18727"/>
                </a:lnTo>
                <a:lnTo>
                  <a:pt x="15277" y="18606"/>
                </a:lnTo>
                <a:lnTo>
                  <a:pt x="14187" y="18485"/>
                </a:lnTo>
                <a:lnTo>
                  <a:pt x="13077" y="18405"/>
                </a:lnTo>
                <a:lnTo>
                  <a:pt x="11987" y="18344"/>
                </a:lnTo>
                <a:lnTo>
                  <a:pt x="10877" y="18344"/>
                </a:lnTo>
                <a:lnTo>
                  <a:pt x="10332" y="18384"/>
                </a:lnTo>
                <a:lnTo>
                  <a:pt x="9788" y="18425"/>
                </a:lnTo>
                <a:lnTo>
                  <a:pt x="9243" y="18485"/>
                </a:lnTo>
                <a:lnTo>
                  <a:pt x="8698" y="18566"/>
                </a:lnTo>
                <a:lnTo>
                  <a:pt x="8153" y="18667"/>
                </a:lnTo>
                <a:lnTo>
                  <a:pt x="7608" y="18808"/>
                </a:lnTo>
                <a:lnTo>
                  <a:pt x="7184" y="18929"/>
                </a:lnTo>
                <a:lnTo>
                  <a:pt x="6761" y="19071"/>
                </a:lnTo>
                <a:lnTo>
                  <a:pt x="5933" y="19373"/>
                </a:lnTo>
                <a:lnTo>
                  <a:pt x="5126" y="19716"/>
                </a:lnTo>
                <a:lnTo>
                  <a:pt x="4319" y="20059"/>
                </a:lnTo>
                <a:lnTo>
                  <a:pt x="4117" y="20140"/>
                </a:lnTo>
                <a:lnTo>
                  <a:pt x="3693" y="20322"/>
                </a:lnTo>
                <a:lnTo>
                  <a:pt x="3491" y="20382"/>
                </a:lnTo>
                <a:lnTo>
                  <a:pt x="3269" y="20443"/>
                </a:lnTo>
                <a:lnTo>
                  <a:pt x="3068" y="20463"/>
                </a:lnTo>
                <a:lnTo>
                  <a:pt x="2866" y="20483"/>
                </a:lnTo>
                <a:lnTo>
                  <a:pt x="2664" y="20443"/>
                </a:lnTo>
                <a:lnTo>
                  <a:pt x="2462" y="20382"/>
                </a:lnTo>
                <a:lnTo>
                  <a:pt x="2301" y="20302"/>
                </a:lnTo>
                <a:lnTo>
                  <a:pt x="2139" y="20180"/>
                </a:lnTo>
                <a:lnTo>
                  <a:pt x="2018" y="20059"/>
                </a:lnTo>
                <a:lnTo>
                  <a:pt x="1917" y="19898"/>
                </a:lnTo>
                <a:lnTo>
                  <a:pt x="1817" y="19737"/>
                </a:lnTo>
                <a:lnTo>
                  <a:pt x="1756" y="19575"/>
                </a:lnTo>
                <a:lnTo>
                  <a:pt x="1695" y="19414"/>
                </a:lnTo>
                <a:lnTo>
                  <a:pt x="1655" y="19252"/>
                </a:lnTo>
                <a:lnTo>
                  <a:pt x="1635" y="18909"/>
                </a:lnTo>
                <a:lnTo>
                  <a:pt x="1635" y="18586"/>
                </a:lnTo>
                <a:lnTo>
                  <a:pt x="1655" y="18243"/>
                </a:lnTo>
                <a:lnTo>
                  <a:pt x="1695" y="17920"/>
                </a:lnTo>
                <a:lnTo>
                  <a:pt x="1716" y="17759"/>
                </a:lnTo>
                <a:lnTo>
                  <a:pt x="1796" y="16851"/>
                </a:lnTo>
                <a:lnTo>
                  <a:pt x="1857" y="15922"/>
                </a:lnTo>
                <a:lnTo>
                  <a:pt x="1857" y="15014"/>
                </a:lnTo>
                <a:lnTo>
                  <a:pt x="1817" y="14106"/>
                </a:lnTo>
                <a:lnTo>
                  <a:pt x="1736" y="13198"/>
                </a:lnTo>
                <a:lnTo>
                  <a:pt x="1615" y="12290"/>
                </a:lnTo>
                <a:lnTo>
                  <a:pt x="1453" y="11382"/>
                </a:lnTo>
                <a:lnTo>
                  <a:pt x="1251" y="10474"/>
                </a:lnTo>
                <a:lnTo>
                  <a:pt x="1050" y="9747"/>
                </a:lnTo>
                <a:lnTo>
                  <a:pt x="848" y="9021"/>
                </a:lnTo>
                <a:lnTo>
                  <a:pt x="626" y="8234"/>
                </a:lnTo>
                <a:lnTo>
                  <a:pt x="424" y="7447"/>
                </a:lnTo>
                <a:lnTo>
                  <a:pt x="323" y="7043"/>
                </a:lnTo>
                <a:lnTo>
                  <a:pt x="242" y="6640"/>
                </a:lnTo>
                <a:lnTo>
                  <a:pt x="182" y="6236"/>
                </a:lnTo>
                <a:lnTo>
                  <a:pt x="121" y="5812"/>
                </a:lnTo>
                <a:lnTo>
                  <a:pt x="101" y="5510"/>
                </a:lnTo>
                <a:lnTo>
                  <a:pt x="81" y="5227"/>
                </a:lnTo>
                <a:lnTo>
                  <a:pt x="81" y="4924"/>
                </a:lnTo>
                <a:lnTo>
                  <a:pt x="101" y="4642"/>
                </a:lnTo>
                <a:lnTo>
                  <a:pt x="121" y="4339"/>
                </a:lnTo>
                <a:lnTo>
                  <a:pt x="162" y="4077"/>
                </a:lnTo>
                <a:lnTo>
                  <a:pt x="222" y="3794"/>
                </a:lnTo>
                <a:lnTo>
                  <a:pt x="283" y="3532"/>
                </a:lnTo>
                <a:lnTo>
                  <a:pt x="343" y="3270"/>
                </a:lnTo>
                <a:lnTo>
                  <a:pt x="444" y="3027"/>
                </a:lnTo>
                <a:lnTo>
                  <a:pt x="545" y="2765"/>
                </a:lnTo>
                <a:lnTo>
                  <a:pt x="646" y="2543"/>
                </a:lnTo>
                <a:lnTo>
                  <a:pt x="767" y="2301"/>
                </a:lnTo>
                <a:lnTo>
                  <a:pt x="908" y="2099"/>
                </a:lnTo>
                <a:lnTo>
                  <a:pt x="1050" y="1877"/>
                </a:lnTo>
                <a:lnTo>
                  <a:pt x="1211" y="1675"/>
                </a:lnTo>
                <a:lnTo>
                  <a:pt x="1494" y="1352"/>
                </a:lnTo>
                <a:lnTo>
                  <a:pt x="1837" y="1070"/>
                </a:lnTo>
                <a:lnTo>
                  <a:pt x="2200" y="828"/>
                </a:lnTo>
                <a:lnTo>
                  <a:pt x="2583" y="606"/>
                </a:lnTo>
                <a:lnTo>
                  <a:pt x="2987" y="444"/>
                </a:lnTo>
                <a:lnTo>
                  <a:pt x="3431" y="303"/>
                </a:lnTo>
                <a:lnTo>
                  <a:pt x="3895" y="202"/>
                </a:lnTo>
                <a:lnTo>
                  <a:pt x="4379" y="142"/>
                </a:lnTo>
                <a:lnTo>
                  <a:pt x="5045" y="101"/>
                </a:lnTo>
                <a:lnTo>
                  <a:pt x="5731" y="81"/>
                </a:lnTo>
                <a:close/>
                <a:moveTo>
                  <a:pt x="5731" y="0"/>
                </a:moveTo>
                <a:lnTo>
                  <a:pt x="5045" y="21"/>
                </a:lnTo>
                <a:lnTo>
                  <a:pt x="4359" y="61"/>
                </a:lnTo>
                <a:lnTo>
                  <a:pt x="3875" y="121"/>
                </a:lnTo>
                <a:lnTo>
                  <a:pt x="3411" y="222"/>
                </a:lnTo>
                <a:lnTo>
                  <a:pt x="2967" y="364"/>
                </a:lnTo>
                <a:lnTo>
                  <a:pt x="2543" y="545"/>
                </a:lnTo>
                <a:lnTo>
                  <a:pt x="2139" y="767"/>
                </a:lnTo>
                <a:lnTo>
                  <a:pt x="1776" y="1009"/>
                </a:lnTo>
                <a:lnTo>
                  <a:pt x="1453" y="1312"/>
                </a:lnTo>
                <a:lnTo>
                  <a:pt x="1151" y="1635"/>
                </a:lnTo>
                <a:lnTo>
                  <a:pt x="989" y="1837"/>
                </a:lnTo>
                <a:lnTo>
                  <a:pt x="828" y="2039"/>
                </a:lnTo>
                <a:lnTo>
                  <a:pt x="707" y="2261"/>
                </a:lnTo>
                <a:lnTo>
                  <a:pt x="565" y="2503"/>
                </a:lnTo>
                <a:lnTo>
                  <a:pt x="464" y="2745"/>
                </a:lnTo>
                <a:lnTo>
                  <a:pt x="364" y="2987"/>
                </a:lnTo>
                <a:lnTo>
                  <a:pt x="283" y="3249"/>
                </a:lnTo>
                <a:lnTo>
                  <a:pt x="202" y="3512"/>
                </a:lnTo>
                <a:lnTo>
                  <a:pt x="142" y="3774"/>
                </a:lnTo>
                <a:lnTo>
                  <a:pt x="81" y="4057"/>
                </a:lnTo>
                <a:lnTo>
                  <a:pt x="41" y="4339"/>
                </a:lnTo>
                <a:lnTo>
                  <a:pt x="20" y="4622"/>
                </a:lnTo>
                <a:lnTo>
                  <a:pt x="0" y="4924"/>
                </a:lnTo>
                <a:lnTo>
                  <a:pt x="0" y="5227"/>
                </a:lnTo>
                <a:lnTo>
                  <a:pt x="20" y="5530"/>
                </a:lnTo>
                <a:lnTo>
                  <a:pt x="41" y="5832"/>
                </a:lnTo>
                <a:lnTo>
                  <a:pt x="101" y="6236"/>
                </a:lnTo>
                <a:lnTo>
                  <a:pt x="162" y="6660"/>
                </a:lnTo>
                <a:lnTo>
                  <a:pt x="242" y="7063"/>
                </a:lnTo>
                <a:lnTo>
                  <a:pt x="343" y="7467"/>
                </a:lnTo>
                <a:lnTo>
                  <a:pt x="545" y="8254"/>
                </a:lnTo>
                <a:lnTo>
                  <a:pt x="767" y="9041"/>
                </a:lnTo>
                <a:lnTo>
                  <a:pt x="969" y="9768"/>
                </a:lnTo>
                <a:lnTo>
                  <a:pt x="1171" y="10494"/>
                </a:lnTo>
                <a:lnTo>
                  <a:pt x="1373" y="11402"/>
                </a:lnTo>
                <a:lnTo>
                  <a:pt x="1534" y="12290"/>
                </a:lnTo>
                <a:lnTo>
                  <a:pt x="1655" y="13198"/>
                </a:lnTo>
                <a:lnTo>
                  <a:pt x="1736" y="14106"/>
                </a:lnTo>
                <a:lnTo>
                  <a:pt x="1776" y="15014"/>
                </a:lnTo>
                <a:lnTo>
                  <a:pt x="1776" y="15922"/>
                </a:lnTo>
                <a:lnTo>
                  <a:pt x="1716" y="16851"/>
                </a:lnTo>
                <a:lnTo>
                  <a:pt x="1635" y="17759"/>
                </a:lnTo>
                <a:lnTo>
                  <a:pt x="1615" y="17900"/>
                </a:lnTo>
                <a:lnTo>
                  <a:pt x="1574" y="18243"/>
                </a:lnTo>
                <a:lnTo>
                  <a:pt x="1554" y="18586"/>
                </a:lnTo>
                <a:lnTo>
                  <a:pt x="1554" y="18929"/>
                </a:lnTo>
                <a:lnTo>
                  <a:pt x="1595" y="19252"/>
                </a:lnTo>
                <a:lnTo>
                  <a:pt x="1615" y="19434"/>
                </a:lnTo>
                <a:lnTo>
                  <a:pt x="1675" y="19595"/>
                </a:lnTo>
                <a:lnTo>
                  <a:pt x="1756" y="19777"/>
                </a:lnTo>
                <a:lnTo>
                  <a:pt x="1837" y="19938"/>
                </a:lnTo>
                <a:lnTo>
                  <a:pt x="1958" y="20100"/>
                </a:lnTo>
                <a:lnTo>
                  <a:pt x="2099" y="20241"/>
                </a:lnTo>
                <a:lnTo>
                  <a:pt x="2260" y="20362"/>
                </a:lnTo>
                <a:lnTo>
                  <a:pt x="2422" y="20463"/>
                </a:lnTo>
                <a:lnTo>
                  <a:pt x="2563" y="20503"/>
                </a:lnTo>
                <a:lnTo>
                  <a:pt x="2684" y="20544"/>
                </a:lnTo>
                <a:lnTo>
                  <a:pt x="2926" y="20564"/>
                </a:lnTo>
                <a:lnTo>
                  <a:pt x="3088" y="20544"/>
                </a:lnTo>
                <a:lnTo>
                  <a:pt x="3229" y="20524"/>
                </a:lnTo>
                <a:lnTo>
                  <a:pt x="3532" y="20463"/>
                </a:lnTo>
                <a:lnTo>
                  <a:pt x="3855" y="20342"/>
                </a:lnTo>
                <a:lnTo>
                  <a:pt x="4157" y="20221"/>
                </a:lnTo>
                <a:lnTo>
                  <a:pt x="4339" y="20140"/>
                </a:lnTo>
                <a:lnTo>
                  <a:pt x="5146" y="19777"/>
                </a:lnTo>
                <a:lnTo>
                  <a:pt x="5974" y="19454"/>
                </a:lnTo>
                <a:lnTo>
                  <a:pt x="6801" y="19131"/>
                </a:lnTo>
                <a:lnTo>
                  <a:pt x="7205" y="19010"/>
                </a:lnTo>
                <a:lnTo>
                  <a:pt x="7628" y="18889"/>
                </a:lnTo>
                <a:lnTo>
                  <a:pt x="8173" y="18748"/>
                </a:lnTo>
                <a:lnTo>
                  <a:pt x="8718" y="18647"/>
                </a:lnTo>
                <a:lnTo>
                  <a:pt x="9243" y="18566"/>
                </a:lnTo>
                <a:lnTo>
                  <a:pt x="9788" y="18506"/>
                </a:lnTo>
                <a:lnTo>
                  <a:pt x="10332" y="18465"/>
                </a:lnTo>
                <a:lnTo>
                  <a:pt x="10877" y="18425"/>
                </a:lnTo>
                <a:lnTo>
                  <a:pt x="11987" y="18425"/>
                </a:lnTo>
                <a:lnTo>
                  <a:pt x="13077" y="18485"/>
                </a:lnTo>
                <a:lnTo>
                  <a:pt x="14187" y="18566"/>
                </a:lnTo>
                <a:lnTo>
                  <a:pt x="15277" y="18687"/>
                </a:lnTo>
                <a:lnTo>
                  <a:pt x="16366" y="18808"/>
                </a:lnTo>
                <a:lnTo>
                  <a:pt x="18061" y="18990"/>
                </a:lnTo>
                <a:lnTo>
                  <a:pt x="18909" y="19071"/>
                </a:lnTo>
                <a:lnTo>
                  <a:pt x="19757" y="19131"/>
                </a:lnTo>
                <a:lnTo>
                  <a:pt x="20604" y="19171"/>
                </a:lnTo>
                <a:lnTo>
                  <a:pt x="21472" y="19192"/>
                </a:lnTo>
                <a:lnTo>
                  <a:pt x="22319" y="19171"/>
                </a:lnTo>
                <a:lnTo>
                  <a:pt x="23167" y="19111"/>
                </a:lnTo>
                <a:lnTo>
                  <a:pt x="23793" y="19010"/>
                </a:lnTo>
                <a:lnTo>
                  <a:pt x="24358" y="18909"/>
                </a:lnTo>
                <a:lnTo>
                  <a:pt x="24902" y="18748"/>
                </a:lnTo>
                <a:lnTo>
                  <a:pt x="25145" y="18667"/>
                </a:lnTo>
                <a:lnTo>
                  <a:pt x="25367" y="18566"/>
                </a:lnTo>
                <a:lnTo>
                  <a:pt x="25589" y="18465"/>
                </a:lnTo>
                <a:lnTo>
                  <a:pt x="25790" y="18344"/>
                </a:lnTo>
                <a:lnTo>
                  <a:pt x="25992" y="18223"/>
                </a:lnTo>
                <a:lnTo>
                  <a:pt x="26174" y="18082"/>
                </a:lnTo>
                <a:lnTo>
                  <a:pt x="26335" y="17961"/>
                </a:lnTo>
                <a:lnTo>
                  <a:pt x="26497" y="17799"/>
                </a:lnTo>
                <a:lnTo>
                  <a:pt x="26638" y="17638"/>
                </a:lnTo>
                <a:lnTo>
                  <a:pt x="26779" y="17476"/>
                </a:lnTo>
                <a:lnTo>
                  <a:pt x="26941" y="17214"/>
                </a:lnTo>
                <a:lnTo>
                  <a:pt x="27102" y="16931"/>
                </a:lnTo>
                <a:lnTo>
                  <a:pt x="27223" y="16629"/>
                </a:lnTo>
                <a:lnTo>
                  <a:pt x="27324" y="16326"/>
                </a:lnTo>
                <a:lnTo>
                  <a:pt x="27425" y="16023"/>
                </a:lnTo>
                <a:lnTo>
                  <a:pt x="27486" y="15721"/>
                </a:lnTo>
                <a:lnTo>
                  <a:pt x="27607" y="15095"/>
                </a:lnTo>
                <a:lnTo>
                  <a:pt x="27728" y="14409"/>
                </a:lnTo>
                <a:lnTo>
                  <a:pt x="27829" y="13723"/>
                </a:lnTo>
                <a:lnTo>
                  <a:pt x="27909" y="13057"/>
                </a:lnTo>
                <a:lnTo>
                  <a:pt x="27970" y="12411"/>
                </a:lnTo>
                <a:lnTo>
                  <a:pt x="28030" y="11765"/>
                </a:lnTo>
                <a:lnTo>
                  <a:pt x="28071" y="11140"/>
                </a:lnTo>
                <a:lnTo>
                  <a:pt x="28091" y="10494"/>
                </a:lnTo>
                <a:lnTo>
                  <a:pt x="28111" y="9889"/>
                </a:lnTo>
                <a:lnTo>
                  <a:pt x="28111" y="9263"/>
                </a:lnTo>
                <a:lnTo>
                  <a:pt x="28111" y="8678"/>
                </a:lnTo>
                <a:lnTo>
                  <a:pt x="28071" y="8072"/>
                </a:lnTo>
                <a:lnTo>
                  <a:pt x="28030" y="7487"/>
                </a:lnTo>
                <a:lnTo>
                  <a:pt x="27990" y="6902"/>
                </a:lnTo>
                <a:lnTo>
                  <a:pt x="27909" y="6337"/>
                </a:lnTo>
                <a:lnTo>
                  <a:pt x="27829" y="5752"/>
                </a:lnTo>
                <a:lnTo>
                  <a:pt x="27748" y="5207"/>
                </a:lnTo>
                <a:lnTo>
                  <a:pt x="27627" y="4642"/>
                </a:lnTo>
                <a:lnTo>
                  <a:pt x="27566" y="4379"/>
                </a:lnTo>
                <a:lnTo>
                  <a:pt x="27486" y="4097"/>
                </a:lnTo>
                <a:lnTo>
                  <a:pt x="27385" y="3835"/>
                </a:lnTo>
                <a:lnTo>
                  <a:pt x="27284" y="3572"/>
                </a:lnTo>
                <a:lnTo>
                  <a:pt x="27142" y="3330"/>
                </a:lnTo>
                <a:lnTo>
                  <a:pt x="27001" y="3088"/>
                </a:lnTo>
                <a:lnTo>
                  <a:pt x="26820" y="2846"/>
                </a:lnTo>
                <a:lnTo>
                  <a:pt x="26618" y="2624"/>
                </a:lnTo>
                <a:lnTo>
                  <a:pt x="26396" y="2422"/>
                </a:lnTo>
                <a:lnTo>
                  <a:pt x="26174" y="2240"/>
                </a:lnTo>
                <a:lnTo>
                  <a:pt x="25932" y="2079"/>
                </a:lnTo>
                <a:lnTo>
                  <a:pt x="25669" y="1938"/>
                </a:lnTo>
                <a:lnTo>
                  <a:pt x="25407" y="1817"/>
                </a:lnTo>
                <a:lnTo>
                  <a:pt x="25124" y="1696"/>
                </a:lnTo>
                <a:lnTo>
                  <a:pt x="24822" y="1595"/>
                </a:lnTo>
                <a:lnTo>
                  <a:pt x="24519" y="1494"/>
                </a:lnTo>
                <a:lnTo>
                  <a:pt x="23914" y="1352"/>
                </a:lnTo>
                <a:lnTo>
                  <a:pt x="23268" y="1231"/>
                </a:lnTo>
                <a:lnTo>
                  <a:pt x="22622" y="1130"/>
                </a:lnTo>
                <a:lnTo>
                  <a:pt x="21008" y="949"/>
                </a:lnTo>
                <a:lnTo>
                  <a:pt x="19413" y="787"/>
                </a:lnTo>
                <a:lnTo>
                  <a:pt x="17799" y="646"/>
                </a:lnTo>
                <a:lnTo>
                  <a:pt x="16185" y="505"/>
                </a:lnTo>
                <a:lnTo>
                  <a:pt x="14570" y="404"/>
                </a:lnTo>
                <a:lnTo>
                  <a:pt x="12956" y="303"/>
                </a:lnTo>
                <a:lnTo>
                  <a:pt x="9767" y="121"/>
                </a:lnTo>
                <a:lnTo>
                  <a:pt x="8436" y="61"/>
                </a:lnTo>
                <a:lnTo>
                  <a:pt x="70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8" name="Google Shape;2688;p34"/>
          <p:cNvSpPr/>
          <p:nvPr/>
        </p:nvSpPr>
        <p:spPr>
          <a:xfrm flipH="1">
            <a:off x="-2033389" y="234683"/>
            <a:ext cx="1393383" cy="700689"/>
          </a:xfrm>
          <a:custGeom>
            <a:rect b="b" l="l" r="r" t="t"/>
            <a:pathLst>
              <a:path extrusionOk="0" h="12533" w="24923">
                <a:moveTo>
                  <a:pt x="9525" y="0"/>
                </a:moveTo>
                <a:lnTo>
                  <a:pt x="8536" y="21"/>
                </a:lnTo>
                <a:lnTo>
                  <a:pt x="7547" y="41"/>
                </a:lnTo>
                <a:lnTo>
                  <a:pt x="6579" y="61"/>
                </a:lnTo>
                <a:lnTo>
                  <a:pt x="5630" y="122"/>
                </a:lnTo>
                <a:lnTo>
                  <a:pt x="4682" y="182"/>
                </a:lnTo>
                <a:lnTo>
                  <a:pt x="3754" y="263"/>
                </a:lnTo>
                <a:lnTo>
                  <a:pt x="3269" y="303"/>
                </a:lnTo>
                <a:lnTo>
                  <a:pt x="2785" y="384"/>
                </a:lnTo>
                <a:lnTo>
                  <a:pt x="2301" y="485"/>
                </a:lnTo>
                <a:lnTo>
                  <a:pt x="2079" y="545"/>
                </a:lnTo>
                <a:lnTo>
                  <a:pt x="1857" y="626"/>
                </a:lnTo>
                <a:lnTo>
                  <a:pt x="1635" y="727"/>
                </a:lnTo>
                <a:lnTo>
                  <a:pt x="1433" y="828"/>
                </a:lnTo>
                <a:lnTo>
                  <a:pt x="1231" y="949"/>
                </a:lnTo>
                <a:lnTo>
                  <a:pt x="1029" y="1090"/>
                </a:lnTo>
                <a:lnTo>
                  <a:pt x="868" y="1252"/>
                </a:lnTo>
                <a:lnTo>
                  <a:pt x="686" y="1413"/>
                </a:lnTo>
                <a:lnTo>
                  <a:pt x="545" y="1615"/>
                </a:lnTo>
                <a:lnTo>
                  <a:pt x="404" y="1817"/>
                </a:lnTo>
                <a:lnTo>
                  <a:pt x="283" y="2059"/>
                </a:lnTo>
                <a:lnTo>
                  <a:pt x="182" y="2301"/>
                </a:lnTo>
                <a:lnTo>
                  <a:pt x="81" y="2543"/>
                </a:lnTo>
                <a:lnTo>
                  <a:pt x="0" y="2805"/>
                </a:lnTo>
                <a:lnTo>
                  <a:pt x="61" y="2826"/>
                </a:lnTo>
                <a:lnTo>
                  <a:pt x="162" y="2584"/>
                </a:lnTo>
                <a:lnTo>
                  <a:pt x="242" y="2321"/>
                </a:lnTo>
                <a:lnTo>
                  <a:pt x="363" y="2079"/>
                </a:lnTo>
                <a:lnTo>
                  <a:pt x="484" y="1857"/>
                </a:lnTo>
                <a:lnTo>
                  <a:pt x="606" y="1655"/>
                </a:lnTo>
                <a:lnTo>
                  <a:pt x="767" y="1474"/>
                </a:lnTo>
                <a:lnTo>
                  <a:pt x="908" y="1292"/>
                </a:lnTo>
                <a:lnTo>
                  <a:pt x="1090" y="1151"/>
                </a:lnTo>
                <a:lnTo>
                  <a:pt x="1271" y="1009"/>
                </a:lnTo>
                <a:lnTo>
                  <a:pt x="1473" y="909"/>
                </a:lnTo>
                <a:lnTo>
                  <a:pt x="1675" y="787"/>
                </a:lnTo>
                <a:lnTo>
                  <a:pt x="1897" y="707"/>
                </a:lnTo>
                <a:lnTo>
                  <a:pt x="2119" y="626"/>
                </a:lnTo>
                <a:lnTo>
                  <a:pt x="2341" y="566"/>
                </a:lnTo>
                <a:lnTo>
                  <a:pt x="2805" y="465"/>
                </a:lnTo>
                <a:lnTo>
                  <a:pt x="3269" y="384"/>
                </a:lnTo>
                <a:lnTo>
                  <a:pt x="3754" y="344"/>
                </a:lnTo>
                <a:lnTo>
                  <a:pt x="4682" y="263"/>
                </a:lnTo>
                <a:lnTo>
                  <a:pt x="5630" y="202"/>
                </a:lnTo>
                <a:lnTo>
                  <a:pt x="6579" y="142"/>
                </a:lnTo>
                <a:lnTo>
                  <a:pt x="7547" y="122"/>
                </a:lnTo>
                <a:lnTo>
                  <a:pt x="8536" y="101"/>
                </a:lnTo>
                <a:lnTo>
                  <a:pt x="9525" y="81"/>
                </a:lnTo>
                <a:lnTo>
                  <a:pt x="10514" y="81"/>
                </a:lnTo>
                <a:lnTo>
                  <a:pt x="11523" y="101"/>
                </a:lnTo>
                <a:lnTo>
                  <a:pt x="12552" y="142"/>
                </a:lnTo>
                <a:lnTo>
                  <a:pt x="13601" y="182"/>
                </a:lnTo>
                <a:lnTo>
                  <a:pt x="14651" y="243"/>
                </a:lnTo>
                <a:lnTo>
                  <a:pt x="15720" y="323"/>
                </a:lnTo>
                <a:lnTo>
                  <a:pt x="17900" y="505"/>
                </a:lnTo>
                <a:lnTo>
                  <a:pt x="20140" y="727"/>
                </a:lnTo>
                <a:lnTo>
                  <a:pt x="20927" y="848"/>
                </a:lnTo>
                <a:lnTo>
                  <a:pt x="21330" y="909"/>
                </a:lnTo>
                <a:lnTo>
                  <a:pt x="21694" y="989"/>
                </a:lnTo>
                <a:lnTo>
                  <a:pt x="22057" y="1110"/>
                </a:lnTo>
                <a:lnTo>
                  <a:pt x="22400" y="1231"/>
                </a:lnTo>
                <a:lnTo>
                  <a:pt x="22723" y="1413"/>
                </a:lnTo>
                <a:lnTo>
                  <a:pt x="23046" y="1615"/>
                </a:lnTo>
                <a:lnTo>
                  <a:pt x="23248" y="1796"/>
                </a:lnTo>
                <a:lnTo>
                  <a:pt x="23449" y="1978"/>
                </a:lnTo>
                <a:lnTo>
                  <a:pt x="23631" y="2200"/>
                </a:lnTo>
                <a:lnTo>
                  <a:pt x="23792" y="2422"/>
                </a:lnTo>
                <a:lnTo>
                  <a:pt x="23954" y="2664"/>
                </a:lnTo>
                <a:lnTo>
                  <a:pt x="24075" y="2906"/>
                </a:lnTo>
                <a:lnTo>
                  <a:pt x="24196" y="3149"/>
                </a:lnTo>
                <a:lnTo>
                  <a:pt x="24297" y="3411"/>
                </a:lnTo>
                <a:lnTo>
                  <a:pt x="24378" y="3673"/>
                </a:lnTo>
                <a:lnTo>
                  <a:pt x="24458" y="3915"/>
                </a:lnTo>
                <a:lnTo>
                  <a:pt x="24579" y="4440"/>
                </a:lnTo>
                <a:lnTo>
                  <a:pt x="24660" y="4945"/>
                </a:lnTo>
                <a:lnTo>
                  <a:pt x="24721" y="5409"/>
                </a:lnTo>
                <a:lnTo>
                  <a:pt x="24781" y="6095"/>
                </a:lnTo>
                <a:lnTo>
                  <a:pt x="24822" y="6781"/>
                </a:lnTo>
                <a:lnTo>
                  <a:pt x="24842" y="7487"/>
                </a:lnTo>
                <a:lnTo>
                  <a:pt x="24822" y="8173"/>
                </a:lnTo>
                <a:lnTo>
                  <a:pt x="24801" y="8860"/>
                </a:lnTo>
                <a:lnTo>
                  <a:pt x="24741" y="9566"/>
                </a:lnTo>
                <a:lnTo>
                  <a:pt x="24660" y="10252"/>
                </a:lnTo>
                <a:lnTo>
                  <a:pt x="24559" y="10938"/>
                </a:lnTo>
                <a:lnTo>
                  <a:pt x="24479" y="11362"/>
                </a:lnTo>
                <a:lnTo>
                  <a:pt x="24398" y="11765"/>
                </a:lnTo>
                <a:lnTo>
                  <a:pt x="24297" y="12149"/>
                </a:lnTo>
                <a:lnTo>
                  <a:pt x="24196" y="12512"/>
                </a:lnTo>
                <a:lnTo>
                  <a:pt x="24257" y="12532"/>
                </a:lnTo>
                <a:lnTo>
                  <a:pt x="24378" y="12169"/>
                </a:lnTo>
                <a:lnTo>
                  <a:pt x="24479" y="11765"/>
                </a:lnTo>
                <a:lnTo>
                  <a:pt x="24559" y="11362"/>
                </a:lnTo>
                <a:lnTo>
                  <a:pt x="24640" y="10938"/>
                </a:lnTo>
                <a:lnTo>
                  <a:pt x="24741" y="10252"/>
                </a:lnTo>
                <a:lnTo>
                  <a:pt x="24822" y="9566"/>
                </a:lnTo>
                <a:lnTo>
                  <a:pt x="24882" y="8880"/>
                </a:lnTo>
                <a:lnTo>
                  <a:pt x="24902" y="8173"/>
                </a:lnTo>
                <a:lnTo>
                  <a:pt x="24922" y="7487"/>
                </a:lnTo>
                <a:lnTo>
                  <a:pt x="24902" y="6781"/>
                </a:lnTo>
                <a:lnTo>
                  <a:pt x="24862" y="6095"/>
                </a:lnTo>
                <a:lnTo>
                  <a:pt x="24801" y="5409"/>
                </a:lnTo>
                <a:lnTo>
                  <a:pt x="24741" y="4924"/>
                </a:lnTo>
                <a:lnTo>
                  <a:pt x="24660" y="4420"/>
                </a:lnTo>
                <a:lnTo>
                  <a:pt x="24539" y="3895"/>
                </a:lnTo>
                <a:lnTo>
                  <a:pt x="24458" y="3633"/>
                </a:lnTo>
                <a:lnTo>
                  <a:pt x="24357" y="3371"/>
                </a:lnTo>
                <a:lnTo>
                  <a:pt x="24257" y="3108"/>
                </a:lnTo>
                <a:lnTo>
                  <a:pt x="24156" y="2866"/>
                </a:lnTo>
                <a:lnTo>
                  <a:pt x="24014" y="2604"/>
                </a:lnTo>
                <a:lnTo>
                  <a:pt x="23873" y="2362"/>
                </a:lnTo>
                <a:lnTo>
                  <a:pt x="23692" y="2140"/>
                </a:lnTo>
                <a:lnTo>
                  <a:pt x="23510" y="1918"/>
                </a:lnTo>
                <a:lnTo>
                  <a:pt x="23308" y="1736"/>
                </a:lnTo>
                <a:lnTo>
                  <a:pt x="23086" y="1534"/>
                </a:lnTo>
                <a:lnTo>
                  <a:pt x="22763" y="1332"/>
                </a:lnTo>
                <a:lnTo>
                  <a:pt x="22440" y="1171"/>
                </a:lnTo>
                <a:lnTo>
                  <a:pt x="22077" y="1030"/>
                </a:lnTo>
                <a:lnTo>
                  <a:pt x="21714" y="929"/>
                </a:lnTo>
                <a:lnTo>
                  <a:pt x="21351" y="828"/>
                </a:lnTo>
                <a:lnTo>
                  <a:pt x="20947" y="767"/>
                </a:lnTo>
                <a:lnTo>
                  <a:pt x="20160" y="646"/>
                </a:lnTo>
                <a:lnTo>
                  <a:pt x="17900" y="424"/>
                </a:lnTo>
                <a:lnTo>
                  <a:pt x="15720" y="243"/>
                </a:lnTo>
                <a:lnTo>
                  <a:pt x="14651" y="162"/>
                </a:lnTo>
                <a:lnTo>
                  <a:pt x="13601" y="101"/>
                </a:lnTo>
                <a:lnTo>
                  <a:pt x="12552" y="61"/>
                </a:lnTo>
                <a:lnTo>
                  <a:pt x="11543" y="21"/>
                </a:lnTo>
                <a:lnTo>
                  <a:pt x="1051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9" name="Google Shape;2689;p34"/>
          <p:cNvSpPr/>
          <p:nvPr/>
        </p:nvSpPr>
        <p:spPr>
          <a:xfrm flipH="1">
            <a:off x="-1996154" y="391500"/>
            <a:ext cx="1371970" cy="810100"/>
          </a:xfrm>
          <a:custGeom>
            <a:rect b="b" l="l" r="r" t="t"/>
            <a:pathLst>
              <a:path extrusionOk="0" h="14490" w="24540">
                <a:moveTo>
                  <a:pt x="283" y="0"/>
                </a:moveTo>
                <a:lnTo>
                  <a:pt x="182" y="364"/>
                </a:lnTo>
                <a:lnTo>
                  <a:pt x="102" y="747"/>
                </a:lnTo>
                <a:lnTo>
                  <a:pt x="41" y="1131"/>
                </a:lnTo>
                <a:lnTo>
                  <a:pt x="21" y="1534"/>
                </a:lnTo>
                <a:lnTo>
                  <a:pt x="1" y="1938"/>
                </a:lnTo>
                <a:lnTo>
                  <a:pt x="21" y="2341"/>
                </a:lnTo>
                <a:lnTo>
                  <a:pt x="61" y="2765"/>
                </a:lnTo>
                <a:lnTo>
                  <a:pt x="122" y="3189"/>
                </a:lnTo>
                <a:lnTo>
                  <a:pt x="223" y="3633"/>
                </a:lnTo>
                <a:lnTo>
                  <a:pt x="324" y="4097"/>
                </a:lnTo>
                <a:lnTo>
                  <a:pt x="566" y="4985"/>
                </a:lnTo>
                <a:lnTo>
                  <a:pt x="848" y="6055"/>
                </a:lnTo>
                <a:lnTo>
                  <a:pt x="969" y="6599"/>
                </a:lnTo>
                <a:lnTo>
                  <a:pt x="1050" y="7144"/>
                </a:lnTo>
                <a:lnTo>
                  <a:pt x="1111" y="7649"/>
                </a:lnTo>
                <a:lnTo>
                  <a:pt x="1151" y="8173"/>
                </a:lnTo>
                <a:lnTo>
                  <a:pt x="1151" y="8718"/>
                </a:lnTo>
                <a:lnTo>
                  <a:pt x="1151" y="9243"/>
                </a:lnTo>
                <a:lnTo>
                  <a:pt x="1131" y="9768"/>
                </a:lnTo>
                <a:lnTo>
                  <a:pt x="1090" y="10292"/>
                </a:lnTo>
                <a:lnTo>
                  <a:pt x="989" y="11342"/>
                </a:lnTo>
                <a:lnTo>
                  <a:pt x="929" y="12088"/>
                </a:lnTo>
                <a:lnTo>
                  <a:pt x="868" y="12855"/>
                </a:lnTo>
                <a:lnTo>
                  <a:pt x="848" y="13218"/>
                </a:lnTo>
                <a:lnTo>
                  <a:pt x="868" y="13400"/>
                </a:lnTo>
                <a:lnTo>
                  <a:pt x="889" y="13582"/>
                </a:lnTo>
                <a:lnTo>
                  <a:pt x="929" y="13743"/>
                </a:lnTo>
                <a:lnTo>
                  <a:pt x="989" y="13905"/>
                </a:lnTo>
                <a:lnTo>
                  <a:pt x="1070" y="14046"/>
                </a:lnTo>
                <a:lnTo>
                  <a:pt x="1171" y="14187"/>
                </a:lnTo>
                <a:lnTo>
                  <a:pt x="1252" y="14268"/>
                </a:lnTo>
                <a:lnTo>
                  <a:pt x="1353" y="14328"/>
                </a:lnTo>
                <a:lnTo>
                  <a:pt x="1433" y="14369"/>
                </a:lnTo>
                <a:lnTo>
                  <a:pt x="1534" y="14409"/>
                </a:lnTo>
                <a:lnTo>
                  <a:pt x="1756" y="14470"/>
                </a:lnTo>
                <a:lnTo>
                  <a:pt x="1958" y="14490"/>
                </a:lnTo>
                <a:lnTo>
                  <a:pt x="2180" y="14470"/>
                </a:lnTo>
                <a:lnTo>
                  <a:pt x="2402" y="14429"/>
                </a:lnTo>
                <a:lnTo>
                  <a:pt x="2644" y="14349"/>
                </a:lnTo>
                <a:lnTo>
                  <a:pt x="2886" y="14227"/>
                </a:lnTo>
                <a:lnTo>
                  <a:pt x="3330" y="13965"/>
                </a:lnTo>
                <a:lnTo>
                  <a:pt x="3532" y="13844"/>
                </a:lnTo>
                <a:lnTo>
                  <a:pt x="3895" y="13642"/>
                </a:lnTo>
                <a:lnTo>
                  <a:pt x="4259" y="13461"/>
                </a:lnTo>
                <a:lnTo>
                  <a:pt x="4642" y="13299"/>
                </a:lnTo>
                <a:lnTo>
                  <a:pt x="5046" y="13138"/>
                </a:lnTo>
                <a:lnTo>
                  <a:pt x="5449" y="12996"/>
                </a:lnTo>
                <a:lnTo>
                  <a:pt x="5873" y="12875"/>
                </a:lnTo>
                <a:lnTo>
                  <a:pt x="6317" y="12754"/>
                </a:lnTo>
                <a:lnTo>
                  <a:pt x="6761" y="12653"/>
                </a:lnTo>
                <a:lnTo>
                  <a:pt x="7225" y="12573"/>
                </a:lnTo>
                <a:lnTo>
                  <a:pt x="7689" y="12512"/>
                </a:lnTo>
                <a:lnTo>
                  <a:pt x="8174" y="12472"/>
                </a:lnTo>
                <a:lnTo>
                  <a:pt x="8678" y="12431"/>
                </a:lnTo>
                <a:lnTo>
                  <a:pt x="9183" y="12411"/>
                </a:lnTo>
                <a:lnTo>
                  <a:pt x="10232" y="12411"/>
                </a:lnTo>
                <a:lnTo>
                  <a:pt x="10777" y="12431"/>
                </a:lnTo>
                <a:lnTo>
                  <a:pt x="11887" y="12532"/>
                </a:lnTo>
                <a:lnTo>
                  <a:pt x="12976" y="12653"/>
                </a:lnTo>
                <a:lnTo>
                  <a:pt x="14066" y="12815"/>
                </a:lnTo>
                <a:lnTo>
                  <a:pt x="15156" y="12976"/>
                </a:lnTo>
                <a:lnTo>
                  <a:pt x="16690" y="13198"/>
                </a:lnTo>
                <a:lnTo>
                  <a:pt x="17477" y="13299"/>
                </a:lnTo>
                <a:lnTo>
                  <a:pt x="18243" y="13400"/>
                </a:lnTo>
                <a:lnTo>
                  <a:pt x="18768" y="13440"/>
                </a:lnTo>
                <a:lnTo>
                  <a:pt x="19273" y="13481"/>
                </a:lnTo>
                <a:lnTo>
                  <a:pt x="19797" y="13481"/>
                </a:lnTo>
                <a:lnTo>
                  <a:pt x="20302" y="13461"/>
                </a:lnTo>
                <a:lnTo>
                  <a:pt x="20806" y="13400"/>
                </a:lnTo>
                <a:lnTo>
                  <a:pt x="21048" y="13360"/>
                </a:lnTo>
                <a:lnTo>
                  <a:pt x="21291" y="13299"/>
                </a:lnTo>
                <a:lnTo>
                  <a:pt x="21533" y="13218"/>
                </a:lnTo>
                <a:lnTo>
                  <a:pt x="21775" y="13138"/>
                </a:lnTo>
                <a:lnTo>
                  <a:pt x="21997" y="13037"/>
                </a:lnTo>
                <a:lnTo>
                  <a:pt x="22219" y="12936"/>
                </a:lnTo>
                <a:lnTo>
                  <a:pt x="22421" y="12815"/>
                </a:lnTo>
                <a:lnTo>
                  <a:pt x="22602" y="12694"/>
                </a:lnTo>
                <a:lnTo>
                  <a:pt x="22784" y="12553"/>
                </a:lnTo>
                <a:lnTo>
                  <a:pt x="22966" y="12411"/>
                </a:lnTo>
                <a:lnTo>
                  <a:pt x="23127" y="12250"/>
                </a:lnTo>
                <a:lnTo>
                  <a:pt x="23288" y="12068"/>
                </a:lnTo>
                <a:lnTo>
                  <a:pt x="23450" y="11887"/>
                </a:lnTo>
                <a:lnTo>
                  <a:pt x="23591" y="11685"/>
                </a:lnTo>
                <a:lnTo>
                  <a:pt x="23874" y="11261"/>
                </a:lnTo>
                <a:lnTo>
                  <a:pt x="24116" y="10797"/>
                </a:lnTo>
                <a:lnTo>
                  <a:pt x="24358" y="10292"/>
                </a:lnTo>
                <a:lnTo>
                  <a:pt x="24540" y="9727"/>
                </a:lnTo>
                <a:lnTo>
                  <a:pt x="24479" y="9707"/>
                </a:lnTo>
                <a:lnTo>
                  <a:pt x="24277" y="10252"/>
                </a:lnTo>
                <a:lnTo>
                  <a:pt x="24055" y="10756"/>
                </a:lnTo>
                <a:lnTo>
                  <a:pt x="23813" y="11221"/>
                </a:lnTo>
                <a:lnTo>
                  <a:pt x="23531" y="11644"/>
                </a:lnTo>
                <a:lnTo>
                  <a:pt x="23228" y="12008"/>
                </a:lnTo>
                <a:lnTo>
                  <a:pt x="23066" y="12189"/>
                </a:lnTo>
                <a:lnTo>
                  <a:pt x="22905" y="12351"/>
                </a:lnTo>
                <a:lnTo>
                  <a:pt x="22744" y="12492"/>
                </a:lnTo>
                <a:lnTo>
                  <a:pt x="22562" y="12613"/>
                </a:lnTo>
                <a:lnTo>
                  <a:pt x="22380" y="12754"/>
                </a:lnTo>
                <a:lnTo>
                  <a:pt x="22178" y="12855"/>
                </a:lnTo>
                <a:lnTo>
                  <a:pt x="21957" y="12976"/>
                </a:lnTo>
                <a:lnTo>
                  <a:pt x="21735" y="13077"/>
                </a:lnTo>
                <a:lnTo>
                  <a:pt x="21492" y="13158"/>
                </a:lnTo>
                <a:lnTo>
                  <a:pt x="21270" y="13218"/>
                </a:lnTo>
                <a:lnTo>
                  <a:pt x="21028" y="13279"/>
                </a:lnTo>
                <a:lnTo>
                  <a:pt x="20786" y="13319"/>
                </a:lnTo>
                <a:lnTo>
                  <a:pt x="20282" y="13380"/>
                </a:lnTo>
                <a:lnTo>
                  <a:pt x="19777" y="13400"/>
                </a:lnTo>
                <a:lnTo>
                  <a:pt x="19273" y="13400"/>
                </a:lnTo>
                <a:lnTo>
                  <a:pt x="18768" y="13360"/>
                </a:lnTo>
                <a:lnTo>
                  <a:pt x="18264" y="13319"/>
                </a:lnTo>
                <a:lnTo>
                  <a:pt x="17477" y="13218"/>
                </a:lnTo>
                <a:lnTo>
                  <a:pt x="16710" y="13118"/>
                </a:lnTo>
                <a:lnTo>
                  <a:pt x="15156" y="12896"/>
                </a:lnTo>
                <a:lnTo>
                  <a:pt x="14086" y="12734"/>
                </a:lnTo>
                <a:lnTo>
                  <a:pt x="12997" y="12573"/>
                </a:lnTo>
                <a:lnTo>
                  <a:pt x="11887" y="12452"/>
                </a:lnTo>
                <a:lnTo>
                  <a:pt x="10797" y="12351"/>
                </a:lnTo>
                <a:lnTo>
                  <a:pt x="10252" y="12331"/>
                </a:lnTo>
                <a:lnTo>
                  <a:pt x="9183" y="12331"/>
                </a:lnTo>
                <a:lnTo>
                  <a:pt x="8658" y="12351"/>
                </a:lnTo>
                <a:lnTo>
                  <a:pt x="8174" y="12391"/>
                </a:lnTo>
                <a:lnTo>
                  <a:pt x="7669" y="12431"/>
                </a:lnTo>
                <a:lnTo>
                  <a:pt x="7205" y="12492"/>
                </a:lnTo>
                <a:lnTo>
                  <a:pt x="6741" y="12573"/>
                </a:lnTo>
                <a:lnTo>
                  <a:pt x="6277" y="12674"/>
                </a:lnTo>
                <a:lnTo>
                  <a:pt x="5853" y="12795"/>
                </a:lnTo>
                <a:lnTo>
                  <a:pt x="5429" y="12916"/>
                </a:lnTo>
                <a:lnTo>
                  <a:pt x="5005" y="13057"/>
                </a:lnTo>
                <a:lnTo>
                  <a:pt x="4602" y="13218"/>
                </a:lnTo>
                <a:lnTo>
                  <a:pt x="4218" y="13380"/>
                </a:lnTo>
                <a:lnTo>
                  <a:pt x="3855" y="13582"/>
                </a:lnTo>
                <a:lnTo>
                  <a:pt x="3492" y="13783"/>
                </a:lnTo>
                <a:lnTo>
                  <a:pt x="3290" y="13905"/>
                </a:lnTo>
                <a:lnTo>
                  <a:pt x="2846" y="14147"/>
                </a:lnTo>
                <a:lnTo>
                  <a:pt x="2624" y="14268"/>
                </a:lnTo>
                <a:lnTo>
                  <a:pt x="2382" y="14349"/>
                </a:lnTo>
                <a:lnTo>
                  <a:pt x="2241" y="14389"/>
                </a:lnTo>
                <a:lnTo>
                  <a:pt x="2079" y="14409"/>
                </a:lnTo>
                <a:lnTo>
                  <a:pt x="1938" y="14409"/>
                </a:lnTo>
                <a:lnTo>
                  <a:pt x="1776" y="14389"/>
                </a:lnTo>
                <a:lnTo>
                  <a:pt x="1635" y="14369"/>
                </a:lnTo>
                <a:lnTo>
                  <a:pt x="1494" y="14308"/>
                </a:lnTo>
                <a:lnTo>
                  <a:pt x="1353" y="14227"/>
                </a:lnTo>
                <a:lnTo>
                  <a:pt x="1232" y="14127"/>
                </a:lnTo>
                <a:lnTo>
                  <a:pt x="1131" y="14005"/>
                </a:lnTo>
                <a:lnTo>
                  <a:pt x="1050" y="13864"/>
                </a:lnTo>
                <a:lnTo>
                  <a:pt x="1010" y="13723"/>
                </a:lnTo>
                <a:lnTo>
                  <a:pt x="969" y="13562"/>
                </a:lnTo>
                <a:lnTo>
                  <a:pt x="949" y="13380"/>
                </a:lnTo>
                <a:lnTo>
                  <a:pt x="929" y="13218"/>
                </a:lnTo>
                <a:lnTo>
                  <a:pt x="949" y="12855"/>
                </a:lnTo>
                <a:lnTo>
                  <a:pt x="1010" y="12109"/>
                </a:lnTo>
                <a:lnTo>
                  <a:pt x="1070" y="11342"/>
                </a:lnTo>
                <a:lnTo>
                  <a:pt x="1171" y="10292"/>
                </a:lnTo>
                <a:lnTo>
                  <a:pt x="1211" y="9768"/>
                </a:lnTo>
                <a:lnTo>
                  <a:pt x="1232" y="9243"/>
                </a:lnTo>
                <a:lnTo>
                  <a:pt x="1232" y="8698"/>
                </a:lnTo>
                <a:lnTo>
                  <a:pt x="1232" y="8173"/>
                </a:lnTo>
                <a:lnTo>
                  <a:pt x="1191" y="7649"/>
                </a:lnTo>
                <a:lnTo>
                  <a:pt x="1131" y="7124"/>
                </a:lnTo>
                <a:lnTo>
                  <a:pt x="1050" y="6579"/>
                </a:lnTo>
                <a:lnTo>
                  <a:pt x="929" y="6034"/>
                </a:lnTo>
                <a:lnTo>
                  <a:pt x="646" y="4965"/>
                </a:lnTo>
                <a:lnTo>
                  <a:pt x="404" y="4077"/>
                </a:lnTo>
                <a:lnTo>
                  <a:pt x="303" y="3633"/>
                </a:lnTo>
                <a:lnTo>
                  <a:pt x="202" y="3169"/>
                </a:lnTo>
                <a:lnTo>
                  <a:pt x="142" y="2765"/>
                </a:lnTo>
                <a:lnTo>
                  <a:pt x="102" y="2341"/>
                </a:lnTo>
                <a:lnTo>
                  <a:pt x="81" y="1938"/>
                </a:lnTo>
                <a:lnTo>
                  <a:pt x="102" y="1534"/>
                </a:lnTo>
                <a:lnTo>
                  <a:pt x="122" y="1151"/>
                </a:lnTo>
                <a:lnTo>
                  <a:pt x="182" y="767"/>
                </a:lnTo>
                <a:lnTo>
                  <a:pt x="243" y="384"/>
                </a:lnTo>
                <a:lnTo>
                  <a:pt x="344" y="21"/>
                </a:lnTo>
                <a:lnTo>
                  <a:pt x="2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0" name="Google Shape;2690;p34"/>
          <p:cNvSpPr/>
          <p:nvPr/>
        </p:nvSpPr>
        <p:spPr>
          <a:xfrm flipH="1">
            <a:off x="-2007441" y="162451"/>
            <a:ext cx="1060565" cy="526984"/>
          </a:xfrm>
          <a:custGeom>
            <a:rect b="b" l="l" r="r" t="t"/>
            <a:pathLst>
              <a:path extrusionOk="0" h="9426" w="18970">
                <a:moveTo>
                  <a:pt x="7103" y="1"/>
                </a:moveTo>
                <a:lnTo>
                  <a:pt x="5812" y="41"/>
                </a:lnTo>
                <a:lnTo>
                  <a:pt x="4480" y="142"/>
                </a:lnTo>
                <a:lnTo>
                  <a:pt x="3976" y="183"/>
                </a:lnTo>
                <a:lnTo>
                  <a:pt x="3552" y="223"/>
                </a:lnTo>
                <a:lnTo>
                  <a:pt x="3168" y="263"/>
                </a:lnTo>
                <a:lnTo>
                  <a:pt x="2805" y="324"/>
                </a:lnTo>
                <a:lnTo>
                  <a:pt x="2462" y="425"/>
                </a:lnTo>
                <a:lnTo>
                  <a:pt x="2301" y="505"/>
                </a:lnTo>
                <a:lnTo>
                  <a:pt x="2139" y="586"/>
                </a:lnTo>
                <a:lnTo>
                  <a:pt x="1958" y="667"/>
                </a:lnTo>
                <a:lnTo>
                  <a:pt x="1796" y="788"/>
                </a:lnTo>
                <a:lnTo>
                  <a:pt x="1635" y="909"/>
                </a:lnTo>
                <a:lnTo>
                  <a:pt x="1453" y="1070"/>
                </a:lnTo>
                <a:lnTo>
                  <a:pt x="1090" y="1434"/>
                </a:lnTo>
                <a:lnTo>
                  <a:pt x="827" y="1736"/>
                </a:lnTo>
                <a:lnTo>
                  <a:pt x="585" y="2059"/>
                </a:lnTo>
                <a:lnTo>
                  <a:pt x="404" y="2362"/>
                </a:lnTo>
                <a:lnTo>
                  <a:pt x="242" y="2665"/>
                </a:lnTo>
                <a:lnTo>
                  <a:pt x="121" y="2988"/>
                </a:lnTo>
                <a:lnTo>
                  <a:pt x="40" y="3290"/>
                </a:lnTo>
                <a:lnTo>
                  <a:pt x="0" y="3593"/>
                </a:lnTo>
                <a:lnTo>
                  <a:pt x="0" y="3896"/>
                </a:lnTo>
                <a:lnTo>
                  <a:pt x="81" y="3896"/>
                </a:lnTo>
                <a:lnTo>
                  <a:pt x="81" y="3593"/>
                </a:lnTo>
                <a:lnTo>
                  <a:pt x="121" y="3290"/>
                </a:lnTo>
                <a:lnTo>
                  <a:pt x="202" y="3008"/>
                </a:lnTo>
                <a:lnTo>
                  <a:pt x="323" y="2705"/>
                </a:lnTo>
                <a:lnTo>
                  <a:pt x="464" y="2402"/>
                </a:lnTo>
                <a:lnTo>
                  <a:pt x="666" y="2100"/>
                </a:lnTo>
                <a:lnTo>
                  <a:pt x="888" y="1797"/>
                </a:lnTo>
                <a:lnTo>
                  <a:pt x="1150" y="1474"/>
                </a:lnTo>
                <a:lnTo>
                  <a:pt x="1514" y="1131"/>
                </a:lnTo>
                <a:lnTo>
                  <a:pt x="1675" y="970"/>
                </a:lnTo>
                <a:lnTo>
                  <a:pt x="1837" y="848"/>
                </a:lnTo>
                <a:lnTo>
                  <a:pt x="2018" y="748"/>
                </a:lnTo>
                <a:lnTo>
                  <a:pt x="2180" y="647"/>
                </a:lnTo>
                <a:lnTo>
                  <a:pt x="2341" y="566"/>
                </a:lnTo>
                <a:lnTo>
                  <a:pt x="2502" y="505"/>
                </a:lnTo>
                <a:lnTo>
                  <a:pt x="2825" y="405"/>
                </a:lnTo>
                <a:lnTo>
                  <a:pt x="3189" y="344"/>
                </a:lnTo>
                <a:lnTo>
                  <a:pt x="3572" y="304"/>
                </a:lnTo>
                <a:lnTo>
                  <a:pt x="3996" y="263"/>
                </a:lnTo>
                <a:lnTo>
                  <a:pt x="4500" y="223"/>
                </a:lnTo>
                <a:lnTo>
                  <a:pt x="5812" y="122"/>
                </a:lnTo>
                <a:lnTo>
                  <a:pt x="7103" y="82"/>
                </a:lnTo>
                <a:lnTo>
                  <a:pt x="8355" y="82"/>
                </a:lnTo>
                <a:lnTo>
                  <a:pt x="9586" y="102"/>
                </a:lnTo>
                <a:lnTo>
                  <a:pt x="10574" y="162"/>
                </a:lnTo>
                <a:lnTo>
                  <a:pt x="11099" y="223"/>
                </a:lnTo>
                <a:lnTo>
                  <a:pt x="11664" y="283"/>
                </a:lnTo>
                <a:lnTo>
                  <a:pt x="12209" y="384"/>
                </a:lnTo>
                <a:lnTo>
                  <a:pt x="12794" y="505"/>
                </a:lnTo>
                <a:lnTo>
                  <a:pt x="13359" y="647"/>
                </a:lnTo>
                <a:lnTo>
                  <a:pt x="13945" y="828"/>
                </a:lnTo>
                <a:lnTo>
                  <a:pt x="14348" y="990"/>
                </a:lnTo>
                <a:lnTo>
                  <a:pt x="14812" y="1171"/>
                </a:lnTo>
                <a:lnTo>
                  <a:pt x="15276" y="1414"/>
                </a:lnTo>
                <a:lnTo>
                  <a:pt x="15741" y="1696"/>
                </a:lnTo>
                <a:lnTo>
                  <a:pt x="16205" y="2019"/>
                </a:lnTo>
                <a:lnTo>
                  <a:pt x="16447" y="2201"/>
                </a:lnTo>
                <a:lnTo>
                  <a:pt x="16669" y="2382"/>
                </a:lnTo>
                <a:lnTo>
                  <a:pt x="16891" y="2604"/>
                </a:lnTo>
                <a:lnTo>
                  <a:pt x="17113" y="2826"/>
                </a:lnTo>
                <a:lnTo>
                  <a:pt x="17315" y="3068"/>
                </a:lnTo>
                <a:lnTo>
                  <a:pt x="17516" y="3310"/>
                </a:lnTo>
                <a:lnTo>
                  <a:pt x="17698" y="3593"/>
                </a:lnTo>
                <a:lnTo>
                  <a:pt x="17880" y="3876"/>
                </a:lnTo>
                <a:lnTo>
                  <a:pt x="18041" y="4178"/>
                </a:lnTo>
                <a:lnTo>
                  <a:pt x="18182" y="4501"/>
                </a:lnTo>
                <a:lnTo>
                  <a:pt x="18324" y="4824"/>
                </a:lnTo>
                <a:lnTo>
                  <a:pt x="18445" y="5187"/>
                </a:lnTo>
                <a:lnTo>
                  <a:pt x="18546" y="5530"/>
                </a:lnTo>
                <a:lnTo>
                  <a:pt x="18646" y="5914"/>
                </a:lnTo>
                <a:lnTo>
                  <a:pt x="18727" y="6297"/>
                </a:lnTo>
                <a:lnTo>
                  <a:pt x="18788" y="6701"/>
                </a:lnTo>
                <a:lnTo>
                  <a:pt x="18828" y="7125"/>
                </a:lnTo>
                <a:lnTo>
                  <a:pt x="18868" y="7548"/>
                </a:lnTo>
                <a:lnTo>
                  <a:pt x="18889" y="7992"/>
                </a:lnTo>
                <a:lnTo>
                  <a:pt x="18889" y="8456"/>
                </a:lnTo>
                <a:lnTo>
                  <a:pt x="18889" y="8941"/>
                </a:lnTo>
                <a:lnTo>
                  <a:pt x="18868" y="9425"/>
                </a:lnTo>
                <a:lnTo>
                  <a:pt x="18949" y="9425"/>
                </a:lnTo>
                <a:lnTo>
                  <a:pt x="18969" y="8941"/>
                </a:lnTo>
                <a:lnTo>
                  <a:pt x="18969" y="8456"/>
                </a:lnTo>
                <a:lnTo>
                  <a:pt x="18969" y="7992"/>
                </a:lnTo>
                <a:lnTo>
                  <a:pt x="18949" y="7528"/>
                </a:lnTo>
                <a:lnTo>
                  <a:pt x="18909" y="7104"/>
                </a:lnTo>
                <a:lnTo>
                  <a:pt x="18868" y="6681"/>
                </a:lnTo>
                <a:lnTo>
                  <a:pt x="18788" y="6277"/>
                </a:lnTo>
                <a:lnTo>
                  <a:pt x="18727" y="5894"/>
                </a:lnTo>
                <a:lnTo>
                  <a:pt x="18626" y="5510"/>
                </a:lnTo>
                <a:lnTo>
                  <a:pt x="18525" y="5147"/>
                </a:lnTo>
                <a:lnTo>
                  <a:pt x="18404" y="4804"/>
                </a:lnTo>
                <a:lnTo>
                  <a:pt x="18263" y="4461"/>
                </a:lnTo>
                <a:lnTo>
                  <a:pt x="18102" y="4138"/>
                </a:lnTo>
                <a:lnTo>
                  <a:pt x="17940" y="3835"/>
                </a:lnTo>
                <a:lnTo>
                  <a:pt x="17759" y="3553"/>
                </a:lnTo>
                <a:lnTo>
                  <a:pt x="17577" y="3270"/>
                </a:lnTo>
                <a:lnTo>
                  <a:pt x="17375" y="3008"/>
                </a:lnTo>
                <a:lnTo>
                  <a:pt x="17173" y="2766"/>
                </a:lnTo>
                <a:lnTo>
                  <a:pt x="16951" y="2544"/>
                </a:lnTo>
                <a:lnTo>
                  <a:pt x="16729" y="2322"/>
                </a:lnTo>
                <a:lnTo>
                  <a:pt x="16507" y="2140"/>
                </a:lnTo>
                <a:lnTo>
                  <a:pt x="16265" y="1958"/>
                </a:lnTo>
                <a:lnTo>
                  <a:pt x="15781" y="1615"/>
                </a:lnTo>
                <a:lnTo>
                  <a:pt x="15317" y="1333"/>
                </a:lnTo>
                <a:lnTo>
                  <a:pt x="14832" y="1111"/>
                </a:lnTo>
                <a:lnTo>
                  <a:pt x="14388" y="909"/>
                </a:lnTo>
                <a:lnTo>
                  <a:pt x="13965" y="748"/>
                </a:lnTo>
                <a:lnTo>
                  <a:pt x="13400" y="566"/>
                </a:lnTo>
                <a:lnTo>
                  <a:pt x="12814" y="425"/>
                </a:lnTo>
                <a:lnTo>
                  <a:pt x="12229" y="304"/>
                </a:lnTo>
                <a:lnTo>
                  <a:pt x="11664" y="223"/>
                </a:lnTo>
                <a:lnTo>
                  <a:pt x="11119" y="142"/>
                </a:lnTo>
                <a:lnTo>
                  <a:pt x="10574" y="82"/>
                </a:lnTo>
                <a:lnTo>
                  <a:pt x="9586" y="21"/>
                </a:lnTo>
                <a:lnTo>
                  <a:pt x="83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1" name="Google Shape;2691;p34"/>
          <p:cNvSpPr/>
          <p:nvPr/>
        </p:nvSpPr>
        <p:spPr>
          <a:xfrm flipH="1">
            <a:off x="-2122502" y="178273"/>
            <a:ext cx="1339208" cy="816864"/>
          </a:xfrm>
          <a:custGeom>
            <a:rect b="b" l="l" r="r" t="t"/>
            <a:pathLst>
              <a:path extrusionOk="0" h="14611" w="23954">
                <a:moveTo>
                  <a:pt x="8637" y="0"/>
                </a:moveTo>
                <a:lnTo>
                  <a:pt x="7870" y="41"/>
                </a:lnTo>
                <a:lnTo>
                  <a:pt x="7083" y="81"/>
                </a:lnTo>
                <a:lnTo>
                  <a:pt x="6296" y="162"/>
                </a:lnTo>
                <a:lnTo>
                  <a:pt x="5509" y="243"/>
                </a:lnTo>
                <a:lnTo>
                  <a:pt x="5065" y="303"/>
                </a:lnTo>
                <a:lnTo>
                  <a:pt x="4601" y="384"/>
                </a:lnTo>
                <a:lnTo>
                  <a:pt x="4097" y="485"/>
                </a:lnTo>
                <a:lnTo>
                  <a:pt x="3592" y="626"/>
                </a:lnTo>
                <a:lnTo>
                  <a:pt x="3067" y="787"/>
                </a:lnTo>
                <a:lnTo>
                  <a:pt x="2563" y="1009"/>
                </a:lnTo>
                <a:lnTo>
                  <a:pt x="2321" y="1131"/>
                </a:lnTo>
                <a:lnTo>
                  <a:pt x="2079" y="1252"/>
                </a:lnTo>
                <a:lnTo>
                  <a:pt x="1836" y="1393"/>
                </a:lnTo>
                <a:lnTo>
                  <a:pt x="1614" y="1554"/>
                </a:lnTo>
                <a:lnTo>
                  <a:pt x="1392" y="1716"/>
                </a:lnTo>
                <a:lnTo>
                  <a:pt x="1191" y="1897"/>
                </a:lnTo>
                <a:lnTo>
                  <a:pt x="1009" y="2079"/>
                </a:lnTo>
                <a:lnTo>
                  <a:pt x="827" y="2261"/>
                </a:lnTo>
                <a:lnTo>
                  <a:pt x="686" y="2462"/>
                </a:lnTo>
                <a:lnTo>
                  <a:pt x="545" y="2664"/>
                </a:lnTo>
                <a:lnTo>
                  <a:pt x="404" y="2866"/>
                </a:lnTo>
                <a:lnTo>
                  <a:pt x="303" y="3088"/>
                </a:lnTo>
                <a:lnTo>
                  <a:pt x="222" y="3330"/>
                </a:lnTo>
                <a:lnTo>
                  <a:pt x="141" y="3552"/>
                </a:lnTo>
                <a:lnTo>
                  <a:pt x="81" y="3814"/>
                </a:lnTo>
                <a:lnTo>
                  <a:pt x="40" y="4057"/>
                </a:lnTo>
                <a:lnTo>
                  <a:pt x="0" y="4319"/>
                </a:lnTo>
                <a:lnTo>
                  <a:pt x="0" y="4581"/>
                </a:lnTo>
                <a:lnTo>
                  <a:pt x="0" y="4864"/>
                </a:lnTo>
                <a:lnTo>
                  <a:pt x="20" y="5146"/>
                </a:lnTo>
                <a:lnTo>
                  <a:pt x="81" y="5611"/>
                </a:lnTo>
                <a:lnTo>
                  <a:pt x="182" y="6095"/>
                </a:lnTo>
                <a:lnTo>
                  <a:pt x="303" y="6559"/>
                </a:lnTo>
                <a:lnTo>
                  <a:pt x="424" y="7023"/>
                </a:lnTo>
                <a:lnTo>
                  <a:pt x="565" y="7588"/>
                </a:lnTo>
                <a:lnTo>
                  <a:pt x="706" y="8173"/>
                </a:lnTo>
                <a:lnTo>
                  <a:pt x="767" y="8537"/>
                </a:lnTo>
                <a:lnTo>
                  <a:pt x="827" y="8920"/>
                </a:lnTo>
                <a:lnTo>
                  <a:pt x="868" y="9324"/>
                </a:lnTo>
                <a:lnTo>
                  <a:pt x="888" y="9707"/>
                </a:lnTo>
                <a:lnTo>
                  <a:pt x="908" y="10090"/>
                </a:lnTo>
                <a:lnTo>
                  <a:pt x="888" y="10474"/>
                </a:lnTo>
                <a:lnTo>
                  <a:pt x="868" y="10857"/>
                </a:lnTo>
                <a:lnTo>
                  <a:pt x="827" y="11241"/>
                </a:lnTo>
                <a:lnTo>
                  <a:pt x="807" y="11483"/>
                </a:lnTo>
                <a:lnTo>
                  <a:pt x="767" y="11765"/>
                </a:lnTo>
                <a:lnTo>
                  <a:pt x="747" y="12068"/>
                </a:lnTo>
                <a:lnTo>
                  <a:pt x="747" y="12351"/>
                </a:lnTo>
                <a:lnTo>
                  <a:pt x="767" y="12653"/>
                </a:lnTo>
                <a:lnTo>
                  <a:pt x="807" y="12815"/>
                </a:lnTo>
                <a:lnTo>
                  <a:pt x="848" y="12976"/>
                </a:lnTo>
                <a:lnTo>
                  <a:pt x="928" y="13138"/>
                </a:lnTo>
                <a:lnTo>
                  <a:pt x="1029" y="13299"/>
                </a:lnTo>
                <a:lnTo>
                  <a:pt x="1130" y="13440"/>
                </a:lnTo>
                <a:lnTo>
                  <a:pt x="1271" y="13561"/>
                </a:lnTo>
                <a:lnTo>
                  <a:pt x="1433" y="13662"/>
                </a:lnTo>
                <a:lnTo>
                  <a:pt x="1614" y="13723"/>
                </a:lnTo>
                <a:lnTo>
                  <a:pt x="1715" y="13763"/>
                </a:lnTo>
                <a:lnTo>
                  <a:pt x="2058" y="13763"/>
                </a:lnTo>
                <a:lnTo>
                  <a:pt x="2280" y="13723"/>
                </a:lnTo>
                <a:lnTo>
                  <a:pt x="2502" y="13683"/>
                </a:lnTo>
                <a:lnTo>
                  <a:pt x="3794" y="13420"/>
                </a:lnTo>
                <a:lnTo>
                  <a:pt x="4419" y="13299"/>
                </a:lnTo>
                <a:lnTo>
                  <a:pt x="5065" y="13198"/>
                </a:lnTo>
                <a:lnTo>
                  <a:pt x="5691" y="13118"/>
                </a:lnTo>
                <a:lnTo>
                  <a:pt x="6337" y="13057"/>
                </a:lnTo>
                <a:lnTo>
                  <a:pt x="6962" y="13037"/>
                </a:lnTo>
                <a:lnTo>
                  <a:pt x="7588" y="13037"/>
                </a:lnTo>
                <a:lnTo>
                  <a:pt x="8133" y="13077"/>
                </a:lnTo>
                <a:lnTo>
                  <a:pt x="8657" y="13138"/>
                </a:lnTo>
                <a:lnTo>
                  <a:pt x="9202" y="13218"/>
                </a:lnTo>
                <a:lnTo>
                  <a:pt x="9747" y="13319"/>
                </a:lnTo>
                <a:lnTo>
                  <a:pt x="10796" y="13561"/>
                </a:lnTo>
                <a:lnTo>
                  <a:pt x="11846" y="13824"/>
                </a:lnTo>
                <a:lnTo>
                  <a:pt x="13218" y="14167"/>
                </a:lnTo>
                <a:lnTo>
                  <a:pt x="13924" y="14328"/>
                </a:lnTo>
                <a:lnTo>
                  <a:pt x="14610" y="14449"/>
                </a:lnTo>
                <a:lnTo>
                  <a:pt x="15095" y="14530"/>
                </a:lnTo>
                <a:lnTo>
                  <a:pt x="15559" y="14570"/>
                </a:lnTo>
                <a:lnTo>
                  <a:pt x="16023" y="14611"/>
                </a:lnTo>
                <a:lnTo>
                  <a:pt x="16871" y="14611"/>
                </a:lnTo>
                <a:lnTo>
                  <a:pt x="17274" y="14570"/>
                </a:lnTo>
                <a:lnTo>
                  <a:pt x="17658" y="14530"/>
                </a:lnTo>
                <a:lnTo>
                  <a:pt x="18021" y="14449"/>
                </a:lnTo>
                <a:lnTo>
                  <a:pt x="18485" y="14328"/>
                </a:lnTo>
                <a:lnTo>
                  <a:pt x="18909" y="14187"/>
                </a:lnTo>
                <a:lnTo>
                  <a:pt x="19312" y="14005"/>
                </a:lnTo>
                <a:lnTo>
                  <a:pt x="19676" y="13783"/>
                </a:lnTo>
                <a:lnTo>
                  <a:pt x="20039" y="13541"/>
                </a:lnTo>
                <a:lnTo>
                  <a:pt x="20341" y="13279"/>
                </a:lnTo>
                <a:lnTo>
                  <a:pt x="20644" y="12976"/>
                </a:lnTo>
                <a:lnTo>
                  <a:pt x="20886" y="12674"/>
                </a:lnTo>
                <a:lnTo>
                  <a:pt x="21028" y="12472"/>
                </a:lnTo>
                <a:lnTo>
                  <a:pt x="21149" y="12270"/>
                </a:lnTo>
                <a:lnTo>
                  <a:pt x="21250" y="12048"/>
                </a:lnTo>
                <a:lnTo>
                  <a:pt x="21350" y="11846"/>
                </a:lnTo>
                <a:lnTo>
                  <a:pt x="21512" y="11402"/>
                </a:lnTo>
                <a:lnTo>
                  <a:pt x="21633" y="10958"/>
                </a:lnTo>
                <a:lnTo>
                  <a:pt x="21734" y="10494"/>
                </a:lnTo>
                <a:lnTo>
                  <a:pt x="21794" y="10030"/>
                </a:lnTo>
                <a:lnTo>
                  <a:pt x="21835" y="9586"/>
                </a:lnTo>
                <a:lnTo>
                  <a:pt x="21875" y="9142"/>
                </a:lnTo>
                <a:lnTo>
                  <a:pt x="21794" y="9142"/>
                </a:lnTo>
                <a:lnTo>
                  <a:pt x="21754" y="9586"/>
                </a:lnTo>
                <a:lnTo>
                  <a:pt x="21714" y="10030"/>
                </a:lnTo>
                <a:lnTo>
                  <a:pt x="21653" y="10474"/>
                </a:lnTo>
                <a:lnTo>
                  <a:pt x="21552" y="10918"/>
                </a:lnTo>
                <a:lnTo>
                  <a:pt x="21431" y="11362"/>
                </a:lnTo>
                <a:lnTo>
                  <a:pt x="21270" y="11806"/>
                </a:lnTo>
                <a:lnTo>
                  <a:pt x="21189" y="12008"/>
                </a:lnTo>
                <a:lnTo>
                  <a:pt x="21068" y="12230"/>
                </a:lnTo>
                <a:lnTo>
                  <a:pt x="20947" y="12431"/>
                </a:lnTo>
                <a:lnTo>
                  <a:pt x="20826" y="12613"/>
                </a:lnTo>
                <a:lnTo>
                  <a:pt x="20584" y="12936"/>
                </a:lnTo>
                <a:lnTo>
                  <a:pt x="20301" y="13218"/>
                </a:lnTo>
                <a:lnTo>
                  <a:pt x="19978" y="13481"/>
                </a:lnTo>
                <a:lnTo>
                  <a:pt x="19635" y="13723"/>
                </a:lnTo>
                <a:lnTo>
                  <a:pt x="19272" y="13925"/>
                </a:lnTo>
                <a:lnTo>
                  <a:pt x="18868" y="14106"/>
                </a:lnTo>
                <a:lnTo>
                  <a:pt x="18445" y="14248"/>
                </a:lnTo>
                <a:lnTo>
                  <a:pt x="18001" y="14369"/>
                </a:lnTo>
                <a:lnTo>
                  <a:pt x="17637" y="14449"/>
                </a:lnTo>
                <a:lnTo>
                  <a:pt x="17254" y="14490"/>
                </a:lnTo>
                <a:lnTo>
                  <a:pt x="16871" y="14530"/>
                </a:lnTo>
                <a:lnTo>
                  <a:pt x="16023" y="14530"/>
                </a:lnTo>
                <a:lnTo>
                  <a:pt x="15579" y="14490"/>
                </a:lnTo>
                <a:lnTo>
                  <a:pt x="15115" y="14449"/>
                </a:lnTo>
                <a:lnTo>
                  <a:pt x="14631" y="14369"/>
                </a:lnTo>
                <a:lnTo>
                  <a:pt x="13924" y="14248"/>
                </a:lnTo>
                <a:lnTo>
                  <a:pt x="13238" y="14086"/>
                </a:lnTo>
                <a:lnTo>
                  <a:pt x="11866" y="13743"/>
                </a:lnTo>
                <a:lnTo>
                  <a:pt x="10817" y="13481"/>
                </a:lnTo>
                <a:lnTo>
                  <a:pt x="9747" y="13239"/>
                </a:lnTo>
                <a:lnTo>
                  <a:pt x="9222" y="13138"/>
                </a:lnTo>
                <a:lnTo>
                  <a:pt x="8677" y="13057"/>
                </a:lnTo>
                <a:lnTo>
                  <a:pt x="8133" y="12996"/>
                </a:lnTo>
                <a:lnTo>
                  <a:pt x="7588" y="12956"/>
                </a:lnTo>
                <a:lnTo>
                  <a:pt x="6962" y="12956"/>
                </a:lnTo>
                <a:lnTo>
                  <a:pt x="6316" y="12976"/>
                </a:lnTo>
                <a:lnTo>
                  <a:pt x="5691" y="13037"/>
                </a:lnTo>
                <a:lnTo>
                  <a:pt x="5065" y="13118"/>
                </a:lnTo>
                <a:lnTo>
                  <a:pt x="4419" y="13218"/>
                </a:lnTo>
                <a:lnTo>
                  <a:pt x="3774" y="13339"/>
                </a:lnTo>
                <a:lnTo>
                  <a:pt x="2482" y="13602"/>
                </a:lnTo>
                <a:lnTo>
                  <a:pt x="2280" y="13642"/>
                </a:lnTo>
                <a:lnTo>
                  <a:pt x="2058" y="13683"/>
                </a:lnTo>
                <a:lnTo>
                  <a:pt x="1735" y="13683"/>
                </a:lnTo>
                <a:lnTo>
                  <a:pt x="1635" y="13662"/>
                </a:lnTo>
                <a:lnTo>
                  <a:pt x="1453" y="13582"/>
                </a:lnTo>
                <a:lnTo>
                  <a:pt x="1312" y="13501"/>
                </a:lnTo>
                <a:lnTo>
                  <a:pt x="1191" y="13380"/>
                </a:lnTo>
                <a:lnTo>
                  <a:pt x="1090" y="13239"/>
                </a:lnTo>
                <a:lnTo>
                  <a:pt x="989" y="13097"/>
                </a:lnTo>
                <a:lnTo>
                  <a:pt x="928" y="12936"/>
                </a:lnTo>
                <a:lnTo>
                  <a:pt x="888" y="12795"/>
                </a:lnTo>
                <a:lnTo>
                  <a:pt x="848" y="12633"/>
                </a:lnTo>
                <a:lnTo>
                  <a:pt x="827" y="12351"/>
                </a:lnTo>
                <a:lnTo>
                  <a:pt x="827" y="12068"/>
                </a:lnTo>
                <a:lnTo>
                  <a:pt x="848" y="11765"/>
                </a:lnTo>
                <a:lnTo>
                  <a:pt x="888" y="11483"/>
                </a:lnTo>
                <a:lnTo>
                  <a:pt x="908" y="11261"/>
                </a:lnTo>
                <a:lnTo>
                  <a:pt x="948" y="10857"/>
                </a:lnTo>
                <a:lnTo>
                  <a:pt x="969" y="10474"/>
                </a:lnTo>
                <a:lnTo>
                  <a:pt x="989" y="10090"/>
                </a:lnTo>
                <a:lnTo>
                  <a:pt x="969" y="9707"/>
                </a:lnTo>
                <a:lnTo>
                  <a:pt x="948" y="9303"/>
                </a:lnTo>
                <a:lnTo>
                  <a:pt x="908" y="8920"/>
                </a:lnTo>
                <a:lnTo>
                  <a:pt x="848" y="8537"/>
                </a:lnTo>
                <a:lnTo>
                  <a:pt x="787" y="8153"/>
                </a:lnTo>
                <a:lnTo>
                  <a:pt x="646" y="7568"/>
                </a:lnTo>
                <a:lnTo>
                  <a:pt x="505" y="7003"/>
                </a:lnTo>
                <a:lnTo>
                  <a:pt x="383" y="6539"/>
                </a:lnTo>
                <a:lnTo>
                  <a:pt x="262" y="6075"/>
                </a:lnTo>
                <a:lnTo>
                  <a:pt x="161" y="5611"/>
                </a:lnTo>
                <a:lnTo>
                  <a:pt x="101" y="5126"/>
                </a:lnTo>
                <a:lnTo>
                  <a:pt x="81" y="4844"/>
                </a:lnTo>
                <a:lnTo>
                  <a:pt x="81" y="4581"/>
                </a:lnTo>
                <a:lnTo>
                  <a:pt x="81" y="4319"/>
                </a:lnTo>
                <a:lnTo>
                  <a:pt x="121" y="4077"/>
                </a:lnTo>
                <a:lnTo>
                  <a:pt x="161" y="3835"/>
                </a:lnTo>
                <a:lnTo>
                  <a:pt x="222" y="3593"/>
                </a:lnTo>
                <a:lnTo>
                  <a:pt x="283" y="3350"/>
                </a:lnTo>
                <a:lnTo>
                  <a:pt x="383" y="3128"/>
                </a:lnTo>
                <a:lnTo>
                  <a:pt x="484" y="2906"/>
                </a:lnTo>
                <a:lnTo>
                  <a:pt x="605" y="2705"/>
                </a:lnTo>
                <a:lnTo>
                  <a:pt x="747" y="2503"/>
                </a:lnTo>
                <a:lnTo>
                  <a:pt x="888" y="2301"/>
                </a:lnTo>
                <a:lnTo>
                  <a:pt x="1070" y="2119"/>
                </a:lnTo>
                <a:lnTo>
                  <a:pt x="1251" y="1938"/>
                </a:lnTo>
                <a:lnTo>
                  <a:pt x="1453" y="1776"/>
                </a:lnTo>
                <a:lnTo>
                  <a:pt x="1655" y="1615"/>
                </a:lnTo>
                <a:lnTo>
                  <a:pt x="1897" y="1453"/>
                </a:lnTo>
                <a:lnTo>
                  <a:pt x="2119" y="1332"/>
                </a:lnTo>
                <a:lnTo>
                  <a:pt x="2361" y="1191"/>
                </a:lnTo>
                <a:lnTo>
                  <a:pt x="2603" y="1070"/>
                </a:lnTo>
                <a:lnTo>
                  <a:pt x="3108" y="868"/>
                </a:lnTo>
                <a:lnTo>
                  <a:pt x="3612" y="707"/>
                </a:lnTo>
                <a:lnTo>
                  <a:pt x="4117" y="565"/>
                </a:lnTo>
                <a:lnTo>
                  <a:pt x="4621" y="465"/>
                </a:lnTo>
                <a:lnTo>
                  <a:pt x="5085" y="384"/>
                </a:lnTo>
                <a:lnTo>
                  <a:pt x="5529" y="323"/>
                </a:lnTo>
                <a:lnTo>
                  <a:pt x="6316" y="243"/>
                </a:lnTo>
                <a:lnTo>
                  <a:pt x="7083" y="162"/>
                </a:lnTo>
                <a:lnTo>
                  <a:pt x="7870" y="122"/>
                </a:lnTo>
                <a:lnTo>
                  <a:pt x="8637" y="81"/>
                </a:lnTo>
                <a:lnTo>
                  <a:pt x="10171" y="81"/>
                </a:lnTo>
                <a:lnTo>
                  <a:pt x="10938" y="101"/>
                </a:lnTo>
                <a:lnTo>
                  <a:pt x="11704" y="142"/>
                </a:lnTo>
                <a:lnTo>
                  <a:pt x="12451" y="202"/>
                </a:lnTo>
                <a:lnTo>
                  <a:pt x="13218" y="283"/>
                </a:lnTo>
                <a:lnTo>
                  <a:pt x="13965" y="364"/>
                </a:lnTo>
                <a:lnTo>
                  <a:pt x="14711" y="485"/>
                </a:lnTo>
                <a:lnTo>
                  <a:pt x="15458" y="606"/>
                </a:lnTo>
                <a:lnTo>
                  <a:pt x="16225" y="767"/>
                </a:lnTo>
                <a:lnTo>
                  <a:pt x="16971" y="929"/>
                </a:lnTo>
                <a:lnTo>
                  <a:pt x="17718" y="1110"/>
                </a:lnTo>
                <a:lnTo>
                  <a:pt x="18445" y="1312"/>
                </a:lnTo>
                <a:lnTo>
                  <a:pt x="19191" y="1554"/>
                </a:lnTo>
                <a:lnTo>
                  <a:pt x="19554" y="1675"/>
                </a:lnTo>
                <a:lnTo>
                  <a:pt x="19938" y="1817"/>
                </a:lnTo>
                <a:lnTo>
                  <a:pt x="20301" y="1978"/>
                </a:lnTo>
                <a:lnTo>
                  <a:pt x="20644" y="2140"/>
                </a:lnTo>
                <a:lnTo>
                  <a:pt x="20987" y="2321"/>
                </a:lnTo>
                <a:lnTo>
                  <a:pt x="21330" y="2523"/>
                </a:lnTo>
                <a:lnTo>
                  <a:pt x="21653" y="2745"/>
                </a:lnTo>
                <a:lnTo>
                  <a:pt x="21956" y="2967"/>
                </a:lnTo>
                <a:lnTo>
                  <a:pt x="22259" y="3229"/>
                </a:lnTo>
                <a:lnTo>
                  <a:pt x="22541" y="3492"/>
                </a:lnTo>
                <a:lnTo>
                  <a:pt x="22783" y="3794"/>
                </a:lnTo>
                <a:lnTo>
                  <a:pt x="23025" y="4097"/>
                </a:lnTo>
                <a:lnTo>
                  <a:pt x="23207" y="4380"/>
                </a:lnTo>
                <a:lnTo>
                  <a:pt x="23368" y="4682"/>
                </a:lnTo>
                <a:lnTo>
                  <a:pt x="23510" y="4965"/>
                </a:lnTo>
                <a:lnTo>
                  <a:pt x="23611" y="5288"/>
                </a:lnTo>
                <a:lnTo>
                  <a:pt x="23712" y="5611"/>
                </a:lnTo>
                <a:lnTo>
                  <a:pt x="23792" y="5933"/>
                </a:lnTo>
                <a:lnTo>
                  <a:pt x="23833" y="6256"/>
                </a:lnTo>
                <a:lnTo>
                  <a:pt x="23873" y="6579"/>
                </a:lnTo>
                <a:lnTo>
                  <a:pt x="23873" y="6922"/>
                </a:lnTo>
                <a:lnTo>
                  <a:pt x="23873" y="7245"/>
                </a:lnTo>
                <a:lnTo>
                  <a:pt x="23833" y="7588"/>
                </a:lnTo>
                <a:lnTo>
                  <a:pt x="23772" y="7911"/>
                </a:lnTo>
                <a:lnTo>
                  <a:pt x="23712" y="8234"/>
                </a:lnTo>
                <a:lnTo>
                  <a:pt x="23611" y="8537"/>
                </a:lnTo>
                <a:lnTo>
                  <a:pt x="23490" y="8860"/>
                </a:lnTo>
                <a:lnTo>
                  <a:pt x="23328" y="9162"/>
                </a:lnTo>
                <a:lnTo>
                  <a:pt x="23409" y="9182"/>
                </a:lnTo>
                <a:lnTo>
                  <a:pt x="23550" y="8880"/>
                </a:lnTo>
                <a:lnTo>
                  <a:pt x="23671" y="8577"/>
                </a:lnTo>
                <a:lnTo>
                  <a:pt x="23772" y="8254"/>
                </a:lnTo>
                <a:lnTo>
                  <a:pt x="23853" y="7931"/>
                </a:lnTo>
                <a:lnTo>
                  <a:pt x="23913" y="7588"/>
                </a:lnTo>
                <a:lnTo>
                  <a:pt x="23954" y="7265"/>
                </a:lnTo>
                <a:lnTo>
                  <a:pt x="23954" y="6922"/>
                </a:lnTo>
                <a:lnTo>
                  <a:pt x="23954" y="6579"/>
                </a:lnTo>
                <a:lnTo>
                  <a:pt x="23913" y="6236"/>
                </a:lnTo>
                <a:lnTo>
                  <a:pt x="23873" y="5913"/>
                </a:lnTo>
                <a:lnTo>
                  <a:pt x="23792" y="5590"/>
                </a:lnTo>
                <a:lnTo>
                  <a:pt x="23691" y="5267"/>
                </a:lnTo>
                <a:lnTo>
                  <a:pt x="23570" y="4945"/>
                </a:lnTo>
                <a:lnTo>
                  <a:pt x="23429" y="4642"/>
                </a:lnTo>
                <a:lnTo>
                  <a:pt x="23268" y="4339"/>
                </a:lnTo>
                <a:lnTo>
                  <a:pt x="23086" y="4057"/>
                </a:lnTo>
                <a:lnTo>
                  <a:pt x="22844" y="3734"/>
                </a:lnTo>
                <a:lnTo>
                  <a:pt x="22602" y="3451"/>
                </a:lnTo>
                <a:lnTo>
                  <a:pt x="22319" y="3169"/>
                </a:lnTo>
                <a:lnTo>
                  <a:pt x="22016" y="2906"/>
                </a:lnTo>
                <a:lnTo>
                  <a:pt x="21694" y="2684"/>
                </a:lnTo>
                <a:lnTo>
                  <a:pt x="21371" y="2462"/>
                </a:lnTo>
                <a:lnTo>
                  <a:pt x="21048" y="2261"/>
                </a:lnTo>
                <a:lnTo>
                  <a:pt x="20685" y="2079"/>
                </a:lnTo>
                <a:lnTo>
                  <a:pt x="20341" y="1897"/>
                </a:lnTo>
                <a:lnTo>
                  <a:pt x="19978" y="1756"/>
                </a:lnTo>
                <a:lnTo>
                  <a:pt x="19595" y="1595"/>
                </a:lnTo>
                <a:lnTo>
                  <a:pt x="19232" y="1474"/>
                </a:lnTo>
                <a:lnTo>
                  <a:pt x="18465" y="1231"/>
                </a:lnTo>
                <a:lnTo>
                  <a:pt x="17738" y="1030"/>
                </a:lnTo>
                <a:lnTo>
                  <a:pt x="16971" y="848"/>
                </a:lnTo>
                <a:lnTo>
                  <a:pt x="16225" y="687"/>
                </a:lnTo>
                <a:lnTo>
                  <a:pt x="15478" y="545"/>
                </a:lnTo>
                <a:lnTo>
                  <a:pt x="14731" y="404"/>
                </a:lnTo>
                <a:lnTo>
                  <a:pt x="13985" y="283"/>
                </a:lnTo>
                <a:lnTo>
                  <a:pt x="13218" y="202"/>
                </a:lnTo>
                <a:lnTo>
                  <a:pt x="12471" y="122"/>
                </a:lnTo>
                <a:lnTo>
                  <a:pt x="11704" y="61"/>
                </a:lnTo>
                <a:lnTo>
                  <a:pt x="10938" y="21"/>
                </a:lnTo>
                <a:lnTo>
                  <a:pt x="1019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2" name="Google Shape;2692;p34"/>
          <p:cNvSpPr/>
          <p:nvPr/>
        </p:nvSpPr>
        <p:spPr>
          <a:xfrm flipH="1">
            <a:off x="-2092029" y="380207"/>
            <a:ext cx="1145153" cy="459224"/>
          </a:xfrm>
          <a:custGeom>
            <a:rect b="b" l="l" r="r" t="t"/>
            <a:pathLst>
              <a:path extrusionOk="0" h="8214" w="20483">
                <a:moveTo>
                  <a:pt x="0" y="1"/>
                </a:moveTo>
                <a:lnTo>
                  <a:pt x="20" y="182"/>
                </a:lnTo>
                <a:lnTo>
                  <a:pt x="40" y="384"/>
                </a:lnTo>
                <a:lnTo>
                  <a:pt x="141" y="768"/>
                </a:lnTo>
                <a:lnTo>
                  <a:pt x="283" y="1131"/>
                </a:lnTo>
                <a:lnTo>
                  <a:pt x="424" y="1494"/>
                </a:lnTo>
                <a:lnTo>
                  <a:pt x="585" y="1877"/>
                </a:lnTo>
                <a:lnTo>
                  <a:pt x="727" y="2261"/>
                </a:lnTo>
                <a:lnTo>
                  <a:pt x="787" y="2463"/>
                </a:lnTo>
                <a:lnTo>
                  <a:pt x="827" y="2664"/>
                </a:lnTo>
                <a:lnTo>
                  <a:pt x="848" y="2886"/>
                </a:lnTo>
                <a:lnTo>
                  <a:pt x="868" y="3088"/>
                </a:lnTo>
                <a:lnTo>
                  <a:pt x="848" y="3330"/>
                </a:lnTo>
                <a:lnTo>
                  <a:pt x="807" y="3573"/>
                </a:lnTo>
                <a:lnTo>
                  <a:pt x="686" y="4057"/>
                </a:lnTo>
                <a:lnTo>
                  <a:pt x="585" y="4460"/>
                </a:lnTo>
                <a:lnTo>
                  <a:pt x="545" y="4662"/>
                </a:lnTo>
                <a:lnTo>
                  <a:pt x="525" y="4864"/>
                </a:lnTo>
                <a:lnTo>
                  <a:pt x="525" y="5066"/>
                </a:lnTo>
                <a:lnTo>
                  <a:pt x="525" y="5248"/>
                </a:lnTo>
                <a:lnTo>
                  <a:pt x="565" y="5449"/>
                </a:lnTo>
                <a:lnTo>
                  <a:pt x="646" y="5631"/>
                </a:lnTo>
                <a:lnTo>
                  <a:pt x="706" y="5752"/>
                </a:lnTo>
                <a:lnTo>
                  <a:pt x="767" y="5873"/>
                </a:lnTo>
                <a:lnTo>
                  <a:pt x="848" y="5974"/>
                </a:lnTo>
                <a:lnTo>
                  <a:pt x="949" y="6075"/>
                </a:lnTo>
                <a:lnTo>
                  <a:pt x="1049" y="6156"/>
                </a:lnTo>
                <a:lnTo>
                  <a:pt x="1171" y="6236"/>
                </a:lnTo>
                <a:lnTo>
                  <a:pt x="1453" y="6378"/>
                </a:lnTo>
                <a:lnTo>
                  <a:pt x="1756" y="6478"/>
                </a:lnTo>
                <a:lnTo>
                  <a:pt x="2139" y="6559"/>
                </a:lnTo>
                <a:lnTo>
                  <a:pt x="2543" y="6600"/>
                </a:lnTo>
                <a:lnTo>
                  <a:pt x="3007" y="6620"/>
                </a:lnTo>
                <a:lnTo>
                  <a:pt x="4682" y="6600"/>
                </a:lnTo>
                <a:lnTo>
                  <a:pt x="7426" y="6600"/>
                </a:lnTo>
                <a:lnTo>
                  <a:pt x="8334" y="6640"/>
                </a:lnTo>
                <a:lnTo>
                  <a:pt x="9243" y="6721"/>
                </a:lnTo>
                <a:lnTo>
                  <a:pt x="10151" y="6822"/>
                </a:lnTo>
                <a:lnTo>
                  <a:pt x="10595" y="6902"/>
                </a:lnTo>
                <a:lnTo>
                  <a:pt x="11059" y="6983"/>
                </a:lnTo>
                <a:lnTo>
                  <a:pt x="11503" y="7084"/>
                </a:lnTo>
                <a:lnTo>
                  <a:pt x="11927" y="7205"/>
                </a:lnTo>
                <a:lnTo>
                  <a:pt x="12512" y="7387"/>
                </a:lnTo>
                <a:lnTo>
                  <a:pt x="13077" y="7568"/>
                </a:lnTo>
                <a:lnTo>
                  <a:pt x="13803" y="7790"/>
                </a:lnTo>
                <a:lnTo>
                  <a:pt x="14167" y="7911"/>
                </a:lnTo>
                <a:lnTo>
                  <a:pt x="14550" y="8012"/>
                </a:lnTo>
                <a:lnTo>
                  <a:pt x="14913" y="8093"/>
                </a:lnTo>
                <a:lnTo>
                  <a:pt x="15297" y="8153"/>
                </a:lnTo>
                <a:lnTo>
                  <a:pt x="15680" y="8194"/>
                </a:lnTo>
                <a:lnTo>
                  <a:pt x="16063" y="8214"/>
                </a:lnTo>
                <a:lnTo>
                  <a:pt x="16427" y="8214"/>
                </a:lnTo>
                <a:lnTo>
                  <a:pt x="16770" y="8174"/>
                </a:lnTo>
                <a:lnTo>
                  <a:pt x="17093" y="8113"/>
                </a:lnTo>
                <a:lnTo>
                  <a:pt x="17415" y="8032"/>
                </a:lnTo>
                <a:lnTo>
                  <a:pt x="17738" y="7931"/>
                </a:lnTo>
                <a:lnTo>
                  <a:pt x="18061" y="7810"/>
                </a:lnTo>
                <a:lnTo>
                  <a:pt x="18364" y="7649"/>
                </a:lnTo>
                <a:lnTo>
                  <a:pt x="18646" y="7488"/>
                </a:lnTo>
                <a:lnTo>
                  <a:pt x="18929" y="7306"/>
                </a:lnTo>
                <a:lnTo>
                  <a:pt x="19191" y="7104"/>
                </a:lnTo>
                <a:lnTo>
                  <a:pt x="19454" y="6902"/>
                </a:lnTo>
                <a:lnTo>
                  <a:pt x="19696" y="6660"/>
                </a:lnTo>
                <a:lnTo>
                  <a:pt x="19918" y="6418"/>
                </a:lnTo>
                <a:lnTo>
                  <a:pt x="20120" y="6156"/>
                </a:lnTo>
                <a:lnTo>
                  <a:pt x="20321" y="5873"/>
                </a:lnTo>
                <a:lnTo>
                  <a:pt x="20483" y="5570"/>
                </a:lnTo>
                <a:lnTo>
                  <a:pt x="20402" y="5550"/>
                </a:lnTo>
                <a:lnTo>
                  <a:pt x="20241" y="5833"/>
                </a:lnTo>
                <a:lnTo>
                  <a:pt x="20059" y="6095"/>
                </a:lnTo>
                <a:lnTo>
                  <a:pt x="19857" y="6357"/>
                </a:lnTo>
                <a:lnTo>
                  <a:pt x="19635" y="6600"/>
                </a:lnTo>
                <a:lnTo>
                  <a:pt x="19393" y="6842"/>
                </a:lnTo>
                <a:lnTo>
                  <a:pt x="19151" y="7044"/>
                </a:lnTo>
                <a:lnTo>
                  <a:pt x="18889" y="7245"/>
                </a:lnTo>
                <a:lnTo>
                  <a:pt x="18606" y="7427"/>
                </a:lnTo>
                <a:lnTo>
                  <a:pt x="18324" y="7588"/>
                </a:lnTo>
                <a:lnTo>
                  <a:pt x="18021" y="7730"/>
                </a:lnTo>
                <a:lnTo>
                  <a:pt x="17718" y="7851"/>
                </a:lnTo>
                <a:lnTo>
                  <a:pt x="17395" y="7952"/>
                </a:lnTo>
                <a:lnTo>
                  <a:pt x="17072" y="8032"/>
                </a:lnTo>
                <a:lnTo>
                  <a:pt x="16750" y="8093"/>
                </a:lnTo>
                <a:lnTo>
                  <a:pt x="16427" y="8133"/>
                </a:lnTo>
                <a:lnTo>
                  <a:pt x="16063" y="8133"/>
                </a:lnTo>
                <a:lnTo>
                  <a:pt x="15680" y="8113"/>
                </a:lnTo>
                <a:lnTo>
                  <a:pt x="15317" y="8073"/>
                </a:lnTo>
                <a:lnTo>
                  <a:pt x="14933" y="8012"/>
                </a:lnTo>
                <a:lnTo>
                  <a:pt x="14550" y="7931"/>
                </a:lnTo>
                <a:lnTo>
                  <a:pt x="14187" y="7831"/>
                </a:lnTo>
                <a:lnTo>
                  <a:pt x="13823" y="7730"/>
                </a:lnTo>
                <a:lnTo>
                  <a:pt x="13097" y="7488"/>
                </a:lnTo>
                <a:lnTo>
                  <a:pt x="12532" y="7306"/>
                </a:lnTo>
                <a:lnTo>
                  <a:pt x="11947" y="7124"/>
                </a:lnTo>
                <a:lnTo>
                  <a:pt x="11523" y="7003"/>
                </a:lnTo>
                <a:lnTo>
                  <a:pt x="11059" y="6902"/>
                </a:lnTo>
                <a:lnTo>
                  <a:pt x="10615" y="6822"/>
                </a:lnTo>
                <a:lnTo>
                  <a:pt x="10171" y="6741"/>
                </a:lnTo>
                <a:lnTo>
                  <a:pt x="9263" y="6640"/>
                </a:lnTo>
                <a:lnTo>
                  <a:pt x="8355" y="6559"/>
                </a:lnTo>
                <a:lnTo>
                  <a:pt x="7426" y="6519"/>
                </a:lnTo>
                <a:lnTo>
                  <a:pt x="4682" y="6519"/>
                </a:lnTo>
                <a:lnTo>
                  <a:pt x="3007" y="6539"/>
                </a:lnTo>
                <a:lnTo>
                  <a:pt x="2563" y="6519"/>
                </a:lnTo>
                <a:lnTo>
                  <a:pt x="2159" y="6478"/>
                </a:lnTo>
                <a:lnTo>
                  <a:pt x="1796" y="6398"/>
                </a:lnTo>
                <a:lnTo>
                  <a:pt x="1493" y="6297"/>
                </a:lnTo>
                <a:lnTo>
                  <a:pt x="1231" y="6176"/>
                </a:lnTo>
                <a:lnTo>
                  <a:pt x="1110" y="6095"/>
                </a:lnTo>
                <a:lnTo>
                  <a:pt x="1009" y="6014"/>
                </a:lnTo>
                <a:lnTo>
                  <a:pt x="928" y="5913"/>
                </a:lnTo>
                <a:lnTo>
                  <a:pt x="848" y="5833"/>
                </a:lnTo>
                <a:lnTo>
                  <a:pt x="767" y="5712"/>
                </a:lnTo>
                <a:lnTo>
                  <a:pt x="706" y="5611"/>
                </a:lnTo>
                <a:lnTo>
                  <a:pt x="646" y="5429"/>
                </a:lnTo>
                <a:lnTo>
                  <a:pt x="606" y="5248"/>
                </a:lnTo>
                <a:lnTo>
                  <a:pt x="606" y="5046"/>
                </a:lnTo>
                <a:lnTo>
                  <a:pt x="606" y="4864"/>
                </a:lnTo>
                <a:lnTo>
                  <a:pt x="626" y="4662"/>
                </a:lnTo>
                <a:lnTo>
                  <a:pt x="666" y="4481"/>
                </a:lnTo>
                <a:lnTo>
                  <a:pt x="767" y="4077"/>
                </a:lnTo>
                <a:lnTo>
                  <a:pt x="888" y="3593"/>
                </a:lnTo>
                <a:lnTo>
                  <a:pt x="928" y="3330"/>
                </a:lnTo>
                <a:lnTo>
                  <a:pt x="949" y="3088"/>
                </a:lnTo>
                <a:lnTo>
                  <a:pt x="928" y="2866"/>
                </a:lnTo>
                <a:lnTo>
                  <a:pt x="908" y="2664"/>
                </a:lnTo>
                <a:lnTo>
                  <a:pt x="868" y="2463"/>
                </a:lnTo>
                <a:lnTo>
                  <a:pt x="807" y="2261"/>
                </a:lnTo>
                <a:lnTo>
                  <a:pt x="666" y="1857"/>
                </a:lnTo>
                <a:lnTo>
                  <a:pt x="505" y="1454"/>
                </a:lnTo>
                <a:lnTo>
                  <a:pt x="363" y="1090"/>
                </a:lnTo>
                <a:lnTo>
                  <a:pt x="222" y="727"/>
                </a:lnTo>
                <a:lnTo>
                  <a:pt x="121" y="364"/>
                </a:lnTo>
                <a:lnTo>
                  <a:pt x="101" y="182"/>
                </a:lnTo>
                <a:lnTo>
                  <a:pt x="8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3" name="Google Shape;2693;p34"/>
          <p:cNvSpPr/>
          <p:nvPr/>
        </p:nvSpPr>
        <p:spPr>
          <a:xfrm flipH="1">
            <a:off x="-2068376" y="155687"/>
            <a:ext cx="886861" cy="530339"/>
          </a:xfrm>
          <a:custGeom>
            <a:rect b="b" l="l" r="r" t="t"/>
            <a:pathLst>
              <a:path extrusionOk="0" h="9486" w="15863">
                <a:moveTo>
                  <a:pt x="4117" y="82"/>
                </a:moveTo>
                <a:lnTo>
                  <a:pt x="4581" y="122"/>
                </a:lnTo>
                <a:lnTo>
                  <a:pt x="5025" y="162"/>
                </a:lnTo>
                <a:lnTo>
                  <a:pt x="5429" y="223"/>
                </a:lnTo>
                <a:lnTo>
                  <a:pt x="6176" y="344"/>
                </a:lnTo>
                <a:lnTo>
                  <a:pt x="6741" y="465"/>
                </a:lnTo>
                <a:lnTo>
                  <a:pt x="7427" y="626"/>
                </a:lnTo>
                <a:lnTo>
                  <a:pt x="8113" y="788"/>
                </a:lnTo>
                <a:lnTo>
                  <a:pt x="8799" y="990"/>
                </a:lnTo>
                <a:lnTo>
                  <a:pt x="9485" y="1171"/>
                </a:lnTo>
                <a:lnTo>
                  <a:pt x="10171" y="1393"/>
                </a:lnTo>
                <a:lnTo>
                  <a:pt x="10837" y="1615"/>
                </a:lnTo>
                <a:lnTo>
                  <a:pt x="11503" y="1857"/>
                </a:lnTo>
                <a:lnTo>
                  <a:pt x="12169" y="2100"/>
                </a:lnTo>
                <a:lnTo>
                  <a:pt x="12815" y="2382"/>
                </a:lnTo>
                <a:lnTo>
                  <a:pt x="13158" y="2523"/>
                </a:lnTo>
                <a:lnTo>
                  <a:pt x="13481" y="2705"/>
                </a:lnTo>
                <a:lnTo>
                  <a:pt x="13824" y="2887"/>
                </a:lnTo>
                <a:lnTo>
                  <a:pt x="14127" y="3109"/>
                </a:lnTo>
                <a:lnTo>
                  <a:pt x="14429" y="3331"/>
                </a:lnTo>
                <a:lnTo>
                  <a:pt x="14712" y="3593"/>
                </a:lnTo>
                <a:lnTo>
                  <a:pt x="14954" y="3875"/>
                </a:lnTo>
                <a:lnTo>
                  <a:pt x="15176" y="4158"/>
                </a:lnTo>
                <a:lnTo>
                  <a:pt x="15358" y="4481"/>
                </a:lnTo>
                <a:lnTo>
                  <a:pt x="15519" y="4804"/>
                </a:lnTo>
                <a:lnTo>
                  <a:pt x="15620" y="5127"/>
                </a:lnTo>
                <a:lnTo>
                  <a:pt x="15721" y="5490"/>
                </a:lnTo>
                <a:lnTo>
                  <a:pt x="15761" y="5833"/>
                </a:lnTo>
                <a:lnTo>
                  <a:pt x="15781" y="6176"/>
                </a:lnTo>
                <a:lnTo>
                  <a:pt x="15741" y="6539"/>
                </a:lnTo>
                <a:lnTo>
                  <a:pt x="15680" y="6902"/>
                </a:lnTo>
                <a:lnTo>
                  <a:pt x="15580" y="7246"/>
                </a:lnTo>
                <a:lnTo>
                  <a:pt x="15438" y="7589"/>
                </a:lnTo>
                <a:lnTo>
                  <a:pt x="15257" y="7891"/>
                </a:lnTo>
                <a:lnTo>
                  <a:pt x="15055" y="8174"/>
                </a:lnTo>
                <a:lnTo>
                  <a:pt x="14813" y="8436"/>
                </a:lnTo>
                <a:lnTo>
                  <a:pt x="14550" y="8678"/>
                </a:lnTo>
                <a:lnTo>
                  <a:pt x="14389" y="8799"/>
                </a:lnTo>
                <a:lnTo>
                  <a:pt x="14207" y="8900"/>
                </a:lnTo>
                <a:lnTo>
                  <a:pt x="14026" y="8981"/>
                </a:lnTo>
                <a:lnTo>
                  <a:pt x="13844" y="9082"/>
                </a:lnTo>
                <a:lnTo>
                  <a:pt x="13481" y="9203"/>
                </a:lnTo>
                <a:lnTo>
                  <a:pt x="13097" y="9304"/>
                </a:lnTo>
                <a:lnTo>
                  <a:pt x="12734" y="9364"/>
                </a:lnTo>
                <a:lnTo>
                  <a:pt x="12371" y="9385"/>
                </a:lnTo>
                <a:lnTo>
                  <a:pt x="12028" y="9405"/>
                </a:lnTo>
                <a:lnTo>
                  <a:pt x="11725" y="9385"/>
                </a:lnTo>
                <a:lnTo>
                  <a:pt x="11362" y="9364"/>
                </a:lnTo>
                <a:lnTo>
                  <a:pt x="10999" y="9324"/>
                </a:lnTo>
                <a:lnTo>
                  <a:pt x="10615" y="9264"/>
                </a:lnTo>
                <a:lnTo>
                  <a:pt x="10272" y="9183"/>
                </a:lnTo>
                <a:lnTo>
                  <a:pt x="9546" y="9021"/>
                </a:lnTo>
                <a:lnTo>
                  <a:pt x="8839" y="8840"/>
                </a:lnTo>
                <a:lnTo>
                  <a:pt x="7810" y="8577"/>
                </a:lnTo>
                <a:lnTo>
                  <a:pt x="7306" y="8476"/>
                </a:lnTo>
                <a:lnTo>
                  <a:pt x="6781" y="8376"/>
                </a:lnTo>
                <a:lnTo>
                  <a:pt x="6055" y="8295"/>
                </a:lnTo>
                <a:lnTo>
                  <a:pt x="5328" y="8234"/>
                </a:lnTo>
                <a:lnTo>
                  <a:pt x="4622" y="8214"/>
                </a:lnTo>
                <a:lnTo>
                  <a:pt x="3895" y="8214"/>
                </a:lnTo>
                <a:lnTo>
                  <a:pt x="2866" y="8194"/>
                </a:lnTo>
                <a:lnTo>
                  <a:pt x="2341" y="8174"/>
                </a:lnTo>
                <a:lnTo>
                  <a:pt x="1837" y="8133"/>
                </a:lnTo>
                <a:lnTo>
                  <a:pt x="1393" y="8073"/>
                </a:lnTo>
                <a:lnTo>
                  <a:pt x="1171" y="8033"/>
                </a:lnTo>
                <a:lnTo>
                  <a:pt x="969" y="7972"/>
                </a:lnTo>
                <a:lnTo>
                  <a:pt x="767" y="7871"/>
                </a:lnTo>
                <a:lnTo>
                  <a:pt x="586" y="7770"/>
                </a:lnTo>
                <a:lnTo>
                  <a:pt x="404" y="7629"/>
                </a:lnTo>
                <a:lnTo>
                  <a:pt x="283" y="7467"/>
                </a:lnTo>
                <a:lnTo>
                  <a:pt x="223" y="7367"/>
                </a:lnTo>
                <a:lnTo>
                  <a:pt x="162" y="7246"/>
                </a:lnTo>
                <a:lnTo>
                  <a:pt x="101" y="7024"/>
                </a:lnTo>
                <a:lnTo>
                  <a:pt x="81" y="6802"/>
                </a:lnTo>
                <a:lnTo>
                  <a:pt x="101" y="6580"/>
                </a:lnTo>
                <a:lnTo>
                  <a:pt x="142" y="6337"/>
                </a:lnTo>
                <a:lnTo>
                  <a:pt x="182" y="6095"/>
                </a:lnTo>
                <a:lnTo>
                  <a:pt x="323" y="5611"/>
                </a:lnTo>
                <a:lnTo>
                  <a:pt x="445" y="5248"/>
                </a:lnTo>
                <a:lnTo>
                  <a:pt x="525" y="4905"/>
                </a:lnTo>
                <a:lnTo>
                  <a:pt x="545" y="4723"/>
                </a:lnTo>
                <a:lnTo>
                  <a:pt x="566" y="4562"/>
                </a:lnTo>
                <a:lnTo>
                  <a:pt x="586" y="4380"/>
                </a:lnTo>
                <a:lnTo>
                  <a:pt x="566" y="4218"/>
                </a:lnTo>
                <a:lnTo>
                  <a:pt x="485" y="3795"/>
                </a:lnTo>
                <a:lnTo>
                  <a:pt x="384" y="3391"/>
                </a:lnTo>
                <a:lnTo>
                  <a:pt x="263" y="2887"/>
                </a:lnTo>
                <a:lnTo>
                  <a:pt x="223" y="2644"/>
                </a:lnTo>
                <a:lnTo>
                  <a:pt x="182" y="2382"/>
                </a:lnTo>
                <a:lnTo>
                  <a:pt x="202" y="2140"/>
                </a:lnTo>
                <a:lnTo>
                  <a:pt x="243" y="1898"/>
                </a:lnTo>
                <a:lnTo>
                  <a:pt x="323" y="1656"/>
                </a:lnTo>
                <a:lnTo>
                  <a:pt x="445" y="1393"/>
                </a:lnTo>
                <a:lnTo>
                  <a:pt x="566" y="1212"/>
                </a:lnTo>
                <a:lnTo>
                  <a:pt x="707" y="1050"/>
                </a:lnTo>
                <a:lnTo>
                  <a:pt x="868" y="889"/>
                </a:lnTo>
                <a:lnTo>
                  <a:pt x="1030" y="748"/>
                </a:lnTo>
                <a:lnTo>
                  <a:pt x="1211" y="626"/>
                </a:lnTo>
                <a:lnTo>
                  <a:pt x="1393" y="526"/>
                </a:lnTo>
                <a:lnTo>
                  <a:pt x="1595" y="425"/>
                </a:lnTo>
                <a:lnTo>
                  <a:pt x="1797" y="344"/>
                </a:lnTo>
                <a:lnTo>
                  <a:pt x="2019" y="283"/>
                </a:lnTo>
                <a:lnTo>
                  <a:pt x="2241" y="223"/>
                </a:lnTo>
                <a:lnTo>
                  <a:pt x="2705" y="142"/>
                </a:lnTo>
                <a:lnTo>
                  <a:pt x="3189" y="82"/>
                </a:lnTo>
                <a:close/>
                <a:moveTo>
                  <a:pt x="3552" y="1"/>
                </a:moveTo>
                <a:lnTo>
                  <a:pt x="3088" y="21"/>
                </a:lnTo>
                <a:lnTo>
                  <a:pt x="2604" y="61"/>
                </a:lnTo>
                <a:lnTo>
                  <a:pt x="2160" y="162"/>
                </a:lnTo>
                <a:lnTo>
                  <a:pt x="1938" y="223"/>
                </a:lnTo>
                <a:lnTo>
                  <a:pt x="1716" y="283"/>
                </a:lnTo>
                <a:lnTo>
                  <a:pt x="1514" y="384"/>
                </a:lnTo>
                <a:lnTo>
                  <a:pt x="1312" y="465"/>
                </a:lnTo>
                <a:lnTo>
                  <a:pt x="1131" y="586"/>
                </a:lnTo>
                <a:lnTo>
                  <a:pt x="949" y="707"/>
                </a:lnTo>
                <a:lnTo>
                  <a:pt x="788" y="848"/>
                </a:lnTo>
                <a:lnTo>
                  <a:pt x="646" y="990"/>
                </a:lnTo>
                <a:lnTo>
                  <a:pt x="505" y="1171"/>
                </a:lnTo>
                <a:lnTo>
                  <a:pt x="384" y="1353"/>
                </a:lnTo>
                <a:lnTo>
                  <a:pt x="243" y="1615"/>
                </a:lnTo>
                <a:lnTo>
                  <a:pt x="162" y="1878"/>
                </a:lnTo>
                <a:lnTo>
                  <a:pt x="122" y="2140"/>
                </a:lnTo>
                <a:lnTo>
                  <a:pt x="101" y="2382"/>
                </a:lnTo>
                <a:lnTo>
                  <a:pt x="142" y="2644"/>
                </a:lnTo>
                <a:lnTo>
                  <a:pt x="182" y="2887"/>
                </a:lnTo>
                <a:lnTo>
                  <a:pt x="303" y="3411"/>
                </a:lnTo>
                <a:lnTo>
                  <a:pt x="404" y="3815"/>
                </a:lnTo>
                <a:lnTo>
                  <a:pt x="485" y="4218"/>
                </a:lnTo>
                <a:lnTo>
                  <a:pt x="505" y="4380"/>
                </a:lnTo>
                <a:lnTo>
                  <a:pt x="485" y="4541"/>
                </a:lnTo>
                <a:lnTo>
                  <a:pt x="445" y="4884"/>
                </a:lnTo>
                <a:lnTo>
                  <a:pt x="364" y="5227"/>
                </a:lnTo>
                <a:lnTo>
                  <a:pt x="263" y="5591"/>
                </a:lnTo>
                <a:lnTo>
                  <a:pt x="101" y="6075"/>
                </a:lnTo>
                <a:lnTo>
                  <a:pt x="61" y="6337"/>
                </a:lnTo>
                <a:lnTo>
                  <a:pt x="21" y="6580"/>
                </a:lnTo>
                <a:lnTo>
                  <a:pt x="1" y="6822"/>
                </a:lnTo>
                <a:lnTo>
                  <a:pt x="41" y="7064"/>
                </a:lnTo>
                <a:lnTo>
                  <a:pt x="101" y="7286"/>
                </a:lnTo>
                <a:lnTo>
                  <a:pt x="142" y="7387"/>
                </a:lnTo>
                <a:lnTo>
                  <a:pt x="202" y="7508"/>
                </a:lnTo>
                <a:lnTo>
                  <a:pt x="344" y="7689"/>
                </a:lnTo>
                <a:lnTo>
                  <a:pt x="525" y="7831"/>
                </a:lnTo>
                <a:lnTo>
                  <a:pt x="727" y="7952"/>
                </a:lnTo>
                <a:lnTo>
                  <a:pt x="929" y="8033"/>
                </a:lnTo>
                <a:lnTo>
                  <a:pt x="1151" y="8113"/>
                </a:lnTo>
                <a:lnTo>
                  <a:pt x="1373" y="8154"/>
                </a:lnTo>
                <a:lnTo>
                  <a:pt x="1817" y="8214"/>
                </a:lnTo>
                <a:lnTo>
                  <a:pt x="2341" y="8255"/>
                </a:lnTo>
                <a:lnTo>
                  <a:pt x="2866" y="8275"/>
                </a:lnTo>
                <a:lnTo>
                  <a:pt x="3895" y="8295"/>
                </a:lnTo>
                <a:lnTo>
                  <a:pt x="4602" y="8295"/>
                </a:lnTo>
                <a:lnTo>
                  <a:pt x="5328" y="8315"/>
                </a:lnTo>
                <a:lnTo>
                  <a:pt x="6055" y="8376"/>
                </a:lnTo>
                <a:lnTo>
                  <a:pt x="6761" y="8456"/>
                </a:lnTo>
                <a:lnTo>
                  <a:pt x="7286" y="8557"/>
                </a:lnTo>
                <a:lnTo>
                  <a:pt x="7790" y="8658"/>
                </a:lnTo>
                <a:lnTo>
                  <a:pt x="8819" y="8920"/>
                </a:lnTo>
                <a:lnTo>
                  <a:pt x="9526" y="9102"/>
                </a:lnTo>
                <a:lnTo>
                  <a:pt x="10252" y="9264"/>
                </a:lnTo>
                <a:lnTo>
                  <a:pt x="10615" y="9344"/>
                </a:lnTo>
                <a:lnTo>
                  <a:pt x="10979" y="9385"/>
                </a:lnTo>
                <a:lnTo>
                  <a:pt x="11342" y="9445"/>
                </a:lnTo>
                <a:lnTo>
                  <a:pt x="11725" y="9465"/>
                </a:lnTo>
                <a:lnTo>
                  <a:pt x="12048" y="9485"/>
                </a:lnTo>
                <a:lnTo>
                  <a:pt x="12351" y="9465"/>
                </a:lnTo>
                <a:lnTo>
                  <a:pt x="12674" y="9445"/>
                </a:lnTo>
                <a:lnTo>
                  <a:pt x="12997" y="9405"/>
                </a:lnTo>
                <a:lnTo>
                  <a:pt x="13319" y="9324"/>
                </a:lnTo>
                <a:lnTo>
                  <a:pt x="13662" y="9223"/>
                </a:lnTo>
                <a:lnTo>
                  <a:pt x="13985" y="9102"/>
                </a:lnTo>
                <a:lnTo>
                  <a:pt x="14288" y="8941"/>
                </a:lnTo>
                <a:lnTo>
                  <a:pt x="14591" y="8739"/>
                </a:lnTo>
                <a:lnTo>
                  <a:pt x="14873" y="8497"/>
                </a:lnTo>
                <a:lnTo>
                  <a:pt x="15115" y="8234"/>
                </a:lnTo>
                <a:lnTo>
                  <a:pt x="15337" y="7932"/>
                </a:lnTo>
                <a:lnTo>
                  <a:pt x="15499" y="7609"/>
                </a:lnTo>
                <a:lnTo>
                  <a:pt x="15660" y="7286"/>
                </a:lnTo>
                <a:lnTo>
                  <a:pt x="15761" y="6923"/>
                </a:lnTo>
                <a:lnTo>
                  <a:pt x="15822" y="6559"/>
                </a:lnTo>
                <a:lnTo>
                  <a:pt x="15862" y="6176"/>
                </a:lnTo>
                <a:lnTo>
                  <a:pt x="15842" y="5833"/>
                </a:lnTo>
                <a:lnTo>
                  <a:pt x="15802" y="5470"/>
                </a:lnTo>
                <a:lnTo>
                  <a:pt x="15701" y="5106"/>
                </a:lnTo>
                <a:lnTo>
                  <a:pt x="15580" y="4763"/>
                </a:lnTo>
                <a:lnTo>
                  <a:pt x="15418" y="4440"/>
                </a:lnTo>
                <a:lnTo>
                  <a:pt x="15236" y="4118"/>
                </a:lnTo>
                <a:lnTo>
                  <a:pt x="15015" y="3815"/>
                </a:lnTo>
                <a:lnTo>
                  <a:pt x="14772" y="3532"/>
                </a:lnTo>
                <a:lnTo>
                  <a:pt x="14490" y="3270"/>
                </a:lnTo>
                <a:lnTo>
                  <a:pt x="14187" y="3028"/>
                </a:lnTo>
                <a:lnTo>
                  <a:pt x="13864" y="2826"/>
                </a:lnTo>
                <a:lnTo>
                  <a:pt x="13541" y="2624"/>
                </a:lnTo>
                <a:lnTo>
                  <a:pt x="13198" y="2463"/>
                </a:lnTo>
                <a:lnTo>
                  <a:pt x="12855" y="2301"/>
                </a:lnTo>
                <a:lnTo>
                  <a:pt x="12189" y="2039"/>
                </a:lnTo>
                <a:lnTo>
                  <a:pt x="11523" y="1777"/>
                </a:lnTo>
                <a:lnTo>
                  <a:pt x="10857" y="1535"/>
                </a:lnTo>
                <a:lnTo>
                  <a:pt x="10191" y="1313"/>
                </a:lnTo>
                <a:lnTo>
                  <a:pt x="9505" y="1111"/>
                </a:lnTo>
                <a:lnTo>
                  <a:pt x="8819" y="909"/>
                </a:lnTo>
                <a:lnTo>
                  <a:pt x="8133" y="707"/>
                </a:lnTo>
                <a:lnTo>
                  <a:pt x="7447" y="546"/>
                </a:lnTo>
                <a:lnTo>
                  <a:pt x="6761" y="384"/>
                </a:lnTo>
                <a:lnTo>
                  <a:pt x="6176" y="263"/>
                </a:lnTo>
                <a:lnTo>
                  <a:pt x="5389" y="142"/>
                </a:lnTo>
                <a:lnTo>
                  <a:pt x="4965" y="82"/>
                </a:lnTo>
                <a:lnTo>
                  <a:pt x="4501" y="21"/>
                </a:lnTo>
                <a:lnTo>
                  <a:pt x="403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4" name="Google Shape;2694;p34"/>
          <p:cNvSpPr/>
          <p:nvPr/>
        </p:nvSpPr>
        <p:spPr>
          <a:xfrm flipH="1">
            <a:off x="-2048022" y="183920"/>
            <a:ext cx="669045" cy="364461"/>
          </a:xfrm>
          <a:custGeom>
            <a:rect b="b" l="l" r="r" t="t"/>
            <a:pathLst>
              <a:path extrusionOk="0" h="6519" w="11967">
                <a:moveTo>
                  <a:pt x="6216" y="81"/>
                </a:moveTo>
                <a:lnTo>
                  <a:pt x="6720" y="121"/>
                </a:lnTo>
                <a:lnTo>
                  <a:pt x="7204" y="202"/>
                </a:lnTo>
                <a:lnTo>
                  <a:pt x="7709" y="283"/>
                </a:lnTo>
                <a:lnTo>
                  <a:pt x="8173" y="404"/>
                </a:lnTo>
                <a:lnTo>
                  <a:pt x="8657" y="565"/>
                </a:lnTo>
                <a:lnTo>
                  <a:pt x="9121" y="727"/>
                </a:lnTo>
                <a:lnTo>
                  <a:pt x="9565" y="929"/>
                </a:lnTo>
                <a:lnTo>
                  <a:pt x="9868" y="1090"/>
                </a:lnTo>
                <a:lnTo>
                  <a:pt x="10171" y="1272"/>
                </a:lnTo>
                <a:lnTo>
                  <a:pt x="10433" y="1433"/>
                </a:lnTo>
                <a:lnTo>
                  <a:pt x="10675" y="1615"/>
                </a:lnTo>
                <a:lnTo>
                  <a:pt x="10897" y="1796"/>
                </a:lnTo>
                <a:lnTo>
                  <a:pt x="11099" y="1998"/>
                </a:lnTo>
                <a:lnTo>
                  <a:pt x="11261" y="2200"/>
                </a:lnTo>
                <a:lnTo>
                  <a:pt x="11422" y="2402"/>
                </a:lnTo>
                <a:lnTo>
                  <a:pt x="11583" y="2684"/>
                </a:lnTo>
                <a:lnTo>
                  <a:pt x="11725" y="2967"/>
                </a:lnTo>
                <a:lnTo>
                  <a:pt x="11805" y="3270"/>
                </a:lnTo>
                <a:lnTo>
                  <a:pt x="11866" y="3552"/>
                </a:lnTo>
                <a:lnTo>
                  <a:pt x="11886" y="3855"/>
                </a:lnTo>
                <a:lnTo>
                  <a:pt x="11866" y="4137"/>
                </a:lnTo>
                <a:lnTo>
                  <a:pt x="11805" y="4420"/>
                </a:lnTo>
                <a:lnTo>
                  <a:pt x="11725" y="4662"/>
                </a:lnTo>
                <a:lnTo>
                  <a:pt x="11644" y="4823"/>
                </a:lnTo>
                <a:lnTo>
                  <a:pt x="11543" y="4965"/>
                </a:lnTo>
                <a:lnTo>
                  <a:pt x="11442" y="5106"/>
                </a:lnTo>
                <a:lnTo>
                  <a:pt x="11321" y="5247"/>
                </a:lnTo>
                <a:lnTo>
                  <a:pt x="11180" y="5388"/>
                </a:lnTo>
                <a:lnTo>
                  <a:pt x="11039" y="5510"/>
                </a:lnTo>
                <a:lnTo>
                  <a:pt x="10877" y="5631"/>
                </a:lnTo>
                <a:lnTo>
                  <a:pt x="10695" y="5752"/>
                </a:lnTo>
                <a:lnTo>
                  <a:pt x="10494" y="5853"/>
                </a:lnTo>
                <a:lnTo>
                  <a:pt x="10292" y="5953"/>
                </a:lnTo>
                <a:lnTo>
                  <a:pt x="10070" y="6054"/>
                </a:lnTo>
                <a:lnTo>
                  <a:pt x="9848" y="6135"/>
                </a:lnTo>
                <a:lnTo>
                  <a:pt x="9606" y="6216"/>
                </a:lnTo>
                <a:lnTo>
                  <a:pt x="9364" y="6276"/>
                </a:lnTo>
                <a:lnTo>
                  <a:pt x="8859" y="6377"/>
                </a:lnTo>
                <a:lnTo>
                  <a:pt x="8314" y="6438"/>
                </a:lnTo>
                <a:lnTo>
                  <a:pt x="7729" y="6438"/>
                </a:lnTo>
                <a:lnTo>
                  <a:pt x="7103" y="6418"/>
                </a:lnTo>
                <a:lnTo>
                  <a:pt x="6438" y="6357"/>
                </a:lnTo>
                <a:lnTo>
                  <a:pt x="5731" y="6256"/>
                </a:lnTo>
                <a:lnTo>
                  <a:pt x="5025" y="6115"/>
                </a:lnTo>
                <a:lnTo>
                  <a:pt x="4339" y="5953"/>
                </a:lnTo>
                <a:lnTo>
                  <a:pt x="3653" y="5772"/>
                </a:lnTo>
                <a:lnTo>
                  <a:pt x="2987" y="5550"/>
                </a:lnTo>
                <a:lnTo>
                  <a:pt x="2321" y="5308"/>
                </a:lnTo>
                <a:lnTo>
                  <a:pt x="1655" y="5025"/>
                </a:lnTo>
                <a:lnTo>
                  <a:pt x="1009" y="4722"/>
                </a:lnTo>
                <a:lnTo>
                  <a:pt x="787" y="4581"/>
                </a:lnTo>
                <a:lnTo>
                  <a:pt x="585" y="4460"/>
                </a:lnTo>
                <a:lnTo>
                  <a:pt x="424" y="4299"/>
                </a:lnTo>
                <a:lnTo>
                  <a:pt x="283" y="4137"/>
                </a:lnTo>
                <a:lnTo>
                  <a:pt x="182" y="3956"/>
                </a:lnTo>
                <a:lnTo>
                  <a:pt x="121" y="3754"/>
                </a:lnTo>
                <a:lnTo>
                  <a:pt x="81" y="3552"/>
                </a:lnTo>
                <a:lnTo>
                  <a:pt x="81" y="3350"/>
                </a:lnTo>
                <a:lnTo>
                  <a:pt x="101" y="3148"/>
                </a:lnTo>
                <a:lnTo>
                  <a:pt x="141" y="2947"/>
                </a:lnTo>
                <a:lnTo>
                  <a:pt x="222" y="2745"/>
                </a:lnTo>
                <a:lnTo>
                  <a:pt x="303" y="2543"/>
                </a:lnTo>
                <a:lnTo>
                  <a:pt x="424" y="2341"/>
                </a:lnTo>
                <a:lnTo>
                  <a:pt x="545" y="2139"/>
                </a:lnTo>
                <a:lnTo>
                  <a:pt x="686" y="1958"/>
                </a:lnTo>
                <a:lnTo>
                  <a:pt x="827" y="1776"/>
                </a:lnTo>
                <a:lnTo>
                  <a:pt x="989" y="1595"/>
                </a:lnTo>
                <a:lnTo>
                  <a:pt x="1171" y="1433"/>
                </a:lnTo>
                <a:lnTo>
                  <a:pt x="1352" y="1272"/>
                </a:lnTo>
                <a:lnTo>
                  <a:pt x="1534" y="1130"/>
                </a:lnTo>
                <a:lnTo>
                  <a:pt x="1715" y="1009"/>
                </a:lnTo>
                <a:lnTo>
                  <a:pt x="1917" y="888"/>
                </a:lnTo>
                <a:lnTo>
                  <a:pt x="2099" y="787"/>
                </a:lnTo>
                <a:lnTo>
                  <a:pt x="2301" y="707"/>
                </a:lnTo>
                <a:lnTo>
                  <a:pt x="2724" y="565"/>
                </a:lnTo>
                <a:lnTo>
                  <a:pt x="3148" y="424"/>
                </a:lnTo>
                <a:lnTo>
                  <a:pt x="3572" y="323"/>
                </a:lnTo>
                <a:lnTo>
                  <a:pt x="3996" y="222"/>
                </a:lnTo>
                <a:lnTo>
                  <a:pt x="4419" y="162"/>
                </a:lnTo>
                <a:lnTo>
                  <a:pt x="4863" y="121"/>
                </a:lnTo>
                <a:lnTo>
                  <a:pt x="5287" y="81"/>
                </a:lnTo>
                <a:close/>
                <a:moveTo>
                  <a:pt x="5550" y="0"/>
                </a:moveTo>
                <a:lnTo>
                  <a:pt x="5085" y="21"/>
                </a:lnTo>
                <a:lnTo>
                  <a:pt x="4601" y="61"/>
                </a:lnTo>
                <a:lnTo>
                  <a:pt x="4137" y="121"/>
                </a:lnTo>
                <a:lnTo>
                  <a:pt x="3653" y="222"/>
                </a:lnTo>
                <a:lnTo>
                  <a:pt x="3189" y="323"/>
                </a:lnTo>
                <a:lnTo>
                  <a:pt x="2724" y="464"/>
                </a:lnTo>
                <a:lnTo>
                  <a:pt x="2260" y="626"/>
                </a:lnTo>
                <a:lnTo>
                  <a:pt x="2079" y="707"/>
                </a:lnTo>
                <a:lnTo>
                  <a:pt x="1877" y="808"/>
                </a:lnTo>
                <a:lnTo>
                  <a:pt x="1675" y="929"/>
                </a:lnTo>
                <a:lnTo>
                  <a:pt x="1493" y="1070"/>
                </a:lnTo>
                <a:lnTo>
                  <a:pt x="1292" y="1211"/>
                </a:lnTo>
                <a:lnTo>
                  <a:pt x="1110" y="1373"/>
                </a:lnTo>
                <a:lnTo>
                  <a:pt x="928" y="1554"/>
                </a:lnTo>
                <a:lnTo>
                  <a:pt x="767" y="1716"/>
                </a:lnTo>
                <a:lnTo>
                  <a:pt x="605" y="1917"/>
                </a:lnTo>
                <a:lnTo>
                  <a:pt x="464" y="2119"/>
                </a:lnTo>
                <a:lnTo>
                  <a:pt x="343" y="2301"/>
                </a:lnTo>
                <a:lnTo>
                  <a:pt x="242" y="2523"/>
                </a:lnTo>
                <a:lnTo>
                  <a:pt x="141" y="2725"/>
                </a:lnTo>
                <a:lnTo>
                  <a:pt x="81" y="2926"/>
                </a:lnTo>
                <a:lnTo>
                  <a:pt x="20" y="3128"/>
                </a:lnTo>
                <a:lnTo>
                  <a:pt x="0" y="3330"/>
                </a:lnTo>
                <a:lnTo>
                  <a:pt x="0" y="3572"/>
                </a:lnTo>
                <a:lnTo>
                  <a:pt x="40" y="3774"/>
                </a:lnTo>
                <a:lnTo>
                  <a:pt x="121" y="3976"/>
                </a:lnTo>
                <a:lnTo>
                  <a:pt x="222" y="4178"/>
                </a:lnTo>
                <a:lnTo>
                  <a:pt x="363" y="4339"/>
                </a:lnTo>
                <a:lnTo>
                  <a:pt x="525" y="4501"/>
                </a:lnTo>
                <a:lnTo>
                  <a:pt x="747" y="4662"/>
                </a:lnTo>
                <a:lnTo>
                  <a:pt x="969" y="4783"/>
                </a:lnTo>
                <a:lnTo>
                  <a:pt x="1614" y="5106"/>
                </a:lnTo>
                <a:lnTo>
                  <a:pt x="2280" y="5368"/>
                </a:lnTo>
                <a:lnTo>
                  <a:pt x="2946" y="5631"/>
                </a:lnTo>
                <a:lnTo>
                  <a:pt x="3632" y="5853"/>
                </a:lnTo>
                <a:lnTo>
                  <a:pt x="4319" y="6034"/>
                </a:lnTo>
                <a:lnTo>
                  <a:pt x="5025" y="6196"/>
                </a:lnTo>
                <a:lnTo>
                  <a:pt x="5731" y="6337"/>
                </a:lnTo>
                <a:lnTo>
                  <a:pt x="6438" y="6438"/>
                </a:lnTo>
                <a:lnTo>
                  <a:pt x="7144" y="6498"/>
                </a:lnTo>
                <a:lnTo>
                  <a:pt x="7790" y="6519"/>
                </a:lnTo>
                <a:lnTo>
                  <a:pt x="8234" y="6519"/>
                </a:lnTo>
                <a:lnTo>
                  <a:pt x="8637" y="6478"/>
                </a:lnTo>
                <a:lnTo>
                  <a:pt x="9041" y="6418"/>
                </a:lnTo>
                <a:lnTo>
                  <a:pt x="9424" y="6357"/>
                </a:lnTo>
                <a:lnTo>
                  <a:pt x="9767" y="6256"/>
                </a:lnTo>
                <a:lnTo>
                  <a:pt x="10110" y="6135"/>
                </a:lnTo>
                <a:lnTo>
                  <a:pt x="10433" y="5974"/>
                </a:lnTo>
                <a:lnTo>
                  <a:pt x="10736" y="5812"/>
                </a:lnTo>
                <a:lnTo>
                  <a:pt x="10917" y="5691"/>
                </a:lnTo>
                <a:lnTo>
                  <a:pt x="11079" y="5570"/>
                </a:lnTo>
                <a:lnTo>
                  <a:pt x="11240" y="5429"/>
                </a:lnTo>
                <a:lnTo>
                  <a:pt x="11382" y="5308"/>
                </a:lnTo>
                <a:lnTo>
                  <a:pt x="11503" y="5166"/>
                </a:lnTo>
                <a:lnTo>
                  <a:pt x="11604" y="5005"/>
                </a:lnTo>
                <a:lnTo>
                  <a:pt x="11704" y="4864"/>
                </a:lnTo>
                <a:lnTo>
                  <a:pt x="11785" y="4702"/>
                </a:lnTo>
                <a:lnTo>
                  <a:pt x="11886" y="4440"/>
                </a:lnTo>
                <a:lnTo>
                  <a:pt x="11947" y="4137"/>
                </a:lnTo>
                <a:lnTo>
                  <a:pt x="11967" y="3855"/>
                </a:lnTo>
                <a:lnTo>
                  <a:pt x="11947" y="3552"/>
                </a:lnTo>
                <a:lnTo>
                  <a:pt x="11886" y="3249"/>
                </a:lnTo>
                <a:lnTo>
                  <a:pt x="11805" y="2947"/>
                </a:lnTo>
                <a:lnTo>
                  <a:pt x="11664" y="2644"/>
                </a:lnTo>
                <a:lnTo>
                  <a:pt x="11483" y="2361"/>
                </a:lnTo>
                <a:lnTo>
                  <a:pt x="11341" y="2160"/>
                </a:lnTo>
                <a:lnTo>
                  <a:pt x="11160" y="1938"/>
                </a:lnTo>
                <a:lnTo>
                  <a:pt x="10958" y="1736"/>
                </a:lnTo>
                <a:lnTo>
                  <a:pt x="10716" y="1554"/>
                </a:lnTo>
                <a:lnTo>
                  <a:pt x="10474" y="1373"/>
                </a:lnTo>
                <a:lnTo>
                  <a:pt x="10211" y="1191"/>
                </a:lnTo>
                <a:lnTo>
                  <a:pt x="9908" y="1030"/>
                </a:lnTo>
                <a:lnTo>
                  <a:pt x="9606" y="868"/>
                </a:lnTo>
                <a:lnTo>
                  <a:pt x="9182" y="666"/>
                </a:lnTo>
                <a:lnTo>
                  <a:pt x="8758" y="505"/>
                </a:lnTo>
                <a:lnTo>
                  <a:pt x="8314" y="364"/>
                </a:lnTo>
                <a:lnTo>
                  <a:pt x="7870" y="243"/>
                </a:lnTo>
                <a:lnTo>
                  <a:pt x="7406" y="142"/>
                </a:lnTo>
                <a:lnTo>
                  <a:pt x="6942" y="81"/>
                </a:lnTo>
                <a:lnTo>
                  <a:pt x="6478" y="21"/>
                </a:lnTo>
                <a:lnTo>
                  <a:pt x="601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5" name="Google Shape;2695;p34"/>
          <p:cNvSpPr/>
          <p:nvPr/>
        </p:nvSpPr>
        <p:spPr>
          <a:xfrm>
            <a:off x="-332032" y="4187869"/>
            <a:ext cx="235874" cy="188464"/>
          </a:xfrm>
          <a:custGeom>
            <a:rect b="b" l="l" r="r" t="t"/>
            <a:pathLst>
              <a:path extrusionOk="0" h="3371" w="4219">
                <a:moveTo>
                  <a:pt x="3875" y="81"/>
                </a:moveTo>
                <a:lnTo>
                  <a:pt x="3976" y="101"/>
                </a:lnTo>
                <a:lnTo>
                  <a:pt x="4057" y="182"/>
                </a:lnTo>
                <a:lnTo>
                  <a:pt x="4097" y="263"/>
                </a:lnTo>
                <a:lnTo>
                  <a:pt x="4137" y="363"/>
                </a:lnTo>
                <a:lnTo>
                  <a:pt x="4137" y="464"/>
                </a:lnTo>
                <a:lnTo>
                  <a:pt x="4137" y="585"/>
                </a:lnTo>
                <a:lnTo>
                  <a:pt x="4077" y="807"/>
                </a:lnTo>
                <a:lnTo>
                  <a:pt x="3936" y="1130"/>
                </a:lnTo>
                <a:lnTo>
                  <a:pt x="3794" y="1433"/>
                </a:lnTo>
                <a:lnTo>
                  <a:pt x="3613" y="1715"/>
                </a:lnTo>
                <a:lnTo>
                  <a:pt x="3411" y="1998"/>
                </a:lnTo>
                <a:lnTo>
                  <a:pt x="3189" y="2240"/>
                </a:lnTo>
                <a:lnTo>
                  <a:pt x="2947" y="2482"/>
                </a:lnTo>
                <a:lnTo>
                  <a:pt x="2684" y="2684"/>
                </a:lnTo>
                <a:lnTo>
                  <a:pt x="2422" y="2866"/>
                </a:lnTo>
                <a:lnTo>
                  <a:pt x="2180" y="2967"/>
                </a:lnTo>
                <a:lnTo>
                  <a:pt x="1897" y="3088"/>
                </a:lnTo>
                <a:lnTo>
                  <a:pt x="1575" y="3189"/>
                </a:lnTo>
                <a:lnTo>
                  <a:pt x="1252" y="3249"/>
                </a:lnTo>
                <a:lnTo>
                  <a:pt x="929" y="3290"/>
                </a:lnTo>
                <a:lnTo>
                  <a:pt x="626" y="3290"/>
                </a:lnTo>
                <a:lnTo>
                  <a:pt x="505" y="3269"/>
                </a:lnTo>
                <a:lnTo>
                  <a:pt x="384" y="3249"/>
                </a:lnTo>
                <a:lnTo>
                  <a:pt x="283" y="3209"/>
                </a:lnTo>
                <a:lnTo>
                  <a:pt x="202" y="3148"/>
                </a:lnTo>
                <a:lnTo>
                  <a:pt x="142" y="3088"/>
                </a:lnTo>
                <a:lnTo>
                  <a:pt x="122" y="3007"/>
                </a:lnTo>
                <a:lnTo>
                  <a:pt x="101" y="2926"/>
                </a:lnTo>
                <a:lnTo>
                  <a:pt x="81" y="2846"/>
                </a:lnTo>
                <a:lnTo>
                  <a:pt x="101" y="2745"/>
                </a:lnTo>
                <a:lnTo>
                  <a:pt x="122" y="2624"/>
                </a:lnTo>
                <a:lnTo>
                  <a:pt x="222" y="2381"/>
                </a:lnTo>
                <a:lnTo>
                  <a:pt x="344" y="2159"/>
                </a:lnTo>
                <a:lnTo>
                  <a:pt x="485" y="1958"/>
                </a:lnTo>
                <a:lnTo>
                  <a:pt x="666" y="1756"/>
                </a:lnTo>
                <a:lnTo>
                  <a:pt x="848" y="1574"/>
                </a:lnTo>
                <a:lnTo>
                  <a:pt x="1070" y="1393"/>
                </a:lnTo>
                <a:lnTo>
                  <a:pt x="1292" y="1231"/>
                </a:lnTo>
                <a:lnTo>
                  <a:pt x="1534" y="1070"/>
                </a:lnTo>
                <a:lnTo>
                  <a:pt x="1776" y="928"/>
                </a:lnTo>
                <a:lnTo>
                  <a:pt x="2261" y="666"/>
                </a:lnTo>
                <a:lnTo>
                  <a:pt x="2765" y="444"/>
                </a:lnTo>
                <a:lnTo>
                  <a:pt x="3229" y="263"/>
                </a:lnTo>
                <a:lnTo>
                  <a:pt x="3653" y="101"/>
                </a:lnTo>
                <a:lnTo>
                  <a:pt x="3774" y="81"/>
                </a:lnTo>
                <a:close/>
                <a:moveTo>
                  <a:pt x="3754" y="0"/>
                </a:moveTo>
                <a:lnTo>
                  <a:pt x="3633" y="41"/>
                </a:lnTo>
                <a:lnTo>
                  <a:pt x="3209" y="182"/>
                </a:lnTo>
                <a:lnTo>
                  <a:pt x="2725" y="363"/>
                </a:lnTo>
                <a:lnTo>
                  <a:pt x="2220" y="606"/>
                </a:lnTo>
                <a:lnTo>
                  <a:pt x="1716" y="868"/>
                </a:lnTo>
                <a:lnTo>
                  <a:pt x="1474" y="1009"/>
                </a:lnTo>
                <a:lnTo>
                  <a:pt x="1231" y="1171"/>
                </a:lnTo>
                <a:lnTo>
                  <a:pt x="1009" y="1352"/>
                </a:lnTo>
                <a:lnTo>
                  <a:pt x="787" y="1514"/>
                </a:lnTo>
                <a:lnTo>
                  <a:pt x="606" y="1715"/>
                </a:lnTo>
                <a:lnTo>
                  <a:pt x="424" y="1917"/>
                </a:lnTo>
                <a:lnTo>
                  <a:pt x="283" y="2119"/>
                </a:lnTo>
                <a:lnTo>
                  <a:pt x="142" y="2341"/>
                </a:lnTo>
                <a:lnTo>
                  <a:pt x="81" y="2482"/>
                </a:lnTo>
                <a:lnTo>
                  <a:pt x="41" y="2624"/>
                </a:lnTo>
                <a:lnTo>
                  <a:pt x="21" y="2745"/>
                </a:lnTo>
                <a:lnTo>
                  <a:pt x="0" y="2866"/>
                </a:lnTo>
                <a:lnTo>
                  <a:pt x="21" y="2967"/>
                </a:lnTo>
                <a:lnTo>
                  <a:pt x="41" y="3047"/>
                </a:lnTo>
                <a:lnTo>
                  <a:pt x="81" y="3128"/>
                </a:lnTo>
                <a:lnTo>
                  <a:pt x="142" y="3209"/>
                </a:lnTo>
                <a:lnTo>
                  <a:pt x="263" y="3290"/>
                </a:lnTo>
                <a:lnTo>
                  <a:pt x="404" y="3330"/>
                </a:lnTo>
                <a:lnTo>
                  <a:pt x="586" y="3370"/>
                </a:lnTo>
                <a:lnTo>
                  <a:pt x="989" y="3370"/>
                </a:lnTo>
                <a:lnTo>
                  <a:pt x="1211" y="3350"/>
                </a:lnTo>
                <a:lnTo>
                  <a:pt x="1453" y="3290"/>
                </a:lnTo>
                <a:lnTo>
                  <a:pt x="1675" y="3229"/>
                </a:lnTo>
                <a:lnTo>
                  <a:pt x="2119" y="3088"/>
                </a:lnTo>
                <a:lnTo>
                  <a:pt x="2301" y="3007"/>
                </a:lnTo>
                <a:lnTo>
                  <a:pt x="2462" y="2926"/>
                </a:lnTo>
                <a:lnTo>
                  <a:pt x="2745" y="2745"/>
                </a:lnTo>
                <a:lnTo>
                  <a:pt x="3007" y="2543"/>
                </a:lnTo>
                <a:lnTo>
                  <a:pt x="3249" y="2301"/>
                </a:lnTo>
                <a:lnTo>
                  <a:pt x="3471" y="2038"/>
                </a:lnTo>
                <a:lnTo>
                  <a:pt x="3673" y="1776"/>
                </a:lnTo>
                <a:lnTo>
                  <a:pt x="3855" y="1473"/>
                </a:lnTo>
                <a:lnTo>
                  <a:pt x="4016" y="1150"/>
                </a:lnTo>
                <a:lnTo>
                  <a:pt x="4137" y="828"/>
                </a:lnTo>
                <a:lnTo>
                  <a:pt x="4218" y="585"/>
                </a:lnTo>
                <a:lnTo>
                  <a:pt x="4218" y="464"/>
                </a:lnTo>
                <a:lnTo>
                  <a:pt x="4218" y="343"/>
                </a:lnTo>
                <a:lnTo>
                  <a:pt x="4178" y="222"/>
                </a:lnTo>
                <a:lnTo>
                  <a:pt x="4097" y="121"/>
                </a:lnTo>
                <a:lnTo>
                  <a:pt x="3996" y="41"/>
                </a:lnTo>
                <a:lnTo>
                  <a:pt x="39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6" name="Google Shape;2696;p34"/>
          <p:cNvSpPr/>
          <p:nvPr/>
        </p:nvSpPr>
        <p:spPr>
          <a:xfrm flipH="1" rot="-6644194">
            <a:off x="7670526" y="2265459"/>
            <a:ext cx="1826641" cy="1093256"/>
          </a:xfrm>
          <a:custGeom>
            <a:rect b="b" l="l" r="r" t="t"/>
            <a:pathLst>
              <a:path extrusionOk="0" h="19555" w="32673">
                <a:moveTo>
                  <a:pt x="4340" y="81"/>
                </a:moveTo>
                <a:lnTo>
                  <a:pt x="4622" y="101"/>
                </a:lnTo>
                <a:lnTo>
                  <a:pt x="4885" y="121"/>
                </a:lnTo>
                <a:lnTo>
                  <a:pt x="5167" y="161"/>
                </a:lnTo>
                <a:lnTo>
                  <a:pt x="5450" y="222"/>
                </a:lnTo>
                <a:lnTo>
                  <a:pt x="5712" y="283"/>
                </a:lnTo>
                <a:lnTo>
                  <a:pt x="6216" y="444"/>
                </a:lnTo>
                <a:lnTo>
                  <a:pt x="6640" y="626"/>
                </a:lnTo>
                <a:lnTo>
                  <a:pt x="7003" y="787"/>
                </a:lnTo>
                <a:lnTo>
                  <a:pt x="7266" y="928"/>
                </a:lnTo>
                <a:lnTo>
                  <a:pt x="7629" y="1130"/>
                </a:lnTo>
                <a:lnTo>
                  <a:pt x="7972" y="1352"/>
                </a:lnTo>
                <a:lnTo>
                  <a:pt x="8315" y="1594"/>
                </a:lnTo>
                <a:lnTo>
                  <a:pt x="8658" y="1836"/>
                </a:lnTo>
                <a:lnTo>
                  <a:pt x="9324" y="2341"/>
                </a:lnTo>
                <a:lnTo>
                  <a:pt x="9950" y="2866"/>
                </a:lnTo>
                <a:lnTo>
                  <a:pt x="10918" y="3632"/>
                </a:lnTo>
                <a:lnTo>
                  <a:pt x="11746" y="4258"/>
                </a:lnTo>
                <a:lnTo>
                  <a:pt x="12613" y="4843"/>
                </a:lnTo>
                <a:lnTo>
                  <a:pt x="13481" y="5388"/>
                </a:lnTo>
                <a:lnTo>
                  <a:pt x="14369" y="5913"/>
                </a:lnTo>
                <a:lnTo>
                  <a:pt x="15297" y="6397"/>
                </a:lnTo>
                <a:lnTo>
                  <a:pt x="16226" y="6861"/>
                </a:lnTo>
                <a:lnTo>
                  <a:pt x="17174" y="7285"/>
                </a:lnTo>
                <a:lnTo>
                  <a:pt x="18143" y="7709"/>
                </a:lnTo>
                <a:lnTo>
                  <a:pt x="19132" y="8092"/>
                </a:lnTo>
                <a:lnTo>
                  <a:pt x="20120" y="8476"/>
                </a:lnTo>
                <a:lnTo>
                  <a:pt x="21129" y="8839"/>
                </a:lnTo>
                <a:lnTo>
                  <a:pt x="22138" y="9182"/>
                </a:lnTo>
                <a:lnTo>
                  <a:pt x="23168" y="9505"/>
                </a:lnTo>
                <a:lnTo>
                  <a:pt x="24217" y="9848"/>
                </a:lnTo>
                <a:lnTo>
                  <a:pt x="26316" y="10473"/>
                </a:lnTo>
                <a:lnTo>
                  <a:pt x="26376" y="10494"/>
                </a:lnTo>
                <a:lnTo>
                  <a:pt x="27627" y="10877"/>
                </a:lnTo>
                <a:lnTo>
                  <a:pt x="28253" y="11079"/>
                </a:lnTo>
                <a:lnTo>
                  <a:pt x="28879" y="11301"/>
                </a:lnTo>
                <a:lnTo>
                  <a:pt x="29484" y="11523"/>
                </a:lnTo>
                <a:lnTo>
                  <a:pt x="30089" y="11805"/>
                </a:lnTo>
                <a:lnTo>
                  <a:pt x="30675" y="12088"/>
                </a:lnTo>
                <a:lnTo>
                  <a:pt x="31240" y="12411"/>
                </a:lnTo>
                <a:lnTo>
                  <a:pt x="31583" y="12633"/>
                </a:lnTo>
                <a:lnTo>
                  <a:pt x="31744" y="12754"/>
                </a:lnTo>
                <a:lnTo>
                  <a:pt x="31906" y="12895"/>
                </a:lnTo>
                <a:lnTo>
                  <a:pt x="32067" y="13036"/>
                </a:lnTo>
                <a:lnTo>
                  <a:pt x="32208" y="13198"/>
                </a:lnTo>
                <a:lnTo>
                  <a:pt x="32329" y="13379"/>
                </a:lnTo>
                <a:lnTo>
                  <a:pt x="32450" y="13581"/>
                </a:lnTo>
                <a:lnTo>
                  <a:pt x="32511" y="13763"/>
                </a:lnTo>
                <a:lnTo>
                  <a:pt x="32572" y="13965"/>
                </a:lnTo>
                <a:lnTo>
                  <a:pt x="32592" y="14166"/>
                </a:lnTo>
                <a:lnTo>
                  <a:pt x="32592" y="14368"/>
                </a:lnTo>
                <a:lnTo>
                  <a:pt x="32551" y="14570"/>
                </a:lnTo>
                <a:lnTo>
                  <a:pt x="32471" y="14772"/>
                </a:lnTo>
                <a:lnTo>
                  <a:pt x="32370" y="14953"/>
                </a:lnTo>
                <a:lnTo>
                  <a:pt x="32289" y="15034"/>
                </a:lnTo>
                <a:lnTo>
                  <a:pt x="32208" y="15095"/>
                </a:lnTo>
                <a:lnTo>
                  <a:pt x="32067" y="15196"/>
                </a:lnTo>
                <a:lnTo>
                  <a:pt x="31926" y="15256"/>
                </a:lnTo>
                <a:lnTo>
                  <a:pt x="31764" y="15317"/>
                </a:lnTo>
                <a:lnTo>
                  <a:pt x="31603" y="15337"/>
                </a:lnTo>
                <a:lnTo>
                  <a:pt x="31421" y="15357"/>
                </a:lnTo>
                <a:lnTo>
                  <a:pt x="31240" y="15377"/>
                </a:lnTo>
                <a:lnTo>
                  <a:pt x="30876" y="15357"/>
                </a:lnTo>
                <a:lnTo>
                  <a:pt x="29625" y="15276"/>
                </a:lnTo>
                <a:lnTo>
                  <a:pt x="28354" y="15196"/>
                </a:lnTo>
                <a:lnTo>
                  <a:pt x="25872" y="14974"/>
                </a:lnTo>
                <a:lnTo>
                  <a:pt x="24116" y="14832"/>
                </a:lnTo>
                <a:lnTo>
                  <a:pt x="22360" y="14691"/>
                </a:lnTo>
                <a:lnTo>
                  <a:pt x="20585" y="14590"/>
                </a:lnTo>
                <a:lnTo>
                  <a:pt x="19697" y="14550"/>
                </a:lnTo>
                <a:lnTo>
                  <a:pt x="18809" y="14530"/>
                </a:lnTo>
                <a:lnTo>
                  <a:pt x="17073" y="14530"/>
                </a:lnTo>
                <a:lnTo>
                  <a:pt x="16226" y="14570"/>
                </a:lnTo>
                <a:lnTo>
                  <a:pt x="15398" y="14631"/>
                </a:lnTo>
                <a:lnTo>
                  <a:pt x="14591" y="14691"/>
                </a:lnTo>
                <a:lnTo>
                  <a:pt x="13824" y="14792"/>
                </a:lnTo>
                <a:lnTo>
                  <a:pt x="13057" y="14893"/>
                </a:lnTo>
                <a:lnTo>
                  <a:pt x="12311" y="15034"/>
                </a:lnTo>
                <a:lnTo>
                  <a:pt x="11584" y="15175"/>
                </a:lnTo>
                <a:lnTo>
                  <a:pt x="10878" y="15337"/>
                </a:lnTo>
                <a:lnTo>
                  <a:pt x="10192" y="15539"/>
                </a:lnTo>
                <a:lnTo>
                  <a:pt x="9526" y="15740"/>
                </a:lnTo>
                <a:lnTo>
                  <a:pt x="8880" y="15962"/>
                </a:lnTo>
                <a:lnTo>
                  <a:pt x="8255" y="16205"/>
                </a:lnTo>
                <a:lnTo>
                  <a:pt x="7629" y="16487"/>
                </a:lnTo>
                <a:lnTo>
                  <a:pt x="7024" y="16770"/>
                </a:lnTo>
                <a:lnTo>
                  <a:pt x="6539" y="17012"/>
                </a:lnTo>
                <a:lnTo>
                  <a:pt x="6055" y="17294"/>
                </a:lnTo>
                <a:lnTo>
                  <a:pt x="5086" y="17839"/>
                </a:lnTo>
                <a:lnTo>
                  <a:pt x="4441" y="18202"/>
                </a:lnTo>
                <a:lnTo>
                  <a:pt x="3775" y="18586"/>
                </a:lnTo>
                <a:lnTo>
                  <a:pt x="3089" y="18929"/>
                </a:lnTo>
                <a:lnTo>
                  <a:pt x="2382" y="19252"/>
                </a:lnTo>
                <a:lnTo>
                  <a:pt x="2160" y="19353"/>
                </a:lnTo>
                <a:lnTo>
                  <a:pt x="1918" y="19413"/>
                </a:lnTo>
                <a:lnTo>
                  <a:pt x="1676" y="19454"/>
                </a:lnTo>
                <a:lnTo>
                  <a:pt x="1434" y="19454"/>
                </a:lnTo>
                <a:lnTo>
                  <a:pt x="1333" y="19413"/>
                </a:lnTo>
                <a:lnTo>
                  <a:pt x="1212" y="19373"/>
                </a:lnTo>
                <a:lnTo>
                  <a:pt x="1030" y="19272"/>
                </a:lnTo>
                <a:lnTo>
                  <a:pt x="869" y="19111"/>
                </a:lnTo>
                <a:lnTo>
                  <a:pt x="748" y="18949"/>
                </a:lnTo>
                <a:lnTo>
                  <a:pt x="627" y="18788"/>
                </a:lnTo>
                <a:lnTo>
                  <a:pt x="546" y="18606"/>
                </a:lnTo>
                <a:lnTo>
                  <a:pt x="425" y="18324"/>
                </a:lnTo>
                <a:lnTo>
                  <a:pt x="324" y="18001"/>
                </a:lnTo>
                <a:lnTo>
                  <a:pt x="263" y="17678"/>
                </a:lnTo>
                <a:lnTo>
                  <a:pt x="203" y="17335"/>
                </a:lnTo>
                <a:lnTo>
                  <a:pt x="162" y="16992"/>
                </a:lnTo>
                <a:lnTo>
                  <a:pt x="122" y="16326"/>
                </a:lnTo>
                <a:lnTo>
                  <a:pt x="102" y="15660"/>
                </a:lnTo>
                <a:lnTo>
                  <a:pt x="102" y="14368"/>
                </a:lnTo>
                <a:lnTo>
                  <a:pt x="82" y="13137"/>
                </a:lnTo>
                <a:lnTo>
                  <a:pt x="102" y="11947"/>
                </a:lnTo>
                <a:lnTo>
                  <a:pt x="122" y="10756"/>
                </a:lnTo>
                <a:lnTo>
                  <a:pt x="203" y="9485"/>
                </a:lnTo>
                <a:lnTo>
                  <a:pt x="324" y="8274"/>
                </a:lnTo>
                <a:lnTo>
                  <a:pt x="405" y="7689"/>
                </a:lnTo>
                <a:lnTo>
                  <a:pt x="485" y="7124"/>
                </a:lnTo>
                <a:lnTo>
                  <a:pt x="586" y="6579"/>
                </a:lnTo>
                <a:lnTo>
                  <a:pt x="687" y="6054"/>
                </a:lnTo>
                <a:lnTo>
                  <a:pt x="808" y="5529"/>
                </a:lnTo>
                <a:lnTo>
                  <a:pt x="929" y="5025"/>
                </a:lnTo>
                <a:lnTo>
                  <a:pt x="1071" y="4541"/>
                </a:lnTo>
                <a:lnTo>
                  <a:pt x="1232" y="4056"/>
                </a:lnTo>
                <a:lnTo>
                  <a:pt x="1393" y="3592"/>
                </a:lnTo>
                <a:lnTo>
                  <a:pt x="1555" y="3128"/>
                </a:lnTo>
                <a:lnTo>
                  <a:pt x="1736" y="2684"/>
                </a:lnTo>
                <a:lnTo>
                  <a:pt x="1938" y="2260"/>
                </a:lnTo>
                <a:lnTo>
                  <a:pt x="2039" y="2038"/>
                </a:lnTo>
                <a:lnTo>
                  <a:pt x="2301" y="1493"/>
                </a:lnTo>
                <a:lnTo>
                  <a:pt x="2463" y="1231"/>
                </a:lnTo>
                <a:lnTo>
                  <a:pt x="2624" y="969"/>
                </a:lnTo>
                <a:lnTo>
                  <a:pt x="2806" y="727"/>
                </a:lnTo>
                <a:lnTo>
                  <a:pt x="3008" y="525"/>
                </a:lnTo>
                <a:lnTo>
                  <a:pt x="3129" y="444"/>
                </a:lnTo>
                <a:lnTo>
                  <a:pt x="3250" y="363"/>
                </a:lnTo>
                <a:lnTo>
                  <a:pt x="3391" y="283"/>
                </a:lnTo>
                <a:lnTo>
                  <a:pt x="3532" y="222"/>
                </a:lnTo>
                <a:lnTo>
                  <a:pt x="3795" y="161"/>
                </a:lnTo>
                <a:lnTo>
                  <a:pt x="4057" y="101"/>
                </a:lnTo>
                <a:lnTo>
                  <a:pt x="4340" y="81"/>
                </a:lnTo>
                <a:close/>
                <a:moveTo>
                  <a:pt x="4360" y="0"/>
                </a:moveTo>
                <a:lnTo>
                  <a:pt x="3997" y="40"/>
                </a:lnTo>
                <a:lnTo>
                  <a:pt x="3714" y="81"/>
                </a:lnTo>
                <a:lnTo>
                  <a:pt x="3492" y="161"/>
                </a:lnTo>
                <a:lnTo>
                  <a:pt x="3351" y="222"/>
                </a:lnTo>
                <a:lnTo>
                  <a:pt x="3210" y="283"/>
                </a:lnTo>
                <a:lnTo>
                  <a:pt x="3089" y="363"/>
                </a:lnTo>
                <a:lnTo>
                  <a:pt x="2967" y="464"/>
                </a:lnTo>
                <a:lnTo>
                  <a:pt x="2745" y="666"/>
                </a:lnTo>
                <a:lnTo>
                  <a:pt x="2564" y="908"/>
                </a:lnTo>
                <a:lnTo>
                  <a:pt x="2382" y="1170"/>
                </a:lnTo>
                <a:lnTo>
                  <a:pt x="2241" y="1453"/>
                </a:lnTo>
                <a:lnTo>
                  <a:pt x="1958" y="2018"/>
                </a:lnTo>
                <a:lnTo>
                  <a:pt x="1878" y="2220"/>
                </a:lnTo>
                <a:lnTo>
                  <a:pt x="1676" y="2664"/>
                </a:lnTo>
                <a:lnTo>
                  <a:pt x="1494" y="3108"/>
                </a:lnTo>
                <a:lnTo>
                  <a:pt x="1313" y="3552"/>
                </a:lnTo>
                <a:lnTo>
                  <a:pt x="1151" y="4036"/>
                </a:lnTo>
                <a:lnTo>
                  <a:pt x="990" y="4500"/>
                </a:lnTo>
                <a:lnTo>
                  <a:pt x="849" y="5005"/>
                </a:lnTo>
                <a:lnTo>
                  <a:pt x="727" y="5509"/>
                </a:lnTo>
                <a:lnTo>
                  <a:pt x="606" y="6034"/>
                </a:lnTo>
                <a:lnTo>
                  <a:pt x="505" y="6559"/>
                </a:lnTo>
                <a:lnTo>
                  <a:pt x="405" y="7103"/>
                </a:lnTo>
                <a:lnTo>
                  <a:pt x="324" y="7668"/>
                </a:lnTo>
                <a:lnTo>
                  <a:pt x="243" y="8254"/>
                </a:lnTo>
                <a:lnTo>
                  <a:pt x="122" y="9464"/>
                </a:lnTo>
                <a:lnTo>
                  <a:pt x="41" y="10756"/>
                </a:lnTo>
                <a:lnTo>
                  <a:pt x="21" y="11947"/>
                </a:lnTo>
                <a:lnTo>
                  <a:pt x="1" y="13137"/>
                </a:lnTo>
                <a:lnTo>
                  <a:pt x="21" y="14368"/>
                </a:lnTo>
                <a:lnTo>
                  <a:pt x="21" y="15660"/>
                </a:lnTo>
                <a:lnTo>
                  <a:pt x="41" y="16326"/>
                </a:lnTo>
                <a:lnTo>
                  <a:pt x="82" y="17012"/>
                </a:lnTo>
                <a:lnTo>
                  <a:pt x="122" y="17355"/>
                </a:lnTo>
                <a:lnTo>
                  <a:pt x="183" y="17678"/>
                </a:lnTo>
                <a:lnTo>
                  <a:pt x="263" y="18021"/>
                </a:lnTo>
                <a:lnTo>
                  <a:pt x="344" y="18344"/>
                </a:lnTo>
                <a:lnTo>
                  <a:pt x="405" y="18505"/>
                </a:lnTo>
                <a:lnTo>
                  <a:pt x="485" y="18687"/>
                </a:lnTo>
                <a:lnTo>
                  <a:pt x="586" y="18868"/>
                </a:lnTo>
                <a:lnTo>
                  <a:pt x="707" y="19030"/>
                </a:lnTo>
                <a:lnTo>
                  <a:pt x="849" y="19211"/>
                </a:lnTo>
                <a:lnTo>
                  <a:pt x="1010" y="19353"/>
                </a:lnTo>
                <a:lnTo>
                  <a:pt x="1192" y="19454"/>
                </a:lnTo>
                <a:lnTo>
                  <a:pt x="1313" y="19494"/>
                </a:lnTo>
                <a:lnTo>
                  <a:pt x="1414" y="19534"/>
                </a:lnTo>
                <a:lnTo>
                  <a:pt x="1615" y="19555"/>
                </a:lnTo>
                <a:lnTo>
                  <a:pt x="1817" y="19534"/>
                </a:lnTo>
                <a:lnTo>
                  <a:pt x="2039" y="19474"/>
                </a:lnTo>
                <a:lnTo>
                  <a:pt x="2241" y="19413"/>
                </a:lnTo>
                <a:lnTo>
                  <a:pt x="2423" y="19333"/>
                </a:lnTo>
                <a:lnTo>
                  <a:pt x="3129" y="19010"/>
                </a:lnTo>
                <a:lnTo>
                  <a:pt x="3795" y="18646"/>
                </a:lnTo>
                <a:lnTo>
                  <a:pt x="4481" y="18283"/>
                </a:lnTo>
                <a:lnTo>
                  <a:pt x="5127" y="17900"/>
                </a:lnTo>
                <a:lnTo>
                  <a:pt x="6095" y="17355"/>
                </a:lnTo>
                <a:lnTo>
                  <a:pt x="6580" y="17093"/>
                </a:lnTo>
                <a:lnTo>
                  <a:pt x="7064" y="16830"/>
                </a:lnTo>
                <a:lnTo>
                  <a:pt x="7669" y="16548"/>
                </a:lnTo>
                <a:lnTo>
                  <a:pt x="8275" y="16285"/>
                </a:lnTo>
                <a:lnTo>
                  <a:pt x="8900" y="16043"/>
                </a:lnTo>
                <a:lnTo>
                  <a:pt x="9566" y="15821"/>
                </a:lnTo>
                <a:lnTo>
                  <a:pt x="10232" y="15619"/>
                </a:lnTo>
                <a:lnTo>
                  <a:pt x="10898" y="15418"/>
                </a:lnTo>
                <a:lnTo>
                  <a:pt x="11604" y="15256"/>
                </a:lnTo>
                <a:lnTo>
                  <a:pt x="12331" y="15115"/>
                </a:lnTo>
                <a:lnTo>
                  <a:pt x="13078" y="14974"/>
                </a:lnTo>
                <a:lnTo>
                  <a:pt x="13824" y="14873"/>
                </a:lnTo>
                <a:lnTo>
                  <a:pt x="14611" y="14772"/>
                </a:lnTo>
                <a:lnTo>
                  <a:pt x="15419" y="14711"/>
                </a:lnTo>
                <a:lnTo>
                  <a:pt x="16226" y="14651"/>
                </a:lnTo>
                <a:lnTo>
                  <a:pt x="17073" y="14610"/>
                </a:lnTo>
                <a:lnTo>
                  <a:pt x="18809" y="14610"/>
                </a:lnTo>
                <a:lnTo>
                  <a:pt x="19697" y="14631"/>
                </a:lnTo>
                <a:lnTo>
                  <a:pt x="20585" y="14671"/>
                </a:lnTo>
                <a:lnTo>
                  <a:pt x="22360" y="14772"/>
                </a:lnTo>
                <a:lnTo>
                  <a:pt x="24116" y="14913"/>
                </a:lnTo>
                <a:lnTo>
                  <a:pt x="25852" y="15054"/>
                </a:lnTo>
                <a:lnTo>
                  <a:pt x="28354" y="15276"/>
                </a:lnTo>
                <a:lnTo>
                  <a:pt x="29605" y="15357"/>
                </a:lnTo>
                <a:lnTo>
                  <a:pt x="30876" y="15438"/>
                </a:lnTo>
                <a:lnTo>
                  <a:pt x="31240" y="15458"/>
                </a:lnTo>
                <a:lnTo>
                  <a:pt x="31441" y="15438"/>
                </a:lnTo>
                <a:lnTo>
                  <a:pt x="31623" y="15418"/>
                </a:lnTo>
                <a:lnTo>
                  <a:pt x="31785" y="15397"/>
                </a:lnTo>
                <a:lnTo>
                  <a:pt x="31966" y="15337"/>
                </a:lnTo>
                <a:lnTo>
                  <a:pt x="32128" y="15256"/>
                </a:lnTo>
                <a:lnTo>
                  <a:pt x="32269" y="15155"/>
                </a:lnTo>
                <a:lnTo>
                  <a:pt x="32350" y="15075"/>
                </a:lnTo>
                <a:lnTo>
                  <a:pt x="32430" y="14994"/>
                </a:lnTo>
                <a:lnTo>
                  <a:pt x="32551" y="14812"/>
                </a:lnTo>
                <a:lnTo>
                  <a:pt x="32612" y="14610"/>
                </a:lnTo>
                <a:lnTo>
                  <a:pt x="32672" y="14388"/>
                </a:lnTo>
                <a:lnTo>
                  <a:pt x="32672" y="14166"/>
                </a:lnTo>
                <a:lnTo>
                  <a:pt x="32652" y="13944"/>
                </a:lnTo>
                <a:lnTo>
                  <a:pt x="32592" y="13743"/>
                </a:lnTo>
                <a:lnTo>
                  <a:pt x="32511" y="13541"/>
                </a:lnTo>
                <a:lnTo>
                  <a:pt x="32410" y="13339"/>
                </a:lnTo>
                <a:lnTo>
                  <a:pt x="32269" y="13157"/>
                </a:lnTo>
                <a:lnTo>
                  <a:pt x="32128" y="12996"/>
                </a:lnTo>
                <a:lnTo>
                  <a:pt x="31966" y="12835"/>
                </a:lnTo>
                <a:lnTo>
                  <a:pt x="31805" y="12693"/>
                </a:lnTo>
                <a:lnTo>
                  <a:pt x="31623" y="12572"/>
                </a:lnTo>
                <a:lnTo>
                  <a:pt x="31280" y="12350"/>
                </a:lnTo>
                <a:lnTo>
                  <a:pt x="30715" y="12027"/>
                </a:lnTo>
                <a:lnTo>
                  <a:pt x="30130" y="11725"/>
                </a:lnTo>
                <a:lnTo>
                  <a:pt x="29524" y="11462"/>
                </a:lnTo>
                <a:lnTo>
                  <a:pt x="28919" y="11220"/>
                </a:lnTo>
                <a:lnTo>
                  <a:pt x="28293" y="10998"/>
                </a:lnTo>
                <a:lnTo>
                  <a:pt x="27648" y="10796"/>
                </a:lnTo>
                <a:lnTo>
                  <a:pt x="26396" y="10413"/>
                </a:lnTo>
                <a:lnTo>
                  <a:pt x="26336" y="10393"/>
                </a:lnTo>
                <a:lnTo>
                  <a:pt x="24237" y="9767"/>
                </a:lnTo>
                <a:lnTo>
                  <a:pt x="23208" y="9444"/>
                </a:lnTo>
                <a:lnTo>
                  <a:pt x="22179" y="9101"/>
                </a:lnTo>
                <a:lnTo>
                  <a:pt x="21170" y="8758"/>
                </a:lnTo>
                <a:lnTo>
                  <a:pt x="20161" y="8395"/>
                </a:lnTo>
                <a:lnTo>
                  <a:pt x="19152" y="8032"/>
                </a:lnTo>
                <a:lnTo>
                  <a:pt x="18183" y="7628"/>
                </a:lnTo>
                <a:lnTo>
                  <a:pt x="17215" y="7224"/>
                </a:lnTo>
                <a:lnTo>
                  <a:pt x="16266" y="6781"/>
                </a:lnTo>
                <a:lnTo>
                  <a:pt x="15338" y="6316"/>
                </a:lnTo>
                <a:lnTo>
                  <a:pt x="14410" y="5832"/>
                </a:lnTo>
                <a:lnTo>
                  <a:pt x="13522" y="5328"/>
                </a:lnTo>
                <a:lnTo>
                  <a:pt x="12654" y="4783"/>
                </a:lnTo>
                <a:lnTo>
                  <a:pt x="11806" y="4197"/>
                </a:lnTo>
                <a:lnTo>
                  <a:pt x="10979" y="3572"/>
                </a:lnTo>
                <a:lnTo>
                  <a:pt x="10010" y="2805"/>
                </a:lnTo>
                <a:lnTo>
                  <a:pt x="9365" y="2280"/>
                </a:lnTo>
                <a:lnTo>
                  <a:pt x="8699" y="1776"/>
                </a:lnTo>
                <a:lnTo>
                  <a:pt x="8356" y="1514"/>
                </a:lnTo>
                <a:lnTo>
                  <a:pt x="8012" y="1292"/>
                </a:lnTo>
                <a:lnTo>
                  <a:pt x="7669" y="1070"/>
                </a:lnTo>
                <a:lnTo>
                  <a:pt x="7306" y="848"/>
                </a:lnTo>
                <a:lnTo>
                  <a:pt x="6923" y="666"/>
                </a:lnTo>
                <a:lnTo>
                  <a:pt x="6559" y="505"/>
                </a:lnTo>
                <a:lnTo>
                  <a:pt x="6216" y="363"/>
                </a:lnTo>
                <a:lnTo>
                  <a:pt x="5894" y="242"/>
                </a:lnTo>
                <a:lnTo>
                  <a:pt x="5591" y="161"/>
                </a:lnTo>
                <a:lnTo>
                  <a:pt x="5308" y="101"/>
                </a:lnTo>
                <a:lnTo>
                  <a:pt x="5046" y="61"/>
                </a:lnTo>
                <a:lnTo>
                  <a:pt x="4804" y="20"/>
                </a:lnTo>
                <a:lnTo>
                  <a:pt x="45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7" name="Google Shape;2697;p34"/>
          <p:cNvSpPr/>
          <p:nvPr/>
        </p:nvSpPr>
        <p:spPr>
          <a:xfrm flipH="1" rot="-6644194">
            <a:off x="8037132" y="2205232"/>
            <a:ext cx="794323" cy="541624"/>
          </a:xfrm>
          <a:custGeom>
            <a:rect b="b" l="l" r="r" t="t"/>
            <a:pathLst>
              <a:path extrusionOk="0" h="9688" w="14208">
                <a:moveTo>
                  <a:pt x="2765" y="81"/>
                </a:moveTo>
                <a:lnTo>
                  <a:pt x="2967" y="142"/>
                </a:lnTo>
                <a:lnTo>
                  <a:pt x="3189" y="223"/>
                </a:lnTo>
                <a:lnTo>
                  <a:pt x="3431" y="324"/>
                </a:lnTo>
                <a:lnTo>
                  <a:pt x="3694" y="465"/>
                </a:lnTo>
                <a:lnTo>
                  <a:pt x="3956" y="626"/>
                </a:lnTo>
                <a:lnTo>
                  <a:pt x="4218" y="828"/>
                </a:lnTo>
                <a:lnTo>
                  <a:pt x="4501" y="1070"/>
                </a:lnTo>
                <a:lnTo>
                  <a:pt x="5005" y="1474"/>
                </a:lnTo>
                <a:lnTo>
                  <a:pt x="5510" y="1837"/>
                </a:lnTo>
                <a:lnTo>
                  <a:pt x="6055" y="2200"/>
                </a:lnTo>
                <a:lnTo>
                  <a:pt x="6600" y="2523"/>
                </a:lnTo>
                <a:lnTo>
                  <a:pt x="7165" y="2826"/>
                </a:lnTo>
                <a:lnTo>
                  <a:pt x="7750" y="3088"/>
                </a:lnTo>
                <a:lnTo>
                  <a:pt x="8335" y="3330"/>
                </a:lnTo>
                <a:lnTo>
                  <a:pt x="8940" y="3532"/>
                </a:lnTo>
                <a:lnTo>
                  <a:pt x="9566" y="3714"/>
                </a:lnTo>
                <a:lnTo>
                  <a:pt x="10171" y="3895"/>
                </a:lnTo>
                <a:lnTo>
                  <a:pt x="11140" y="4158"/>
                </a:lnTo>
                <a:lnTo>
                  <a:pt x="11624" y="4319"/>
                </a:lnTo>
                <a:lnTo>
                  <a:pt x="12089" y="4481"/>
                </a:lnTo>
                <a:lnTo>
                  <a:pt x="12533" y="4683"/>
                </a:lnTo>
                <a:lnTo>
                  <a:pt x="12956" y="4904"/>
                </a:lnTo>
                <a:lnTo>
                  <a:pt x="13178" y="5046"/>
                </a:lnTo>
                <a:lnTo>
                  <a:pt x="13380" y="5167"/>
                </a:lnTo>
                <a:lnTo>
                  <a:pt x="13562" y="5328"/>
                </a:lnTo>
                <a:lnTo>
                  <a:pt x="13764" y="5490"/>
                </a:lnTo>
                <a:lnTo>
                  <a:pt x="13945" y="5671"/>
                </a:lnTo>
                <a:lnTo>
                  <a:pt x="14066" y="5853"/>
                </a:lnTo>
                <a:lnTo>
                  <a:pt x="14086" y="5934"/>
                </a:lnTo>
                <a:lnTo>
                  <a:pt x="14127" y="6014"/>
                </a:lnTo>
                <a:lnTo>
                  <a:pt x="14127" y="6095"/>
                </a:lnTo>
                <a:lnTo>
                  <a:pt x="14127" y="6176"/>
                </a:lnTo>
                <a:lnTo>
                  <a:pt x="14086" y="6317"/>
                </a:lnTo>
                <a:lnTo>
                  <a:pt x="14006" y="6458"/>
                </a:lnTo>
                <a:lnTo>
                  <a:pt x="13864" y="6579"/>
                </a:lnTo>
                <a:lnTo>
                  <a:pt x="13683" y="6721"/>
                </a:lnTo>
                <a:lnTo>
                  <a:pt x="13461" y="6842"/>
                </a:lnTo>
                <a:lnTo>
                  <a:pt x="13239" y="6963"/>
                </a:lnTo>
                <a:lnTo>
                  <a:pt x="12997" y="7064"/>
                </a:lnTo>
                <a:lnTo>
                  <a:pt x="12755" y="7165"/>
                </a:lnTo>
                <a:lnTo>
                  <a:pt x="12512" y="7225"/>
                </a:lnTo>
                <a:lnTo>
                  <a:pt x="12270" y="7286"/>
                </a:lnTo>
                <a:lnTo>
                  <a:pt x="11766" y="7387"/>
                </a:lnTo>
                <a:lnTo>
                  <a:pt x="11261" y="7447"/>
                </a:lnTo>
                <a:lnTo>
                  <a:pt x="10716" y="7467"/>
                </a:lnTo>
                <a:lnTo>
                  <a:pt x="9647" y="7488"/>
                </a:lnTo>
                <a:lnTo>
                  <a:pt x="8940" y="7508"/>
                </a:lnTo>
                <a:lnTo>
                  <a:pt x="8234" y="7528"/>
                </a:lnTo>
                <a:lnTo>
                  <a:pt x="7891" y="7548"/>
                </a:lnTo>
                <a:lnTo>
                  <a:pt x="7548" y="7588"/>
                </a:lnTo>
                <a:lnTo>
                  <a:pt x="7205" y="7649"/>
                </a:lnTo>
                <a:lnTo>
                  <a:pt x="6862" y="7710"/>
                </a:lnTo>
                <a:lnTo>
                  <a:pt x="6559" y="7790"/>
                </a:lnTo>
                <a:lnTo>
                  <a:pt x="6236" y="7891"/>
                </a:lnTo>
                <a:lnTo>
                  <a:pt x="5651" y="8113"/>
                </a:lnTo>
                <a:lnTo>
                  <a:pt x="5066" y="8375"/>
                </a:lnTo>
                <a:lnTo>
                  <a:pt x="4501" y="8658"/>
                </a:lnTo>
                <a:lnTo>
                  <a:pt x="3653" y="9041"/>
                </a:lnTo>
                <a:lnTo>
                  <a:pt x="3209" y="9223"/>
                </a:lnTo>
                <a:lnTo>
                  <a:pt x="2786" y="9384"/>
                </a:lnTo>
                <a:lnTo>
                  <a:pt x="2483" y="9485"/>
                </a:lnTo>
                <a:lnTo>
                  <a:pt x="2221" y="9546"/>
                </a:lnTo>
                <a:lnTo>
                  <a:pt x="1978" y="9586"/>
                </a:lnTo>
                <a:lnTo>
                  <a:pt x="1756" y="9606"/>
                </a:lnTo>
                <a:lnTo>
                  <a:pt x="1555" y="9606"/>
                </a:lnTo>
                <a:lnTo>
                  <a:pt x="1373" y="9586"/>
                </a:lnTo>
                <a:lnTo>
                  <a:pt x="1212" y="9566"/>
                </a:lnTo>
                <a:lnTo>
                  <a:pt x="1070" y="9526"/>
                </a:lnTo>
                <a:lnTo>
                  <a:pt x="929" y="9465"/>
                </a:lnTo>
                <a:lnTo>
                  <a:pt x="808" y="9405"/>
                </a:lnTo>
                <a:lnTo>
                  <a:pt x="626" y="9284"/>
                </a:lnTo>
                <a:lnTo>
                  <a:pt x="485" y="9162"/>
                </a:lnTo>
                <a:lnTo>
                  <a:pt x="404" y="9082"/>
                </a:lnTo>
                <a:lnTo>
                  <a:pt x="303" y="8920"/>
                </a:lnTo>
                <a:lnTo>
                  <a:pt x="243" y="8759"/>
                </a:lnTo>
                <a:lnTo>
                  <a:pt x="182" y="8597"/>
                </a:lnTo>
                <a:lnTo>
                  <a:pt x="142" y="8436"/>
                </a:lnTo>
                <a:lnTo>
                  <a:pt x="102" y="8073"/>
                </a:lnTo>
                <a:lnTo>
                  <a:pt x="81" y="7730"/>
                </a:lnTo>
                <a:lnTo>
                  <a:pt x="102" y="6983"/>
                </a:lnTo>
                <a:lnTo>
                  <a:pt x="142" y="6236"/>
                </a:lnTo>
                <a:lnTo>
                  <a:pt x="243" y="5470"/>
                </a:lnTo>
                <a:lnTo>
                  <a:pt x="364" y="4703"/>
                </a:lnTo>
                <a:lnTo>
                  <a:pt x="525" y="3895"/>
                </a:lnTo>
                <a:lnTo>
                  <a:pt x="727" y="3068"/>
                </a:lnTo>
                <a:lnTo>
                  <a:pt x="990" y="2200"/>
                </a:lnTo>
                <a:lnTo>
                  <a:pt x="1272" y="1292"/>
                </a:lnTo>
                <a:lnTo>
                  <a:pt x="1373" y="1050"/>
                </a:lnTo>
                <a:lnTo>
                  <a:pt x="1454" y="848"/>
                </a:lnTo>
                <a:lnTo>
                  <a:pt x="1575" y="667"/>
                </a:lnTo>
                <a:lnTo>
                  <a:pt x="1696" y="505"/>
                </a:lnTo>
                <a:lnTo>
                  <a:pt x="1817" y="364"/>
                </a:lnTo>
                <a:lnTo>
                  <a:pt x="1958" y="263"/>
                </a:lnTo>
                <a:lnTo>
                  <a:pt x="2099" y="162"/>
                </a:lnTo>
                <a:lnTo>
                  <a:pt x="2261" y="122"/>
                </a:lnTo>
                <a:lnTo>
                  <a:pt x="2402" y="81"/>
                </a:lnTo>
                <a:close/>
                <a:moveTo>
                  <a:pt x="2463" y="1"/>
                </a:moveTo>
                <a:lnTo>
                  <a:pt x="2241" y="41"/>
                </a:lnTo>
                <a:lnTo>
                  <a:pt x="2079" y="102"/>
                </a:lnTo>
                <a:lnTo>
                  <a:pt x="1918" y="182"/>
                </a:lnTo>
                <a:lnTo>
                  <a:pt x="1777" y="303"/>
                </a:lnTo>
                <a:lnTo>
                  <a:pt x="1635" y="445"/>
                </a:lnTo>
                <a:lnTo>
                  <a:pt x="1514" y="606"/>
                </a:lnTo>
                <a:lnTo>
                  <a:pt x="1393" y="808"/>
                </a:lnTo>
                <a:lnTo>
                  <a:pt x="1292" y="1030"/>
                </a:lnTo>
                <a:lnTo>
                  <a:pt x="1191" y="1272"/>
                </a:lnTo>
                <a:lnTo>
                  <a:pt x="909" y="2180"/>
                </a:lnTo>
                <a:lnTo>
                  <a:pt x="646" y="3048"/>
                </a:lnTo>
                <a:lnTo>
                  <a:pt x="445" y="3875"/>
                </a:lnTo>
                <a:lnTo>
                  <a:pt x="283" y="4683"/>
                </a:lnTo>
                <a:lnTo>
                  <a:pt x="162" y="5470"/>
                </a:lnTo>
                <a:lnTo>
                  <a:pt x="61" y="6236"/>
                </a:lnTo>
                <a:lnTo>
                  <a:pt x="21" y="6983"/>
                </a:lnTo>
                <a:lnTo>
                  <a:pt x="1" y="7730"/>
                </a:lnTo>
                <a:lnTo>
                  <a:pt x="21" y="8093"/>
                </a:lnTo>
                <a:lnTo>
                  <a:pt x="41" y="8275"/>
                </a:lnTo>
                <a:lnTo>
                  <a:pt x="61" y="8456"/>
                </a:lnTo>
                <a:lnTo>
                  <a:pt x="102" y="8638"/>
                </a:lnTo>
                <a:lnTo>
                  <a:pt x="162" y="8799"/>
                </a:lnTo>
                <a:lnTo>
                  <a:pt x="243" y="8961"/>
                </a:lnTo>
                <a:lnTo>
                  <a:pt x="344" y="9122"/>
                </a:lnTo>
                <a:lnTo>
                  <a:pt x="465" y="9263"/>
                </a:lnTo>
                <a:lnTo>
                  <a:pt x="606" y="9384"/>
                </a:lnTo>
                <a:lnTo>
                  <a:pt x="768" y="9485"/>
                </a:lnTo>
                <a:lnTo>
                  <a:pt x="929" y="9566"/>
                </a:lnTo>
                <a:lnTo>
                  <a:pt x="1111" y="9627"/>
                </a:lnTo>
                <a:lnTo>
                  <a:pt x="1272" y="9647"/>
                </a:lnTo>
                <a:lnTo>
                  <a:pt x="1454" y="9667"/>
                </a:lnTo>
                <a:lnTo>
                  <a:pt x="1635" y="9687"/>
                </a:lnTo>
                <a:lnTo>
                  <a:pt x="1999" y="9667"/>
                </a:lnTo>
                <a:lnTo>
                  <a:pt x="2321" y="9606"/>
                </a:lnTo>
                <a:lnTo>
                  <a:pt x="2604" y="9526"/>
                </a:lnTo>
                <a:lnTo>
                  <a:pt x="2806" y="9465"/>
                </a:lnTo>
                <a:lnTo>
                  <a:pt x="3250" y="9304"/>
                </a:lnTo>
                <a:lnTo>
                  <a:pt x="3673" y="9122"/>
                </a:lnTo>
                <a:lnTo>
                  <a:pt x="4521" y="8719"/>
                </a:lnTo>
                <a:lnTo>
                  <a:pt x="5106" y="8456"/>
                </a:lnTo>
                <a:lnTo>
                  <a:pt x="5671" y="8194"/>
                </a:lnTo>
                <a:lnTo>
                  <a:pt x="6277" y="7972"/>
                </a:lnTo>
                <a:lnTo>
                  <a:pt x="6579" y="7871"/>
                </a:lnTo>
                <a:lnTo>
                  <a:pt x="6882" y="7790"/>
                </a:lnTo>
                <a:lnTo>
                  <a:pt x="7205" y="7730"/>
                </a:lnTo>
                <a:lnTo>
                  <a:pt x="7548" y="7669"/>
                </a:lnTo>
                <a:lnTo>
                  <a:pt x="7891" y="7629"/>
                </a:lnTo>
                <a:lnTo>
                  <a:pt x="8254" y="7609"/>
                </a:lnTo>
                <a:lnTo>
                  <a:pt x="8940" y="7588"/>
                </a:lnTo>
                <a:lnTo>
                  <a:pt x="9647" y="7568"/>
                </a:lnTo>
                <a:lnTo>
                  <a:pt x="10716" y="7548"/>
                </a:lnTo>
                <a:lnTo>
                  <a:pt x="11241" y="7528"/>
                </a:lnTo>
                <a:lnTo>
                  <a:pt x="11766" y="7467"/>
                </a:lnTo>
                <a:lnTo>
                  <a:pt x="12290" y="7366"/>
                </a:lnTo>
                <a:lnTo>
                  <a:pt x="12533" y="7306"/>
                </a:lnTo>
                <a:lnTo>
                  <a:pt x="12775" y="7225"/>
                </a:lnTo>
                <a:lnTo>
                  <a:pt x="13037" y="7144"/>
                </a:lnTo>
                <a:lnTo>
                  <a:pt x="13259" y="7044"/>
                </a:lnTo>
                <a:lnTo>
                  <a:pt x="13501" y="6922"/>
                </a:lnTo>
                <a:lnTo>
                  <a:pt x="13723" y="6781"/>
                </a:lnTo>
                <a:lnTo>
                  <a:pt x="13885" y="6680"/>
                </a:lnTo>
                <a:lnTo>
                  <a:pt x="14026" y="6559"/>
                </a:lnTo>
                <a:lnTo>
                  <a:pt x="14086" y="6479"/>
                </a:lnTo>
                <a:lnTo>
                  <a:pt x="14147" y="6398"/>
                </a:lnTo>
                <a:lnTo>
                  <a:pt x="14187" y="6297"/>
                </a:lnTo>
                <a:lnTo>
                  <a:pt x="14207" y="6196"/>
                </a:lnTo>
                <a:lnTo>
                  <a:pt x="14207" y="6095"/>
                </a:lnTo>
                <a:lnTo>
                  <a:pt x="14207" y="6014"/>
                </a:lnTo>
                <a:lnTo>
                  <a:pt x="14167" y="5913"/>
                </a:lnTo>
                <a:lnTo>
                  <a:pt x="14127" y="5813"/>
                </a:lnTo>
                <a:lnTo>
                  <a:pt x="14086" y="5712"/>
                </a:lnTo>
                <a:lnTo>
                  <a:pt x="14006" y="5631"/>
                </a:lnTo>
                <a:lnTo>
                  <a:pt x="13804" y="5429"/>
                </a:lnTo>
                <a:lnTo>
                  <a:pt x="13622" y="5268"/>
                </a:lnTo>
                <a:lnTo>
                  <a:pt x="13420" y="5106"/>
                </a:lnTo>
                <a:lnTo>
                  <a:pt x="13219" y="4965"/>
                </a:lnTo>
                <a:lnTo>
                  <a:pt x="13017" y="4844"/>
                </a:lnTo>
                <a:lnTo>
                  <a:pt x="12573" y="4602"/>
                </a:lnTo>
                <a:lnTo>
                  <a:pt x="12109" y="4420"/>
                </a:lnTo>
                <a:lnTo>
                  <a:pt x="11645" y="4239"/>
                </a:lnTo>
                <a:lnTo>
                  <a:pt x="11160" y="4077"/>
                </a:lnTo>
                <a:lnTo>
                  <a:pt x="10192" y="3815"/>
                </a:lnTo>
                <a:lnTo>
                  <a:pt x="9586" y="3653"/>
                </a:lnTo>
                <a:lnTo>
                  <a:pt x="8961" y="3452"/>
                </a:lnTo>
                <a:lnTo>
                  <a:pt x="8375" y="3250"/>
                </a:lnTo>
                <a:lnTo>
                  <a:pt x="7770" y="3008"/>
                </a:lnTo>
                <a:lnTo>
                  <a:pt x="7205" y="2745"/>
                </a:lnTo>
                <a:lnTo>
                  <a:pt x="6640" y="2443"/>
                </a:lnTo>
                <a:lnTo>
                  <a:pt x="6095" y="2120"/>
                </a:lnTo>
                <a:lnTo>
                  <a:pt x="5570" y="1777"/>
                </a:lnTo>
                <a:lnTo>
                  <a:pt x="5046" y="1413"/>
                </a:lnTo>
                <a:lnTo>
                  <a:pt x="4561" y="1010"/>
                </a:lnTo>
                <a:lnTo>
                  <a:pt x="4218" y="727"/>
                </a:lnTo>
                <a:lnTo>
                  <a:pt x="3875" y="485"/>
                </a:lnTo>
                <a:lnTo>
                  <a:pt x="3573" y="303"/>
                </a:lnTo>
                <a:lnTo>
                  <a:pt x="3270" y="162"/>
                </a:lnTo>
                <a:lnTo>
                  <a:pt x="2987" y="61"/>
                </a:lnTo>
                <a:lnTo>
                  <a:pt x="27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8" name="Google Shape;2698;p34"/>
          <p:cNvSpPr/>
          <p:nvPr/>
        </p:nvSpPr>
        <p:spPr>
          <a:xfrm flipH="1">
            <a:off x="8262704" y="3761067"/>
            <a:ext cx="152348" cy="92527"/>
          </a:xfrm>
          <a:custGeom>
            <a:rect b="b" l="l" r="r" t="t"/>
            <a:pathLst>
              <a:path extrusionOk="0" h="1655" w="2725">
                <a:moveTo>
                  <a:pt x="2099" y="81"/>
                </a:moveTo>
                <a:lnTo>
                  <a:pt x="2240" y="101"/>
                </a:lnTo>
                <a:lnTo>
                  <a:pt x="2382" y="121"/>
                </a:lnTo>
                <a:lnTo>
                  <a:pt x="2483" y="182"/>
                </a:lnTo>
                <a:lnTo>
                  <a:pt x="2563" y="262"/>
                </a:lnTo>
                <a:lnTo>
                  <a:pt x="2624" y="363"/>
                </a:lnTo>
                <a:lnTo>
                  <a:pt x="2644" y="424"/>
                </a:lnTo>
                <a:lnTo>
                  <a:pt x="2644" y="484"/>
                </a:lnTo>
                <a:lnTo>
                  <a:pt x="2644" y="565"/>
                </a:lnTo>
                <a:lnTo>
                  <a:pt x="2604" y="626"/>
                </a:lnTo>
                <a:lnTo>
                  <a:pt x="2503" y="767"/>
                </a:lnTo>
                <a:lnTo>
                  <a:pt x="2321" y="969"/>
                </a:lnTo>
                <a:lnTo>
                  <a:pt x="2099" y="1150"/>
                </a:lnTo>
                <a:lnTo>
                  <a:pt x="1857" y="1312"/>
                </a:lnTo>
                <a:lnTo>
                  <a:pt x="1595" y="1433"/>
                </a:lnTo>
                <a:lnTo>
                  <a:pt x="1332" y="1534"/>
                </a:lnTo>
                <a:lnTo>
                  <a:pt x="1191" y="1554"/>
                </a:lnTo>
                <a:lnTo>
                  <a:pt x="1050" y="1574"/>
                </a:lnTo>
                <a:lnTo>
                  <a:pt x="909" y="1574"/>
                </a:lnTo>
                <a:lnTo>
                  <a:pt x="767" y="1554"/>
                </a:lnTo>
                <a:lnTo>
                  <a:pt x="646" y="1514"/>
                </a:lnTo>
                <a:lnTo>
                  <a:pt x="505" y="1473"/>
                </a:lnTo>
                <a:lnTo>
                  <a:pt x="364" y="1392"/>
                </a:lnTo>
                <a:lnTo>
                  <a:pt x="263" y="1312"/>
                </a:lnTo>
                <a:lnTo>
                  <a:pt x="182" y="1231"/>
                </a:lnTo>
                <a:lnTo>
                  <a:pt x="122" y="1110"/>
                </a:lnTo>
                <a:lnTo>
                  <a:pt x="81" y="1009"/>
                </a:lnTo>
                <a:lnTo>
                  <a:pt x="101" y="868"/>
                </a:lnTo>
                <a:lnTo>
                  <a:pt x="142" y="747"/>
                </a:lnTo>
                <a:lnTo>
                  <a:pt x="222" y="646"/>
                </a:lnTo>
                <a:lnTo>
                  <a:pt x="364" y="505"/>
                </a:lnTo>
                <a:lnTo>
                  <a:pt x="566" y="404"/>
                </a:lnTo>
                <a:lnTo>
                  <a:pt x="787" y="303"/>
                </a:lnTo>
                <a:lnTo>
                  <a:pt x="1030" y="242"/>
                </a:lnTo>
                <a:lnTo>
                  <a:pt x="1252" y="182"/>
                </a:lnTo>
                <a:lnTo>
                  <a:pt x="1474" y="161"/>
                </a:lnTo>
                <a:lnTo>
                  <a:pt x="1655" y="121"/>
                </a:lnTo>
                <a:lnTo>
                  <a:pt x="1877" y="101"/>
                </a:lnTo>
                <a:lnTo>
                  <a:pt x="2099" y="81"/>
                </a:lnTo>
                <a:close/>
                <a:moveTo>
                  <a:pt x="2018" y="0"/>
                </a:moveTo>
                <a:lnTo>
                  <a:pt x="1837" y="20"/>
                </a:lnTo>
                <a:lnTo>
                  <a:pt x="1635" y="40"/>
                </a:lnTo>
                <a:lnTo>
                  <a:pt x="1474" y="81"/>
                </a:lnTo>
                <a:lnTo>
                  <a:pt x="1231" y="101"/>
                </a:lnTo>
                <a:lnTo>
                  <a:pt x="989" y="161"/>
                </a:lnTo>
                <a:lnTo>
                  <a:pt x="767" y="222"/>
                </a:lnTo>
                <a:lnTo>
                  <a:pt x="525" y="323"/>
                </a:lnTo>
                <a:lnTo>
                  <a:pt x="323" y="444"/>
                </a:lnTo>
                <a:lnTo>
                  <a:pt x="162" y="585"/>
                </a:lnTo>
                <a:lnTo>
                  <a:pt x="61" y="727"/>
                </a:lnTo>
                <a:lnTo>
                  <a:pt x="21" y="868"/>
                </a:lnTo>
                <a:lnTo>
                  <a:pt x="0" y="1009"/>
                </a:lnTo>
                <a:lnTo>
                  <a:pt x="41" y="1150"/>
                </a:lnTo>
                <a:lnTo>
                  <a:pt x="101" y="1271"/>
                </a:lnTo>
                <a:lnTo>
                  <a:pt x="202" y="1372"/>
                </a:lnTo>
                <a:lnTo>
                  <a:pt x="323" y="1473"/>
                </a:lnTo>
                <a:lnTo>
                  <a:pt x="465" y="1554"/>
                </a:lnTo>
                <a:lnTo>
                  <a:pt x="606" y="1594"/>
                </a:lnTo>
                <a:lnTo>
                  <a:pt x="727" y="1635"/>
                </a:lnTo>
                <a:lnTo>
                  <a:pt x="868" y="1635"/>
                </a:lnTo>
                <a:lnTo>
                  <a:pt x="989" y="1655"/>
                </a:lnTo>
                <a:lnTo>
                  <a:pt x="1211" y="1635"/>
                </a:lnTo>
                <a:lnTo>
                  <a:pt x="1433" y="1574"/>
                </a:lnTo>
                <a:lnTo>
                  <a:pt x="1655" y="1514"/>
                </a:lnTo>
                <a:lnTo>
                  <a:pt x="1857" y="1392"/>
                </a:lnTo>
                <a:lnTo>
                  <a:pt x="2059" y="1271"/>
                </a:lnTo>
                <a:lnTo>
                  <a:pt x="2240" y="1130"/>
                </a:lnTo>
                <a:lnTo>
                  <a:pt x="2422" y="969"/>
                </a:lnTo>
                <a:lnTo>
                  <a:pt x="2563" y="807"/>
                </a:lnTo>
                <a:lnTo>
                  <a:pt x="2684" y="666"/>
                </a:lnTo>
                <a:lnTo>
                  <a:pt x="2705" y="585"/>
                </a:lnTo>
                <a:lnTo>
                  <a:pt x="2725" y="484"/>
                </a:lnTo>
                <a:lnTo>
                  <a:pt x="2725" y="424"/>
                </a:lnTo>
                <a:lnTo>
                  <a:pt x="2705" y="343"/>
                </a:lnTo>
                <a:lnTo>
                  <a:pt x="2684" y="283"/>
                </a:lnTo>
                <a:lnTo>
                  <a:pt x="2644" y="222"/>
                </a:lnTo>
                <a:lnTo>
                  <a:pt x="2523" y="121"/>
                </a:lnTo>
                <a:lnTo>
                  <a:pt x="2402" y="40"/>
                </a:lnTo>
                <a:lnTo>
                  <a:pt x="222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9" name="Google Shape;2699;p34"/>
          <p:cNvSpPr/>
          <p:nvPr/>
        </p:nvSpPr>
        <p:spPr>
          <a:xfrm flipH="1">
            <a:off x="782579" y="321561"/>
            <a:ext cx="453633" cy="455870"/>
          </a:xfrm>
          <a:custGeom>
            <a:rect b="b" l="l" r="r" t="t"/>
            <a:pathLst>
              <a:path extrusionOk="0" h="8154" w="8114">
                <a:moveTo>
                  <a:pt x="1010" y="81"/>
                </a:moveTo>
                <a:lnTo>
                  <a:pt x="1151" y="101"/>
                </a:lnTo>
                <a:lnTo>
                  <a:pt x="1413" y="162"/>
                </a:lnTo>
                <a:lnTo>
                  <a:pt x="1696" y="263"/>
                </a:lnTo>
                <a:lnTo>
                  <a:pt x="1938" y="384"/>
                </a:lnTo>
                <a:lnTo>
                  <a:pt x="2200" y="545"/>
                </a:lnTo>
                <a:lnTo>
                  <a:pt x="2422" y="707"/>
                </a:lnTo>
                <a:lnTo>
                  <a:pt x="2644" y="888"/>
                </a:lnTo>
                <a:lnTo>
                  <a:pt x="3108" y="1251"/>
                </a:lnTo>
                <a:lnTo>
                  <a:pt x="3552" y="1635"/>
                </a:lnTo>
                <a:lnTo>
                  <a:pt x="3976" y="2039"/>
                </a:lnTo>
                <a:lnTo>
                  <a:pt x="4400" y="2422"/>
                </a:lnTo>
                <a:lnTo>
                  <a:pt x="4783" y="2826"/>
                </a:lnTo>
                <a:lnTo>
                  <a:pt x="5167" y="3229"/>
                </a:lnTo>
                <a:lnTo>
                  <a:pt x="5530" y="3653"/>
                </a:lnTo>
                <a:lnTo>
                  <a:pt x="5873" y="4077"/>
                </a:lnTo>
                <a:lnTo>
                  <a:pt x="6196" y="4500"/>
                </a:lnTo>
                <a:lnTo>
                  <a:pt x="6499" y="4924"/>
                </a:lnTo>
                <a:lnTo>
                  <a:pt x="6781" y="5348"/>
                </a:lnTo>
                <a:lnTo>
                  <a:pt x="7064" y="5792"/>
                </a:lnTo>
                <a:lnTo>
                  <a:pt x="7306" y="6236"/>
                </a:lnTo>
                <a:lnTo>
                  <a:pt x="7548" y="6680"/>
                </a:lnTo>
                <a:lnTo>
                  <a:pt x="7770" y="7144"/>
                </a:lnTo>
                <a:lnTo>
                  <a:pt x="7972" y="7588"/>
                </a:lnTo>
                <a:lnTo>
                  <a:pt x="8012" y="7729"/>
                </a:lnTo>
                <a:lnTo>
                  <a:pt x="8032" y="7871"/>
                </a:lnTo>
                <a:lnTo>
                  <a:pt x="8032" y="7931"/>
                </a:lnTo>
                <a:lnTo>
                  <a:pt x="8012" y="7992"/>
                </a:lnTo>
                <a:lnTo>
                  <a:pt x="7972" y="8032"/>
                </a:lnTo>
                <a:lnTo>
                  <a:pt x="7932" y="8052"/>
                </a:lnTo>
                <a:lnTo>
                  <a:pt x="7851" y="8072"/>
                </a:lnTo>
                <a:lnTo>
                  <a:pt x="7790" y="8072"/>
                </a:lnTo>
                <a:lnTo>
                  <a:pt x="7649" y="8012"/>
                </a:lnTo>
                <a:lnTo>
                  <a:pt x="7346" y="7830"/>
                </a:lnTo>
                <a:lnTo>
                  <a:pt x="7084" y="7628"/>
                </a:lnTo>
                <a:lnTo>
                  <a:pt x="6822" y="7386"/>
                </a:lnTo>
                <a:lnTo>
                  <a:pt x="6559" y="7164"/>
                </a:lnTo>
                <a:lnTo>
                  <a:pt x="2523" y="3310"/>
                </a:lnTo>
                <a:lnTo>
                  <a:pt x="2180" y="3007"/>
                </a:lnTo>
                <a:lnTo>
                  <a:pt x="1514" y="2462"/>
                </a:lnTo>
                <a:lnTo>
                  <a:pt x="1151" y="2119"/>
                </a:lnTo>
                <a:lnTo>
                  <a:pt x="808" y="1776"/>
                </a:lnTo>
                <a:lnTo>
                  <a:pt x="485" y="1413"/>
                </a:lnTo>
                <a:lnTo>
                  <a:pt x="364" y="1251"/>
                </a:lnTo>
                <a:lnTo>
                  <a:pt x="243" y="1070"/>
                </a:lnTo>
                <a:lnTo>
                  <a:pt x="162" y="908"/>
                </a:lnTo>
                <a:lnTo>
                  <a:pt x="102" y="767"/>
                </a:lnTo>
                <a:lnTo>
                  <a:pt x="81" y="626"/>
                </a:lnTo>
                <a:lnTo>
                  <a:pt x="81" y="485"/>
                </a:lnTo>
                <a:lnTo>
                  <a:pt x="122" y="424"/>
                </a:lnTo>
                <a:lnTo>
                  <a:pt x="142" y="364"/>
                </a:lnTo>
                <a:lnTo>
                  <a:pt x="243" y="263"/>
                </a:lnTo>
                <a:lnTo>
                  <a:pt x="404" y="182"/>
                </a:lnTo>
                <a:lnTo>
                  <a:pt x="606" y="101"/>
                </a:lnTo>
                <a:lnTo>
                  <a:pt x="747" y="81"/>
                </a:lnTo>
                <a:close/>
                <a:moveTo>
                  <a:pt x="727" y="0"/>
                </a:moveTo>
                <a:lnTo>
                  <a:pt x="586" y="41"/>
                </a:lnTo>
                <a:lnTo>
                  <a:pt x="364" y="101"/>
                </a:lnTo>
                <a:lnTo>
                  <a:pt x="203" y="202"/>
                </a:lnTo>
                <a:lnTo>
                  <a:pt x="122" y="263"/>
                </a:lnTo>
                <a:lnTo>
                  <a:pt x="81" y="323"/>
                </a:lnTo>
                <a:lnTo>
                  <a:pt x="41" y="384"/>
                </a:lnTo>
                <a:lnTo>
                  <a:pt x="21" y="464"/>
                </a:lnTo>
                <a:lnTo>
                  <a:pt x="1" y="606"/>
                </a:lnTo>
                <a:lnTo>
                  <a:pt x="21" y="767"/>
                </a:lnTo>
                <a:lnTo>
                  <a:pt x="81" y="908"/>
                </a:lnTo>
                <a:lnTo>
                  <a:pt x="162" y="1090"/>
                </a:lnTo>
                <a:lnTo>
                  <a:pt x="263" y="1251"/>
                </a:lnTo>
                <a:lnTo>
                  <a:pt x="404" y="1433"/>
                </a:lnTo>
                <a:lnTo>
                  <a:pt x="707" y="1796"/>
                </a:lnTo>
                <a:lnTo>
                  <a:pt x="1070" y="2139"/>
                </a:lnTo>
                <a:lnTo>
                  <a:pt x="1434" y="2482"/>
                </a:lnTo>
                <a:lnTo>
                  <a:pt x="2120" y="3088"/>
                </a:lnTo>
                <a:lnTo>
                  <a:pt x="2463" y="3370"/>
                </a:lnTo>
                <a:lnTo>
                  <a:pt x="6499" y="7225"/>
                </a:lnTo>
                <a:lnTo>
                  <a:pt x="6761" y="7467"/>
                </a:lnTo>
                <a:lnTo>
                  <a:pt x="7023" y="7689"/>
                </a:lnTo>
                <a:lnTo>
                  <a:pt x="7306" y="7911"/>
                </a:lnTo>
                <a:lnTo>
                  <a:pt x="7609" y="8093"/>
                </a:lnTo>
                <a:lnTo>
                  <a:pt x="7730" y="8133"/>
                </a:lnTo>
                <a:lnTo>
                  <a:pt x="7851" y="8153"/>
                </a:lnTo>
                <a:lnTo>
                  <a:pt x="7911" y="8153"/>
                </a:lnTo>
                <a:lnTo>
                  <a:pt x="7972" y="8133"/>
                </a:lnTo>
                <a:lnTo>
                  <a:pt x="8032" y="8093"/>
                </a:lnTo>
                <a:lnTo>
                  <a:pt x="8073" y="8032"/>
                </a:lnTo>
                <a:lnTo>
                  <a:pt x="8093" y="7971"/>
                </a:lnTo>
                <a:lnTo>
                  <a:pt x="8113" y="7891"/>
                </a:lnTo>
                <a:lnTo>
                  <a:pt x="8093" y="7729"/>
                </a:lnTo>
                <a:lnTo>
                  <a:pt x="8032" y="7568"/>
                </a:lnTo>
                <a:lnTo>
                  <a:pt x="7831" y="7104"/>
                </a:lnTo>
                <a:lnTo>
                  <a:pt x="7629" y="6640"/>
                </a:lnTo>
                <a:lnTo>
                  <a:pt x="7387" y="6196"/>
                </a:lnTo>
                <a:lnTo>
                  <a:pt x="7124" y="5752"/>
                </a:lnTo>
                <a:lnTo>
                  <a:pt x="6862" y="5308"/>
                </a:lnTo>
                <a:lnTo>
                  <a:pt x="6559" y="4884"/>
                </a:lnTo>
                <a:lnTo>
                  <a:pt x="6257" y="4440"/>
                </a:lnTo>
                <a:lnTo>
                  <a:pt x="5934" y="4016"/>
                </a:lnTo>
                <a:lnTo>
                  <a:pt x="5591" y="3592"/>
                </a:lnTo>
                <a:lnTo>
                  <a:pt x="5227" y="3189"/>
                </a:lnTo>
                <a:lnTo>
                  <a:pt x="4844" y="2785"/>
                </a:lnTo>
                <a:lnTo>
                  <a:pt x="4461" y="2382"/>
                </a:lnTo>
                <a:lnTo>
                  <a:pt x="4037" y="1978"/>
                </a:lnTo>
                <a:lnTo>
                  <a:pt x="3613" y="1574"/>
                </a:lnTo>
                <a:lnTo>
                  <a:pt x="3169" y="1191"/>
                </a:lnTo>
                <a:lnTo>
                  <a:pt x="2705" y="808"/>
                </a:lnTo>
                <a:lnTo>
                  <a:pt x="2463" y="646"/>
                </a:lnTo>
                <a:lnTo>
                  <a:pt x="2221" y="464"/>
                </a:lnTo>
                <a:lnTo>
                  <a:pt x="1978" y="323"/>
                </a:lnTo>
                <a:lnTo>
                  <a:pt x="1716" y="182"/>
                </a:lnTo>
                <a:lnTo>
                  <a:pt x="1434" y="81"/>
                </a:lnTo>
                <a:lnTo>
                  <a:pt x="1151" y="21"/>
                </a:lnTo>
                <a:lnTo>
                  <a:pt x="10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0" name="Google Shape;2700;p34"/>
          <p:cNvSpPr/>
          <p:nvPr/>
        </p:nvSpPr>
        <p:spPr>
          <a:xfrm flipH="1">
            <a:off x="8296528" y="3203736"/>
            <a:ext cx="100466" cy="100466"/>
          </a:xfrm>
          <a:custGeom>
            <a:rect b="b" l="l" r="r" t="t"/>
            <a:pathLst>
              <a:path extrusionOk="0" h="1797" w="1797">
                <a:moveTo>
                  <a:pt x="908" y="0"/>
                </a:moveTo>
                <a:lnTo>
                  <a:pt x="727" y="20"/>
                </a:lnTo>
                <a:lnTo>
                  <a:pt x="545" y="61"/>
                </a:lnTo>
                <a:lnTo>
                  <a:pt x="404" y="162"/>
                </a:lnTo>
                <a:lnTo>
                  <a:pt x="263" y="262"/>
                </a:lnTo>
                <a:lnTo>
                  <a:pt x="162" y="404"/>
                </a:lnTo>
                <a:lnTo>
                  <a:pt x="81" y="545"/>
                </a:lnTo>
                <a:lnTo>
                  <a:pt x="21" y="727"/>
                </a:lnTo>
                <a:lnTo>
                  <a:pt x="0" y="908"/>
                </a:lnTo>
                <a:lnTo>
                  <a:pt x="21" y="1090"/>
                </a:lnTo>
                <a:lnTo>
                  <a:pt x="81" y="1251"/>
                </a:lnTo>
                <a:lnTo>
                  <a:pt x="162" y="1413"/>
                </a:lnTo>
                <a:lnTo>
                  <a:pt x="263" y="1534"/>
                </a:lnTo>
                <a:lnTo>
                  <a:pt x="404" y="1655"/>
                </a:lnTo>
                <a:lnTo>
                  <a:pt x="545" y="1736"/>
                </a:lnTo>
                <a:lnTo>
                  <a:pt x="727" y="1776"/>
                </a:lnTo>
                <a:lnTo>
                  <a:pt x="908" y="1796"/>
                </a:lnTo>
                <a:lnTo>
                  <a:pt x="1090" y="1776"/>
                </a:lnTo>
                <a:lnTo>
                  <a:pt x="1252" y="1736"/>
                </a:lnTo>
                <a:lnTo>
                  <a:pt x="1413" y="1655"/>
                </a:lnTo>
                <a:lnTo>
                  <a:pt x="1534" y="1534"/>
                </a:lnTo>
                <a:lnTo>
                  <a:pt x="1655" y="1413"/>
                </a:lnTo>
                <a:lnTo>
                  <a:pt x="1736" y="1251"/>
                </a:lnTo>
                <a:lnTo>
                  <a:pt x="1776" y="1090"/>
                </a:lnTo>
                <a:lnTo>
                  <a:pt x="1796" y="908"/>
                </a:lnTo>
                <a:lnTo>
                  <a:pt x="1776" y="727"/>
                </a:lnTo>
                <a:lnTo>
                  <a:pt x="1736" y="545"/>
                </a:lnTo>
                <a:lnTo>
                  <a:pt x="1655" y="404"/>
                </a:lnTo>
                <a:lnTo>
                  <a:pt x="1534" y="262"/>
                </a:lnTo>
                <a:lnTo>
                  <a:pt x="1413" y="162"/>
                </a:lnTo>
                <a:lnTo>
                  <a:pt x="1252" y="61"/>
                </a:lnTo>
                <a:lnTo>
                  <a:pt x="1090" y="20"/>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1" name="Google Shape;2701;p34"/>
          <p:cNvSpPr/>
          <p:nvPr/>
        </p:nvSpPr>
        <p:spPr>
          <a:xfrm flipH="1">
            <a:off x="2287360" y="710897"/>
            <a:ext cx="100466" cy="101640"/>
          </a:xfrm>
          <a:custGeom>
            <a:rect b="b" l="l" r="r" t="t"/>
            <a:pathLst>
              <a:path extrusionOk="0" h="1818" w="1797">
                <a:moveTo>
                  <a:pt x="908" y="1"/>
                </a:moveTo>
                <a:lnTo>
                  <a:pt x="727" y="21"/>
                </a:lnTo>
                <a:lnTo>
                  <a:pt x="545" y="82"/>
                </a:lnTo>
                <a:lnTo>
                  <a:pt x="404" y="162"/>
                </a:lnTo>
                <a:lnTo>
                  <a:pt x="262" y="263"/>
                </a:lnTo>
                <a:lnTo>
                  <a:pt x="162" y="405"/>
                </a:lnTo>
                <a:lnTo>
                  <a:pt x="61" y="566"/>
                </a:lnTo>
                <a:lnTo>
                  <a:pt x="20" y="727"/>
                </a:lnTo>
                <a:lnTo>
                  <a:pt x="0" y="909"/>
                </a:lnTo>
                <a:lnTo>
                  <a:pt x="20" y="1091"/>
                </a:lnTo>
                <a:lnTo>
                  <a:pt x="61" y="1252"/>
                </a:lnTo>
                <a:lnTo>
                  <a:pt x="162" y="1414"/>
                </a:lnTo>
                <a:lnTo>
                  <a:pt x="262" y="1535"/>
                </a:lnTo>
                <a:lnTo>
                  <a:pt x="404" y="1656"/>
                </a:lnTo>
                <a:lnTo>
                  <a:pt x="545" y="1736"/>
                </a:lnTo>
                <a:lnTo>
                  <a:pt x="727" y="1797"/>
                </a:lnTo>
                <a:lnTo>
                  <a:pt x="908" y="1817"/>
                </a:lnTo>
                <a:lnTo>
                  <a:pt x="1090" y="1797"/>
                </a:lnTo>
                <a:lnTo>
                  <a:pt x="1251" y="1736"/>
                </a:lnTo>
                <a:lnTo>
                  <a:pt x="1413" y="1656"/>
                </a:lnTo>
                <a:lnTo>
                  <a:pt x="1534" y="1535"/>
                </a:lnTo>
                <a:lnTo>
                  <a:pt x="1655" y="1414"/>
                </a:lnTo>
                <a:lnTo>
                  <a:pt x="1736" y="1252"/>
                </a:lnTo>
                <a:lnTo>
                  <a:pt x="1776" y="1091"/>
                </a:lnTo>
                <a:lnTo>
                  <a:pt x="1796" y="909"/>
                </a:lnTo>
                <a:lnTo>
                  <a:pt x="1776" y="727"/>
                </a:lnTo>
                <a:lnTo>
                  <a:pt x="1736" y="566"/>
                </a:lnTo>
                <a:lnTo>
                  <a:pt x="1655" y="405"/>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2" name="Google Shape;2702;p34"/>
          <p:cNvSpPr/>
          <p:nvPr/>
        </p:nvSpPr>
        <p:spPr>
          <a:xfrm flipH="1">
            <a:off x="204961" y="1906675"/>
            <a:ext cx="100466" cy="100466"/>
          </a:xfrm>
          <a:custGeom>
            <a:rect b="b" l="l" r="r" t="t"/>
            <a:pathLst>
              <a:path extrusionOk="0" h="1797" w="1797">
                <a:moveTo>
                  <a:pt x="908" y="0"/>
                </a:moveTo>
                <a:lnTo>
                  <a:pt x="727" y="21"/>
                </a:lnTo>
                <a:lnTo>
                  <a:pt x="545" y="61"/>
                </a:lnTo>
                <a:lnTo>
                  <a:pt x="404" y="162"/>
                </a:lnTo>
                <a:lnTo>
                  <a:pt x="263" y="263"/>
                </a:lnTo>
                <a:lnTo>
                  <a:pt x="162" y="404"/>
                </a:lnTo>
                <a:lnTo>
                  <a:pt x="81" y="545"/>
                </a:lnTo>
                <a:lnTo>
                  <a:pt x="20" y="727"/>
                </a:lnTo>
                <a:lnTo>
                  <a:pt x="0" y="908"/>
                </a:lnTo>
                <a:lnTo>
                  <a:pt x="20" y="1090"/>
                </a:lnTo>
                <a:lnTo>
                  <a:pt x="81" y="1252"/>
                </a:lnTo>
                <a:lnTo>
                  <a:pt x="162" y="1393"/>
                </a:lnTo>
                <a:lnTo>
                  <a:pt x="263" y="1534"/>
                </a:lnTo>
                <a:lnTo>
                  <a:pt x="404" y="1655"/>
                </a:lnTo>
                <a:lnTo>
                  <a:pt x="545" y="1736"/>
                </a:lnTo>
                <a:lnTo>
                  <a:pt x="727" y="1776"/>
                </a:lnTo>
                <a:lnTo>
                  <a:pt x="908" y="1796"/>
                </a:lnTo>
                <a:lnTo>
                  <a:pt x="1090" y="1776"/>
                </a:lnTo>
                <a:lnTo>
                  <a:pt x="1251" y="1736"/>
                </a:lnTo>
                <a:lnTo>
                  <a:pt x="1413" y="1655"/>
                </a:lnTo>
                <a:lnTo>
                  <a:pt x="1534" y="1534"/>
                </a:lnTo>
                <a:lnTo>
                  <a:pt x="1655" y="1393"/>
                </a:lnTo>
                <a:lnTo>
                  <a:pt x="1736" y="1252"/>
                </a:lnTo>
                <a:lnTo>
                  <a:pt x="1796" y="1090"/>
                </a:lnTo>
                <a:lnTo>
                  <a:pt x="1796" y="908"/>
                </a:lnTo>
                <a:lnTo>
                  <a:pt x="1796" y="727"/>
                </a:lnTo>
                <a:lnTo>
                  <a:pt x="1736" y="545"/>
                </a:lnTo>
                <a:lnTo>
                  <a:pt x="1655" y="404"/>
                </a:lnTo>
                <a:lnTo>
                  <a:pt x="1534" y="263"/>
                </a:lnTo>
                <a:lnTo>
                  <a:pt x="1413" y="162"/>
                </a:lnTo>
                <a:lnTo>
                  <a:pt x="1251" y="61"/>
                </a:lnTo>
                <a:lnTo>
                  <a:pt x="1090" y="21"/>
                </a:lnTo>
                <a:lnTo>
                  <a:pt x="9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3" name="Google Shape;2703;p34"/>
          <p:cNvSpPr/>
          <p:nvPr/>
        </p:nvSpPr>
        <p:spPr>
          <a:xfrm flipH="1">
            <a:off x="139551" y="399383"/>
            <a:ext cx="101584" cy="100466"/>
          </a:xfrm>
          <a:custGeom>
            <a:rect b="b" l="l" r="r" t="t"/>
            <a:pathLst>
              <a:path extrusionOk="0" h="1797" w="1817">
                <a:moveTo>
                  <a:pt x="909" y="1"/>
                </a:moveTo>
                <a:lnTo>
                  <a:pt x="727" y="21"/>
                </a:lnTo>
                <a:lnTo>
                  <a:pt x="566" y="61"/>
                </a:lnTo>
                <a:lnTo>
                  <a:pt x="404" y="142"/>
                </a:lnTo>
                <a:lnTo>
                  <a:pt x="283" y="263"/>
                </a:lnTo>
                <a:lnTo>
                  <a:pt x="162" y="384"/>
                </a:lnTo>
                <a:lnTo>
                  <a:pt x="81" y="546"/>
                </a:lnTo>
                <a:lnTo>
                  <a:pt x="21" y="707"/>
                </a:lnTo>
                <a:lnTo>
                  <a:pt x="1" y="889"/>
                </a:lnTo>
                <a:lnTo>
                  <a:pt x="21" y="1070"/>
                </a:lnTo>
                <a:lnTo>
                  <a:pt x="81" y="1252"/>
                </a:lnTo>
                <a:lnTo>
                  <a:pt x="162" y="1393"/>
                </a:lnTo>
                <a:lnTo>
                  <a:pt x="283" y="1534"/>
                </a:lnTo>
                <a:lnTo>
                  <a:pt x="404" y="1635"/>
                </a:lnTo>
                <a:lnTo>
                  <a:pt x="566" y="1716"/>
                </a:lnTo>
                <a:lnTo>
                  <a:pt x="727" y="1777"/>
                </a:lnTo>
                <a:lnTo>
                  <a:pt x="909" y="1797"/>
                </a:lnTo>
                <a:lnTo>
                  <a:pt x="1090" y="1777"/>
                </a:lnTo>
                <a:lnTo>
                  <a:pt x="1272" y="1716"/>
                </a:lnTo>
                <a:lnTo>
                  <a:pt x="1413" y="1635"/>
                </a:lnTo>
                <a:lnTo>
                  <a:pt x="1554" y="1534"/>
                </a:lnTo>
                <a:lnTo>
                  <a:pt x="1655" y="1393"/>
                </a:lnTo>
                <a:lnTo>
                  <a:pt x="1736" y="1252"/>
                </a:lnTo>
                <a:lnTo>
                  <a:pt x="1797" y="1070"/>
                </a:lnTo>
                <a:lnTo>
                  <a:pt x="1817" y="889"/>
                </a:lnTo>
                <a:lnTo>
                  <a:pt x="1797" y="707"/>
                </a:lnTo>
                <a:lnTo>
                  <a:pt x="1736" y="546"/>
                </a:lnTo>
                <a:lnTo>
                  <a:pt x="1655" y="384"/>
                </a:lnTo>
                <a:lnTo>
                  <a:pt x="1554" y="263"/>
                </a:lnTo>
                <a:lnTo>
                  <a:pt x="1413" y="142"/>
                </a:lnTo>
                <a:lnTo>
                  <a:pt x="1272" y="61"/>
                </a:lnTo>
                <a:lnTo>
                  <a:pt x="1090" y="21"/>
                </a:lnTo>
                <a:lnTo>
                  <a:pt x="9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4" name="Google Shape;2704;p34"/>
          <p:cNvSpPr/>
          <p:nvPr/>
        </p:nvSpPr>
        <p:spPr>
          <a:xfrm flipH="1">
            <a:off x="137259" y="397147"/>
            <a:ext cx="106112" cy="104994"/>
          </a:xfrm>
          <a:custGeom>
            <a:rect b="b" l="l" r="r" t="t"/>
            <a:pathLst>
              <a:path extrusionOk="0" h="1878" w="1898">
                <a:moveTo>
                  <a:pt x="949" y="81"/>
                </a:moveTo>
                <a:lnTo>
                  <a:pt x="1130" y="101"/>
                </a:lnTo>
                <a:lnTo>
                  <a:pt x="1292" y="142"/>
                </a:lnTo>
                <a:lnTo>
                  <a:pt x="1433" y="222"/>
                </a:lnTo>
                <a:lnTo>
                  <a:pt x="1554" y="323"/>
                </a:lnTo>
                <a:lnTo>
                  <a:pt x="1655" y="444"/>
                </a:lnTo>
                <a:lnTo>
                  <a:pt x="1736" y="606"/>
                </a:lnTo>
                <a:lnTo>
                  <a:pt x="1796" y="767"/>
                </a:lnTo>
                <a:lnTo>
                  <a:pt x="1816" y="929"/>
                </a:lnTo>
                <a:lnTo>
                  <a:pt x="1796" y="1110"/>
                </a:lnTo>
                <a:lnTo>
                  <a:pt x="1736" y="1272"/>
                </a:lnTo>
                <a:lnTo>
                  <a:pt x="1655" y="1413"/>
                </a:lnTo>
                <a:lnTo>
                  <a:pt x="1554" y="1534"/>
                </a:lnTo>
                <a:lnTo>
                  <a:pt x="1433" y="1655"/>
                </a:lnTo>
                <a:lnTo>
                  <a:pt x="1292" y="1736"/>
                </a:lnTo>
                <a:lnTo>
                  <a:pt x="1130" y="1776"/>
                </a:lnTo>
                <a:lnTo>
                  <a:pt x="949" y="1796"/>
                </a:lnTo>
                <a:lnTo>
                  <a:pt x="787" y="1776"/>
                </a:lnTo>
                <a:lnTo>
                  <a:pt x="626" y="1736"/>
                </a:lnTo>
                <a:lnTo>
                  <a:pt x="464" y="1655"/>
                </a:lnTo>
                <a:lnTo>
                  <a:pt x="343" y="1534"/>
                </a:lnTo>
                <a:lnTo>
                  <a:pt x="242" y="1413"/>
                </a:lnTo>
                <a:lnTo>
                  <a:pt x="162" y="1272"/>
                </a:lnTo>
                <a:lnTo>
                  <a:pt x="101" y="1110"/>
                </a:lnTo>
                <a:lnTo>
                  <a:pt x="81" y="929"/>
                </a:lnTo>
                <a:lnTo>
                  <a:pt x="101" y="767"/>
                </a:lnTo>
                <a:lnTo>
                  <a:pt x="162" y="606"/>
                </a:lnTo>
                <a:lnTo>
                  <a:pt x="242" y="444"/>
                </a:lnTo>
                <a:lnTo>
                  <a:pt x="343" y="323"/>
                </a:lnTo>
                <a:lnTo>
                  <a:pt x="464" y="222"/>
                </a:lnTo>
                <a:lnTo>
                  <a:pt x="626" y="142"/>
                </a:lnTo>
                <a:lnTo>
                  <a:pt x="787" y="101"/>
                </a:lnTo>
                <a:lnTo>
                  <a:pt x="949" y="81"/>
                </a:lnTo>
                <a:close/>
                <a:moveTo>
                  <a:pt x="949" y="0"/>
                </a:moveTo>
                <a:lnTo>
                  <a:pt x="767" y="21"/>
                </a:lnTo>
                <a:lnTo>
                  <a:pt x="585" y="61"/>
                </a:lnTo>
                <a:lnTo>
                  <a:pt x="424" y="162"/>
                </a:lnTo>
                <a:lnTo>
                  <a:pt x="283" y="263"/>
                </a:lnTo>
                <a:lnTo>
                  <a:pt x="162" y="404"/>
                </a:lnTo>
                <a:lnTo>
                  <a:pt x="81" y="565"/>
                </a:lnTo>
                <a:lnTo>
                  <a:pt x="20" y="747"/>
                </a:lnTo>
                <a:lnTo>
                  <a:pt x="0" y="929"/>
                </a:lnTo>
                <a:lnTo>
                  <a:pt x="20" y="1130"/>
                </a:lnTo>
                <a:lnTo>
                  <a:pt x="81" y="1292"/>
                </a:lnTo>
                <a:lnTo>
                  <a:pt x="162" y="1453"/>
                </a:lnTo>
                <a:lnTo>
                  <a:pt x="283" y="1595"/>
                </a:lnTo>
                <a:lnTo>
                  <a:pt x="424" y="1716"/>
                </a:lnTo>
                <a:lnTo>
                  <a:pt x="585" y="1796"/>
                </a:lnTo>
                <a:lnTo>
                  <a:pt x="767" y="1857"/>
                </a:lnTo>
                <a:lnTo>
                  <a:pt x="949" y="1877"/>
                </a:lnTo>
                <a:lnTo>
                  <a:pt x="1150" y="1857"/>
                </a:lnTo>
                <a:lnTo>
                  <a:pt x="1312" y="1796"/>
                </a:lnTo>
                <a:lnTo>
                  <a:pt x="1473" y="1716"/>
                </a:lnTo>
                <a:lnTo>
                  <a:pt x="1615" y="1595"/>
                </a:lnTo>
                <a:lnTo>
                  <a:pt x="1736" y="1453"/>
                </a:lnTo>
                <a:lnTo>
                  <a:pt x="1816" y="1292"/>
                </a:lnTo>
                <a:lnTo>
                  <a:pt x="1877" y="1130"/>
                </a:lnTo>
                <a:lnTo>
                  <a:pt x="1897" y="929"/>
                </a:lnTo>
                <a:lnTo>
                  <a:pt x="1877" y="747"/>
                </a:lnTo>
                <a:lnTo>
                  <a:pt x="1816" y="565"/>
                </a:lnTo>
                <a:lnTo>
                  <a:pt x="1736" y="404"/>
                </a:lnTo>
                <a:lnTo>
                  <a:pt x="1615" y="263"/>
                </a:lnTo>
                <a:lnTo>
                  <a:pt x="1473" y="162"/>
                </a:lnTo>
                <a:lnTo>
                  <a:pt x="1312" y="61"/>
                </a:lnTo>
                <a:lnTo>
                  <a:pt x="1150" y="21"/>
                </a:lnTo>
                <a:lnTo>
                  <a:pt x="9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5" name="Google Shape;2705;p34"/>
          <p:cNvSpPr/>
          <p:nvPr/>
        </p:nvSpPr>
        <p:spPr>
          <a:xfrm flipH="1" rot="-6644194">
            <a:off x="8394382" y="2331576"/>
            <a:ext cx="4584" cy="51993"/>
          </a:xfrm>
          <a:custGeom>
            <a:rect b="b" l="l" r="r" t="t"/>
            <a:pathLst>
              <a:path extrusionOk="0" h="930" w="82">
                <a:moveTo>
                  <a:pt x="1" y="1"/>
                </a:moveTo>
                <a:lnTo>
                  <a:pt x="1" y="929"/>
                </a:lnTo>
                <a:lnTo>
                  <a:pt x="82" y="929"/>
                </a:lnTo>
                <a:lnTo>
                  <a:pt x="8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6" name="Google Shape;2706;p34"/>
          <p:cNvSpPr/>
          <p:nvPr/>
        </p:nvSpPr>
        <p:spPr>
          <a:xfrm flipH="1" rot="-6644194">
            <a:off x="8370715" y="2355306"/>
            <a:ext cx="51937" cy="4584"/>
          </a:xfrm>
          <a:custGeom>
            <a:rect b="b" l="l" r="r" t="t"/>
            <a:pathLst>
              <a:path extrusionOk="0" h="82" w="929">
                <a:moveTo>
                  <a:pt x="0" y="1"/>
                </a:moveTo>
                <a:lnTo>
                  <a:pt x="0" y="81"/>
                </a:lnTo>
                <a:lnTo>
                  <a:pt x="928" y="81"/>
                </a:lnTo>
                <a:lnTo>
                  <a:pt x="92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7" name="Google Shape;2707;p34"/>
          <p:cNvSpPr/>
          <p:nvPr/>
        </p:nvSpPr>
        <p:spPr>
          <a:xfrm flipH="1">
            <a:off x="1936493" y="725600"/>
            <a:ext cx="4584" cy="55348"/>
          </a:xfrm>
          <a:custGeom>
            <a:rect b="b" l="l" r="r" t="t"/>
            <a:pathLst>
              <a:path extrusionOk="0" h="990" w="82">
                <a:moveTo>
                  <a:pt x="0" y="0"/>
                </a:moveTo>
                <a:lnTo>
                  <a:pt x="0"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8" name="Google Shape;2708;p34"/>
          <p:cNvSpPr/>
          <p:nvPr/>
        </p:nvSpPr>
        <p:spPr>
          <a:xfrm flipH="1">
            <a:off x="1911670" y="750423"/>
            <a:ext cx="55348" cy="4529"/>
          </a:xfrm>
          <a:custGeom>
            <a:rect b="b" l="l" r="r" t="t"/>
            <a:pathLst>
              <a:path extrusionOk="0" h="81" w="990">
                <a:moveTo>
                  <a:pt x="0" y="0"/>
                </a:moveTo>
                <a:lnTo>
                  <a:pt x="0" y="81"/>
                </a:lnTo>
                <a:lnTo>
                  <a:pt x="989" y="81"/>
                </a:lnTo>
                <a:lnTo>
                  <a:pt x="9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9" name="Google Shape;2709;p34"/>
          <p:cNvSpPr/>
          <p:nvPr/>
        </p:nvSpPr>
        <p:spPr>
          <a:xfrm flipH="1">
            <a:off x="199052" y="341167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10" name="Google Shape;2710;p34"/>
          <p:cNvGrpSpPr/>
          <p:nvPr/>
        </p:nvGrpSpPr>
        <p:grpSpPr>
          <a:xfrm>
            <a:off x="4194738" y="4317100"/>
            <a:ext cx="754524" cy="750237"/>
            <a:chOff x="8523754" y="10"/>
            <a:chExt cx="516408" cy="513439"/>
          </a:xfrm>
        </p:grpSpPr>
        <p:sp>
          <p:nvSpPr>
            <p:cNvPr id="2711" name="Google Shape;2711;p34"/>
            <p:cNvSpPr/>
            <p:nvPr/>
          </p:nvSpPr>
          <p:spPr>
            <a:xfrm>
              <a:off x="8523754" y="255242"/>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2" name="Google Shape;2712;p34"/>
            <p:cNvSpPr/>
            <p:nvPr/>
          </p:nvSpPr>
          <p:spPr>
            <a:xfrm>
              <a:off x="8523754" y="10"/>
              <a:ext cx="516408" cy="258207"/>
            </a:xfrm>
            <a:custGeom>
              <a:rect b="b" l="l" r="r" t="t"/>
              <a:pathLst>
                <a:path extrusionOk="0" h="41798" w="83595">
                  <a:moveTo>
                    <a:pt x="41797" y="0"/>
                  </a:moveTo>
                  <a:lnTo>
                    <a:pt x="40710" y="28"/>
                  </a:lnTo>
                  <a:lnTo>
                    <a:pt x="39650" y="56"/>
                  </a:lnTo>
                  <a:lnTo>
                    <a:pt x="38591" y="112"/>
                  </a:lnTo>
                  <a:lnTo>
                    <a:pt x="37531" y="223"/>
                  </a:lnTo>
                  <a:lnTo>
                    <a:pt x="36472" y="335"/>
                  </a:lnTo>
                  <a:lnTo>
                    <a:pt x="35440" y="474"/>
                  </a:lnTo>
                  <a:lnTo>
                    <a:pt x="34408" y="669"/>
                  </a:lnTo>
                  <a:lnTo>
                    <a:pt x="33377" y="864"/>
                  </a:lnTo>
                  <a:lnTo>
                    <a:pt x="32373" y="1060"/>
                  </a:lnTo>
                  <a:lnTo>
                    <a:pt x="31369" y="1311"/>
                  </a:lnTo>
                  <a:lnTo>
                    <a:pt x="30365" y="1589"/>
                  </a:lnTo>
                  <a:lnTo>
                    <a:pt x="29361" y="1868"/>
                  </a:lnTo>
                  <a:lnTo>
                    <a:pt x="28385" y="2203"/>
                  </a:lnTo>
                  <a:lnTo>
                    <a:pt x="27437" y="2537"/>
                  </a:lnTo>
                  <a:lnTo>
                    <a:pt x="26489" y="2900"/>
                  </a:lnTo>
                  <a:lnTo>
                    <a:pt x="25541" y="3290"/>
                  </a:lnTo>
                  <a:lnTo>
                    <a:pt x="24593" y="3708"/>
                  </a:lnTo>
                  <a:lnTo>
                    <a:pt x="23673" y="4127"/>
                  </a:lnTo>
                  <a:lnTo>
                    <a:pt x="22781" y="4573"/>
                  </a:lnTo>
                  <a:lnTo>
                    <a:pt x="21889" y="5047"/>
                  </a:lnTo>
                  <a:lnTo>
                    <a:pt x="20996" y="5549"/>
                  </a:lnTo>
                  <a:lnTo>
                    <a:pt x="20132" y="6051"/>
                  </a:lnTo>
                  <a:lnTo>
                    <a:pt x="19267" y="6580"/>
                  </a:lnTo>
                  <a:lnTo>
                    <a:pt x="18431" y="7138"/>
                  </a:lnTo>
                  <a:lnTo>
                    <a:pt x="17594" y="7724"/>
                  </a:lnTo>
                  <a:lnTo>
                    <a:pt x="16786" y="8309"/>
                  </a:lnTo>
                  <a:lnTo>
                    <a:pt x="16005" y="8923"/>
                  </a:lnTo>
                  <a:lnTo>
                    <a:pt x="15224" y="9536"/>
                  </a:lnTo>
                  <a:lnTo>
                    <a:pt x="14444" y="10205"/>
                  </a:lnTo>
                  <a:lnTo>
                    <a:pt x="13691" y="10847"/>
                  </a:lnTo>
                  <a:lnTo>
                    <a:pt x="12966" y="11544"/>
                  </a:lnTo>
                  <a:lnTo>
                    <a:pt x="12241" y="12241"/>
                  </a:lnTo>
                  <a:lnTo>
                    <a:pt x="11544" y="12966"/>
                  </a:lnTo>
                  <a:lnTo>
                    <a:pt x="10875" y="13691"/>
                  </a:lnTo>
                  <a:lnTo>
                    <a:pt x="10205" y="14444"/>
                  </a:lnTo>
                  <a:lnTo>
                    <a:pt x="9564" y="15224"/>
                  </a:lnTo>
                  <a:lnTo>
                    <a:pt x="8923" y="16005"/>
                  </a:lnTo>
                  <a:lnTo>
                    <a:pt x="8309" y="16786"/>
                  </a:lnTo>
                  <a:lnTo>
                    <a:pt x="7724" y="17594"/>
                  </a:lnTo>
                  <a:lnTo>
                    <a:pt x="7138" y="18431"/>
                  </a:lnTo>
                  <a:lnTo>
                    <a:pt x="6581" y="19267"/>
                  </a:lnTo>
                  <a:lnTo>
                    <a:pt x="6051" y="20132"/>
                  </a:lnTo>
                  <a:lnTo>
                    <a:pt x="5549" y="20996"/>
                  </a:lnTo>
                  <a:lnTo>
                    <a:pt x="5047" y="21888"/>
                  </a:lnTo>
                  <a:lnTo>
                    <a:pt x="4573" y="22781"/>
                  </a:lnTo>
                  <a:lnTo>
                    <a:pt x="4127" y="23673"/>
                  </a:lnTo>
                  <a:lnTo>
                    <a:pt x="3709" y="24593"/>
                  </a:lnTo>
                  <a:lnTo>
                    <a:pt x="3290" y="25541"/>
                  </a:lnTo>
                  <a:lnTo>
                    <a:pt x="2900" y="26461"/>
                  </a:lnTo>
                  <a:lnTo>
                    <a:pt x="2537" y="27437"/>
                  </a:lnTo>
                  <a:lnTo>
                    <a:pt x="2203" y="28385"/>
                  </a:lnTo>
                  <a:lnTo>
                    <a:pt x="1896" y="29361"/>
                  </a:lnTo>
                  <a:lnTo>
                    <a:pt x="1589" y="30365"/>
                  </a:lnTo>
                  <a:lnTo>
                    <a:pt x="1311" y="31341"/>
                  </a:lnTo>
                  <a:lnTo>
                    <a:pt x="1087" y="32345"/>
                  </a:lnTo>
                  <a:lnTo>
                    <a:pt x="864" y="33376"/>
                  </a:lnTo>
                  <a:lnTo>
                    <a:pt x="669" y="34408"/>
                  </a:lnTo>
                  <a:lnTo>
                    <a:pt x="502" y="35440"/>
                  </a:lnTo>
                  <a:lnTo>
                    <a:pt x="335" y="36471"/>
                  </a:lnTo>
                  <a:lnTo>
                    <a:pt x="223" y="37531"/>
                  </a:lnTo>
                  <a:lnTo>
                    <a:pt x="139" y="38591"/>
                  </a:lnTo>
                  <a:lnTo>
                    <a:pt x="56" y="39650"/>
                  </a:lnTo>
                  <a:lnTo>
                    <a:pt x="28" y="40710"/>
                  </a:lnTo>
                  <a:lnTo>
                    <a:pt x="0" y="41797"/>
                  </a:lnTo>
                  <a:lnTo>
                    <a:pt x="83595" y="41797"/>
                  </a:lnTo>
                  <a:lnTo>
                    <a:pt x="83595" y="40710"/>
                  </a:lnTo>
                  <a:lnTo>
                    <a:pt x="83539" y="39650"/>
                  </a:lnTo>
                  <a:lnTo>
                    <a:pt x="83483" y="38591"/>
                  </a:lnTo>
                  <a:lnTo>
                    <a:pt x="83372" y="37531"/>
                  </a:lnTo>
                  <a:lnTo>
                    <a:pt x="83260" y="36471"/>
                  </a:lnTo>
                  <a:lnTo>
                    <a:pt x="83121" y="35440"/>
                  </a:lnTo>
                  <a:lnTo>
                    <a:pt x="82953" y="34408"/>
                  </a:lnTo>
                  <a:lnTo>
                    <a:pt x="82758" y="33376"/>
                  </a:lnTo>
                  <a:lnTo>
                    <a:pt x="82535" y="32345"/>
                  </a:lnTo>
                  <a:lnTo>
                    <a:pt x="82284" y="31341"/>
                  </a:lnTo>
                  <a:lnTo>
                    <a:pt x="82005" y="30365"/>
                  </a:lnTo>
                  <a:lnTo>
                    <a:pt x="81727" y="29361"/>
                  </a:lnTo>
                  <a:lnTo>
                    <a:pt x="81392" y="28385"/>
                  </a:lnTo>
                  <a:lnTo>
                    <a:pt x="81057" y="27437"/>
                  </a:lnTo>
                  <a:lnTo>
                    <a:pt x="80695" y="26461"/>
                  </a:lnTo>
                  <a:lnTo>
                    <a:pt x="80304" y="25541"/>
                  </a:lnTo>
                  <a:lnTo>
                    <a:pt x="79914" y="24593"/>
                  </a:lnTo>
                  <a:lnTo>
                    <a:pt x="79468" y="23673"/>
                  </a:lnTo>
                  <a:lnTo>
                    <a:pt x="79022" y="22781"/>
                  </a:lnTo>
                  <a:lnTo>
                    <a:pt x="78548" y="21888"/>
                  </a:lnTo>
                  <a:lnTo>
                    <a:pt x="78046" y="20996"/>
                  </a:lnTo>
                  <a:lnTo>
                    <a:pt x="77544" y="20132"/>
                  </a:lnTo>
                  <a:lnTo>
                    <a:pt x="77014" y="19267"/>
                  </a:lnTo>
                  <a:lnTo>
                    <a:pt x="76457" y="18431"/>
                  </a:lnTo>
                  <a:lnTo>
                    <a:pt x="75899" y="17594"/>
                  </a:lnTo>
                  <a:lnTo>
                    <a:pt x="75285" y="16786"/>
                  </a:lnTo>
                  <a:lnTo>
                    <a:pt x="74672" y="16005"/>
                  </a:lnTo>
                  <a:lnTo>
                    <a:pt x="74059" y="15224"/>
                  </a:lnTo>
                  <a:lnTo>
                    <a:pt x="73417" y="14444"/>
                  </a:lnTo>
                  <a:lnTo>
                    <a:pt x="72748" y="13691"/>
                  </a:lnTo>
                  <a:lnTo>
                    <a:pt x="72051" y="12966"/>
                  </a:lnTo>
                  <a:lnTo>
                    <a:pt x="71354" y="12241"/>
                  </a:lnTo>
                  <a:lnTo>
                    <a:pt x="70629" y="11544"/>
                  </a:lnTo>
                  <a:lnTo>
                    <a:pt x="69904" y="10847"/>
                  </a:lnTo>
                  <a:lnTo>
                    <a:pt x="69151" y="10205"/>
                  </a:lnTo>
                  <a:lnTo>
                    <a:pt x="68398" y="9536"/>
                  </a:lnTo>
                  <a:lnTo>
                    <a:pt x="67617" y="8923"/>
                  </a:lnTo>
                  <a:lnTo>
                    <a:pt x="66809" y="8309"/>
                  </a:lnTo>
                  <a:lnTo>
                    <a:pt x="66000" y="7724"/>
                  </a:lnTo>
                  <a:lnTo>
                    <a:pt x="65164" y="7138"/>
                  </a:lnTo>
                  <a:lnTo>
                    <a:pt x="64327" y="6580"/>
                  </a:lnTo>
                  <a:lnTo>
                    <a:pt x="63463" y="6051"/>
                  </a:lnTo>
                  <a:lnTo>
                    <a:pt x="62598" y="5549"/>
                  </a:lnTo>
                  <a:lnTo>
                    <a:pt x="61734" y="5047"/>
                  </a:lnTo>
                  <a:lnTo>
                    <a:pt x="60842" y="4573"/>
                  </a:lnTo>
                  <a:lnTo>
                    <a:pt x="59922" y="4127"/>
                  </a:lnTo>
                  <a:lnTo>
                    <a:pt x="59001" y="3708"/>
                  </a:lnTo>
                  <a:lnTo>
                    <a:pt x="58081" y="3290"/>
                  </a:lnTo>
                  <a:lnTo>
                    <a:pt x="57133" y="2900"/>
                  </a:lnTo>
                  <a:lnTo>
                    <a:pt x="56185" y="2537"/>
                  </a:lnTo>
                  <a:lnTo>
                    <a:pt x="55209" y="2203"/>
                  </a:lnTo>
                  <a:lnTo>
                    <a:pt x="54233" y="1868"/>
                  </a:lnTo>
                  <a:lnTo>
                    <a:pt x="53257" y="1589"/>
                  </a:lnTo>
                  <a:lnTo>
                    <a:pt x="52254" y="1311"/>
                  </a:lnTo>
                  <a:lnTo>
                    <a:pt x="51250" y="1060"/>
                  </a:lnTo>
                  <a:lnTo>
                    <a:pt x="50218" y="864"/>
                  </a:lnTo>
                  <a:lnTo>
                    <a:pt x="49214" y="669"/>
                  </a:lnTo>
                  <a:lnTo>
                    <a:pt x="48155" y="474"/>
                  </a:lnTo>
                  <a:lnTo>
                    <a:pt x="47123" y="335"/>
                  </a:lnTo>
                  <a:lnTo>
                    <a:pt x="46064" y="223"/>
                  </a:lnTo>
                  <a:lnTo>
                    <a:pt x="45032" y="112"/>
                  </a:lnTo>
                  <a:lnTo>
                    <a:pt x="43944" y="56"/>
                  </a:lnTo>
                  <a:lnTo>
                    <a:pt x="42885" y="28"/>
                  </a:lnTo>
                  <a:lnTo>
                    <a:pt x="4179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13" name="Google Shape;2713;p34"/>
          <p:cNvSpPr/>
          <p:nvPr/>
        </p:nvSpPr>
        <p:spPr>
          <a:xfrm>
            <a:off x="8375975" y="108904"/>
            <a:ext cx="597600" cy="597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4" name="Google Shape;2714;p34"/>
          <p:cNvSpPr/>
          <p:nvPr/>
        </p:nvSpPr>
        <p:spPr>
          <a:xfrm rot="5400000">
            <a:off x="8375975" y="714006"/>
            <a:ext cx="597600" cy="597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5" name="Google Shape;2715;p34"/>
          <p:cNvSpPr/>
          <p:nvPr/>
        </p:nvSpPr>
        <p:spPr>
          <a:xfrm flipH="1">
            <a:off x="8085888" y="4081828"/>
            <a:ext cx="1058100" cy="105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6" name="Google Shape;2716;p34"/>
          <p:cNvSpPr/>
          <p:nvPr/>
        </p:nvSpPr>
        <p:spPr>
          <a:xfrm>
            <a:off x="8019945" y="4215465"/>
            <a:ext cx="790800" cy="790800"/>
          </a:xfrm>
          <a:prstGeom prst="ellipse">
            <a:avLst/>
          </a:prstGeom>
          <a:solidFill>
            <a:schemeClr val="dk2"/>
          </a:solidFill>
          <a:ln cap="flat" cmpd="sng" w="1143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TITLE_1">
    <p:spTree>
      <p:nvGrpSpPr>
        <p:cNvPr id="2717" name="Shape 2717"/>
        <p:cNvGrpSpPr/>
        <p:nvPr/>
      </p:nvGrpSpPr>
      <p:grpSpPr>
        <a:xfrm>
          <a:off x="0" y="0"/>
          <a:ext cx="0" cy="0"/>
          <a:chOff x="0" y="0"/>
          <a:chExt cx="0" cy="0"/>
        </a:xfrm>
      </p:grpSpPr>
      <p:sp>
        <p:nvSpPr>
          <p:cNvPr id="2718" name="Google Shape;2718;p35"/>
          <p:cNvSpPr/>
          <p:nvPr/>
        </p:nvSpPr>
        <p:spPr>
          <a:xfrm flipH="1">
            <a:off x="125" y="0"/>
            <a:ext cx="18405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9" name="Google Shape;2719;p35"/>
          <p:cNvSpPr/>
          <p:nvPr/>
        </p:nvSpPr>
        <p:spPr>
          <a:xfrm flipH="1">
            <a:off x="7316647" y="0"/>
            <a:ext cx="18405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20" name="Google Shape;2720;p35"/>
          <p:cNvGrpSpPr/>
          <p:nvPr/>
        </p:nvGrpSpPr>
        <p:grpSpPr>
          <a:xfrm>
            <a:off x="7747680" y="163941"/>
            <a:ext cx="1209708" cy="1147945"/>
            <a:chOff x="5235125" y="2636100"/>
            <a:chExt cx="796175" cy="755525"/>
          </a:xfrm>
        </p:grpSpPr>
        <p:sp>
          <p:nvSpPr>
            <p:cNvPr id="2721" name="Google Shape;2721;p35"/>
            <p:cNvSpPr/>
            <p:nvPr/>
          </p:nvSpPr>
          <p:spPr>
            <a:xfrm>
              <a:off x="5779275" y="2943825"/>
              <a:ext cx="35175" cy="33150"/>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2" name="Google Shape;2722;p35"/>
            <p:cNvSpPr/>
            <p:nvPr/>
          </p:nvSpPr>
          <p:spPr>
            <a:xfrm>
              <a:off x="5885700" y="3044725"/>
              <a:ext cx="37175" cy="3467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3" name="Google Shape;2723;p35"/>
            <p:cNvSpPr/>
            <p:nvPr/>
          </p:nvSpPr>
          <p:spPr>
            <a:xfrm>
              <a:off x="5562925" y="2636100"/>
              <a:ext cx="35675" cy="33175"/>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4" name="Google Shape;2724;p35"/>
            <p:cNvSpPr/>
            <p:nvPr/>
          </p:nvSpPr>
          <p:spPr>
            <a:xfrm>
              <a:off x="5672850" y="2636100"/>
              <a:ext cx="33175" cy="32175"/>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5" name="Google Shape;2725;p35"/>
            <p:cNvSpPr/>
            <p:nvPr/>
          </p:nvSpPr>
          <p:spPr>
            <a:xfrm>
              <a:off x="5886700" y="3351450"/>
              <a:ext cx="37675" cy="36675"/>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6" name="Google Shape;2726;p35"/>
            <p:cNvSpPr/>
            <p:nvPr/>
          </p:nvSpPr>
          <p:spPr>
            <a:xfrm>
              <a:off x="5563925" y="2738525"/>
              <a:ext cx="35675" cy="34150"/>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7" name="Google Shape;2727;p35"/>
            <p:cNvSpPr/>
            <p:nvPr/>
          </p:nvSpPr>
          <p:spPr>
            <a:xfrm>
              <a:off x="5671350" y="2738025"/>
              <a:ext cx="35675" cy="35650"/>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8" name="Google Shape;2728;p35"/>
            <p:cNvSpPr/>
            <p:nvPr/>
          </p:nvSpPr>
          <p:spPr>
            <a:xfrm>
              <a:off x="5780775" y="2738525"/>
              <a:ext cx="33675" cy="31150"/>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9" name="Google Shape;2729;p35"/>
            <p:cNvSpPr/>
            <p:nvPr/>
          </p:nvSpPr>
          <p:spPr>
            <a:xfrm>
              <a:off x="5777775" y="3352450"/>
              <a:ext cx="38175" cy="34150"/>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0" name="Google Shape;2730;p35"/>
            <p:cNvSpPr/>
            <p:nvPr/>
          </p:nvSpPr>
          <p:spPr>
            <a:xfrm>
              <a:off x="5669350" y="3350450"/>
              <a:ext cx="40175" cy="39175"/>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1" name="Google Shape;2731;p35"/>
            <p:cNvSpPr/>
            <p:nvPr/>
          </p:nvSpPr>
          <p:spPr>
            <a:xfrm>
              <a:off x="5562425" y="3350950"/>
              <a:ext cx="41700" cy="38175"/>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2" name="Google Shape;2732;p35"/>
            <p:cNvSpPr/>
            <p:nvPr/>
          </p:nvSpPr>
          <p:spPr>
            <a:xfrm>
              <a:off x="5455500" y="3351450"/>
              <a:ext cx="41700" cy="38175"/>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3" name="Google Shape;2733;p35"/>
            <p:cNvSpPr/>
            <p:nvPr/>
          </p:nvSpPr>
          <p:spPr>
            <a:xfrm>
              <a:off x="5887700" y="3250550"/>
              <a:ext cx="36675" cy="34150"/>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35"/>
            <p:cNvSpPr/>
            <p:nvPr/>
          </p:nvSpPr>
          <p:spPr>
            <a:xfrm>
              <a:off x="5558900" y="2837900"/>
              <a:ext cx="42200" cy="36675"/>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5" name="Google Shape;2735;p35"/>
            <p:cNvSpPr/>
            <p:nvPr/>
          </p:nvSpPr>
          <p:spPr>
            <a:xfrm>
              <a:off x="5672350" y="2840925"/>
              <a:ext cx="35175" cy="33150"/>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6" name="Google Shape;2736;p35"/>
            <p:cNvSpPr/>
            <p:nvPr/>
          </p:nvSpPr>
          <p:spPr>
            <a:xfrm>
              <a:off x="5780775" y="2841425"/>
              <a:ext cx="33675" cy="31650"/>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7" name="Google Shape;2737;p35"/>
            <p:cNvSpPr/>
            <p:nvPr/>
          </p:nvSpPr>
          <p:spPr>
            <a:xfrm>
              <a:off x="5779275" y="3246525"/>
              <a:ext cx="36175" cy="39675"/>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8" name="Google Shape;2738;p35"/>
            <p:cNvSpPr/>
            <p:nvPr/>
          </p:nvSpPr>
          <p:spPr>
            <a:xfrm>
              <a:off x="5670350" y="3249550"/>
              <a:ext cx="37675" cy="37675"/>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9" name="Google Shape;2739;p35"/>
            <p:cNvSpPr/>
            <p:nvPr/>
          </p:nvSpPr>
          <p:spPr>
            <a:xfrm>
              <a:off x="5562425" y="3247025"/>
              <a:ext cx="37675" cy="38175"/>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0" name="Google Shape;2740;p35"/>
            <p:cNvSpPr/>
            <p:nvPr/>
          </p:nvSpPr>
          <p:spPr>
            <a:xfrm>
              <a:off x="5454500" y="3247025"/>
              <a:ext cx="43200" cy="4070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1" name="Google Shape;2741;p35"/>
            <p:cNvSpPr/>
            <p:nvPr/>
          </p:nvSpPr>
          <p:spPr>
            <a:xfrm>
              <a:off x="5887200" y="3147125"/>
              <a:ext cx="35675" cy="33675"/>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2" name="Google Shape;2742;p35"/>
            <p:cNvSpPr/>
            <p:nvPr/>
          </p:nvSpPr>
          <p:spPr>
            <a:xfrm>
              <a:off x="5560925" y="2942825"/>
              <a:ext cx="38175" cy="3517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3" name="Google Shape;2743;p35"/>
            <p:cNvSpPr/>
            <p:nvPr/>
          </p:nvSpPr>
          <p:spPr>
            <a:xfrm>
              <a:off x="5671850" y="2943325"/>
              <a:ext cx="35175" cy="33150"/>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4" name="Google Shape;2744;p35"/>
            <p:cNvSpPr/>
            <p:nvPr/>
          </p:nvSpPr>
          <p:spPr>
            <a:xfrm>
              <a:off x="5781300" y="2636625"/>
              <a:ext cx="33150" cy="30625"/>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5" name="Google Shape;2745;p35"/>
            <p:cNvSpPr/>
            <p:nvPr/>
          </p:nvSpPr>
          <p:spPr>
            <a:xfrm>
              <a:off x="5779275" y="3148150"/>
              <a:ext cx="35675" cy="33150"/>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6" name="Google Shape;2746;p35"/>
            <p:cNvSpPr/>
            <p:nvPr/>
          </p:nvSpPr>
          <p:spPr>
            <a:xfrm>
              <a:off x="5668850" y="3145125"/>
              <a:ext cx="46200" cy="38175"/>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7" name="Google Shape;2747;p35"/>
            <p:cNvSpPr/>
            <p:nvPr/>
          </p:nvSpPr>
          <p:spPr>
            <a:xfrm>
              <a:off x="5562425" y="3146625"/>
              <a:ext cx="38675" cy="36675"/>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8" name="Google Shape;2748;p35"/>
            <p:cNvSpPr/>
            <p:nvPr/>
          </p:nvSpPr>
          <p:spPr>
            <a:xfrm>
              <a:off x="5454000" y="3143625"/>
              <a:ext cx="38175" cy="42200"/>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9" name="Google Shape;2749;p35"/>
            <p:cNvSpPr/>
            <p:nvPr/>
          </p:nvSpPr>
          <p:spPr>
            <a:xfrm>
              <a:off x="5776775" y="3046225"/>
              <a:ext cx="37675" cy="3567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0" name="Google Shape;2750;p35"/>
            <p:cNvSpPr/>
            <p:nvPr/>
          </p:nvSpPr>
          <p:spPr>
            <a:xfrm>
              <a:off x="5562425" y="3045225"/>
              <a:ext cx="37675" cy="3517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1" name="Google Shape;2751;p35"/>
            <p:cNvSpPr/>
            <p:nvPr/>
          </p:nvSpPr>
          <p:spPr>
            <a:xfrm>
              <a:off x="5671850" y="3044225"/>
              <a:ext cx="38175" cy="36175"/>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2" name="Google Shape;2752;p35"/>
            <p:cNvSpPr/>
            <p:nvPr/>
          </p:nvSpPr>
          <p:spPr>
            <a:xfrm>
              <a:off x="5889225" y="2638125"/>
              <a:ext cx="32650" cy="29125"/>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3" name="Google Shape;2753;p35"/>
            <p:cNvSpPr/>
            <p:nvPr/>
          </p:nvSpPr>
          <p:spPr>
            <a:xfrm>
              <a:off x="5455000" y="3043225"/>
              <a:ext cx="39675" cy="36675"/>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4" name="Google Shape;2754;p35"/>
            <p:cNvSpPr/>
            <p:nvPr/>
          </p:nvSpPr>
          <p:spPr>
            <a:xfrm>
              <a:off x="5996150" y="3046725"/>
              <a:ext cx="34150" cy="31650"/>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5" name="Google Shape;2755;p35"/>
            <p:cNvSpPr/>
            <p:nvPr/>
          </p:nvSpPr>
          <p:spPr>
            <a:xfrm>
              <a:off x="5456500" y="2636625"/>
              <a:ext cx="35175" cy="35650"/>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6" name="Google Shape;2756;p35"/>
            <p:cNvSpPr/>
            <p:nvPr/>
          </p:nvSpPr>
          <p:spPr>
            <a:xfrm>
              <a:off x="5347075" y="3146125"/>
              <a:ext cx="40675" cy="37675"/>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7" name="Google Shape;2757;p35"/>
            <p:cNvSpPr/>
            <p:nvPr/>
          </p:nvSpPr>
          <p:spPr>
            <a:xfrm>
              <a:off x="5346575" y="3042225"/>
              <a:ext cx="40675" cy="38675"/>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8" name="Google Shape;2758;p35"/>
            <p:cNvSpPr/>
            <p:nvPr/>
          </p:nvSpPr>
          <p:spPr>
            <a:xfrm>
              <a:off x="5989100" y="3351950"/>
              <a:ext cx="41700" cy="36175"/>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9" name="Google Shape;2759;p35"/>
            <p:cNvSpPr/>
            <p:nvPr/>
          </p:nvSpPr>
          <p:spPr>
            <a:xfrm>
              <a:off x="5456500" y="2738525"/>
              <a:ext cx="34675" cy="32650"/>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0" name="Google Shape;2760;p35"/>
            <p:cNvSpPr/>
            <p:nvPr/>
          </p:nvSpPr>
          <p:spPr>
            <a:xfrm>
              <a:off x="5888200" y="2943825"/>
              <a:ext cx="34175" cy="31650"/>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1" name="Google Shape;2761;p35"/>
            <p:cNvSpPr/>
            <p:nvPr/>
          </p:nvSpPr>
          <p:spPr>
            <a:xfrm>
              <a:off x="5455500" y="2943325"/>
              <a:ext cx="36675" cy="3517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2" name="Google Shape;2762;p35"/>
            <p:cNvSpPr/>
            <p:nvPr/>
          </p:nvSpPr>
          <p:spPr>
            <a:xfrm>
              <a:off x="5995650" y="3148650"/>
              <a:ext cx="35150" cy="33650"/>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3" name="Google Shape;2763;p35"/>
            <p:cNvSpPr/>
            <p:nvPr/>
          </p:nvSpPr>
          <p:spPr>
            <a:xfrm>
              <a:off x="5888725" y="2740025"/>
              <a:ext cx="33650" cy="296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4" name="Google Shape;2764;p35"/>
            <p:cNvSpPr/>
            <p:nvPr/>
          </p:nvSpPr>
          <p:spPr>
            <a:xfrm>
              <a:off x="5347075" y="3249050"/>
              <a:ext cx="37675" cy="37650"/>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5" name="Google Shape;2765;p35"/>
            <p:cNvSpPr/>
            <p:nvPr/>
          </p:nvSpPr>
          <p:spPr>
            <a:xfrm>
              <a:off x="5347075" y="2942325"/>
              <a:ext cx="38675" cy="36175"/>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6" name="Google Shape;2766;p35"/>
            <p:cNvSpPr/>
            <p:nvPr/>
          </p:nvSpPr>
          <p:spPr>
            <a:xfrm>
              <a:off x="5346075" y="3350950"/>
              <a:ext cx="41675" cy="39675"/>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7" name="Google Shape;2767;p35"/>
            <p:cNvSpPr/>
            <p:nvPr/>
          </p:nvSpPr>
          <p:spPr>
            <a:xfrm>
              <a:off x="5235125" y="3348925"/>
              <a:ext cx="40700" cy="42700"/>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8" name="Google Shape;2768;p35"/>
            <p:cNvSpPr/>
            <p:nvPr/>
          </p:nvSpPr>
          <p:spPr>
            <a:xfrm>
              <a:off x="5888200" y="2842425"/>
              <a:ext cx="34175" cy="3065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9" name="Google Shape;2769;p35"/>
            <p:cNvSpPr/>
            <p:nvPr/>
          </p:nvSpPr>
          <p:spPr>
            <a:xfrm>
              <a:off x="5456000" y="2840425"/>
              <a:ext cx="35175" cy="36175"/>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0" name="Google Shape;2770;p35"/>
            <p:cNvSpPr/>
            <p:nvPr/>
          </p:nvSpPr>
          <p:spPr>
            <a:xfrm>
              <a:off x="5995125" y="3250550"/>
              <a:ext cx="36175" cy="33650"/>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1" name="Google Shape;2771;p35"/>
            <p:cNvSpPr/>
            <p:nvPr/>
          </p:nvSpPr>
          <p:spPr>
            <a:xfrm>
              <a:off x="5348075" y="2834900"/>
              <a:ext cx="37675" cy="39675"/>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2" name="Google Shape;2772;p35"/>
            <p:cNvSpPr/>
            <p:nvPr/>
          </p:nvSpPr>
          <p:spPr>
            <a:xfrm>
              <a:off x="5237650" y="2942825"/>
              <a:ext cx="38175" cy="33650"/>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3" name="Google Shape;2773;p35"/>
            <p:cNvSpPr/>
            <p:nvPr/>
          </p:nvSpPr>
          <p:spPr>
            <a:xfrm>
              <a:off x="5239150" y="2840925"/>
              <a:ext cx="36150" cy="33150"/>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4" name="Google Shape;2774;p35"/>
            <p:cNvSpPr/>
            <p:nvPr/>
          </p:nvSpPr>
          <p:spPr>
            <a:xfrm>
              <a:off x="5238650" y="3248525"/>
              <a:ext cx="37675" cy="37675"/>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5" name="Google Shape;2775;p35"/>
            <p:cNvSpPr/>
            <p:nvPr/>
          </p:nvSpPr>
          <p:spPr>
            <a:xfrm>
              <a:off x="5996150" y="2945325"/>
              <a:ext cx="34650" cy="29150"/>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6" name="Google Shape;2776;p35"/>
            <p:cNvSpPr/>
            <p:nvPr/>
          </p:nvSpPr>
          <p:spPr>
            <a:xfrm>
              <a:off x="5237650" y="3044725"/>
              <a:ext cx="38175" cy="3467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7" name="Google Shape;2777;p35"/>
            <p:cNvSpPr/>
            <p:nvPr/>
          </p:nvSpPr>
          <p:spPr>
            <a:xfrm>
              <a:off x="5347075" y="2739525"/>
              <a:ext cx="37175" cy="32150"/>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8" name="Google Shape;2778;p35"/>
            <p:cNvSpPr/>
            <p:nvPr/>
          </p:nvSpPr>
          <p:spPr>
            <a:xfrm>
              <a:off x="5238650" y="3147125"/>
              <a:ext cx="37675" cy="36175"/>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9" name="Google Shape;2779;p35"/>
            <p:cNvSpPr/>
            <p:nvPr/>
          </p:nvSpPr>
          <p:spPr>
            <a:xfrm>
              <a:off x="5345575" y="2637125"/>
              <a:ext cx="36650" cy="30625"/>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0" name="Google Shape;2780;p35"/>
            <p:cNvSpPr/>
            <p:nvPr/>
          </p:nvSpPr>
          <p:spPr>
            <a:xfrm>
              <a:off x="5995125" y="2843425"/>
              <a:ext cx="35675" cy="29150"/>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1" name="Google Shape;2781;p35"/>
            <p:cNvSpPr/>
            <p:nvPr/>
          </p:nvSpPr>
          <p:spPr>
            <a:xfrm>
              <a:off x="5996650" y="2741025"/>
              <a:ext cx="30125" cy="28125"/>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2" name="Google Shape;2782;p35"/>
            <p:cNvSpPr/>
            <p:nvPr/>
          </p:nvSpPr>
          <p:spPr>
            <a:xfrm>
              <a:off x="5240150" y="2738025"/>
              <a:ext cx="35150" cy="32650"/>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3" name="Google Shape;2783;p35"/>
            <p:cNvSpPr/>
            <p:nvPr/>
          </p:nvSpPr>
          <p:spPr>
            <a:xfrm>
              <a:off x="5240650" y="2636100"/>
              <a:ext cx="36175" cy="31650"/>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4" name="Google Shape;2784;p35"/>
            <p:cNvSpPr/>
            <p:nvPr/>
          </p:nvSpPr>
          <p:spPr>
            <a:xfrm>
              <a:off x="5997150" y="2638625"/>
              <a:ext cx="29125" cy="27125"/>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85" name="Google Shape;2785;p35"/>
          <p:cNvGrpSpPr/>
          <p:nvPr/>
        </p:nvGrpSpPr>
        <p:grpSpPr>
          <a:xfrm>
            <a:off x="315517" y="3792616"/>
            <a:ext cx="1209708" cy="1147945"/>
            <a:chOff x="5235125" y="2636100"/>
            <a:chExt cx="796175" cy="755525"/>
          </a:xfrm>
        </p:grpSpPr>
        <p:sp>
          <p:nvSpPr>
            <p:cNvPr id="2786" name="Google Shape;2786;p35"/>
            <p:cNvSpPr/>
            <p:nvPr/>
          </p:nvSpPr>
          <p:spPr>
            <a:xfrm>
              <a:off x="5779275" y="2943825"/>
              <a:ext cx="35175" cy="33150"/>
            </a:xfrm>
            <a:custGeom>
              <a:rect b="b" l="l" r="r" t="t"/>
              <a:pathLst>
                <a:path extrusionOk="0" h="1326" w="1407">
                  <a:moveTo>
                    <a:pt x="724" y="1"/>
                  </a:moveTo>
                  <a:lnTo>
                    <a:pt x="1" y="683"/>
                  </a:lnTo>
                  <a:lnTo>
                    <a:pt x="21" y="724"/>
                  </a:lnTo>
                  <a:lnTo>
                    <a:pt x="61" y="744"/>
                  </a:lnTo>
                  <a:lnTo>
                    <a:pt x="181" y="784"/>
                  </a:lnTo>
                  <a:lnTo>
                    <a:pt x="322" y="824"/>
                  </a:lnTo>
                  <a:lnTo>
                    <a:pt x="382" y="864"/>
                  </a:lnTo>
                  <a:lnTo>
                    <a:pt x="422" y="884"/>
                  </a:lnTo>
                  <a:lnTo>
                    <a:pt x="503" y="1005"/>
                  </a:lnTo>
                  <a:lnTo>
                    <a:pt x="583" y="1105"/>
                  </a:lnTo>
                  <a:lnTo>
                    <a:pt x="704" y="1326"/>
                  </a:lnTo>
                  <a:lnTo>
                    <a:pt x="1406" y="62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7" name="Google Shape;2787;p35"/>
            <p:cNvSpPr/>
            <p:nvPr/>
          </p:nvSpPr>
          <p:spPr>
            <a:xfrm>
              <a:off x="5885700" y="3044725"/>
              <a:ext cx="37175" cy="34675"/>
            </a:xfrm>
            <a:custGeom>
              <a:rect b="b" l="l" r="r" t="t"/>
              <a:pathLst>
                <a:path extrusionOk="0" h="1387" w="1487">
                  <a:moveTo>
                    <a:pt x="764" y="1"/>
                  </a:moveTo>
                  <a:lnTo>
                    <a:pt x="663" y="222"/>
                  </a:lnTo>
                  <a:lnTo>
                    <a:pt x="603" y="322"/>
                  </a:lnTo>
                  <a:lnTo>
                    <a:pt x="543" y="402"/>
                  </a:lnTo>
                  <a:lnTo>
                    <a:pt x="422" y="483"/>
                  </a:lnTo>
                  <a:lnTo>
                    <a:pt x="302" y="543"/>
                  </a:lnTo>
                  <a:lnTo>
                    <a:pt x="1" y="703"/>
                  </a:lnTo>
                  <a:lnTo>
                    <a:pt x="262" y="824"/>
                  </a:lnTo>
                  <a:lnTo>
                    <a:pt x="483" y="985"/>
                  </a:lnTo>
                  <a:lnTo>
                    <a:pt x="583" y="1065"/>
                  </a:lnTo>
                  <a:lnTo>
                    <a:pt x="643" y="1165"/>
                  </a:lnTo>
                  <a:lnTo>
                    <a:pt x="723" y="1266"/>
                  </a:lnTo>
                  <a:lnTo>
                    <a:pt x="764" y="1386"/>
                  </a:lnTo>
                  <a:lnTo>
                    <a:pt x="1486" y="703"/>
                  </a:lnTo>
                  <a:lnTo>
                    <a:pt x="7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8" name="Google Shape;2788;p35"/>
            <p:cNvSpPr/>
            <p:nvPr/>
          </p:nvSpPr>
          <p:spPr>
            <a:xfrm>
              <a:off x="5562925" y="2636100"/>
              <a:ext cx="35675" cy="33175"/>
            </a:xfrm>
            <a:custGeom>
              <a:rect b="b" l="l" r="r" t="t"/>
              <a:pathLst>
                <a:path extrusionOk="0" h="1327" w="1427">
                  <a:moveTo>
                    <a:pt x="723" y="1"/>
                  </a:moveTo>
                  <a:lnTo>
                    <a:pt x="1" y="684"/>
                  </a:lnTo>
                  <a:lnTo>
                    <a:pt x="221" y="784"/>
                  </a:lnTo>
                  <a:lnTo>
                    <a:pt x="322" y="824"/>
                  </a:lnTo>
                  <a:lnTo>
                    <a:pt x="422" y="884"/>
                  </a:lnTo>
                  <a:lnTo>
                    <a:pt x="502" y="1005"/>
                  </a:lnTo>
                  <a:lnTo>
                    <a:pt x="583" y="1105"/>
                  </a:lnTo>
                  <a:lnTo>
                    <a:pt x="723" y="1326"/>
                  </a:lnTo>
                  <a:lnTo>
                    <a:pt x="1426" y="643"/>
                  </a:lnTo>
                  <a:lnTo>
                    <a:pt x="7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9" name="Google Shape;2789;p35"/>
            <p:cNvSpPr/>
            <p:nvPr/>
          </p:nvSpPr>
          <p:spPr>
            <a:xfrm>
              <a:off x="5672850" y="2636100"/>
              <a:ext cx="33175" cy="32175"/>
            </a:xfrm>
            <a:custGeom>
              <a:rect b="b" l="l" r="r" t="t"/>
              <a:pathLst>
                <a:path extrusionOk="0" h="1287" w="1327">
                  <a:moveTo>
                    <a:pt x="664" y="1"/>
                  </a:moveTo>
                  <a:lnTo>
                    <a:pt x="1" y="664"/>
                  </a:lnTo>
                  <a:lnTo>
                    <a:pt x="664" y="1286"/>
                  </a:lnTo>
                  <a:lnTo>
                    <a:pt x="1326" y="623"/>
                  </a:lnTo>
                  <a:lnTo>
                    <a:pt x="6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0" name="Google Shape;2790;p35"/>
            <p:cNvSpPr/>
            <p:nvPr/>
          </p:nvSpPr>
          <p:spPr>
            <a:xfrm>
              <a:off x="5886700" y="3351450"/>
              <a:ext cx="37675" cy="36675"/>
            </a:xfrm>
            <a:custGeom>
              <a:rect b="b" l="l" r="r" t="t"/>
              <a:pathLst>
                <a:path extrusionOk="0" h="1467" w="1507">
                  <a:moveTo>
                    <a:pt x="683" y="0"/>
                  </a:moveTo>
                  <a:lnTo>
                    <a:pt x="663" y="161"/>
                  </a:lnTo>
                  <a:lnTo>
                    <a:pt x="603" y="281"/>
                  </a:lnTo>
                  <a:lnTo>
                    <a:pt x="523" y="362"/>
                  </a:lnTo>
                  <a:lnTo>
                    <a:pt x="422" y="442"/>
                  </a:lnTo>
                  <a:lnTo>
                    <a:pt x="202" y="583"/>
                  </a:lnTo>
                  <a:lnTo>
                    <a:pt x="81" y="663"/>
                  </a:lnTo>
                  <a:lnTo>
                    <a:pt x="1" y="743"/>
                  </a:lnTo>
                  <a:lnTo>
                    <a:pt x="222" y="884"/>
                  </a:lnTo>
                  <a:lnTo>
                    <a:pt x="443" y="1004"/>
                  </a:lnTo>
                  <a:lnTo>
                    <a:pt x="523" y="1105"/>
                  </a:lnTo>
                  <a:lnTo>
                    <a:pt x="603" y="1205"/>
                  </a:lnTo>
                  <a:lnTo>
                    <a:pt x="663" y="1326"/>
                  </a:lnTo>
                  <a:lnTo>
                    <a:pt x="683" y="1466"/>
                  </a:lnTo>
                  <a:lnTo>
                    <a:pt x="764" y="1446"/>
                  </a:lnTo>
                  <a:lnTo>
                    <a:pt x="824" y="1406"/>
                  </a:lnTo>
                  <a:lnTo>
                    <a:pt x="864" y="1346"/>
                  </a:lnTo>
                  <a:lnTo>
                    <a:pt x="904" y="1285"/>
                  </a:lnTo>
                  <a:lnTo>
                    <a:pt x="965" y="1145"/>
                  </a:lnTo>
                  <a:lnTo>
                    <a:pt x="985" y="1085"/>
                  </a:lnTo>
                  <a:lnTo>
                    <a:pt x="1025" y="1044"/>
                  </a:lnTo>
                  <a:lnTo>
                    <a:pt x="1145" y="964"/>
                  </a:lnTo>
                  <a:lnTo>
                    <a:pt x="1266" y="884"/>
                  </a:lnTo>
                  <a:lnTo>
                    <a:pt x="1507" y="74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1" name="Google Shape;2791;p35"/>
            <p:cNvSpPr/>
            <p:nvPr/>
          </p:nvSpPr>
          <p:spPr>
            <a:xfrm>
              <a:off x="5563925" y="2738525"/>
              <a:ext cx="35675" cy="34150"/>
            </a:xfrm>
            <a:custGeom>
              <a:rect b="b" l="l" r="r" t="t"/>
              <a:pathLst>
                <a:path extrusionOk="0" h="1366" w="1427">
                  <a:moveTo>
                    <a:pt x="703" y="0"/>
                  </a:moveTo>
                  <a:lnTo>
                    <a:pt x="1" y="643"/>
                  </a:lnTo>
                  <a:lnTo>
                    <a:pt x="744" y="1366"/>
                  </a:lnTo>
                  <a:lnTo>
                    <a:pt x="784" y="1225"/>
                  </a:lnTo>
                  <a:lnTo>
                    <a:pt x="844" y="1125"/>
                  </a:lnTo>
                  <a:lnTo>
                    <a:pt x="924" y="1024"/>
                  </a:lnTo>
                  <a:lnTo>
                    <a:pt x="1005" y="944"/>
                  </a:lnTo>
                  <a:lnTo>
                    <a:pt x="1105" y="864"/>
                  </a:lnTo>
                  <a:lnTo>
                    <a:pt x="1205" y="803"/>
                  </a:lnTo>
                  <a:lnTo>
                    <a:pt x="1426" y="683"/>
                  </a:lnTo>
                  <a:lnTo>
                    <a:pt x="1346" y="582"/>
                  </a:lnTo>
                  <a:lnTo>
                    <a:pt x="1266" y="522"/>
                  </a:lnTo>
                  <a:lnTo>
                    <a:pt x="1045" y="402"/>
                  </a:lnTo>
                  <a:lnTo>
                    <a:pt x="964" y="342"/>
                  </a:lnTo>
                  <a:lnTo>
                    <a:pt x="884" y="281"/>
                  </a:lnTo>
                  <a:lnTo>
                    <a:pt x="824" y="181"/>
                  </a:lnTo>
                  <a:lnTo>
                    <a:pt x="804" y="40"/>
                  </a:lnTo>
                  <a:lnTo>
                    <a:pt x="784" y="20"/>
                  </a:lnTo>
                  <a:lnTo>
                    <a:pt x="744" y="20"/>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2" name="Google Shape;2792;p35"/>
            <p:cNvSpPr/>
            <p:nvPr/>
          </p:nvSpPr>
          <p:spPr>
            <a:xfrm>
              <a:off x="5671350" y="2738025"/>
              <a:ext cx="35675" cy="35650"/>
            </a:xfrm>
            <a:custGeom>
              <a:rect b="b" l="l" r="r" t="t"/>
              <a:pathLst>
                <a:path extrusionOk="0" h="1426" w="1427">
                  <a:moveTo>
                    <a:pt x="724" y="0"/>
                  </a:moveTo>
                  <a:lnTo>
                    <a:pt x="1" y="703"/>
                  </a:lnTo>
                  <a:lnTo>
                    <a:pt x="121" y="743"/>
                  </a:lnTo>
                  <a:lnTo>
                    <a:pt x="242" y="823"/>
                  </a:lnTo>
                  <a:lnTo>
                    <a:pt x="342" y="884"/>
                  </a:lnTo>
                  <a:lnTo>
                    <a:pt x="422" y="984"/>
                  </a:lnTo>
                  <a:lnTo>
                    <a:pt x="603" y="1185"/>
                  </a:lnTo>
                  <a:lnTo>
                    <a:pt x="744" y="1426"/>
                  </a:lnTo>
                  <a:lnTo>
                    <a:pt x="844" y="1165"/>
                  </a:lnTo>
                  <a:lnTo>
                    <a:pt x="904" y="1064"/>
                  </a:lnTo>
                  <a:lnTo>
                    <a:pt x="964" y="984"/>
                  </a:lnTo>
                  <a:lnTo>
                    <a:pt x="1065" y="904"/>
                  </a:lnTo>
                  <a:lnTo>
                    <a:pt x="1185" y="823"/>
                  </a:lnTo>
                  <a:lnTo>
                    <a:pt x="1426" y="68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3" name="Google Shape;2793;p35"/>
            <p:cNvSpPr/>
            <p:nvPr/>
          </p:nvSpPr>
          <p:spPr>
            <a:xfrm>
              <a:off x="5780775" y="2738525"/>
              <a:ext cx="33675" cy="31150"/>
            </a:xfrm>
            <a:custGeom>
              <a:rect b="b" l="l" r="r" t="t"/>
              <a:pathLst>
                <a:path extrusionOk="0" h="1246" w="1347">
                  <a:moveTo>
                    <a:pt x="664" y="0"/>
                  </a:moveTo>
                  <a:lnTo>
                    <a:pt x="1" y="663"/>
                  </a:lnTo>
                  <a:lnTo>
                    <a:pt x="664" y="1245"/>
                  </a:lnTo>
                  <a:lnTo>
                    <a:pt x="1346" y="66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4" name="Google Shape;2794;p35"/>
            <p:cNvSpPr/>
            <p:nvPr/>
          </p:nvSpPr>
          <p:spPr>
            <a:xfrm>
              <a:off x="5777775" y="3352450"/>
              <a:ext cx="38175" cy="34150"/>
            </a:xfrm>
            <a:custGeom>
              <a:rect b="b" l="l" r="r" t="t"/>
              <a:pathLst>
                <a:path extrusionOk="0" h="1366" w="1527">
                  <a:moveTo>
                    <a:pt x="703" y="0"/>
                  </a:moveTo>
                  <a:lnTo>
                    <a:pt x="663" y="121"/>
                  </a:lnTo>
                  <a:lnTo>
                    <a:pt x="623" y="221"/>
                  </a:lnTo>
                  <a:lnTo>
                    <a:pt x="563" y="322"/>
                  </a:lnTo>
                  <a:lnTo>
                    <a:pt x="462" y="402"/>
                  </a:lnTo>
                  <a:lnTo>
                    <a:pt x="382" y="462"/>
                  </a:lnTo>
                  <a:lnTo>
                    <a:pt x="262" y="522"/>
                  </a:lnTo>
                  <a:lnTo>
                    <a:pt x="1" y="623"/>
                  </a:lnTo>
                  <a:lnTo>
                    <a:pt x="41" y="683"/>
                  </a:lnTo>
                  <a:lnTo>
                    <a:pt x="61" y="723"/>
                  </a:lnTo>
                  <a:lnTo>
                    <a:pt x="161" y="804"/>
                  </a:lnTo>
                  <a:lnTo>
                    <a:pt x="282" y="884"/>
                  </a:lnTo>
                  <a:lnTo>
                    <a:pt x="402" y="924"/>
                  </a:lnTo>
                  <a:lnTo>
                    <a:pt x="523" y="1004"/>
                  </a:lnTo>
                  <a:lnTo>
                    <a:pt x="623" y="1085"/>
                  </a:lnTo>
                  <a:lnTo>
                    <a:pt x="643" y="1125"/>
                  </a:lnTo>
                  <a:lnTo>
                    <a:pt x="683" y="1185"/>
                  </a:lnTo>
                  <a:lnTo>
                    <a:pt x="683" y="1265"/>
                  </a:lnTo>
                  <a:lnTo>
                    <a:pt x="683" y="1346"/>
                  </a:lnTo>
                  <a:lnTo>
                    <a:pt x="743" y="1366"/>
                  </a:lnTo>
                  <a:lnTo>
                    <a:pt x="784" y="1366"/>
                  </a:lnTo>
                  <a:lnTo>
                    <a:pt x="1527" y="663"/>
                  </a:lnTo>
                  <a:lnTo>
                    <a:pt x="1426" y="583"/>
                  </a:lnTo>
                  <a:lnTo>
                    <a:pt x="1326" y="543"/>
                  </a:lnTo>
                  <a:lnTo>
                    <a:pt x="1145" y="422"/>
                  </a:lnTo>
                  <a:lnTo>
                    <a:pt x="1045" y="362"/>
                  </a:lnTo>
                  <a:lnTo>
                    <a:pt x="984" y="261"/>
                  </a:lnTo>
                  <a:lnTo>
                    <a:pt x="924" y="161"/>
                  </a:lnTo>
                  <a:lnTo>
                    <a:pt x="904" y="41"/>
                  </a:lnTo>
                  <a:lnTo>
                    <a:pt x="864" y="21"/>
                  </a:lnTo>
                  <a:lnTo>
                    <a:pt x="824" y="21"/>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5" name="Google Shape;2795;p35"/>
            <p:cNvSpPr/>
            <p:nvPr/>
          </p:nvSpPr>
          <p:spPr>
            <a:xfrm>
              <a:off x="5669350" y="3350450"/>
              <a:ext cx="40175" cy="39175"/>
            </a:xfrm>
            <a:custGeom>
              <a:rect b="b" l="l" r="r" t="t"/>
              <a:pathLst>
                <a:path extrusionOk="0" h="1567" w="1607">
                  <a:moveTo>
                    <a:pt x="864" y="0"/>
                  </a:moveTo>
                  <a:lnTo>
                    <a:pt x="783" y="20"/>
                  </a:lnTo>
                  <a:lnTo>
                    <a:pt x="723" y="60"/>
                  </a:lnTo>
                  <a:lnTo>
                    <a:pt x="683" y="121"/>
                  </a:lnTo>
                  <a:lnTo>
                    <a:pt x="663" y="181"/>
                  </a:lnTo>
                  <a:lnTo>
                    <a:pt x="623" y="321"/>
                  </a:lnTo>
                  <a:lnTo>
                    <a:pt x="583" y="382"/>
                  </a:lnTo>
                  <a:lnTo>
                    <a:pt x="542" y="422"/>
                  </a:lnTo>
                  <a:lnTo>
                    <a:pt x="422" y="522"/>
                  </a:lnTo>
                  <a:lnTo>
                    <a:pt x="281" y="602"/>
                  </a:lnTo>
                  <a:lnTo>
                    <a:pt x="0" y="763"/>
                  </a:lnTo>
                  <a:lnTo>
                    <a:pt x="201" y="763"/>
                  </a:lnTo>
                  <a:lnTo>
                    <a:pt x="281" y="803"/>
                  </a:lnTo>
                  <a:lnTo>
                    <a:pt x="362" y="823"/>
                  </a:lnTo>
                  <a:lnTo>
                    <a:pt x="402" y="884"/>
                  </a:lnTo>
                  <a:lnTo>
                    <a:pt x="462" y="944"/>
                  </a:lnTo>
                  <a:lnTo>
                    <a:pt x="542" y="1064"/>
                  </a:lnTo>
                  <a:lnTo>
                    <a:pt x="603" y="1225"/>
                  </a:lnTo>
                  <a:lnTo>
                    <a:pt x="703" y="1366"/>
                  </a:lnTo>
                  <a:lnTo>
                    <a:pt x="743" y="1426"/>
                  </a:lnTo>
                  <a:lnTo>
                    <a:pt x="804" y="1486"/>
                  </a:lnTo>
                  <a:lnTo>
                    <a:pt x="884" y="1526"/>
                  </a:lnTo>
                  <a:lnTo>
                    <a:pt x="964" y="1566"/>
                  </a:lnTo>
                  <a:lnTo>
                    <a:pt x="924" y="1466"/>
                  </a:lnTo>
                  <a:lnTo>
                    <a:pt x="924" y="1366"/>
                  </a:lnTo>
                  <a:lnTo>
                    <a:pt x="924" y="1285"/>
                  </a:lnTo>
                  <a:lnTo>
                    <a:pt x="944" y="1225"/>
                  </a:lnTo>
                  <a:lnTo>
                    <a:pt x="964" y="1165"/>
                  </a:lnTo>
                  <a:lnTo>
                    <a:pt x="1024" y="1104"/>
                  </a:lnTo>
                  <a:lnTo>
                    <a:pt x="1125" y="1024"/>
                  </a:lnTo>
                  <a:lnTo>
                    <a:pt x="1265" y="964"/>
                  </a:lnTo>
                  <a:lnTo>
                    <a:pt x="1406" y="884"/>
                  </a:lnTo>
                  <a:lnTo>
                    <a:pt x="1526" y="783"/>
                  </a:lnTo>
                  <a:lnTo>
                    <a:pt x="1567" y="723"/>
                  </a:lnTo>
                  <a:lnTo>
                    <a:pt x="1607" y="643"/>
                  </a:lnTo>
                  <a:lnTo>
                    <a:pt x="1446" y="643"/>
                  </a:lnTo>
                  <a:lnTo>
                    <a:pt x="1306" y="623"/>
                  </a:lnTo>
                  <a:lnTo>
                    <a:pt x="1205" y="562"/>
                  </a:lnTo>
                  <a:lnTo>
                    <a:pt x="1105" y="482"/>
                  </a:lnTo>
                  <a:lnTo>
                    <a:pt x="1024" y="382"/>
                  </a:lnTo>
                  <a:lnTo>
                    <a:pt x="964" y="261"/>
                  </a:lnTo>
                  <a:lnTo>
                    <a:pt x="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6" name="Google Shape;2796;p35"/>
            <p:cNvSpPr/>
            <p:nvPr/>
          </p:nvSpPr>
          <p:spPr>
            <a:xfrm>
              <a:off x="5562425" y="3350950"/>
              <a:ext cx="41700" cy="38175"/>
            </a:xfrm>
            <a:custGeom>
              <a:rect b="b" l="l" r="r" t="t"/>
              <a:pathLst>
                <a:path extrusionOk="0" h="1527" w="1668">
                  <a:moveTo>
                    <a:pt x="683" y="0"/>
                  </a:moveTo>
                  <a:lnTo>
                    <a:pt x="543" y="281"/>
                  </a:lnTo>
                  <a:lnTo>
                    <a:pt x="462" y="402"/>
                  </a:lnTo>
                  <a:lnTo>
                    <a:pt x="382" y="502"/>
                  </a:lnTo>
                  <a:lnTo>
                    <a:pt x="322" y="542"/>
                  </a:lnTo>
                  <a:lnTo>
                    <a:pt x="261" y="562"/>
                  </a:lnTo>
                  <a:lnTo>
                    <a:pt x="141" y="582"/>
                  </a:lnTo>
                  <a:lnTo>
                    <a:pt x="81" y="603"/>
                  </a:lnTo>
                  <a:lnTo>
                    <a:pt x="21" y="623"/>
                  </a:lnTo>
                  <a:lnTo>
                    <a:pt x="0" y="663"/>
                  </a:lnTo>
                  <a:lnTo>
                    <a:pt x="0" y="703"/>
                  </a:lnTo>
                  <a:lnTo>
                    <a:pt x="844" y="1526"/>
                  </a:lnTo>
                  <a:lnTo>
                    <a:pt x="884" y="1366"/>
                  </a:lnTo>
                  <a:lnTo>
                    <a:pt x="924" y="1245"/>
                  </a:lnTo>
                  <a:lnTo>
                    <a:pt x="1004" y="1145"/>
                  </a:lnTo>
                  <a:lnTo>
                    <a:pt x="1105" y="1044"/>
                  </a:lnTo>
                  <a:lnTo>
                    <a:pt x="1225" y="964"/>
                  </a:lnTo>
                  <a:lnTo>
                    <a:pt x="1346" y="884"/>
                  </a:lnTo>
                  <a:lnTo>
                    <a:pt x="1667" y="743"/>
                  </a:lnTo>
                  <a:lnTo>
                    <a:pt x="1265" y="562"/>
                  </a:lnTo>
                  <a:lnTo>
                    <a:pt x="1125" y="482"/>
                  </a:lnTo>
                  <a:lnTo>
                    <a:pt x="1004" y="402"/>
                  </a:lnTo>
                  <a:lnTo>
                    <a:pt x="964" y="362"/>
                  </a:lnTo>
                  <a:lnTo>
                    <a:pt x="944" y="301"/>
                  </a:lnTo>
                  <a:lnTo>
                    <a:pt x="904" y="161"/>
                  </a:lnTo>
                  <a:lnTo>
                    <a:pt x="884" y="101"/>
                  </a:lnTo>
                  <a:lnTo>
                    <a:pt x="844" y="40"/>
                  </a:lnTo>
                  <a:lnTo>
                    <a:pt x="78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7" name="Google Shape;2797;p35"/>
            <p:cNvSpPr/>
            <p:nvPr/>
          </p:nvSpPr>
          <p:spPr>
            <a:xfrm>
              <a:off x="5455500" y="3351450"/>
              <a:ext cx="41700" cy="38175"/>
            </a:xfrm>
            <a:custGeom>
              <a:rect b="b" l="l" r="r" t="t"/>
              <a:pathLst>
                <a:path extrusionOk="0" h="1527" w="1668">
                  <a:moveTo>
                    <a:pt x="743" y="0"/>
                  </a:moveTo>
                  <a:lnTo>
                    <a:pt x="0" y="723"/>
                  </a:lnTo>
                  <a:lnTo>
                    <a:pt x="784" y="1526"/>
                  </a:lnTo>
                  <a:lnTo>
                    <a:pt x="824" y="1386"/>
                  </a:lnTo>
                  <a:lnTo>
                    <a:pt x="884" y="1245"/>
                  </a:lnTo>
                  <a:lnTo>
                    <a:pt x="964" y="1125"/>
                  </a:lnTo>
                  <a:lnTo>
                    <a:pt x="1065" y="1044"/>
                  </a:lnTo>
                  <a:lnTo>
                    <a:pt x="1185" y="964"/>
                  </a:lnTo>
                  <a:lnTo>
                    <a:pt x="1326" y="884"/>
                  </a:lnTo>
                  <a:lnTo>
                    <a:pt x="1667" y="743"/>
                  </a:lnTo>
                  <a:lnTo>
                    <a:pt x="1266" y="583"/>
                  </a:lnTo>
                  <a:lnTo>
                    <a:pt x="1125" y="502"/>
                  </a:lnTo>
                  <a:lnTo>
                    <a:pt x="1025" y="442"/>
                  </a:lnTo>
                  <a:lnTo>
                    <a:pt x="944" y="342"/>
                  </a:lnTo>
                  <a:lnTo>
                    <a:pt x="864" y="221"/>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8" name="Google Shape;2798;p35"/>
            <p:cNvSpPr/>
            <p:nvPr/>
          </p:nvSpPr>
          <p:spPr>
            <a:xfrm>
              <a:off x="5887700" y="3250550"/>
              <a:ext cx="36675" cy="34150"/>
            </a:xfrm>
            <a:custGeom>
              <a:rect b="b" l="l" r="r" t="t"/>
              <a:pathLst>
                <a:path extrusionOk="0" h="1366" w="1467">
                  <a:moveTo>
                    <a:pt x="724" y="0"/>
                  </a:moveTo>
                  <a:lnTo>
                    <a:pt x="1" y="663"/>
                  </a:lnTo>
                  <a:lnTo>
                    <a:pt x="744" y="1366"/>
                  </a:lnTo>
                  <a:lnTo>
                    <a:pt x="864" y="1145"/>
                  </a:lnTo>
                  <a:lnTo>
                    <a:pt x="1025" y="964"/>
                  </a:lnTo>
                  <a:lnTo>
                    <a:pt x="1125" y="884"/>
                  </a:lnTo>
                  <a:lnTo>
                    <a:pt x="1226" y="803"/>
                  </a:lnTo>
                  <a:lnTo>
                    <a:pt x="1346" y="743"/>
                  </a:lnTo>
                  <a:lnTo>
                    <a:pt x="1467" y="703"/>
                  </a:lnTo>
                  <a:lnTo>
                    <a:pt x="1386" y="603"/>
                  </a:lnTo>
                  <a:lnTo>
                    <a:pt x="1286" y="542"/>
                  </a:lnTo>
                  <a:lnTo>
                    <a:pt x="1085" y="422"/>
                  </a:lnTo>
                  <a:lnTo>
                    <a:pt x="985" y="342"/>
                  </a:lnTo>
                  <a:lnTo>
                    <a:pt x="904" y="261"/>
                  </a:lnTo>
                  <a:lnTo>
                    <a:pt x="864" y="161"/>
                  </a:lnTo>
                  <a:lnTo>
                    <a:pt x="824" y="40"/>
                  </a:lnTo>
                  <a:lnTo>
                    <a:pt x="804" y="20"/>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9" name="Google Shape;2799;p35"/>
            <p:cNvSpPr/>
            <p:nvPr/>
          </p:nvSpPr>
          <p:spPr>
            <a:xfrm>
              <a:off x="5558900" y="2837900"/>
              <a:ext cx="42200" cy="36675"/>
            </a:xfrm>
            <a:custGeom>
              <a:rect b="b" l="l" r="r" t="t"/>
              <a:pathLst>
                <a:path extrusionOk="0" h="1467" w="1688">
                  <a:moveTo>
                    <a:pt x="864" y="1"/>
                  </a:moveTo>
                  <a:lnTo>
                    <a:pt x="764" y="262"/>
                  </a:lnTo>
                  <a:lnTo>
                    <a:pt x="704" y="362"/>
                  </a:lnTo>
                  <a:lnTo>
                    <a:pt x="643" y="463"/>
                  </a:lnTo>
                  <a:lnTo>
                    <a:pt x="523" y="543"/>
                  </a:lnTo>
                  <a:lnTo>
                    <a:pt x="382" y="623"/>
                  </a:lnTo>
                  <a:lnTo>
                    <a:pt x="1" y="844"/>
                  </a:lnTo>
                  <a:lnTo>
                    <a:pt x="162" y="864"/>
                  </a:lnTo>
                  <a:lnTo>
                    <a:pt x="302" y="904"/>
                  </a:lnTo>
                  <a:lnTo>
                    <a:pt x="423" y="965"/>
                  </a:lnTo>
                  <a:lnTo>
                    <a:pt x="543" y="1025"/>
                  </a:lnTo>
                  <a:lnTo>
                    <a:pt x="623" y="1085"/>
                  </a:lnTo>
                  <a:lnTo>
                    <a:pt x="704" y="1186"/>
                  </a:lnTo>
                  <a:lnTo>
                    <a:pt x="744" y="1286"/>
                  </a:lnTo>
                  <a:lnTo>
                    <a:pt x="784" y="1406"/>
                  </a:lnTo>
                  <a:lnTo>
                    <a:pt x="804" y="1427"/>
                  </a:lnTo>
                  <a:lnTo>
                    <a:pt x="864" y="1447"/>
                  </a:lnTo>
                  <a:lnTo>
                    <a:pt x="985" y="1467"/>
                  </a:lnTo>
                  <a:lnTo>
                    <a:pt x="1045" y="1286"/>
                  </a:lnTo>
                  <a:lnTo>
                    <a:pt x="1065" y="1206"/>
                  </a:lnTo>
                  <a:lnTo>
                    <a:pt x="1105" y="1145"/>
                  </a:lnTo>
                  <a:lnTo>
                    <a:pt x="1246" y="1045"/>
                  </a:lnTo>
                  <a:lnTo>
                    <a:pt x="1386" y="945"/>
                  </a:lnTo>
                  <a:lnTo>
                    <a:pt x="1688" y="744"/>
                  </a:lnTo>
                  <a:lnTo>
                    <a:pt x="1547" y="684"/>
                  </a:lnTo>
                  <a:lnTo>
                    <a:pt x="1427" y="623"/>
                  </a:lnTo>
                  <a:lnTo>
                    <a:pt x="1306" y="543"/>
                  </a:lnTo>
                  <a:lnTo>
                    <a:pt x="1206" y="463"/>
                  </a:lnTo>
                  <a:lnTo>
                    <a:pt x="1105" y="362"/>
                  </a:lnTo>
                  <a:lnTo>
                    <a:pt x="1025" y="262"/>
                  </a:lnTo>
                  <a:lnTo>
                    <a:pt x="8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0" name="Google Shape;2800;p35"/>
            <p:cNvSpPr/>
            <p:nvPr/>
          </p:nvSpPr>
          <p:spPr>
            <a:xfrm>
              <a:off x="5672350" y="2840925"/>
              <a:ext cx="35175" cy="33150"/>
            </a:xfrm>
            <a:custGeom>
              <a:rect b="b" l="l" r="r" t="t"/>
              <a:pathLst>
                <a:path extrusionOk="0" h="1326" w="1407">
                  <a:moveTo>
                    <a:pt x="684" y="0"/>
                  </a:moveTo>
                  <a:lnTo>
                    <a:pt x="1" y="663"/>
                  </a:lnTo>
                  <a:lnTo>
                    <a:pt x="724" y="1326"/>
                  </a:lnTo>
                  <a:lnTo>
                    <a:pt x="764" y="1225"/>
                  </a:lnTo>
                  <a:lnTo>
                    <a:pt x="824" y="1105"/>
                  </a:lnTo>
                  <a:lnTo>
                    <a:pt x="904" y="1024"/>
                  </a:lnTo>
                  <a:lnTo>
                    <a:pt x="985" y="944"/>
                  </a:lnTo>
                  <a:lnTo>
                    <a:pt x="1186" y="804"/>
                  </a:lnTo>
                  <a:lnTo>
                    <a:pt x="1406" y="683"/>
                  </a:lnTo>
                  <a:lnTo>
                    <a:pt x="1326" y="583"/>
                  </a:lnTo>
                  <a:lnTo>
                    <a:pt x="1246" y="522"/>
                  </a:lnTo>
                  <a:lnTo>
                    <a:pt x="1045" y="402"/>
                  </a:lnTo>
                  <a:lnTo>
                    <a:pt x="945" y="342"/>
                  </a:lnTo>
                  <a:lnTo>
                    <a:pt x="864" y="261"/>
                  </a:lnTo>
                  <a:lnTo>
                    <a:pt x="804" y="161"/>
                  </a:lnTo>
                  <a:lnTo>
                    <a:pt x="784" y="41"/>
                  </a:lnTo>
                  <a:lnTo>
                    <a:pt x="764" y="20"/>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1" name="Google Shape;2801;p35"/>
            <p:cNvSpPr/>
            <p:nvPr/>
          </p:nvSpPr>
          <p:spPr>
            <a:xfrm>
              <a:off x="5780775" y="2841425"/>
              <a:ext cx="33675" cy="31650"/>
            </a:xfrm>
            <a:custGeom>
              <a:rect b="b" l="l" r="r" t="t"/>
              <a:pathLst>
                <a:path extrusionOk="0" h="1266" w="1347">
                  <a:moveTo>
                    <a:pt x="664" y="0"/>
                  </a:moveTo>
                  <a:lnTo>
                    <a:pt x="1" y="623"/>
                  </a:lnTo>
                  <a:lnTo>
                    <a:pt x="684" y="1265"/>
                  </a:lnTo>
                  <a:lnTo>
                    <a:pt x="1346" y="603"/>
                  </a:lnTo>
                  <a:lnTo>
                    <a:pt x="6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2" name="Google Shape;2802;p35"/>
            <p:cNvSpPr/>
            <p:nvPr/>
          </p:nvSpPr>
          <p:spPr>
            <a:xfrm>
              <a:off x="5779275" y="3246525"/>
              <a:ext cx="36175" cy="39675"/>
            </a:xfrm>
            <a:custGeom>
              <a:rect b="b" l="l" r="r" t="t"/>
              <a:pathLst>
                <a:path extrusionOk="0" h="1587" w="1447">
                  <a:moveTo>
                    <a:pt x="704" y="1"/>
                  </a:moveTo>
                  <a:lnTo>
                    <a:pt x="663" y="161"/>
                  </a:lnTo>
                  <a:lnTo>
                    <a:pt x="583" y="302"/>
                  </a:lnTo>
                  <a:lnTo>
                    <a:pt x="503" y="422"/>
                  </a:lnTo>
                  <a:lnTo>
                    <a:pt x="422" y="523"/>
                  </a:lnTo>
                  <a:lnTo>
                    <a:pt x="322" y="583"/>
                  </a:lnTo>
                  <a:lnTo>
                    <a:pt x="202" y="663"/>
                  </a:lnTo>
                  <a:lnTo>
                    <a:pt x="1" y="784"/>
                  </a:lnTo>
                  <a:lnTo>
                    <a:pt x="824" y="1587"/>
                  </a:lnTo>
                  <a:lnTo>
                    <a:pt x="844" y="1466"/>
                  </a:lnTo>
                  <a:lnTo>
                    <a:pt x="884" y="1346"/>
                  </a:lnTo>
                  <a:lnTo>
                    <a:pt x="924" y="1246"/>
                  </a:lnTo>
                  <a:lnTo>
                    <a:pt x="1005" y="1165"/>
                  </a:lnTo>
                  <a:lnTo>
                    <a:pt x="1065" y="1085"/>
                  </a:lnTo>
                  <a:lnTo>
                    <a:pt x="1165" y="1025"/>
                  </a:lnTo>
                  <a:lnTo>
                    <a:pt x="1266" y="964"/>
                  </a:lnTo>
                  <a:lnTo>
                    <a:pt x="1386" y="944"/>
                  </a:lnTo>
                  <a:lnTo>
                    <a:pt x="1406" y="904"/>
                  </a:lnTo>
                  <a:lnTo>
                    <a:pt x="1426" y="864"/>
                  </a:lnTo>
                  <a:lnTo>
                    <a:pt x="1446" y="744"/>
                  </a:lnTo>
                  <a:lnTo>
                    <a:pt x="1226" y="643"/>
                  </a:lnTo>
                  <a:lnTo>
                    <a:pt x="1125" y="603"/>
                  </a:lnTo>
                  <a:lnTo>
                    <a:pt x="1025" y="543"/>
                  </a:lnTo>
                  <a:lnTo>
                    <a:pt x="944" y="442"/>
                  </a:lnTo>
                  <a:lnTo>
                    <a:pt x="864" y="322"/>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3" name="Google Shape;2803;p35"/>
            <p:cNvSpPr/>
            <p:nvPr/>
          </p:nvSpPr>
          <p:spPr>
            <a:xfrm>
              <a:off x="5670350" y="3249550"/>
              <a:ext cx="37675" cy="37675"/>
            </a:xfrm>
            <a:custGeom>
              <a:rect b="b" l="l" r="r" t="t"/>
              <a:pathLst>
                <a:path extrusionOk="0" h="1507" w="1507">
                  <a:moveTo>
                    <a:pt x="824" y="0"/>
                  </a:moveTo>
                  <a:lnTo>
                    <a:pt x="1" y="743"/>
                  </a:lnTo>
                  <a:lnTo>
                    <a:pt x="262" y="864"/>
                  </a:lnTo>
                  <a:lnTo>
                    <a:pt x="382" y="944"/>
                  </a:lnTo>
                  <a:lnTo>
                    <a:pt x="482" y="1024"/>
                  </a:lnTo>
                  <a:lnTo>
                    <a:pt x="563" y="1125"/>
                  </a:lnTo>
                  <a:lnTo>
                    <a:pt x="623" y="1245"/>
                  </a:lnTo>
                  <a:lnTo>
                    <a:pt x="764" y="1506"/>
                  </a:lnTo>
                  <a:lnTo>
                    <a:pt x="944" y="1205"/>
                  </a:lnTo>
                  <a:lnTo>
                    <a:pt x="1105" y="964"/>
                  </a:lnTo>
                  <a:lnTo>
                    <a:pt x="1145" y="924"/>
                  </a:lnTo>
                  <a:lnTo>
                    <a:pt x="1205" y="904"/>
                  </a:lnTo>
                  <a:lnTo>
                    <a:pt x="1346" y="864"/>
                  </a:lnTo>
                  <a:lnTo>
                    <a:pt x="1406" y="843"/>
                  </a:lnTo>
                  <a:lnTo>
                    <a:pt x="1466" y="803"/>
                  </a:lnTo>
                  <a:lnTo>
                    <a:pt x="1506" y="743"/>
                  </a:lnTo>
                  <a:lnTo>
                    <a:pt x="1506" y="643"/>
                  </a:lnTo>
                  <a:lnTo>
                    <a:pt x="1386" y="603"/>
                  </a:lnTo>
                  <a:lnTo>
                    <a:pt x="1266" y="542"/>
                  </a:lnTo>
                  <a:lnTo>
                    <a:pt x="1165" y="462"/>
                  </a:lnTo>
                  <a:lnTo>
                    <a:pt x="1085" y="402"/>
                  </a:lnTo>
                  <a:lnTo>
                    <a:pt x="984" y="301"/>
                  </a:lnTo>
                  <a:lnTo>
                    <a:pt x="924" y="221"/>
                  </a:lnTo>
                  <a:lnTo>
                    <a:pt x="864" y="101"/>
                  </a:lnTo>
                  <a:lnTo>
                    <a:pt x="8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4" name="Google Shape;2804;p35"/>
            <p:cNvSpPr/>
            <p:nvPr/>
          </p:nvSpPr>
          <p:spPr>
            <a:xfrm>
              <a:off x="5562425" y="3247025"/>
              <a:ext cx="37675" cy="38175"/>
            </a:xfrm>
            <a:custGeom>
              <a:rect b="b" l="l" r="r" t="t"/>
              <a:pathLst>
                <a:path extrusionOk="0" h="1527" w="1507">
                  <a:moveTo>
                    <a:pt x="743" y="1"/>
                  </a:moveTo>
                  <a:lnTo>
                    <a:pt x="563" y="322"/>
                  </a:lnTo>
                  <a:lnTo>
                    <a:pt x="482" y="442"/>
                  </a:lnTo>
                  <a:lnTo>
                    <a:pt x="402" y="563"/>
                  </a:lnTo>
                  <a:lnTo>
                    <a:pt x="342" y="603"/>
                  </a:lnTo>
                  <a:lnTo>
                    <a:pt x="282" y="623"/>
                  </a:lnTo>
                  <a:lnTo>
                    <a:pt x="141" y="643"/>
                  </a:lnTo>
                  <a:lnTo>
                    <a:pt x="41" y="663"/>
                  </a:lnTo>
                  <a:lnTo>
                    <a:pt x="0" y="683"/>
                  </a:lnTo>
                  <a:lnTo>
                    <a:pt x="0" y="744"/>
                  </a:lnTo>
                  <a:lnTo>
                    <a:pt x="763" y="1527"/>
                  </a:lnTo>
                  <a:lnTo>
                    <a:pt x="1506" y="744"/>
                  </a:lnTo>
                  <a:lnTo>
                    <a:pt x="1265" y="643"/>
                  </a:lnTo>
                  <a:lnTo>
                    <a:pt x="1145" y="563"/>
                  </a:lnTo>
                  <a:lnTo>
                    <a:pt x="1024" y="483"/>
                  </a:lnTo>
                  <a:lnTo>
                    <a:pt x="944" y="382"/>
                  </a:lnTo>
                  <a:lnTo>
                    <a:pt x="884" y="28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5" name="Google Shape;2805;p35"/>
            <p:cNvSpPr/>
            <p:nvPr/>
          </p:nvSpPr>
          <p:spPr>
            <a:xfrm>
              <a:off x="5454500" y="3247025"/>
              <a:ext cx="43200" cy="40700"/>
            </a:xfrm>
            <a:custGeom>
              <a:rect b="b" l="l" r="r" t="t"/>
              <a:pathLst>
                <a:path extrusionOk="0" h="1628" w="1728">
                  <a:moveTo>
                    <a:pt x="763" y="1"/>
                  </a:moveTo>
                  <a:lnTo>
                    <a:pt x="583" y="302"/>
                  </a:lnTo>
                  <a:lnTo>
                    <a:pt x="502" y="422"/>
                  </a:lnTo>
                  <a:lnTo>
                    <a:pt x="422" y="543"/>
                  </a:lnTo>
                  <a:lnTo>
                    <a:pt x="362" y="583"/>
                  </a:lnTo>
                  <a:lnTo>
                    <a:pt x="302" y="603"/>
                  </a:lnTo>
                  <a:lnTo>
                    <a:pt x="161" y="643"/>
                  </a:lnTo>
                  <a:lnTo>
                    <a:pt x="101" y="683"/>
                  </a:lnTo>
                  <a:lnTo>
                    <a:pt x="40" y="724"/>
                  </a:lnTo>
                  <a:lnTo>
                    <a:pt x="20" y="784"/>
                  </a:lnTo>
                  <a:lnTo>
                    <a:pt x="0" y="884"/>
                  </a:lnTo>
                  <a:lnTo>
                    <a:pt x="141" y="924"/>
                  </a:lnTo>
                  <a:lnTo>
                    <a:pt x="261" y="985"/>
                  </a:lnTo>
                  <a:lnTo>
                    <a:pt x="362" y="1065"/>
                  </a:lnTo>
                  <a:lnTo>
                    <a:pt x="462" y="1165"/>
                  </a:lnTo>
                  <a:lnTo>
                    <a:pt x="623" y="1406"/>
                  </a:lnTo>
                  <a:lnTo>
                    <a:pt x="703" y="1527"/>
                  </a:lnTo>
                  <a:lnTo>
                    <a:pt x="824" y="1627"/>
                  </a:lnTo>
                  <a:lnTo>
                    <a:pt x="864" y="1467"/>
                  </a:lnTo>
                  <a:lnTo>
                    <a:pt x="924" y="1326"/>
                  </a:lnTo>
                  <a:lnTo>
                    <a:pt x="984" y="1226"/>
                  </a:lnTo>
                  <a:lnTo>
                    <a:pt x="1085" y="1125"/>
                  </a:lnTo>
                  <a:lnTo>
                    <a:pt x="1205" y="1025"/>
                  </a:lnTo>
                  <a:lnTo>
                    <a:pt x="1366" y="965"/>
                  </a:lnTo>
                  <a:lnTo>
                    <a:pt x="1526" y="904"/>
                  </a:lnTo>
                  <a:lnTo>
                    <a:pt x="1727" y="844"/>
                  </a:lnTo>
                  <a:lnTo>
                    <a:pt x="1306" y="643"/>
                  </a:lnTo>
                  <a:lnTo>
                    <a:pt x="1145" y="583"/>
                  </a:lnTo>
                  <a:lnTo>
                    <a:pt x="1044" y="503"/>
                  </a:lnTo>
                  <a:lnTo>
                    <a:pt x="964" y="402"/>
                  </a:lnTo>
                  <a:lnTo>
                    <a:pt x="904" y="28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6" name="Google Shape;2806;p35"/>
            <p:cNvSpPr/>
            <p:nvPr/>
          </p:nvSpPr>
          <p:spPr>
            <a:xfrm>
              <a:off x="5887200" y="3147125"/>
              <a:ext cx="35675" cy="33675"/>
            </a:xfrm>
            <a:custGeom>
              <a:rect b="b" l="l" r="r" t="t"/>
              <a:pathLst>
                <a:path extrusionOk="0" h="1347" w="1427">
                  <a:moveTo>
                    <a:pt x="684" y="1"/>
                  </a:moveTo>
                  <a:lnTo>
                    <a:pt x="603" y="222"/>
                  </a:lnTo>
                  <a:lnTo>
                    <a:pt x="543" y="322"/>
                  </a:lnTo>
                  <a:lnTo>
                    <a:pt x="483" y="402"/>
                  </a:lnTo>
                  <a:lnTo>
                    <a:pt x="362" y="483"/>
                  </a:lnTo>
                  <a:lnTo>
                    <a:pt x="242" y="543"/>
                  </a:lnTo>
                  <a:lnTo>
                    <a:pt x="1" y="664"/>
                  </a:lnTo>
                  <a:lnTo>
                    <a:pt x="744" y="1346"/>
                  </a:lnTo>
                  <a:lnTo>
                    <a:pt x="1426" y="684"/>
                  </a:lnTo>
                  <a:lnTo>
                    <a:pt x="6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7" name="Google Shape;2807;p35"/>
            <p:cNvSpPr/>
            <p:nvPr/>
          </p:nvSpPr>
          <p:spPr>
            <a:xfrm>
              <a:off x="5560925" y="2942825"/>
              <a:ext cx="38175" cy="35175"/>
            </a:xfrm>
            <a:custGeom>
              <a:rect b="b" l="l" r="r" t="t"/>
              <a:pathLst>
                <a:path extrusionOk="0" h="1407" w="1527">
                  <a:moveTo>
                    <a:pt x="783" y="1"/>
                  </a:moveTo>
                  <a:lnTo>
                    <a:pt x="683" y="161"/>
                  </a:lnTo>
                  <a:lnTo>
                    <a:pt x="623" y="282"/>
                  </a:lnTo>
                  <a:lnTo>
                    <a:pt x="542" y="362"/>
                  </a:lnTo>
                  <a:lnTo>
                    <a:pt x="422" y="442"/>
                  </a:lnTo>
                  <a:lnTo>
                    <a:pt x="301" y="523"/>
                  </a:lnTo>
                  <a:lnTo>
                    <a:pt x="0" y="663"/>
                  </a:lnTo>
                  <a:lnTo>
                    <a:pt x="301" y="844"/>
                  </a:lnTo>
                  <a:lnTo>
                    <a:pt x="422" y="904"/>
                  </a:lnTo>
                  <a:lnTo>
                    <a:pt x="542" y="984"/>
                  </a:lnTo>
                  <a:lnTo>
                    <a:pt x="582" y="1045"/>
                  </a:lnTo>
                  <a:lnTo>
                    <a:pt x="603" y="1105"/>
                  </a:lnTo>
                  <a:lnTo>
                    <a:pt x="643" y="1225"/>
                  </a:lnTo>
                  <a:lnTo>
                    <a:pt x="683" y="1346"/>
                  </a:lnTo>
                  <a:lnTo>
                    <a:pt x="703" y="1386"/>
                  </a:lnTo>
                  <a:lnTo>
                    <a:pt x="763" y="1406"/>
                  </a:lnTo>
                  <a:lnTo>
                    <a:pt x="1526" y="68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8" name="Google Shape;2808;p35"/>
            <p:cNvSpPr/>
            <p:nvPr/>
          </p:nvSpPr>
          <p:spPr>
            <a:xfrm>
              <a:off x="5671850" y="2943325"/>
              <a:ext cx="35175" cy="33150"/>
            </a:xfrm>
            <a:custGeom>
              <a:rect b="b" l="l" r="r" t="t"/>
              <a:pathLst>
                <a:path extrusionOk="0" h="1326" w="1407">
                  <a:moveTo>
                    <a:pt x="704" y="1"/>
                  </a:moveTo>
                  <a:lnTo>
                    <a:pt x="1" y="663"/>
                  </a:lnTo>
                  <a:lnTo>
                    <a:pt x="704" y="1326"/>
                  </a:lnTo>
                  <a:lnTo>
                    <a:pt x="1406" y="66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9" name="Google Shape;2809;p35"/>
            <p:cNvSpPr/>
            <p:nvPr/>
          </p:nvSpPr>
          <p:spPr>
            <a:xfrm>
              <a:off x="5781300" y="2636625"/>
              <a:ext cx="33150" cy="30625"/>
            </a:xfrm>
            <a:custGeom>
              <a:rect b="b" l="l" r="r" t="t"/>
              <a:pathLst>
                <a:path extrusionOk="0" h="1225" w="1326">
                  <a:moveTo>
                    <a:pt x="643" y="0"/>
                  </a:moveTo>
                  <a:lnTo>
                    <a:pt x="0" y="622"/>
                  </a:lnTo>
                  <a:lnTo>
                    <a:pt x="643" y="1225"/>
                  </a:lnTo>
                  <a:lnTo>
                    <a:pt x="1325" y="643"/>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0" name="Google Shape;2810;p35"/>
            <p:cNvSpPr/>
            <p:nvPr/>
          </p:nvSpPr>
          <p:spPr>
            <a:xfrm>
              <a:off x="5779275" y="3148150"/>
              <a:ext cx="35675" cy="33150"/>
            </a:xfrm>
            <a:custGeom>
              <a:rect b="b" l="l" r="r" t="t"/>
              <a:pathLst>
                <a:path extrusionOk="0" h="1326" w="1427">
                  <a:moveTo>
                    <a:pt x="724" y="0"/>
                  </a:moveTo>
                  <a:lnTo>
                    <a:pt x="1" y="683"/>
                  </a:lnTo>
                  <a:lnTo>
                    <a:pt x="81" y="743"/>
                  </a:lnTo>
                  <a:lnTo>
                    <a:pt x="181" y="803"/>
                  </a:lnTo>
                  <a:lnTo>
                    <a:pt x="382" y="904"/>
                  </a:lnTo>
                  <a:lnTo>
                    <a:pt x="463" y="964"/>
                  </a:lnTo>
                  <a:lnTo>
                    <a:pt x="543" y="1044"/>
                  </a:lnTo>
                  <a:lnTo>
                    <a:pt x="583" y="1165"/>
                  </a:lnTo>
                  <a:lnTo>
                    <a:pt x="623" y="1285"/>
                  </a:lnTo>
                  <a:lnTo>
                    <a:pt x="643" y="1305"/>
                  </a:lnTo>
                  <a:lnTo>
                    <a:pt x="683" y="1325"/>
                  </a:lnTo>
                  <a:lnTo>
                    <a:pt x="724" y="1325"/>
                  </a:lnTo>
                  <a:lnTo>
                    <a:pt x="1426" y="643"/>
                  </a:lnTo>
                  <a:lnTo>
                    <a:pt x="7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1" name="Google Shape;2811;p35"/>
            <p:cNvSpPr/>
            <p:nvPr/>
          </p:nvSpPr>
          <p:spPr>
            <a:xfrm>
              <a:off x="5668850" y="3145125"/>
              <a:ext cx="46200" cy="38175"/>
            </a:xfrm>
            <a:custGeom>
              <a:rect b="b" l="l" r="r" t="t"/>
              <a:pathLst>
                <a:path extrusionOk="0" h="1527" w="1848">
                  <a:moveTo>
                    <a:pt x="824" y="1"/>
                  </a:moveTo>
                  <a:lnTo>
                    <a:pt x="663" y="282"/>
                  </a:lnTo>
                  <a:lnTo>
                    <a:pt x="603" y="402"/>
                  </a:lnTo>
                  <a:lnTo>
                    <a:pt x="522" y="503"/>
                  </a:lnTo>
                  <a:lnTo>
                    <a:pt x="402" y="583"/>
                  </a:lnTo>
                  <a:lnTo>
                    <a:pt x="281" y="643"/>
                  </a:lnTo>
                  <a:lnTo>
                    <a:pt x="0" y="784"/>
                  </a:lnTo>
                  <a:lnTo>
                    <a:pt x="322" y="944"/>
                  </a:lnTo>
                  <a:lnTo>
                    <a:pt x="442" y="1025"/>
                  </a:lnTo>
                  <a:lnTo>
                    <a:pt x="562" y="1105"/>
                  </a:lnTo>
                  <a:lnTo>
                    <a:pt x="603" y="1145"/>
                  </a:lnTo>
                  <a:lnTo>
                    <a:pt x="623" y="1205"/>
                  </a:lnTo>
                  <a:lnTo>
                    <a:pt x="663" y="1346"/>
                  </a:lnTo>
                  <a:lnTo>
                    <a:pt x="683" y="1406"/>
                  </a:lnTo>
                  <a:lnTo>
                    <a:pt x="723" y="1466"/>
                  </a:lnTo>
                  <a:lnTo>
                    <a:pt x="803" y="1507"/>
                  </a:lnTo>
                  <a:lnTo>
                    <a:pt x="884" y="1527"/>
                  </a:lnTo>
                  <a:lnTo>
                    <a:pt x="924" y="1386"/>
                  </a:lnTo>
                  <a:lnTo>
                    <a:pt x="984" y="1266"/>
                  </a:lnTo>
                  <a:lnTo>
                    <a:pt x="1064" y="1165"/>
                  </a:lnTo>
                  <a:lnTo>
                    <a:pt x="1165" y="1065"/>
                  </a:lnTo>
                  <a:lnTo>
                    <a:pt x="1305" y="984"/>
                  </a:lnTo>
                  <a:lnTo>
                    <a:pt x="1446" y="904"/>
                  </a:lnTo>
                  <a:lnTo>
                    <a:pt x="1627" y="824"/>
                  </a:lnTo>
                  <a:lnTo>
                    <a:pt x="1848" y="744"/>
                  </a:lnTo>
                  <a:lnTo>
                    <a:pt x="1607" y="703"/>
                  </a:lnTo>
                  <a:lnTo>
                    <a:pt x="1426" y="643"/>
                  </a:lnTo>
                  <a:lnTo>
                    <a:pt x="1285" y="563"/>
                  </a:lnTo>
                  <a:lnTo>
                    <a:pt x="1145" y="462"/>
                  </a:lnTo>
                  <a:lnTo>
                    <a:pt x="1044" y="362"/>
                  </a:lnTo>
                  <a:lnTo>
                    <a:pt x="964" y="242"/>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2" name="Google Shape;2812;p35"/>
            <p:cNvSpPr/>
            <p:nvPr/>
          </p:nvSpPr>
          <p:spPr>
            <a:xfrm>
              <a:off x="5562425" y="3146625"/>
              <a:ext cx="38675" cy="36675"/>
            </a:xfrm>
            <a:custGeom>
              <a:rect b="b" l="l" r="r" t="t"/>
              <a:pathLst>
                <a:path extrusionOk="0" h="1467" w="1547">
                  <a:moveTo>
                    <a:pt x="643" y="1"/>
                  </a:moveTo>
                  <a:lnTo>
                    <a:pt x="603" y="41"/>
                  </a:lnTo>
                  <a:lnTo>
                    <a:pt x="563" y="141"/>
                  </a:lnTo>
                  <a:lnTo>
                    <a:pt x="543" y="282"/>
                  </a:lnTo>
                  <a:lnTo>
                    <a:pt x="522" y="342"/>
                  </a:lnTo>
                  <a:lnTo>
                    <a:pt x="502" y="402"/>
                  </a:lnTo>
                  <a:lnTo>
                    <a:pt x="442" y="463"/>
                  </a:lnTo>
                  <a:lnTo>
                    <a:pt x="362" y="503"/>
                  </a:lnTo>
                  <a:lnTo>
                    <a:pt x="201" y="523"/>
                  </a:lnTo>
                  <a:lnTo>
                    <a:pt x="121" y="543"/>
                  </a:lnTo>
                  <a:lnTo>
                    <a:pt x="61" y="563"/>
                  </a:lnTo>
                  <a:lnTo>
                    <a:pt x="21" y="603"/>
                  </a:lnTo>
                  <a:lnTo>
                    <a:pt x="0" y="663"/>
                  </a:lnTo>
                  <a:lnTo>
                    <a:pt x="784" y="1467"/>
                  </a:lnTo>
                  <a:lnTo>
                    <a:pt x="924" y="1226"/>
                  </a:lnTo>
                  <a:lnTo>
                    <a:pt x="984" y="1105"/>
                  </a:lnTo>
                  <a:lnTo>
                    <a:pt x="1065" y="1005"/>
                  </a:lnTo>
                  <a:lnTo>
                    <a:pt x="1165" y="924"/>
                  </a:lnTo>
                  <a:lnTo>
                    <a:pt x="1286" y="864"/>
                  </a:lnTo>
                  <a:lnTo>
                    <a:pt x="1547" y="764"/>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3" name="Google Shape;2813;p35"/>
            <p:cNvSpPr/>
            <p:nvPr/>
          </p:nvSpPr>
          <p:spPr>
            <a:xfrm>
              <a:off x="5454000" y="3143625"/>
              <a:ext cx="38175" cy="42200"/>
            </a:xfrm>
            <a:custGeom>
              <a:rect b="b" l="l" r="r" t="t"/>
              <a:pathLst>
                <a:path extrusionOk="0" h="1688" w="1527">
                  <a:moveTo>
                    <a:pt x="783" y="0"/>
                  </a:moveTo>
                  <a:lnTo>
                    <a:pt x="623" y="322"/>
                  </a:lnTo>
                  <a:lnTo>
                    <a:pt x="542" y="442"/>
                  </a:lnTo>
                  <a:lnTo>
                    <a:pt x="462" y="542"/>
                  </a:lnTo>
                  <a:lnTo>
                    <a:pt x="362" y="623"/>
                  </a:lnTo>
                  <a:lnTo>
                    <a:pt x="241" y="703"/>
                  </a:lnTo>
                  <a:lnTo>
                    <a:pt x="0" y="804"/>
                  </a:lnTo>
                  <a:lnTo>
                    <a:pt x="141" y="864"/>
                  </a:lnTo>
                  <a:lnTo>
                    <a:pt x="281" y="944"/>
                  </a:lnTo>
                  <a:lnTo>
                    <a:pt x="382" y="1024"/>
                  </a:lnTo>
                  <a:lnTo>
                    <a:pt x="462" y="1125"/>
                  </a:lnTo>
                  <a:lnTo>
                    <a:pt x="542" y="1245"/>
                  </a:lnTo>
                  <a:lnTo>
                    <a:pt x="623" y="1386"/>
                  </a:lnTo>
                  <a:lnTo>
                    <a:pt x="783" y="1687"/>
                  </a:lnTo>
                  <a:lnTo>
                    <a:pt x="964" y="1346"/>
                  </a:lnTo>
                  <a:lnTo>
                    <a:pt x="1044" y="1205"/>
                  </a:lnTo>
                  <a:lnTo>
                    <a:pt x="1125" y="1085"/>
                  </a:lnTo>
                  <a:lnTo>
                    <a:pt x="1185" y="1044"/>
                  </a:lnTo>
                  <a:lnTo>
                    <a:pt x="1245" y="1024"/>
                  </a:lnTo>
                  <a:lnTo>
                    <a:pt x="1366" y="1004"/>
                  </a:lnTo>
                  <a:lnTo>
                    <a:pt x="1446" y="984"/>
                  </a:lnTo>
                  <a:lnTo>
                    <a:pt x="1486" y="924"/>
                  </a:lnTo>
                  <a:lnTo>
                    <a:pt x="1526" y="864"/>
                  </a:lnTo>
                  <a:lnTo>
                    <a:pt x="1526" y="763"/>
                  </a:lnTo>
                  <a:lnTo>
                    <a:pt x="1406" y="723"/>
                  </a:lnTo>
                  <a:lnTo>
                    <a:pt x="1285" y="683"/>
                  </a:lnTo>
                  <a:lnTo>
                    <a:pt x="1165" y="603"/>
                  </a:lnTo>
                  <a:lnTo>
                    <a:pt x="1085" y="522"/>
                  </a:lnTo>
                  <a:lnTo>
                    <a:pt x="984" y="422"/>
                  </a:lnTo>
                  <a:lnTo>
                    <a:pt x="904" y="302"/>
                  </a:lnTo>
                  <a:lnTo>
                    <a:pt x="844" y="161"/>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4" name="Google Shape;2814;p35"/>
            <p:cNvSpPr/>
            <p:nvPr/>
          </p:nvSpPr>
          <p:spPr>
            <a:xfrm>
              <a:off x="5776775" y="3046225"/>
              <a:ext cx="37675" cy="35675"/>
            </a:xfrm>
            <a:custGeom>
              <a:rect b="b" l="l" r="r" t="t"/>
              <a:pathLst>
                <a:path extrusionOk="0" h="1427" w="1507">
                  <a:moveTo>
                    <a:pt x="824" y="1"/>
                  </a:moveTo>
                  <a:lnTo>
                    <a:pt x="0" y="764"/>
                  </a:lnTo>
                  <a:lnTo>
                    <a:pt x="181" y="764"/>
                  </a:lnTo>
                  <a:lnTo>
                    <a:pt x="322" y="784"/>
                  </a:lnTo>
                  <a:lnTo>
                    <a:pt x="442" y="844"/>
                  </a:lnTo>
                  <a:lnTo>
                    <a:pt x="543" y="945"/>
                  </a:lnTo>
                  <a:lnTo>
                    <a:pt x="623" y="1045"/>
                  </a:lnTo>
                  <a:lnTo>
                    <a:pt x="703" y="1166"/>
                  </a:lnTo>
                  <a:lnTo>
                    <a:pt x="884" y="1427"/>
                  </a:lnTo>
                  <a:lnTo>
                    <a:pt x="964" y="1186"/>
                  </a:lnTo>
                  <a:lnTo>
                    <a:pt x="1024" y="1085"/>
                  </a:lnTo>
                  <a:lnTo>
                    <a:pt x="1085" y="985"/>
                  </a:lnTo>
                  <a:lnTo>
                    <a:pt x="1165" y="904"/>
                  </a:lnTo>
                  <a:lnTo>
                    <a:pt x="1245" y="844"/>
                  </a:lnTo>
                  <a:lnTo>
                    <a:pt x="1346" y="784"/>
                  </a:lnTo>
                  <a:lnTo>
                    <a:pt x="1466" y="744"/>
                  </a:lnTo>
                  <a:lnTo>
                    <a:pt x="1486" y="724"/>
                  </a:lnTo>
                  <a:lnTo>
                    <a:pt x="1506" y="684"/>
                  </a:lnTo>
                  <a:lnTo>
                    <a:pt x="1506" y="623"/>
                  </a:lnTo>
                  <a:lnTo>
                    <a:pt x="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5" name="Google Shape;2815;p35"/>
            <p:cNvSpPr/>
            <p:nvPr/>
          </p:nvSpPr>
          <p:spPr>
            <a:xfrm>
              <a:off x="5562425" y="3045225"/>
              <a:ext cx="37675" cy="35175"/>
            </a:xfrm>
            <a:custGeom>
              <a:rect b="b" l="l" r="r" t="t"/>
              <a:pathLst>
                <a:path extrusionOk="0" h="1407" w="1507">
                  <a:moveTo>
                    <a:pt x="763" y="1"/>
                  </a:moveTo>
                  <a:lnTo>
                    <a:pt x="0" y="724"/>
                  </a:lnTo>
                  <a:lnTo>
                    <a:pt x="261" y="864"/>
                  </a:lnTo>
                  <a:lnTo>
                    <a:pt x="382" y="924"/>
                  </a:lnTo>
                  <a:lnTo>
                    <a:pt x="502" y="1005"/>
                  </a:lnTo>
                  <a:lnTo>
                    <a:pt x="543" y="1065"/>
                  </a:lnTo>
                  <a:lnTo>
                    <a:pt x="563" y="1125"/>
                  </a:lnTo>
                  <a:lnTo>
                    <a:pt x="603" y="1246"/>
                  </a:lnTo>
                  <a:lnTo>
                    <a:pt x="623" y="1306"/>
                  </a:lnTo>
                  <a:lnTo>
                    <a:pt x="683" y="1366"/>
                  </a:lnTo>
                  <a:lnTo>
                    <a:pt x="743" y="1386"/>
                  </a:lnTo>
                  <a:lnTo>
                    <a:pt x="844" y="1406"/>
                  </a:lnTo>
                  <a:lnTo>
                    <a:pt x="864" y="1266"/>
                  </a:lnTo>
                  <a:lnTo>
                    <a:pt x="924" y="1145"/>
                  </a:lnTo>
                  <a:lnTo>
                    <a:pt x="984" y="1045"/>
                  </a:lnTo>
                  <a:lnTo>
                    <a:pt x="1085" y="965"/>
                  </a:lnTo>
                  <a:lnTo>
                    <a:pt x="1306" y="844"/>
                  </a:lnTo>
                  <a:lnTo>
                    <a:pt x="1506" y="704"/>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6" name="Google Shape;2816;p35"/>
            <p:cNvSpPr/>
            <p:nvPr/>
          </p:nvSpPr>
          <p:spPr>
            <a:xfrm>
              <a:off x="5671850" y="3044225"/>
              <a:ext cx="38175" cy="36175"/>
            </a:xfrm>
            <a:custGeom>
              <a:rect b="b" l="l" r="r" t="t"/>
              <a:pathLst>
                <a:path extrusionOk="0" h="1447" w="1527">
                  <a:moveTo>
                    <a:pt x="724" y="1"/>
                  </a:moveTo>
                  <a:lnTo>
                    <a:pt x="1" y="723"/>
                  </a:lnTo>
                  <a:lnTo>
                    <a:pt x="724" y="1446"/>
                  </a:lnTo>
                  <a:lnTo>
                    <a:pt x="864" y="1205"/>
                  </a:lnTo>
                  <a:lnTo>
                    <a:pt x="924" y="1105"/>
                  </a:lnTo>
                  <a:lnTo>
                    <a:pt x="1005" y="1005"/>
                  </a:lnTo>
                  <a:lnTo>
                    <a:pt x="1105" y="924"/>
                  </a:lnTo>
                  <a:lnTo>
                    <a:pt x="1226" y="844"/>
                  </a:lnTo>
                  <a:lnTo>
                    <a:pt x="1527" y="703"/>
                  </a:lnTo>
                  <a:lnTo>
                    <a:pt x="1386" y="643"/>
                  </a:lnTo>
                  <a:lnTo>
                    <a:pt x="1246" y="583"/>
                  </a:lnTo>
                  <a:lnTo>
                    <a:pt x="1125" y="503"/>
                  </a:lnTo>
                  <a:lnTo>
                    <a:pt x="1025" y="422"/>
                  </a:lnTo>
                  <a:lnTo>
                    <a:pt x="924" y="322"/>
                  </a:lnTo>
                  <a:lnTo>
                    <a:pt x="844" y="221"/>
                  </a:lnTo>
                  <a:lnTo>
                    <a:pt x="784" y="121"/>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7" name="Google Shape;2817;p35"/>
            <p:cNvSpPr/>
            <p:nvPr/>
          </p:nvSpPr>
          <p:spPr>
            <a:xfrm>
              <a:off x="5889225" y="2638125"/>
              <a:ext cx="32650" cy="29125"/>
            </a:xfrm>
            <a:custGeom>
              <a:rect b="b" l="l" r="r" t="t"/>
              <a:pathLst>
                <a:path extrusionOk="0" h="1165" w="1306">
                  <a:moveTo>
                    <a:pt x="663" y="0"/>
                  </a:moveTo>
                  <a:lnTo>
                    <a:pt x="0" y="562"/>
                  </a:lnTo>
                  <a:lnTo>
                    <a:pt x="643" y="1165"/>
                  </a:lnTo>
                  <a:lnTo>
                    <a:pt x="1305" y="58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8" name="Google Shape;2818;p35"/>
            <p:cNvSpPr/>
            <p:nvPr/>
          </p:nvSpPr>
          <p:spPr>
            <a:xfrm>
              <a:off x="5455000" y="3043225"/>
              <a:ext cx="39675" cy="36675"/>
            </a:xfrm>
            <a:custGeom>
              <a:rect b="b" l="l" r="r" t="t"/>
              <a:pathLst>
                <a:path extrusionOk="0" h="1467" w="1587">
                  <a:moveTo>
                    <a:pt x="723" y="0"/>
                  </a:moveTo>
                  <a:lnTo>
                    <a:pt x="583" y="261"/>
                  </a:lnTo>
                  <a:lnTo>
                    <a:pt x="502" y="382"/>
                  </a:lnTo>
                  <a:lnTo>
                    <a:pt x="422" y="482"/>
                  </a:lnTo>
                  <a:lnTo>
                    <a:pt x="362" y="522"/>
                  </a:lnTo>
                  <a:lnTo>
                    <a:pt x="302" y="563"/>
                  </a:lnTo>
                  <a:lnTo>
                    <a:pt x="161" y="583"/>
                  </a:lnTo>
                  <a:lnTo>
                    <a:pt x="101" y="603"/>
                  </a:lnTo>
                  <a:lnTo>
                    <a:pt x="41" y="623"/>
                  </a:lnTo>
                  <a:lnTo>
                    <a:pt x="0" y="663"/>
                  </a:lnTo>
                  <a:lnTo>
                    <a:pt x="0" y="723"/>
                  </a:lnTo>
                  <a:lnTo>
                    <a:pt x="743" y="1466"/>
                  </a:lnTo>
                  <a:lnTo>
                    <a:pt x="1587" y="623"/>
                  </a:lnTo>
                  <a:lnTo>
                    <a:pt x="1587" y="623"/>
                  </a:lnTo>
                  <a:lnTo>
                    <a:pt x="1386" y="643"/>
                  </a:lnTo>
                  <a:lnTo>
                    <a:pt x="1245" y="623"/>
                  </a:lnTo>
                  <a:lnTo>
                    <a:pt x="1125" y="563"/>
                  </a:lnTo>
                  <a:lnTo>
                    <a:pt x="1024" y="482"/>
                  </a:lnTo>
                  <a:lnTo>
                    <a:pt x="944" y="362"/>
                  </a:lnTo>
                  <a:lnTo>
                    <a:pt x="884" y="26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9" name="Google Shape;2819;p35"/>
            <p:cNvSpPr/>
            <p:nvPr/>
          </p:nvSpPr>
          <p:spPr>
            <a:xfrm>
              <a:off x="5996150" y="3046725"/>
              <a:ext cx="34150" cy="31650"/>
            </a:xfrm>
            <a:custGeom>
              <a:rect b="b" l="l" r="r" t="t"/>
              <a:pathLst>
                <a:path extrusionOk="0" h="1266" w="1366">
                  <a:moveTo>
                    <a:pt x="703" y="1"/>
                  </a:moveTo>
                  <a:lnTo>
                    <a:pt x="0" y="603"/>
                  </a:lnTo>
                  <a:lnTo>
                    <a:pt x="723" y="1266"/>
                  </a:lnTo>
                  <a:lnTo>
                    <a:pt x="1365" y="60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0" name="Google Shape;2820;p35"/>
            <p:cNvSpPr/>
            <p:nvPr/>
          </p:nvSpPr>
          <p:spPr>
            <a:xfrm>
              <a:off x="5456500" y="2636625"/>
              <a:ext cx="35175" cy="35650"/>
            </a:xfrm>
            <a:custGeom>
              <a:rect b="b" l="l" r="r" t="t"/>
              <a:pathLst>
                <a:path extrusionOk="0" h="1426" w="1407">
                  <a:moveTo>
                    <a:pt x="683" y="0"/>
                  </a:moveTo>
                  <a:lnTo>
                    <a:pt x="1" y="622"/>
                  </a:lnTo>
                  <a:lnTo>
                    <a:pt x="804" y="1426"/>
                  </a:lnTo>
                  <a:lnTo>
                    <a:pt x="804" y="1265"/>
                  </a:lnTo>
                  <a:lnTo>
                    <a:pt x="824" y="1145"/>
                  </a:lnTo>
                  <a:lnTo>
                    <a:pt x="864" y="1024"/>
                  </a:lnTo>
                  <a:lnTo>
                    <a:pt x="904" y="944"/>
                  </a:lnTo>
                  <a:lnTo>
                    <a:pt x="985" y="884"/>
                  </a:lnTo>
                  <a:lnTo>
                    <a:pt x="1065" y="823"/>
                  </a:lnTo>
                  <a:lnTo>
                    <a:pt x="1165" y="783"/>
                  </a:lnTo>
                  <a:lnTo>
                    <a:pt x="1286" y="763"/>
                  </a:lnTo>
                  <a:lnTo>
                    <a:pt x="1326" y="743"/>
                  </a:lnTo>
                  <a:lnTo>
                    <a:pt x="1366" y="703"/>
                  </a:lnTo>
                  <a:lnTo>
                    <a:pt x="1386" y="683"/>
                  </a:lnTo>
                  <a:lnTo>
                    <a:pt x="1406" y="643"/>
                  </a:lnTo>
                  <a:lnTo>
                    <a:pt x="1386" y="602"/>
                  </a:lnTo>
                  <a:lnTo>
                    <a:pt x="1366" y="562"/>
                  </a:lnTo>
                  <a:lnTo>
                    <a:pt x="1306" y="502"/>
                  </a:lnTo>
                  <a:lnTo>
                    <a:pt x="1145" y="442"/>
                  </a:lnTo>
                  <a:lnTo>
                    <a:pt x="985" y="361"/>
                  </a:lnTo>
                  <a:lnTo>
                    <a:pt x="924" y="321"/>
                  </a:lnTo>
                  <a:lnTo>
                    <a:pt x="864" y="261"/>
                  </a:lnTo>
                  <a:lnTo>
                    <a:pt x="824" y="181"/>
                  </a:lnTo>
                  <a:lnTo>
                    <a:pt x="804" y="80"/>
                  </a:lnTo>
                  <a:lnTo>
                    <a:pt x="784" y="40"/>
                  </a:lnTo>
                  <a:lnTo>
                    <a:pt x="744" y="20"/>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1" name="Google Shape;2821;p35"/>
            <p:cNvSpPr/>
            <p:nvPr/>
          </p:nvSpPr>
          <p:spPr>
            <a:xfrm>
              <a:off x="5347075" y="3146125"/>
              <a:ext cx="40675" cy="37675"/>
            </a:xfrm>
            <a:custGeom>
              <a:rect b="b" l="l" r="r" t="t"/>
              <a:pathLst>
                <a:path extrusionOk="0" h="1507" w="1627">
                  <a:moveTo>
                    <a:pt x="743" y="1"/>
                  </a:moveTo>
                  <a:lnTo>
                    <a:pt x="703" y="161"/>
                  </a:lnTo>
                  <a:lnTo>
                    <a:pt x="643" y="282"/>
                  </a:lnTo>
                  <a:lnTo>
                    <a:pt x="542" y="382"/>
                  </a:lnTo>
                  <a:lnTo>
                    <a:pt x="422" y="463"/>
                  </a:lnTo>
                  <a:lnTo>
                    <a:pt x="201" y="563"/>
                  </a:lnTo>
                  <a:lnTo>
                    <a:pt x="81" y="623"/>
                  </a:lnTo>
                  <a:lnTo>
                    <a:pt x="0" y="704"/>
                  </a:lnTo>
                  <a:lnTo>
                    <a:pt x="763" y="1507"/>
                  </a:lnTo>
                  <a:lnTo>
                    <a:pt x="884" y="1266"/>
                  </a:lnTo>
                  <a:lnTo>
                    <a:pt x="964" y="1145"/>
                  </a:lnTo>
                  <a:lnTo>
                    <a:pt x="1044" y="1045"/>
                  </a:lnTo>
                  <a:lnTo>
                    <a:pt x="1145" y="965"/>
                  </a:lnTo>
                  <a:lnTo>
                    <a:pt x="1285" y="904"/>
                  </a:lnTo>
                  <a:lnTo>
                    <a:pt x="1627" y="744"/>
                  </a:lnTo>
                  <a:lnTo>
                    <a:pt x="1265" y="583"/>
                  </a:lnTo>
                  <a:lnTo>
                    <a:pt x="1125" y="523"/>
                  </a:lnTo>
                  <a:lnTo>
                    <a:pt x="1024" y="442"/>
                  </a:lnTo>
                  <a:lnTo>
                    <a:pt x="944" y="342"/>
                  </a:lnTo>
                  <a:lnTo>
                    <a:pt x="864" y="242"/>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2" name="Google Shape;2822;p35"/>
            <p:cNvSpPr/>
            <p:nvPr/>
          </p:nvSpPr>
          <p:spPr>
            <a:xfrm>
              <a:off x="5346575" y="3042225"/>
              <a:ext cx="40675" cy="38675"/>
            </a:xfrm>
            <a:custGeom>
              <a:rect b="b" l="l" r="r" t="t"/>
              <a:pathLst>
                <a:path extrusionOk="0" h="1547" w="1627">
                  <a:moveTo>
                    <a:pt x="723" y="0"/>
                  </a:moveTo>
                  <a:lnTo>
                    <a:pt x="603" y="281"/>
                  </a:lnTo>
                  <a:lnTo>
                    <a:pt x="542" y="382"/>
                  </a:lnTo>
                  <a:lnTo>
                    <a:pt x="482" y="462"/>
                  </a:lnTo>
                  <a:lnTo>
                    <a:pt x="362" y="562"/>
                  </a:lnTo>
                  <a:lnTo>
                    <a:pt x="241" y="623"/>
                  </a:lnTo>
                  <a:lnTo>
                    <a:pt x="0" y="763"/>
                  </a:lnTo>
                  <a:lnTo>
                    <a:pt x="783" y="1546"/>
                  </a:lnTo>
                  <a:lnTo>
                    <a:pt x="904" y="1305"/>
                  </a:lnTo>
                  <a:lnTo>
                    <a:pt x="964" y="1185"/>
                  </a:lnTo>
                  <a:lnTo>
                    <a:pt x="1064" y="1085"/>
                  </a:lnTo>
                  <a:lnTo>
                    <a:pt x="1165" y="1024"/>
                  </a:lnTo>
                  <a:lnTo>
                    <a:pt x="1285" y="944"/>
                  </a:lnTo>
                  <a:lnTo>
                    <a:pt x="1627" y="803"/>
                  </a:lnTo>
                  <a:lnTo>
                    <a:pt x="1285" y="643"/>
                  </a:lnTo>
                  <a:lnTo>
                    <a:pt x="1145" y="583"/>
                  </a:lnTo>
                  <a:lnTo>
                    <a:pt x="1044" y="502"/>
                  </a:lnTo>
                  <a:lnTo>
                    <a:pt x="944" y="402"/>
                  </a:lnTo>
                  <a:lnTo>
                    <a:pt x="884" y="28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3" name="Google Shape;2823;p35"/>
            <p:cNvSpPr/>
            <p:nvPr/>
          </p:nvSpPr>
          <p:spPr>
            <a:xfrm>
              <a:off x="5989100" y="3351950"/>
              <a:ext cx="41700" cy="36175"/>
            </a:xfrm>
            <a:custGeom>
              <a:rect b="b" l="l" r="r" t="t"/>
              <a:pathLst>
                <a:path extrusionOk="0" h="1447" w="1668">
                  <a:moveTo>
                    <a:pt x="945" y="0"/>
                  </a:moveTo>
                  <a:lnTo>
                    <a:pt x="905" y="121"/>
                  </a:lnTo>
                  <a:lnTo>
                    <a:pt x="824" y="221"/>
                  </a:lnTo>
                  <a:lnTo>
                    <a:pt x="744" y="322"/>
                  </a:lnTo>
                  <a:lnTo>
                    <a:pt x="644" y="422"/>
                  </a:lnTo>
                  <a:lnTo>
                    <a:pt x="523" y="502"/>
                  </a:lnTo>
                  <a:lnTo>
                    <a:pt x="382" y="583"/>
                  </a:lnTo>
                  <a:lnTo>
                    <a:pt x="1" y="743"/>
                  </a:lnTo>
                  <a:lnTo>
                    <a:pt x="222" y="783"/>
                  </a:lnTo>
                  <a:lnTo>
                    <a:pt x="382" y="844"/>
                  </a:lnTo>
                  <a:lnTo>
                    <a:pt x="543" y="924"/>
                  </a:lnTo>
                  <a:lnTo>
                    <a:pt x="664" y="1004"/>
                  </a:lnTo>
                  <a:lnTo>
                    <a:pt x="744" y="1105"/>
                  </a:lnTo>
                  <a:lnTo>
                    <a:pt x="824" y="1205"/>
                  </a:lnTo>
                  <a:lnTo>
                    <a:pt x="884" y="1326"/>
                  </a:lnTo>
                  <a:lnTo>
                    <a:pt x="945" y="1446"/>
                  </a:lnTo>
                  <a:lnTo>
                    <a:pt x="1668" y="683"/>
                  </a:lnTo>
                  <a:lnTo>
                    <a:pt x="94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4" name="Google Shape;2824;p35"/>
            <p:cNvSpPr/>
            <p:nvPr/>
          </p:nvSpPr>
          <p:spPr>
            <a:xfrm>
              <a:off x="5456500" y="2738525"/>
              <a:ext cx="34675" cy="32650"/>
            </a:xfrm>
            <a:custGeom>
              <a:rect b="b" l="l" r="r" t="t"/>
              <a:pathLst>
                <a:path extrusionOk="0" h="1306" w="1387">
                  <a:moveTo>
                    <a:pt x="663" y="0"/>
                  </a:moveTo>
                  <a:lnTo>
                    <a:pt x="583" y="60"/>
                  </a:lnTo>
                  <a:lnTo>
                    <a:pt x="523" y="141"/>
                  </a:lnTo>
                  <a:lnTo>
                    <a:pt x="422" y="301"/>
                  </a:lnTo>
                  <a:lnTo>
                    <a:pt x="342" y="382"/>
                  </a:lnTo>
                  <a:lnTo>
                    <a:pt x="262" y="462"/>
                  </a:lnTo>
                  <a:lnTo>
                    <a:pt x="161" y="522"/>
                  </a:lnTo>
                  <a:lnTo>
                    <a:pt x="41" y="542"/>
                  </a:lnTo>
                  <a:lnTo>
                    <a:pt x="21" y="562"/>
                  </a:lnTo>
                  <a:lnTo>
                    <a:pt x="21" y="603"/>
                  </a:lnTo>
                  <a:lnTo>
                    <a:pt x="1" y="643"/>
                  </a:lnTo>
                  <a:lnTo>
                    <a:pt x="663" y="1305"/>
                  </a:lnTo>
                  <a:lnTo>
                    <a:pt x="138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5" name="Google Shape;2825;p35"/>
            <p:cNvSpPr/>
            <p:nvPr/>
          </p:nvSpPr>
          <p:spPr>
            <a:xfrm>
              <a:off x="5888200" y="2943825"/>
              <a:ext cx="34175" cy="31650"/>
            </a:xfrm>
            <a:custGeom>
              <a:rect b="b" l="l" r="r" t="t"/>
              <a:pathLst>
                <a:path extrusionOk="0" h="1266" w="1367">
                  <a:moveTo>
                    <a:pt x="704" y="1"/>
                  </a:moveTo>
                  <a:lnTo>
                    <a:pt x="1" y="623"/>
                  </a:lnTo>
                  <a:lnTo>
                    <a:pt x="704" y="1266"/>
                  </a:lnTo>
                  <a:lnTo>
                    <a:pt x="1366" y="64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6" name="Google Shape;2826;p35"/>
            <p:cNvSpPr/>
            <p:nvPr/>
          </p:nvSpPr>
          <p:spPr>
            <a:xfrm>
              <a:off x="5455500" y="2943325"/>
              <a:ext cx="36675" cy="35175"/>
            </a:xfrm>
            <a:custGeom>
              <a:rect b="b" l="l" r="r" t="t"/>
              <a:pathLst>
                <a:path extrusionOk="0" h="1407" w="1467">
                  <a:moveTo>
                    <a:pt x="703" y="1"/>
                  </a:moveTo>
                  <a:lnTo>
                    <a:pt x="0" y="663"/>
                  </a:lnTo>
                  <a:lnTo>
                    <a:pt x="804" y="1406"/>
                  </a:lnTo>
                  <a:lnTo>
                    <a:pt x="824" y="1246"/>
                  </a:lnTo>
                  <a:lnTo>
                    <a:pt x="864" y="1125"/>
                  </a:lnTo>
                  <a:lnTo>
                    <a:pt x="944" y="1025"/>
                  </a:lnTo>
                  <a:lnTo>
                    <a:pt x="1045" y="944"/>
                  </a:lnTo>
                  <a:lnTo>
                    <a:pt x="1145" y="884"/>
                  </a:lnTo>
                  <a:lnTo>
                    <a:pt x="1245" y="824"/>
                  </a:lnTo>
                  <a:lnTo>
                    <a:pt x="1466" y="683"/>
                  </a:lnTo>
                  <a:lnTo>
                    <a:pt x="7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7" name="Google Shape;2827;p35"/>
            <p:cNvSpPr/>
            <p:nvPr/>
          </p:nvSpPr>
          <p:spPr>
            <a:xfrm>
              <a:off x="5995650" y="3148650"/>
              <a:ext cx="35150" cy="33650"/>
            </a:xfrm>
            <a:custGeom>
              <a:rect b="b" l="l" r="r" t="t"/>
              <a:pathLst>
                <a:path extrusionOk="0" h="1346" w="1406">
                  <a:moveTo>
                    <a:pt x="723" y="0"/>
                  </a:moveTo>
                  <a:lnTo>
                    <a:pt x="0" y="663"/>
                  </a:lnTo>
                  <a:lnTo>
                    <a:pt x="20" y="723"/>
                  </a:lnTo>
                  <a:lnTo>
                    <a:pt x="40" y="763"/>
                  </a:lnTo>
                  <a:lnTo>
                    <a:pt x="100" y="783"/>
                  </a:lnTo>
                  <a:lnTo>
                    <a:pt x="161" y="803"/>
                  </a:lnTo>
                  <a:lnTo>
                    <a:pt x="301" y="843"/>
                  </a:lnTo>
                  <a:lnTo>
                    <a:pt x="361" y="864"/>
                  </a:lnTo>
                  <a:lnTo>
                    <a:pt x="422" y="904"/>
                  </a:lnTo>
                  <a:lnTo>
                    <a:pt x="562" y="1125"/>
                  </a:lnTo>
                  <a:lnTo>
                    <a:pt x="703" y="1345"/>
                  </a:lnTo>
                  <a:lnTo>
                    <a:pt x="1406" y="623"/>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8" name="Google Shape;2828;p35"/>
            <p:cNvSpPr/>
            <p:nvPr/>
          </p:nvSpPr>
          <p:spPr>
            <a:xfrm>
              <a:off x="5888725" y="2740025"/>
              <a:ext cx="33650" cy="29650"/>
            </a:xfrm>
            <a:custGeom>
              <a:rect b="b" l="l" r="r" t="t"/>
              <a:pathLst>
                <a:path extrusionOk="0" h="1186" w="1346">
                  <a:moveTo>
                    <a:pt x="663" y="0"/>
                  </a:moveTo>
                  <a:lnTo>
                    <a:pt x="0" y="583"/>
                  </a:lnTo>
                  <a:lnTo>
                    <a:pt x="663" y="1185"/>
                  </a:lnTo>
                  <a:lnTo>
                    <a:pt x="1345" y="60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9" name="Google Shape;2829;p35"/>
            <p:cNvSpPr/>
            <p:nvPr/>
          </p:nvSpPr>
          <p:spPr>
            <a:xfrm>
              <a:off x="5347075" y="3249050"/>
              <a:ext cx="37675" cy="37650"/>
            </a:xfrm>
            <a:custGeom>
              <a:rect b="b" l="l" r="r" t="t"/>
              <a:pathLst>
                <a:path extrusionOk="0" h="1506" w="1507">
                  <a:moveTo>
                    <a:pt x="723" y="0"/>
                  </a:moveTo>
                  <a:lnTo>
                    <a:pt x="0" y="743"/>
                  </a:lnTo>
                  <a:lnTo>
                    <a:pt x="804" y="1506"/>
                  </a:lnTo>
                  <a:lnTo>
                    <a:pt x="844" y="1365"/>
                  </a:lnTo>
                  <a:lnTo>
                    <a:pt x="884" y="1225"/>
                  </a:lnTo>
                  <a:lnTo>
                    <a:pt x="964" y="1124"/>
                  </a:lnTo>
                  <a:lnTo>
                    <a:pt x="1044" y="1044"/>
                  </a:lnTo>
                  <a:lnTo>
                    <a:pt x="1145" y="964"/>
                  </a:lnTo>
                  <a:lnTo>
                    <a:pt x="1245" y="904"/>
                  </a:lnTo>
                  <a:lnTo>
                    <a:pt x="1366" y="843"/>
                  </a:lnTo>
                  <a:lnTo>
                    <a:pt x="1506" y="823"/>
                  </a:lnTo>
                  <a:lnTo>
                    <a:pt x="1486" y="723"/>
                  </a:lnTo>
                  <a:lnTo>
                    <a:pt x="1466" y="663"/>
                  </a:lnTo>
                  <a:lnTo>
                    <a:pt x="1406" y="602"/>
                  </a:lnTo>
                  <a:lnTo>
                    <a:pt x="1346" y="582"/>
                  </a:lnTo>
                  <a:lnTo>
                    <a:pt x="1225" y="542"/>
                  </a:lnTo>
                  <a:lnTo>
                    <a:pt x="1165" y="502"/>
                  </a:lnTo>
                  <a:lnTo>
                    <a:pt x="1105" y="482"/>
                  </a:lnTo>
                  <a:lnTo>
                    <a:pt x="1004" y="361"/>
                  </a:lnTo>
                  <a:lnTo>
                    <a:pt x="904" y="241"/>
                  </a:lnTo>
                  <a:lnTo>
                    <a:pt x="7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0" name="Google Shape;2830;p35"/>
            <p:cNvSpPr/>
            <p:nvPr/>
          </p:nvSpPr>
          <p:spPr>
            <a:xfrm>
              <a:off x="5347075" y="2942325"/>
              <a:ext cx="38675" cy="36175"/>
            </a:xfrm>
            <a:custGeom>
              <a:rect b="b" l="l" r="r" t="t"/>
              <a:pathLst>
                <a:path extrusionOk="0" h="1447" w="1547">
                  <a:moveTo>
                    <a:pt x="763" y="0"/>
                  </a:moveTo>
                  <a:lnTo>
                    <a:pt x="0" y="703"/>
                  </a:lnTo>
                  <a:lnTo>
                    <a:pt x="804" y="1446"/>
                  </a:lnTo>
                  <a:lnTo>
                    <a:pt x="824" y="1306"/>
                  </a:lnTo>
                  <a:lnTo>
                    <a:pt x="884" y="1165"/>
                  </a:lnTo>
                  <a:lnTo>
                    <a:pt x="964" y="1065"/>
                  </a:lnTo>
                  <a:lnTo>
                    <a:pt x="1065" y="984"/>
                  </a:lnTo>
                  <a:lnTo>
                    <a:pt x="1165" y="904"/>
                  </a:lnTo>
                  <a:lnTo>
                    <a:pt x="1285" y="844"/>
                  </a:lnTo>
                  <a:lnTo>
                    <a:pt x="1546" y="683"/>
                  </a:lnTo>
                  <a:lnTo>
                    <a:pt x="1245" y="543"/>
                  </a:lnTo>
                  <a:lnTo>
                    <a:pt x="1125" y="482"/>
                  </a:lnTo>
                  <a:lnTo>
                    <a:pt x="1024" y="402"/>
                  </a:lnTo>
                  <a:lnTo>
                    <a:pt x="944" y="322"/>
                  </a:lnTo>
                  <a:lnTo>
                    <a:pt x="864" y="201"/>
                  </a:lnTo>
                  <a:lnTo>
                    <a:pt x="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1" name="Google Shape;2831;p35"/>
            <p:cNvSpPr/>
            <p:nvPr/>
          </p:nvSpPr>
          <p:spPr>
            <a:xfrm>
              <a:off x="5346075" y="3350950"/>
              <a:ext cx="41675" cy="39675"/>
            </a:xfrm>
            <a:custGeom>
              <a:rect b="b" l="l" r="r" t="t"/>
              <a:pathLst>
                <a:path extrusionOk="0" h="1587" w="1667">
                  <a:moveTo>
                    <a:pt x="803" y="0"/>
                  </a:moveTo>
                  <a:lnTo>
                    <a:pt x="0" y="783"/>
                  </a:lnTo>
                  <a:lnTo>
                    <a:pt x="20" y="823"/>
                  </a:lnTo>
                  <a:lnTo>
                    <a:pt x="40" y="864"/>
                  </a:lnTo>
                  <a:lnTo>
                    <a:pt x="161" y="904"/>
                  </a:lnTo>
                  <a:lnTo>
                    <a:pt x="281" y="944"/>
                  </a:lnTo>
                  <a:lnTo>
                    <a:pt x="342" y="964"/>
                  </a:lnTo>
                  <a:lnTo>
                    <a:pt x="402" y="1004"/>
                  </a:lnTo>
                  <a:lnTo>
                    <a:pt x="502" y="1145"/>
                  </a:lnTo>
                  <a:lnTo>
                    <a:pt x="603" y="1285"/>
                  </a:lnTo>
                  <a:lnTo>
                    <a:pt x="783" y="1586"/>
                  </a:lnTo>
                  <a:lnTo>
                    <a:pt x="944" y="1285"/>
                  </a:lnTo>
                  <a:lnTo>
                    <a:pt x="1024" y="1145"/>
                  </a:lnTo>
                  <a:lnTo>
                    <a:pt x="1105" y="1044"/>
                  </a:lnTo>
                  <a:lnTo>
                    <a:pt x="1205" y="964"/>
                  </a:lnTo>
                  <a:lnTo>
                    <a:pt x="1325" y="884"/>
                  </a:lnTo>
                  <a:lnTo>
                    <a:pt x="1667" y="743"/>
                  </a:lnTo>
                  <a:lnTo>
                    <a:pt x="1325" y="582"/>
                  </a:lnTo>
                  <a:lnTo>
                    <a:pt x="1185" y="522"/>
                  </a:lnTo>
                  <a:lnTo>
                    <a:pt x="1064" y="442"/>
                  </a:lnTo>
                  <a:lnTo>
                    <a:pt x="984" y="342"/>
                  </a:lnTo>
                  <a:lnTo>
                    <a:pt x="924" y="241"/>
                  </a:lnTo>
                  <a:lnTo>
                    <a:pt x="8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2" name="Google Shape;2832;p35"/>
            <p:cNvSpPr/>
            <p:nvPr/>
          </p:nvSpPr>
          <p:spPr>
            <a:xfrm>
              <a:off x="5235125" y="3348925"/>
              <a:ext cx="40700" cy="42700"/>
            </a:xfrm>
            <a:custGeom>
              <a:rect b="b" l="l" r="r" t="t"/>
              <a:pathLst>
                <a:path extrusionOk="0" h="1708" w="1628">
                  <a:moveTo>
                    <a:pt x="884" y="1"/>
                  </a:moveTo>
                  <a:lnTo>
                    <a:pt x="744" y="282"/>
                  </a:lnTo>
                  <a:lnTo>
                    <a:pt x="663" y="402"/>
                  </a:lnTo>
                  <a:lnTo>
                    <a:pt x="583" y="503"/>
                  </a:lnTo>
                  <a:lnTo>
                    <a:pt x="462" y="603"/>
                  </a:lnTo>
                  <a:lnTo>
                    <a:pt x="342" y="663"/>
                  </a:lnTo>
                  <a:lnTo>
                    <a:pt x="1" y="824"/>
                  </a:lnTo>
                  <a:lnTo>
                    <a:pt x="322" y="985"/>
                  </a:lnTo>
                  <a:lnTo>
                    <a:pt x="462" y="1065"/>
                  </a:lnTo>
                  <a:lnTo>
                    <a:pt x="563" y="1145"/>
                  </a:lnTo>
                  <a:lnTo>
                    <a:pt x="643" y="1246"/>
                  </a:lnTo>
                  <a:lnTo>
                    <a:pt x="723" y="1386"/>
                  </a:lnTo>
                  <a:lnTo>
                    <a:pt x="884" y="1708"/>
                  </a:lnTo>
                  <a:lnTo>
                    <a:pt x="1045" y="1406"/>
                  </a:lnTo>
                  <a:lnTo>
                    <a:pt x="1185" y="1165"/>
                  </a:lnTo>
                  <a:lnTo>
                    <a:pt x="1225" y="1105"/>
                  </a:lnTo>
                  <a:lnTo>
                    <a:pt x="1306" y="1065"/>
                  </a:lnTo>
                  <a:lnTo>
                    <a:pt x="1466" y="1005"/>
                  </a:lnTo>
                  <a:lnTo>
                    <a:pt x="1547" y="965"/>
                  </a:lnTo>
                  <a:lnTo>
                    <a:pt x="1607" y="904"/>
                  </a:lnTo>
                  <a:lnTo>
                    <a:pt x="1627" y="804"/>
                  </a:lnTo>
                  <a:lnTo>
                    <a:pt x="1627" y="663"/>
                  </a:lnTo>
                  <a:lnTo>
                    <a:pt x="1466" y="684"/>
                  </a:lnTo>
                  <a:lnTo>
                    <a:pt x="1346" y="663"/>
                  </a:lnTo>
                  <a:lnTo>
                    <a:pt x="1246" y="603"/>
                  </a:lnTo>
                  <a:lnTo>
                    <a:pt x="1165" y="503"/>
                  </a:lnTo>
                  <a:lnTo>
                    <a:pt x="1085" y="402"/>
                  </a:lnTo>
                  <a:lnTo>
                    <a:pt x="1025" y="262"/>
                  </a:lnTo>
                  <a:lnTo>
                    <a:pt x="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3" name="Google Shape;2833;p35"/>
            <p:cNvSpPr/>
            <p:nvPr/>
          </p:nvSpPr>
          <p:spPr>
            <a:xfrm>
              <a:off x="5888200" y="2842425"/>
              <a:ext cx="34175" cy="30650"/>
            </a:xfrm>
            <a:custGeom>
              <a:rect b="b" l="l" r="r" t="t"/>
              <a:pathLst>
                <a:path extrusionOk="0" h="1226" w="1367">
                  <a:moveTo>
                    <a:pt x="704" y="1"/>
                  </a:moveTo>
                  <a:lnTo>
                    <a:pt x="1" y="583"/>
                  </a:lnTo>
                  <a:lnTo>
                    <a:pt x="704" y="1225"/>
                  </a:lnTo>
                  <a:lnTo>
                    <a:pt x="1366" y="583"/>
                  </a:lnTo>
                  <a:lnTo>
                    <a:pt x="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4" name="Google Shape;2834;p35"/>
            <p:cNvSpPr/>
            <p:nvPr/>
          </p:nvSpPr>
          <p:spPr>
            <a:xfrm>
              <a:off x="5456000" y="2840425"/>
              <a:ext cx="35175" cy="36175"/>
            </a:xfrm>
            <a:custGeom>
              <a:rect b="b" l="l" r="r" t="t"/>
              <a:pathLst>
                <a:path extrusionOk="0" h="1447" w="1407">
                  <a:moveTo>
                    <a:pt x="683" y="0"/>
                  </a:moveTo>
                  <a:lnTo>
                    <a:pt x="603" y="81"/>
                  </a:lnTo>
                  <a:lnTo>
                    <a:pt x="543" y="161"/>
                  </a:lnTo>
                  <a:lnTo>
                    <a:pt x="422" y="342"/>
                  </a:lnTo>
                  <a:lnTo>
                    <a:pt x="362" y="422"/>
                  </a:lnTo>
                  <a:lnTo>
                    <a:pt x="262" y="482"/>
                  </a:lnTo>
                  <a:lnTo>
                    <a:pt x="161" y="542"/>
                  </a:lnTo>
                  <a:lnTo>
                    <a:pt x="41" y="563"/>
                  </a:lnTo>
                  <a:lnTo>
                    <a:pt x="21" y="583"/>
                  </a:lnTo>
                  <a:lnTo>
                    <a:pt x="21" y="643"/>
                  </a:lnTo>
                  <a:lnTo>
                    <a:pt x="1" y="763"/>
                  </a:lnTo>
                  <a:lnTo>
                    <a:pt x="221" y="864"/>
                  </a:lnTo>
                  <a:lnTo>
                    <a:pt x="322" y="904"/>
                  </a:lnTo>
                  <a:lnTo>
                    <a:pt x="422" y="964"/>
                  </a:lnTo>
                  <a:lnTo>
                    <a:pt x="503" y="1085"/>
                  </a:lnTo>
                  <a:lnTo>
                    <a:pt x="563" y="1185"/>
                  </a:lnTo>
                  <a:lnTo>
                    <a:pt x="703" y="1446"/>
                  </a:lnTo>
                  <a:lnTo>
                    <a:pt x="1406" y="683"/>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5" name="Google Shape;2835;p35"/>
            <p:cNvSpPr/>
            <p:nvPr/>
          </p:nvSpPr>
          <p:spPr>
            <a:xfrm>
              <a:off x="5995125" y="3250550"/>
              <a:ext cx="36175" cy="33650"/>
            </a:xfrm>
            <a:custGeom>
              <a:rect b="b" l="l" r="r" t="t"/>
              <a:pathLst>
                <a:path extrusionOk="0" h="1346" w="1447">
                  <a:moveTo>
                    <a:pt x="643" y="0"/>
                  </a:moveTo>
                  <a:lnTo>
                    <a:pt x="623" y="141"/>
                  </a:lnTo>
                  <a:lnTo>
                    <a:pt x="583" y="241"/>
                  </a:lnTo>
                  <a:lnTo>
                    <a:pt x="503" y="322"/>
                  </a:lnTo>
                  <a:lnTo>
                    <a:pt x="423" y="402"/>
                  </a:lnTo>
                  <a:lnTo>
                    <a:pt x="222" y="502"/>
                  </a:lnTo>
                  <a:lnTo>
                    <a:pt x="1" y="623"/>
                  </a:lnTo>
                  <a:lnTo>
                    <a:pt x="744" y="1346"/>
                  </a:lnTo>
                  <a:lnTo>
                    <a:pt x="1447" y="663"/>
                  </a:lnTo>
                  <a:lnTo>
                    <a:pt x="1366" y="583"/>
                  </a:lnTo>
                  <a:lnTo>
                    <a:pt x="1286" y="522"/>
                  </a:lnTo>
                  <a:lnTo>
                    <a:pt x="1085" y="402"/>
                  </a:lnTo>
                  <a:lnTo>
                    <a:pt x="1005" y="342"/>
                  </a:lnTo>
                  <a:lnTo>
                    <a:pt x="925" y="261"/>
                  </a:lnTo>
                  <a:lnTo>
                    <a:pt x="864" y="161"/>
                  </a:lnTo>
                  <a:lnTo>
                    <a:pt x="844" y="40"/>
                  </a:lnTo>
                  <a:lnTo>
                    <a:pt x="804" y="20"/>
                  </a:lnTo>
                  <a:lnTo>
                    <a:pt x="764" y="20"/>
                  </a:lnTo>
                  <a:lnTo>
                    <a:pt x="6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6" name="Google Shape;2836;p35"/>
            <p:cNvSpPr/>
            <p:nvPr/>
          </p:nvSpPr>
          <p:spPr>
            <a:xfrm>
              <a:off x="5348075" y="2834900"/>
              <a:ext cx="37675" cy="39675"/>
            </a:xfrm>
            <a:custGeom>
              <a:rect b="b" l="l" r="r" t="t"/>
              <a:pathLst>
                <a:path extrusionOk="0" h="1587" w="1507">
                  <a:moveTo>
                    <a:pt x="683" y="0"/>
                  </a:moveTo>
                  <a:lnTo>
                    <a:pt x="563" y="302"/>
                  </a:lnTo>
                  <a:lnTo>
                    <a:pt x="502" y="422"/>
                  </a:lnTo>
                  <a:lnTo>
                    <a:pt x="422" y="522"/>
                  </a:lnTo>
                  <a:lnTo>
                    <a:pt x="342" y="623"/>
                  </a:lnTo>
                  <a:lnTo>
                    <a:pt x="262" y="683"/>
                  </a:lnTo>
                  <a:lnTo>
                    <a:pt x="161" y="743"/>
                  </a:lnTo>
                  <a:lnTo>
                    <a:pt x="41" y="784"/>
                  </a:lnTo>
                  <a:lnTo>
                    <a:pt x="21" y="804"/>
                  </a:lnTo>
                  <a:lnTo>
                    <a:pt x="0" y="844"/>
                  </a:lnTo>
                  <a:lnTo>
                    <a:pt x="0" y="904"/>
                  </a:lnTo>
                  <a:lnTo>
                    <a:pt x="764" y="1587"/>
                  </a:lnTo>
                  <a:lnTo>
                    <a:pt x="824" y="1406"/>
                  </a:lnTo>
                  <a:lnTo>
                    <a:pt x="864" y="1306"/>
                  </a:lnTo>
                  <a:lnTo>
                    <a:pt x="904" y="1245"/>
                  </a:lnTo>
                  <a:lnTo>
                    <a:pt x="1045" y="1165"/>
                  </a:lnTo>
                  <a:lnTo>
                    <a:pt x="1185" y="1065"/>
                  </a:lnTo>
                  <a:lnTo>
                    <a:pt x="1506" y="884"/>
                  </a:lnTo>
                  <a:lnTo>
                    <a:pt x="1225" y="743"/>
                  </a:lnTo>
                  <a:lnTo>
                    <a:pt x="1105" y="663"/>
                  </a:lnTo>
                  <a:lnTo>
                    <a:pt x="1004" y="583"/>
                  </a:lnTo>
                  <a:lnTo>
                    <a:pt x="904" y="482"/>
                  </a:lnTo>
                  <a:lnTo>
                    <a:pt x="824" y="342"/>
                  </a:lnTo>
                  <a:lnTo>
                    <a:pt x="743" y="201"/>
                  </a:lnTo>
                  <a:lnTo>
                    <a:pt x="6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7" name="Google Shape;2837;p35"/>
            <p:cNvSpPr/>
            <p:nvPr/>
          </p:nvSpPr>
          <p:spPr>
            <a:xfrm>
              <a:off x="5237650" y="2942825"/>
              <a:ext cx="38175" cy="33650"/>
            </a:xfrm>
            <a:custGeom>
              <a:rect b="b" l="l" r="r" t="t"/>
              <a:pathLst>
                <a:path extrusionOk="0" h="1346" w="1527">
                  <a:moveTo>
                    <a:pt x="783" y="1"/>
                  </a:moveTo>
                  <a:lnTo>
                    <a:pt x="0" y="723"/>
                  </a:lnTo>
                  <a:lnTo>
                    <a:pt x="221" y="824"/>
                  </a:lnTo>
                  <a:lnTo>
                    <a:pt x="422" y="944"/>
                  </a:lnTo>
                  <a:lnTo>
                    <a:pt x="522" y="1025"/>
                  </a:lnTo>
                  <a:lnTo>
                    <a:pt x="582" y="1105"/>
                  </a:lnTo>
                  <a:lnTo>
                    <a:pt x="643" y="1205"/>
                  </a:lnTo>
                  <a:lnTo>
                    <a:pt x="703" y="1326"/>
                  </a:lnTo>
                  <a:lnTo>
                    <a:pt x="723" y="1346"/>
                  </a:lnTo>
                  <a:lnTo>
                    <a:pt x="783" y="1346"/>
                  </a:lnTo>
                  <a:lnTo>
                    <a:pt x="1526" y="663"/>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8" name="Google Shape;2838;p35"/>
            <p:cNvSpPr/>
            <p:nvPr/>
          </p:nvSpPr>
          <p:spPr>
            <a:xfrm>
              <a:off x="5239150" y="2840925"/>
              <a:ext cx="36150" cy="33150"/>
            </a:xfrm>
            <a:custGeom>
              <a:rect b="b" l="l" r="r" t="t"/>
              <a:pathLst>
                <a:path extrusionOk="0" h="1326" w="1446">
                  <a:moveTo>
                    <a:pt x="703" y="0"/>
                  </a:moveTo>
                  <a:lnTo>
                    <a:pt x="0" y="663"/>
                  </a:lnTo>
                  <a:lnTo>
                    <a:pt x="723" y="1326"/>
                  </a:lnTo>
                  <a:lnTo>
                    <a:pt x="1446" y="663"/>
                  </a:lnTo>
                  <a:lnTo>
                    <a:pt x="7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9" name="Google Shape;2839;p35"/>
            <p:cNvSpPr/>
            <p:nvPr/>
          </p:nvSpPr>
          <p:spPr>
            <a:xfrm>
              <a:off x="5238650" y="3248525"/>
              <a:ext cx="37675" cy="37675"/>
            </a:xfrm>
            <a:custGeom>
              <a:rect b="b" l="l" r="r" t="t"/>
              <a:pathLst>
                <a:path extrusionOk="0" h="1507" w="1507">
                  <a:moveTo>
                    <a:pt x="783" y="1"/>
                  </a:moveTo>
                  <a:lnTo>
                    <a:pt x="0" y="744"/>
                  </a:lnTo>
                  <a:lnTo>
                    <a:pt x="803" y="1507"/>
                  </a:lnTo>
                  <a:lnTo>
                    <a:pt x="944" y="1246"/>
                  </a:lnTo>
                  <a:lnTo>
                    <a:pt x="1024" y="1125"/>
                  </a:lnTo>
                  <a:lnTo>
                    <a:pt x="1105" y="1005"/>
                  </a:lnTo>
                  <a:lnTo>
                    <a:pt x="1145" y="965"/>
                  </a:lnTo>
                  <a:lnTo>
                    <a:pt x="1225" y="945"/>
                  </a:lnTo>
                  <a:lnTo>
                    <a:pt x="1345" y="905"/>
                  </a:lnTo>
                  <a:lnTo>
                    <a:pt x="1406" y="884"/>
                  </a:lnTo>
                  <a:lnTo>
                    <a:pt x="1466" y="844"/>
                  </a:lnTo>
                  <a:lnTo>
                    <a:pt x="1506" y="764"/>
                  </a:lnTo>
                  <a:lnTo>
                    <a:pt x="1506" y="684"/>
                  </a:lnTo>
                  <a:lnTo>
                    <a:pt x="1265" y="563"/>
                  </a:lnTo>
                  <a:lnTo>
                    <a:pt x="1165" y="503"/>
                  </a:lnTo>
                  <a:lnTo>
                    <a:pt x="1064" y="423"/>
                  </a:lnTo>
                  <a:lnTo>
                    <a:pt x="964" y="342"/>
                  </a:lnTo>
                  <a:lnTo>
                    <a:pt x="904" y="242"/>
                  </a:lnTo>
                  <a:lnTo>
                    <a:pt x="823" y="121"/>
                  </a:lnTo>
                  <a:lnTo>
                    <a:pt x="7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0" name="Google Shape;2840;p35"/>
            <p:cNvSpPr/>
            <p:nvPr/>
          </p:nvSpPr>
          <p:spPr>
            <a:xfrm>
              <a:off x="5996150" y="2945325"/>
              <a:ext cx="34650" cy="29150"/>
            </a:xfrm>
            <a:custGeom>
              <a:rect b="b" l="l" r="r" t="t"/>
              <a:pathLst>
                <a:path extrusionOk="0" h="1166" w="1386">
                  <a:moveTo>
                    <a:pt x="683" y="1"/>
                  </a:moveTo>
                  <a:lnTo>
                    <a:pt x="0" y="563"/>
                  </a:lnTo>
                  <a:lnTo>
                    <a:pt x="723" y="1166"/>
                  </a:lnTo>
                  <a:lnTo>
                    <a:pt x="1386" y="543"/>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1" name="Google Shape;2841;p35"/>
            <p:cNvSpPr/>
            <p:nvPr/>
          </p:nvSpPr>
          <p:spPr>
            <a:xfrm>
              <a:off x="5237650" y="3044725"/>
              <a:ext cx="38175" cy="34675"/>
            </a:xfrm>
            <a:custGeom>
              <a:rect b="b" l="l" r="r" t="t"/>
              <a:pathLst>
                <a:path extrusionOk="0" h="1387" w="1527">
                  <a:moveTo>
                    <a:pt x="743" y="1"/>
                  </a:moveTo>
                  <a:lnTo>
                    <a:pt x="622" y="201"/>
                  </a:lnTo>
                  <a:lnTo>
                    <a:pt x="562" y="302"/>
                  </a:lnTo>
                  <a:lnTo>
                    <a:pt x="462" y="422"/>
                  </a:lnTo>
                  <a:lnTo>
                    <a:pt x="361" y="503"/>
                  </a:lnTo>
                  <a:lnTo>
                    <a:pt x="241" y="563"/>
                  </a:lnTo>
                  <a:lnTo>
                    <a:pt x="0" y="683"/>
                  </a:lnTo>
                  <a:lnTo>
                    <a:pt x="763" y="1386"/>
                  </a:lnTo>
                  <a:lnTo>
                    <a:pt x="1526" y="703"/>
                  </a:lnTo>
                  <a:lnTo>
                    <a:pt x="7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2" name="Google Shape;2842;p35"/>
            <p:cNvSpPr/>
            <p:nvPr/>
          </p:nvSpPr>
          <p:spPr>
            <a:xfrm>
              <a:off x="5347075" y="2739525"/>
              <a:ext cx="37175" cy="32150"/>
            </a:xfrm>
            <a:custGeom>
              <a:rect b="b" l="l" r="r" t="t"/>
              <a:pathLst>
                <a:path extrusionOk="0" h="1286" w="1487">
                  <a:moveTo>
                    <a:pt x="743" y="0"/>
                  </a:moveTo>
                  <a:lnTo>
                    <a:pt x="0" y="623"/>
                  </a:lnTo>
                  <a:lnTo>
                    <a:pt x="783" y="1285"/>
                  </a:lnTo>
                  <a:lnTo>
                    <a:pt x="884" y="1085"/>
                  </a:lnTo>
                  <a:lnTo>
                    <a:pt x="944" y="984"/>
                  </a:lnTo>
                  <a:lnTo>
                    <a:pt x="1004" y="884"/>
                  </a:lnTo>
                  <a:lnTo>
                    <a:pt x="1125" y="824"/>
                  </a:lnTo>
                  <a:lnTo>
                    <a:pt x="1245" y="763"/>
                  </a:lnTo>
                  <a:lnTo>
                    <a:pt x="1486" y="643"/>
                  </a:lnTo>
                  <a:lnTo>
                    <a:pt x="7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3" name="Google Shape;2843;p35"/>
            <p:cNvSpPr/>
            <p:nvPr/>
          </p:nvSpPr>
          <p:spPr>
            <a:xfrm>
              <a:off x="5238650" y="3147125"/>
              <a:ext cx="37675" cy="36175"/>
            </a:xfrm>
            <a:custGeom>
              <a:rect b="b" l="l" r="r" t="t"/>
              <a:pathLst>
                <a:path extrusionOk="0" h="1447" w="1507">
                  <a:moveTo>
                    <a:pt x="763" y="1"/>
                  </a:moveTo>
                  <a:lnTo>
                    <a:pt x="0" y="704"/>
                  </a:lnTo>
                  <a:lnTo>
                    <a:pt x="803" y="1447"/>
                  </a:lnTo>
                  <a:lnTo>
                    <a:pt x="944" y="1186"/>
                  </a:lnTo>
                  <a:lnTo>
                    <a:pt x="1024" y="1065"/>
                  </a:lnTo>
                  <a:lnTo>
                    <a:pt x="1125" y="965"/>
                  </a:lnTo>
                  <a:lnTo>
                    <a:pt x="1165" y="925"/>
                  </a:lnTo>
                  <a:lnTo>
                    <a:pt x="1225" y="904"/>
                  </a:lnTo>
                  <a:lnTo>
                    <a:pt x="1366" y="864"/>
                  </a:lnTo>
                  <a:lnTo>
                    <a:pt x="1426" y="824"/>
                  </a:lnTo>
                  <a:lnTo>
                    <a:pt x="1466" y="784"/>
                  </a:lnTo>
                  <a:lnTo>
                    <a:pt x="1506" y="724"/>
                  </a:lnTo>
                  <a:lnTo>
                    <a:pt x="1506" y="623"/>
                  </a:lnTo>
                  <a:lnTo>
                    <a:pt x="1125" y="302"/>
                  </a:lnTo>
                  <a:lnTo>
                    <a:pt x="7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4" name="Google Shape;2844;p35"/>
            <p:cNvSpPr/>
            <p:nvPr/>
          </p:nvSpPr>
          <p:spPr>
            <a:xfrm>
              <a:off x="5345575" y="2637125"/>
              <a:ext cx="36650" cy="30625"/>
            </a:xfrm>
            <a:custGeom>
              <a:rect b="b" l="l" r="r" t="t"/>
              <a:pathLst>
                <a:path extrusionOk="0" h="1225" w="1466">
                  <a:moveTo>
                    <a:pt x="783" y="0"/>
                  </a:moveTo>
                  <a:lnTo>
                    <a:pt x="0" y="663"/>
                  </a:lnTo>
                  <a:lnTo>
                    <a:pt x="221" y="743"/>
                  </a:lnTo>
                  <a:lnTo>
                    <a:pt x="341" y="783"/>
                  </a:lnTo>
                  <a:lnTo>
                    <a:pt x="422" y="843"/>
                  </a:lnTo>
                  <a:lnTo>
                    <a:pt x="522" y="924"/>
                  </a:lnTo>
                  <a:lnTo>
                    <a:pt x="582" y="1004"/>
                  </a:lnTo>
                  <a:lnTo>
                    <a:pt x="643" y="1084"/>
                  </a:lnTo>
                  <a:lnTo>
                    <a:pt x="703" y="1205"/>
                  </a:lnTo>
                  <a:lnTo>
                    <a:pt x="723" y="1225"/>
                  </a:lnTo>
                  <a:lnTo>
                    <a:pt x="783" y="1225"/>
                  </a:lnTo>
                  <a:lnTo>
                    <a:pt x="1466" y="602"/>
                  </a:lnTo>
                  <a:lnTo>
                    <a:pt x="7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5" name="Google Shape;2845;p35"/>
            <p:cNvSpPr/>
            <p:nvPr/>
          </p:nvSpPr>
          <p:spPr>
            <a:xfrm>
              <a:off x="5995125" y="2843425"/>
              <a:ext cx="35675" cy="29150"/>
            </a:xfrm>
            <a:custGeom>
              <a:rect b="b" l="l" r="r" t="t"/>
              <a:pathLst>
                <a:path extrusionOk="0" h="1166" w="1427">
                  <a:moveTo>
                    <a:pt x="724" y="1"/>
                  </a:moveTo>
                  <a:lnTo>
                    <a:pt x="1" y="603"/>
                  </a:lnTo>
                  <a:lnTo>
                    <a:pt x="242" y="683"/>
                  </a:lnTo>
                  <a:lnTo>
                    <a:pt x="342" y="724"/>
                  </a:lnTo>
                  <a:lnTo>
                    <a:pt x="423" y="784"/>
                  </a:lnTo>
                  <a:lnTo>
                    <a:pt x="503" y="864"/>
                  </a:lnTo>
                  <a:lnTo>
                    <a:pt x="563" y="965"/>
                  </a:lnTo>
                  <a:lnTo>
                    <a:pt x="684" y="1165"/>
                  </a:lnTo>
                  <a:lnTo>
                    <a:pt x="1427" y="543"/>
                  </a:lnTo>
                  <a:lnTo>
                    <a:pt x="7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6" name="Google Shape;2846;p35"/>
            <p:cNvSpPr/>
            <p:nvPr/>
          </p:nvSpPr>
          <p:spPr>
            <a:xfrm>
              <a:off x="5996650" y="2741025"/>
              <a:ext cx="30125" cy="28125"/>
            </a:xfrm>
            <a:custGeom>
              <a:rect b="b" l="l" r="r" t="t"/>
              <a:pathLst>
                <a:path extrusionOk="0" h="1125" w="1205">
                  <a:moveTo>
                    <a:pt x="663" y="1"/>
                  </a:moveTo>
                  <a:lnTo>
                    <a:pt x="0" y="543"/>
                  </a:lnTo>
                  <a:lnTo>
                    <a:pt x="703" y="1125"/>
                  </a:lnTo>
                  <a:lnTo>
                    <a:pt x="1205" y="663"/>
                  </a:lnTo>
                  <a:lnTo>
                    <a:pt x="6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7" name="Google Shape;2847;p35"/>
            <p:cNvSpPr/>
            <p:nvPr/>
          </p:nvSpPr>
          <p:spPr>
            <a:xfrm>
              <a:off x="5240150" y="2738025"/>
              <a:ext cx="35150" cy="32650"/>
            </a:xfrm>
            <a:custGeom>
              <a:rect b="b" l="l" r="r" t="t"/>
              <a:pathLst>
                <a:path extrusionOk="0" h="1306" w="1406">
                  <a:moveTo>
                    <a:pt x="663" y="0"/>
                  </a:moveTo>
                  <a:lnTo>
                    <a:pt x="563" y="161"/>
                  </a:lnTo>
                  <a:lnTo>
                    <a:pt x="502" y="261"/>
                  </a:lnTo>
                  <a:lnTo>
                    <a:pt x="422" y="341"/>
                  </a:lnTo>
                  <a:lnTo>
                    <a:pt x="322" y="422"/>
                  </a:lnTo>
                  <a:lnTo>
                    <a:pt x="221" y="502"/>
                  </a:lnTo>
                  <a:lnTo>
                    <a:pt x="0" y="663"/>
                  </a:lnTo>
                  <a:lnTo>
                    <a:pt x="683" y="1305"/>
                  </a:lnTo>
                  <a:lnTo>
                    <a:pt x="1406" y="663"/>
                  </a:lnTo>
                  <a:lnTo>
                    <a:pt x="6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8" name="Google Shape;2848;p35"/>
            <p:cNvSpPr/>
            <p:nvPr/>
          </p:nvSpPr>
          <p:spPr>
            <a:xfrm>
              <a:off x="5240650" y="2636100"/>
              <a:ext cx="36175" cy="31650"/>
            </a:xfrm>
            <a:custGeom>
              <a:rect b="b" l="l" r="r" t="t"/>
              <a:pathLst>
                <a:path extrusionOk="0" h="1266" w="1447">
                  <a:moveTo>
                    <a:pt x="683" y="1"/>
                  </a:moveTo>
                  <a:lnTo>
                    <a:pt x="0" y="664"/>
                  </a:lnTo>
                  <a:lnTo>
                    <a:pt x="663" y="1266"/>
                  </a:lnTo>
                  <a:lnTo>
                    <a:pt x="1446" y="603"/>
                  </a:lnTo>
                  <a:lnTo>
                    <a:pt x="1165" y="503"/>
                  </a:lnTo>
                  <a:lnTo>
                    <a:pt x="1065" y="443"/>
                  </a:lnTo>
                  <a:lnTo>
                    <a:pt x="964" y="382"/>
                  </a:lnTo>
                  <a:lnTo>
                    <a:pt x="884" y="282"/>
                  </a:lnTo>
                  <a:lnTo>
                    <a:pt x="804" y="182"/>
                  </a:lnTo>
                  <a:lnTo>
                    <a:pt x="6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9" name="Google Shape;2849;p35"/>
            <p:cNvSpPr/>
            <p:nvPr/>
          </p:nvSpPr>
          <p:spPr>
            <a:xfrm>
              <a:off x="5997150" y="2638625"/>
              <a:ext cx="29125" cy="27125"/>
            </a:xfrm>
            <a:custGeom>
              <a:rect b="b" l="l" r="r" t="t"/>
              <a:pathLst>
                <a:path extrusionOk="0" h="1085" w="1165">
                  <a:moveTo>
                    <a:pt x="643" y="0"/>
                  </a:moveTo>
                  <a:lnTo>
                    <a:pt x="0" y="563"/>
                  </a:lnTo>
                  <a:lnTo>
                    <a:pt x="443" y="911"/>
                  </a:lnTo>
                  <a:lnTo>
                    <a:pt x="443" y="911"/>
                  </a:lnTo>
                  <a:lnTo>
                    <a:pt x="1165" y="462"/>
                  </a:lnTo>
                  <a:lnTo>
                    <a:pt x="643" y="0"/>
                  </a:lnTo>
                  <a:close/>
                  <a:moveTo>
                    <a:pt x="443" y="911"/>
                  </a:moveTo>
                  <a:lnTo>
                    <a:pt x="422" y="924"/>
                  </a:lnTo>
                  <a:lnTo>
                    <a:pt x="663" y="1085"/>
                  </a:lnTo>
                  <a:lnTo>
                    <a:pt x="443" y="91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50" name="Google Shape;2850;p35"/>
          <p:cNvSpPr/>
          <p:nvPr/>
        </p:nvSpPr>
        <p:spPr>
          <a:xfrm>
            <a:off x="691750" y="25734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1" name="Google Shape;2851;p35"/>
          <p:cNvSpPr/>
          <p:nvPr/>
        </p:nvSpPr>
        <p:spPr>
          <a:xfrm>
            <a:off x="691763" y="78907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2" name="Google Shape;2852;p35"/>
          <p:cNvSpPr/>
          <p:nvPr/>
        </p:nvSpPr>
        <p:spPr>
          <a:xfrm>
            <a:off x="8123913" y="3886022"/>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3" name="Google Shape;2853;p35"/>
          <p:cNvSpPr/>
          <p:nvPr/>
        </p:nvSpPr>
        <p:spPr>
          <a:xfrm>
            <a:off x="8123925" y="4417747"/>
            <a:ext cx="457237" cy="429412"/>
          </a:xfrm>
          <a:custGeom>
            <a:rect b="b" l="l" r="r" t="t"/>
            <a:pathLst>
              <a:path extrusionOk="0" h="92099" w="98067">
                <a:moveTo>
                  <a:pt x="49019" y="0"/>
                </a:moveTo>
                <a:lnTo>
                  <a:pt x="48824" y="1171"/>
                </a:lnTo>
                <a:lnTo>
                  <a:pt x="48629" y="2064"/>
                </a:lnTo>
                <a:lnTo>
                  <a:pt x="48378" y="3151"/>
                </a:lnTo>
                <a:lnTo>
                  <a:pt x="48071" y="4434"/>
                </a:lnTo>
                <a:lnTo>
                  <a:pt x="47709" y="5884"/>
                </a:lnTo>
                <a:lnTo>
                  <a:pt x="47263" y="7501"/>
                </a:lnTo>
                <a:lnTo>
                  <a:pt x="46733" y="9230"/>
                </a:lnTo>
                <a:lnTo>
                  <a:pt x="46119" y="11070"/>
                </a:lnTo>
                <a:lnTo>
                  <a:pt x="45422" y="13050"/>
                </a:lnTo>
                <a:lnTo>
                  <a:pt x="44641" y="15085"/>
                </a:lnTo>
                <a:lnTo>
                  <a:pt x="43777" y="17177"/>
                </a:lnTo>
                <a:lnTo>
                  <a:pt x="43303" y="18264"/>
                </a:lnTo>
                <a:lnTo>
                  <a:pt x="42801" y="19351"/>
                </a:lnTo>
                <a:lnTo>
                  <a:pt x="42271" y="20439"/>
                </a:lnTo>
                <a:lnTo>
                  <a:pt x="41742" y="21554"/>
                </a:lnTo>
                <a:lnTo>
                  <a:pt x="41156" y="22670"/>
                </a:lnTo>
                <a:lnTo>
                  <a:pt x="40543" y="23785"/>
                </a:lnTo>
                <a:lnTo>
                  <a:pt x="39929" y="24900"/>
                </a:lnTo>
                <a:lnTo>
                  <a:pt x="39260" y="25988"/>
                </a:lnTo>
                <a:lnTo>
                  <a:pt x="38563" y="27103"/>
                </a:lnTo>
                <a:lnTo>
                  <a:pt x="37838" y="28218"/>
                </a:lnTo>
                <a:lnTo>
                  <a:pt x="37113" y="29306"/>
                </a:lnTo>
                <a:lnTo>
                  <a:pt x="36332" y="30421"/>
                </a:lnTo>
                <a:lnTo>
                  <a:pt x="35524" y="31481"/>
                </a:lnTo>
                <a:lnTo>
                  <a:pt x="34687" y="32568"/>
                </a:lnTo>
                <a:lnTo>
                  <a:pt x="33795" y="33600"/>
                </a:lnTo>
                <a:lnTo>
                  <a:pt x="32903" y="34659"/>
                </a:lnTo>
                <a:lnTo>
                  <a:pt x="31954" y="35663"/>
                </a:lnTo>
                <a:lnTo>
                  <a:pt x="30979" y="36667"/>
                </a:lnTo>
                <a:lnTo>
                  <a:pt x="29975" y="37643"/>
                </a:lnTo>
                <a:lnTo>
                  <a:pt x="28943" y="38591"/>
                </a:lnTo>
                <a:lnTo>
                  <a:pt x="27856" y="39511"/>
                </a:lnTo>
                <a:lnTo>
                  <a:pt x="26740" y="40403"/>
                </a:lnTo>
                <a:lnTo>
                  <a:pt x="25597" y="41268"/>
                </a:lnTo>
                <a:lnTo>
                  <a:pt x="24426" y="42104"/>
                </a:lnTo>
                <a:lnTo>
                  <a:pt x="23199" y="42885"/>
                </a:lnTo>
                <a:lnTo>
                  <a:pt x="21944" y="43638"/>
                </a:lnTo>
                <a:lnTo>
                  <a:pt x="20634" y="44363"/>
                </a:lnTo>
                <a:lnTo>
                  <a:pt x="19295" y="45060"/>
                </a:lnTo>
                <a:lnTo>
                  <a:pt x="17929" y="45673"/>
                </a:lnTo>
                <a:lnTo>
                  <a:pt x="16507" y="46287"/>
                </a:lnTo>
                <a:lnTo>
                  <a:pt x="15057" y="46816"/>
                </a:lnTo>
                <a:lnTo>
                  <a:pt x="13551" y="47318"/>
                </a:lnTo>
                <a:lnTo>
                  <a:pt x="12018" y="47765"/>
                </a:lnTo>
                <a:lnTo>
                  <a:pt x="10428" y="48155"/>
                </a:lnTo>
                <a:lnTo>
                  <a:pt x="8811" y="48489"/>
                </a:lnTo>
                <a:lnTo>
                  <a:pt x="7138" y="48768"/>
                </a:lnTo>
                <a:lnTo>
                  <a:pt x="5409" y="48991"/>
                </a:lnTo>
                <a:lnTo>
                  <a:pt x="3653" y="49159"/>
                </a:lnTo>
                <a:lnTo>
                  <a:pt x="1868" y="49242"/>
                </a:lnTo>
                <a:lnTo>
                  <a:pt x="948" y="49270"/>
                </a:lnTo>
                <a:lnTo>
                  <a:pt x="0" y="49298"/>
                </a:lnTo>
                <a:lnTo>
                  <a:pt x="474" y="49438"/>
                </a:lnTo>
                <a:lnTo>
                  <a:pt x="1840" y="49856"/>
                </a:lnTo>
                <a:lnTo>
                  <a:pt x="3959" y="50581"/>
                </a:lnTo>
                <a:lnTo>
                  <a:pt x="5270" y="51055"/>
                </a:lnTo>
                <a:lnTo>
                  <a:pt x="6720" y="51585"/>
                </a:lnTo>
                <a:lnTo>
                  <a:pt x="8309" y="52226"/>
                </a:lnTo>
                <a:lnTo>
                  <a:pt x="10010" y="52951"/>
                </a:lnTo>
                <a:lnTo>
                  <a:pt x="11823" y="53732"/>
                </a:lnTo>
                <a:lnTo>
                  <a:pt x="13719" y="54624"/>
                </a:lnTo>
                <a:lnTo>
                  <a:pt x="15698" y="55600"/>
                </a:lnTo>
                <a:lnTo>
                  <a:pt x="17762" y="56631"/>
                </a:lnTo>
                <a:lnTo>
                  <a:pt x="19853" y="57775"/>
                </a:lnTo>
                <a:lnTo>
                  <a:pt x="21972" y="59001"/>
                </a:lnTo>
                <a:lnTo>
                  <a:pt x="23032" y="59671"/>
                </a:lnTo>
                <a:lnTo>
                  <a:pt x="24119" y="60340"/>
                </a:lnTo>
                <a:lnTo>
                  <a:pt x="25179" y="61037"/>
                </a:lnTo>
                <a:lnTo>
                  <a:pt x="26266" y="61762"/>
                </a:lnTo>
                <a:lnTo>
                  <a:pt x="27354" y="62487"/>
                </a:lnTo>
                <a:lnTo>
                  <a:pt x="28413" y="63268"/>
                </a:lnTo>
                <a:lnTo>
                  <a:pt x="29473" y="64048"/>
                </a:lnTo>
                <a:lnTo>
                  <a:pt x="30532" y="64857"/>
                </a:lnTo>
                <a:lnTo>
                  <a:pt x="31592" y="65693"/>
                </a:lnTo>
                <a:lnTo>
                  <a:pt x="32624" y="66558"/>
                </a:lnTo>
                <a:lnTo>
                  <a:pt x="33627" y="67450"/>
                </a:lnTo>
                <a:lnTo>
                  <a:pt x="34659" y="68370"/>
                </a:lnTo>
                <a:lnTo>
                  <a:pt x="35635" y="69290"/>
                </a:lnTo>
                <a:lnTo>
                  <a:pt x="36611" y="70266"/>
                </a:lnTo>
                <a:lnTo>
                  <a:pt x="37559" y="71242"/>
                </a:lnTo>
                <a:lnTo>
                  <a:pt x="38507" y="72274"/>
                </a:lnTo>
                <a:lnTo>
                  <a:pt x="39399" y="73306"/>
                </a:lnTo>
                <a:lnTo>
                  <a:pt x="40292" y="74365"/>
                </a:lnTo>
                <a:lnTo>
                  <a:pt x="41156" y="75453"/>
                </a:lnTo>
                <a:lnTo>
                  <a:pt x="41993" y="76568"/>
                </a:lnTo>
                <a:lnTo>
                  <a:pt x="42773" y="77711"/>
                </a:lnTo>
                <a:lnTo>
                  <a:pt x="43554" y="78882"/>
                </a:lnTo>
                <a:lnTo>
                  <a:pt x="44279" y="80081"/>
                </a:lnTo>
                <a:lnTo>
                  <a:pt x="44976" y="81308"/>
                </a:lnTo>
                <a:lnTo>
                  <a:pt x="45617" y="82563"/>
                </a:lnTo>
                <a:lnTo>
                  <a:pt x="46259" y="83846"/>
                </a:lnTo>
                <a:lnTo>
                  <a:pt x="46816" y="85156"/>
                </a:lnTo>
                <a:lnTo>
                  <a:pt x="47374" y="86494"/>
                </a:lnTo>
                <a:lnTo>
                  <a:pt x="47848" y="87833"/>
                </a:lnTo>
                <a:lnTo>
                  <a:pt x="48294" y="89227"/>
                </a:lnTo>
                <a:lnTo>
                  <a:pt x="48685" y="90649"/>
                </a:lnTo>
                <a:lnTo>
                  <a:pt x="49019" y="92099"/>
                </a:lnTo>
                <a:lnTo>
                  <a:pt x="49382" y="90649"/>
                </a:lnTo>
                <a:lnTo>
                  <a:pt x="49772" y="89227"/>
                </a:lnTo>
                <a:lnTo>
                  <a:pt x="50218" y="87833"/>
                </a:lnTo>
                <a:lnTo>
                  <a:pt x="50692" y="86494"/>
                </a:lnTo>
                <a:lnTo>
                  <a:pt x="51250" y="85156"/>
                </a:lnTo>
                <a:lnTo>
                  <a:pt x="51808" y="83846"/>
                </a:lnTo>
                <a:lnTo>
                  <a:pt x="52421" y="82563"/>
                </a:lnTo>
                <a:lnTo>
                  <a:pt x="53090" y="81308"/>
                </a:lnTo>
                <a:lnTo>
                  <a:pt x="53787" y="80081"/>
                </a:lnTo>
                <a:lnTo>
                  <a:pt x="54512" y="78882"/>
                </a:lnTo>
                <a:lnTo>
                  <a:pt x="55293" y="77711"/>
                </a:lnTo>
                <a:lnTo>
                  <a:pt x="56074" y="76568"/>
                </a:lnTo>
                <a:lnTo>
                  <a:pt x="56910" y="75453"/>
                </a:lnTo>
                <a:lnTo>
                  <a:pt x="57775" y="74365"/>
                </a:lnTo>
                <a:lnTo>
                  <a:pt x="58639" y="73306"/>
                </a:lnTo>
                <a:lnTo>
                  <a:pt x="59559" y="72274"/>
                </a:lnTo>
                <a:lnTo>
                  <a:pt x="60479" y="71242"/>
                </a:lnTo>
                <a:lnTo>
                  <a:pt x="61455" y="70266"/>
                </a:lnTo>
                <a:lnTo>
                  <a:pt x="62431" y="69290"/>
                </a:lnTo>
                <a:lnTo>
                  <a:pt x="63407" y="68370"/>
                </a:lnTo>
                <a:lnTo>
                  <a:pt x="64411" y="67450"/>
                </a:lnTo>
                <a:lnTo>
                  <a:pt x="65443" y="66558"/>
                </a:lnTo>
                <a:lnTo>
                  <a:pt x="66474" y="65693"/>
                </a:lnTo>
                <a:lnTo>
                  <a:pt x="67534" y="64857"/>
                </a:lnTo>
                <a:lnTo>
                  <a:pt x="68593" y="64048"/>
                </a:lnTo>
                <a:lnTo>
                  <a:pt x="69653" y="63268"/>
                </a:lnTo>
                <a:lnTo>
                  <a:pt x="70713" y="62487"/>
                </a:lnTo>
                <a:lnTo>
                  <a:pt x="71800" y="61762"/>
                </a:lnTo>
                <a:lnTo>
                  <a:pt x="72860" y="61037"/>
                </a:lnTo>
                <a:lnTo>
                  <a:pt x="73947" y="60340"/>
                </a:lnTo>
                <a:lnTo>
                  <a:pt x="75034" y="59671"/>
                </a:lnTo>
                <a:lnTo>
                  <a:pt x="76094" y="59001"/>
                </a:lnTo>
                <a:lnTo>
                  <a:pt x="78213" y="57775"/>
                </a:lnTo>
                <a:lnTo>
                  <a:pt x="80304" y="56631"/>
                </a:lnTo>
                <a:lnTo>
                  <a:pt x="82368" y="55600"/>
                </a:lnTo>
                <a:lnTo>
                  <a:pt x="84348" y="54624"/>
                </a:lnTo>
                <a:lnTo>
                  <a:pt x="86244" y="53732"/>
                </a:lnTo>
                <a:lnTo>
                  <a:pt x="88056" y="52951"/>
                </a:lnTo>
                <a:lnTo>
                  <a:pt x="89757" y="52226"/>
                </a:lnTo>
                <a:lnTo>
                  <a:pt x="91346" y="51585"/>
                </a:lnTo>
                <a:lnTo>
                  <a:pt x="92796" y="51055"/>
                </a:lnTo>
                <a:lnTo>
                  <a:pt x="94107" y="50581"/>
                </a:lnTo>
                <a:lnTo>
                  <a:pt x="96226" y="49856"/>
                </a:lnTo>
                <a:lnTo>
                  <a:pt x="97592" y="49438"/>
                </a:lnTo>
                <a:lnTo>
                  <a:pt x="98066" y="49298"/>
                </a:lnTo>
                <a:lnTo>
                  <a:pt x="97118" y="49270"/>
                </a:lnTo>
                <a:lnTo>
                  <a:pt x="96198" y="49242"/>
                </a:lnTo>
                <a:lnTo>
                  <a:pt x="94413" y="49159"/>
                </a:lnTo>
                <a:lnTo>
                  <a:pt x="92657" y="48991"/>
                </a:lnTo>
                <a:lnTo>
                  <a:pt x="90928" y="48768"/>
                </a:lnTo>
                <a:lnTo>
                  <a:pt x="89255" y="48489"/>
                </a:lnTo>
                <a:lnTo>
                  <a:pt x="87638" y="48155"/>
                </a:lnTo>
                <a:lnTo>
                  <a:pt x="86048" y="47765"/>
                </a:lnTo>
                <a:lnTo>
                  <a:pt x="84515" y="47318"/>
                </a:lnTo>
                <a:lnTo>
                  <a:pt x="83009" y="46816"/>
                </a:lnTo>
                <a:lnTo>
                  <a:pt x="81559" y="46287"/>
                </a:lnTo>
                <a:lnTo>
                  <a:pt x="80137" y="45673"/>
                </a:lnTo>
                <a:lnTo>
                  <a:pt x="78771" y="45060"/>
                </a:lnTo>
                <a:lnTo>
                  <a:pt x="77432" y="44363"/>
                </a:lnTo>
                <a:lnTo>
                  <a:pt x="76122" y="43638"/>
                </a:lnTo>
                <a:lnTo>
                  <a:pt x="74867" y="42885"/>
                </a:lnTo>
                <a:lnTo>
                  <a:pt x="73640" y="42104"/>
                </a:lnTo>
                <a:lnTo>
                  <a:pt x="72469" y="41268"/>
                </a:lnTo>
                <a:lnTo>
                  <a:pt x="71298" y="40403"/>
                </a:lnTo>
                <a:lnTo>
                  <a:pt x="70211" y="39511"/>
                </a:lnTo>
                <a:lnTo>
                  <a:pt x="69123" y="38591"/>
                </a:lnTo>
                <a:lnTo>
                  <a:pt x="68091" y="37643"/>
                </a:lnTo>
                <a:lnTo>
                  <a:pt x="67088" y="36667"/>
                </a:lnTo>
                <a:lnTo>
                  <a:pt x="66112" y="35663"/>
                </a:lnTo>
                <a:lnTo>
                  <a:pt x="65164" y="34659"/>
                </a:lnTo>
                <a:lnTo>
                  <a:pt x="64271" y="33600"/>
                </a:lnTo>
                <a:lnTo>
                  <a:pt x="63379" y="32568"/>
                </a:lnTo>
                <a:lnTo>
                  <a:pt x="62543" y="31481"/>
                </a:lnTo>
                <a:lnTo>
                  <a:pt x="61734" y="30421"/>
                </a:lnTo>
                <a:lnTo>
                  <a:pt x="60953" y="29306"/>
                </a:lnTo>
                <a:lnTo>
                  <a:pt x="60200" y="28218"/>
                </a:lnTo>
                <a:lnTo>
                  <a:pt x="59503" y="27103"/>
                </a:lnTo>
                <a:lnTo>
                  <a:pt x="58806" y="25988"/>
                </a:lnTo>
                <a:lnTo>
                  <a:pt x="58137" y="24900"/>
                </a:lnTo>
                <a:lnTo>
                  <a:pt x="57524" y="23785"/>
                </a:lnTo>
                <a:lnTo>
                  <a:pt x="56910" y="22670"/>
                </a:lnTo>
                <a:lnTo>
                  <a:pt x="56325" y="21554"/>
                </a:lnTo>
                <a:lnTo>
                  <a:pt x="55795" y="20439"/>
                </a:lnTo>
                <a:lnTo>
                  <a:pt x="55265" y="19351"/>
                </a:lnTo>
                <a:lnTo>
                  <a:pt x="54763" y="18264"/>
                </a:lnTo>
                <a:lnTo>
                  <a:pt x="54289" y="17177"/>
                </a:lnTo>
                <a:lnTo>
                  <a:pt x="53425" y="15085"/>
                </a:lnTo>
                <a:lnTo>
                  <a:pt x="52644" y="13050"/>
                </a:lnTo>
                <a:lnTo>
                  <a:pt x="51947" y="11070"/>
                </a:lnTo>
                <a:lnTo>
                  <a:pt x="51334" y="9230"/>
                </a:lnTo>
                <a:lnTo>
                  <a:pt x="50804" y="7501"/>
                </a:lnTo>
                <a:lnTo>
                  <a:pt x="50358" y="5884"/>
                </a:lnTo>
                <a:lnTo>
                  <a:pt x="49995" y="4434"/>
                </a:lnTo>
                <a:lnTo>
                  <a:pt x="49688" y="3151"/>
                </a:lnTo>
                <a:lnTo>
                  <a:pt x="49437" y="2064"/>
                </a:lnTo>
                <a:lnTo>
                  <a:pt x="49242" y="1171"/>
                </a:lnTo>
                <a:lnTo>
                  <a:pt x="4901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4" name="Google Shape;2854;p35"/>
          <p:cNvSpPr/>
          <p:nvPr/>
        </p:nvSpPr>
        <p:spPr>
          <a:xfrm>
            <a:off x="1012297" y="1920378"/>
            <a:ext cx="429300" cy="42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5" name="Google Shape;2855;p35"/>
          <p:cNvSpPr/>
          <p:nvPr/>
        </p:nvSpPr>
        <p:spPr>
          <a:xfrm flipH="1">
            <a:off x="-858733" y="1586481"/>
            <a:ext cx="2383952" cy="1642730"/>
          </a:xfrm>
          <a:custGeom>
            <a:rect b="b" l="l" r="r" t="t"/>
            <a:pathLst>
              <a:path extrusionOk="0" h="29383" w="42641">
                <a:moveTo>
                  <a:pt x="9364" y="81"/>
                </a:moveTo>
                <a:lnTo>
                  <a:pt x="10796" y="141"/>
                </a:lnTo>
                <a:lnTo>
                  <a:pt x="12209" y="222"/>
                </a:lnTo>
                <a:lnTo>
                  <a:pt x="13642" y="363"/>
                </a:lnTo>
                <a:lnTo>
                  <a:pt x="15054" y="505"/>
                </a:lnTo>
                <a:lnTo>
                  <a:pt x="16467" y="706"/>
                </a:lnTo>
                <a:lnTo>
                  <a:pt x="17880" y="928"/>
                </a:lnTo>
                <a:lnTo>
                  <a:pt x="19292" y="1191"/>
                </a:lnTo>
                <a:lnTo>
                  <a:pt x="20685" y="1494"/>
                </a:lnTo>
                <a:lnTo>
                  <a:pt x="22077" y="1816"/>
                </a:lnTo>
                <a:lnTo>
                  <a:pt x="23469" y="2180"/>
                </a:lnTo>
                <a:lnTo>
                  <a:pt x="24842" y="2563"/>
                </a:lnTo>
                <a:lnTo>
                  <a:pt x="26194" y="2987"/>
                </a:lnTo>
                <a:lnTo>
                  <a:pt x="27546" y="3451"/>
                </a:lnTo>
                <a:lnTo>
                  <a:pt x="28878" y="3935"/>
                </a:lnTo>
                <a:lnTo>
                  <a:pt x="30210" y="4460"/>
                </a:lnTo>
                <a:lnTo>
                  <a:pt x="31340" y="4944"/>
                </a:lnTo>
                <a:lnTo>
                  <a:pt x="32409" y="5429"/>
                </a:lnTo>
                <a:lnTo>
                  <a:pt x="33418" y="5933"/>
                </a:lnTo>
                <a:lnTo>
                  <a:pt x="34346" y="6438"/>
                </a:lnTo>
                <a:lnTo>
                  <a:pt x="35234" y="6962"/>
                </a:lnTo>
                <a:lnTo>
                  <a:pt x="36062" y="7487"/>
                </a:lnTo>
                <a:lnTo>
                  <a:pt x="36829" y="8032"/>
                </a:lnTo>
                <a:lnTo>
                  <a:pt x="37555" y="8597"/>
                </a:lnTo>
                <a:lnTo>
                  <a:pt x="37979" y="8960"/>
                </a:lnTo>
                <a:lnTo>
                  <a:pt x="38403" y="9344"/>
                </a:lnTo>
                <a:lnTo>
                  <a:pt x="38806" y="9727"/>
                </a:lnTo>
                <a:lnTo>
                  <a:pt x="39190" y="10131"/>
                </a:lnTo>
                <a:lnTo>
                  <a:pt x="39573" y="10534"/>
                </a:lnTo>
                <a:lnTo>
                  <a:pt x="39916" y="10938"/>
                </a:lnTo>
                <a:lnTo>
                  <a:pt x="40239" y="11362"/>
                </a:lnTo>
                <a:lnTo>
                  <a:pt x="40562" y="11785"/>
                </a:lnTo>
                <a:lnTo>
                  <a:pt x="40844" y="12209"/>
                </a:lnTo>
                <a:lnTo>
                  <a:pt x="41127" y="12653"/>
                </a:lnTo>
                <a:lnTo>
                  <a:pt x="41369" y="13097"/>
                </a:lnTo>
                <a:lnTo>
                  <a:pt x="41611" y="13541"/>
                </a:lnTo>
                <a:lnTo>
                  <a:pt x="41813" y="14005"/>
                </a:lnTo>
                <a:lnTo>
                  <a:pt x="42015" y="14469"/>
                </a:lnTo>
                <a:lnTo>
                  <a:pt x="42176" y="14913"/>
                </a:lnTo>
                <a:lnTo>
                  <a:pt x="42338" y="15398"/>
                </a:lnTo>
                <a:lnTo>
                  <a:pt x="42459" y="15862"/>
                </a:lnTo>
                <a:lnTo>
                  <a:pt x="42499" y="16104"/>
                </a:lnTo>
                <a:lnTo>
                  <a:pt x="42540" y="16366"/>
                </a:lnTo>
                <a:lnTo>
                  <a:pt x="42560" y="16608"/>
                </a:lnTo>
                <a:lnTo>
                  <a:pt x="42560" y="16851"/>
                </a:lnTo>
                <a:lnTo>
                  <a:pt x="42540" y="17113"/>
                </a:lnTo>
                <a:lnTo>
                  <a:pt x="42519" y="17355"/>
                </a:lnTo>
                <a:lnTo>
                  <a:pt x="42479" y="17577"/>
                </a:lnTo>
                <a:lnTo>
                  <a:pt x="42418" y="17799"/>
                </a:lnTo>
                <a:lnTo>
                  <a:pt x="42338" y="18021"/>
                </a:lnTo>
                <a:lnTo>
                  <a:pt x="42217" y="18223"/>
                </a:lnTo>
                <a:lnTo>
                  <a:pt x="42096" y="18404"/>
                </a:lnTo>
                <a:lnTo>
                  <a:pt x="41954" y="18566"/>
                </a:lnTo>
                <a:lnTo>
                  <a:pt x="41773" y="18707"/>
                </a:lnTo>
                <a:lnTo>
                  <a:pt x="41571" y="18848"/>
                </a:lnTo>
                <a:lnTo>
                  <a:pt x="41409" y="18909"/>
                </a:lnTo>
                <a:lnTo>
                  <a:pt x="41228" y="18969"/>
                </a:lnTo>
                <a:lnTo>
                  <a:pt x="41046" y="19010"/>
                </a:lnTo>
                <a:lnTo>
                  <a:pt x="40865" y="19050"/>
                </a:lnTo>
                <a:lnTo>
                  <a:pt x="40461" y="19070"/>
                </a:lnTo>
                <a:lnTo>
                  <a:pt x="40057" y="19070"/>
                </a:lnTo>
                <a:lnTo>
                  <a:pt x="38948" y="19050"/>
                </a:lnTo>
                <a:lnTo>
                  <a:pt x="37838" y="19010"/>
                </a:lnTo>
                <a:lnTo>
                  <a:pt x="35618" y="18909"/>
                </a:lnTo>
                <a:lnTo>
                  <a:pt x="33398" y="18788"/>
                </a:lnTo>
                <a:lnTo>
                  <a:pt x="31198" y="18626"/>
                </a:lnTo>
                <a:lnTo>
                  <a:pt x="28918" y="18485"/>
                </a:lnTo>
                <a:lnTo>
                  <a:pt x="26597" y="18344"/>
                </a:lnTo>
                <a:lnTo>
                  <a:pt x="24277" y="18243"/>
                </a:lnTo>
                <a:lnTo>
                  <a:pt x="23126" y="18223"/>
                </a:lnTo>
                <a:lnTo>
                  <a:pt x="21956" y="18203"/>
                </a:lnTo>
                <a:lnTo>
                  <a:pt x="20806" y="18182"/>
                </a:lnTo>
                <a:lnTo>
                  <a:pt x="19635" y="18203"/>
                </a:lnTo>
                <a:lnTo>
                  <a:pt x="18465" y="18243"/>
                </a:lnTo>
                <a:lnTo>
                  <a:pt x="17315" y="18304"/>
                </a:lnTo>
                <a:lnTo>
                  <a:pt x="16164" y="18384"/>
                </a:lnTo>
                <a:lnTo>
                  <a:pt x="14994" y="18485"/>
                </a:lnTo>
                <a:lnTo>
                  <a:pt x="13844" y="18626"/>
                </a:lnTo>
                <a:lnTo>
                  <a:pt x="12693" y="18788"/>
                </a:lnTo>
                <a:lnTo>
                  <a:pt x="12007" y="18909"/>
                </a:lnTo>
                <a:lnTo>
                  <a:pt x="11321" y="19050"/>
                </a:lnTo>
                <a:lnTo>
                  <a:pt x="10615" y="19232"/>
                </a:lnTo>
                <a:lnTo>
                  <a:pt x="10272" y="19333"/>
                </a:lnTo>
                <a:lnTo>
                  <a:pt x="9929" y="19454"/>
                </a:lnTo>
                <a:lnTo>
                  <a:pt x="9586" y="19595"/>
                </a:lnTo>
                <a:lnTo>
                  <a:pt x="9263" y="19736"/>
                </a:lnTo>
                <a:lnTo>
                  <a:pt x="8940" y="19898"/>
                </a:lnTo>
                <a:lnTo>
                  <a:pt x="8617" y="20059"/>
                </a:lnTo>
                <a:lnTo>
                  <a:pt x="8314" y="20261"/>
                </a:lnTo>
                <a:lnTo>
                  <a:pt x="8032" y="20463"/>
                </a:lnTo>
                <a:lnTo>
                  <a:pt x="7749" y="20705"/>
                </a:lnTo>
                <a:lnTo>
                  <a:pt x="7487" y="20947"/>
                </a:lnTo>
                <a:lnTo>
                  <a:pt x="7245" y="21230"/>
                </a:lnTo>
                <a:lnTo>
                  <a:pt x="7003" y="21512"/>
                </a:lnTo>
                <a:lnTo>
                  <a:pt x="6801" y="21815"/>
                </a:lnTo>
                <a:lnTo>
                  <a:pt x="6619" y="22118"/>
                </a:lnTo>
                <a:lnTo>
                  <a:pt x="6458" y="22440"/>
                </a:lnTo>
                <a:lnTo>
                  <a:pt x="6316" y="22763"/>
                </a:lnTo>
                <a:lnTo>
                  <a:pt x="6195" y="23086"/>
                </a:lnTo>
                <a:lnTo>
                  <a:pt x="6094" y="23429"/>
                </a:lnTo>
                <a:lnTo>
                  <a:pt x="5994" y="23752"/>
                </a:lnTo>
                <a:lnTo>
                  <a:pt x="5913" y="24075"/>
                </a:lnTo>
                <a:lnTo>
                  <a:pt x="5792" y="24701"/>
                </a:lnTo>
                <a:lnTo>
                  <a:pt x="5711" y="25306"/>
                </a:lnTo>
                <a:lnTo>
                  <a:pt x="5650" y="25871"/>
                </a:lnTo>
                <a:lnTo>
                  <a:pt x="5650" y="26154"/>
                </a:lnTo>
                <a:lnTo>
                  <a:pt x="5650" y="26497"/>
                </a:lnTo>
                <a:lnTo>
                  <a:pt x="5650" y="27243"/>
                </a:lnTo>
                <a:lnTo>
                  <a:pt x="5630" y="27627"/>
                </a:lnTo>
                <a:lnTo>
                  <a:pt x="5610" y="28010"/>
                </a:lnTo>
                <a:lnTo>
                  <a:pt x="5529" y="28373"/>
                </a:lnTo>
                <a:lnTo>
                  <a:pt x="5489" y="28555"/>
                </a:lnTo>
                <a:lnTo>
                  <a:pt x="5428" y="28696"/>
                </a:lnTo>
                <a:lnTo>
                  <a:pt x="5368" y="28838"/>
                </a:lnTo>
                <a:lnTo>
                  <a:pt x="5287" y="28979"/>
                </a:lnTo>
                <a:lnTo>
                  <a:pt x="5206" y="29080"/>
                </a:lnTo>
                <a:lnTo>
                  <a:pt x="5106" y="29181"/>
                </a:lnTo>
                <a:lnTo>
                  <a:pt x="5005" y="29221"/>
                </a:lnTo>
                <a:lnTo>
                  <a:pt x="4904" y="29261"/>
                </a:lnTo>
                <a:lnTo>
                  <a:pt x="4803" y="29281"/>
                </a:lnTo>
                <a:lnTo>
                  <a:pt x="4702" y="29302"/>
                </a:lnTo>
                <a:lnTo>
                  <a:pt x="4581" y="29302"/>
                </a:lnTo>
                <a:lnTo>
                  <a:pt x="4440" y="29281"/>
                </a:lnTo>
                <a:lnTo>
                  <a:pt x="4177" y="29201"/>
                </a:lnTo>
                <a:lnTo>
                  <a:pt x="3955" y="29100"/>
                </a:lnTo>
                <a:lnTo>
                  <a:pt x="3774" y="28959"/>
                </a:lnTo>
                <a:lnTo>
                  <a:pt x="3592" y="28797"/>
                </a:lnTo>
                <a:lnTo>
                  <a:pt x="3451" y="28616"/>
                </a:lnTo>
                <a:lnTo>
                  <a:pt x="3310" y="28414"/>
                </a:lnTo>
                <a:lnTo>
                  <a:pt x="3188" y="28192"/>
                </a:lnTo>
                <a:lnTo>
                  <a:pt x="2946" y="27728"/>
                </a:lnTo>
                <a:lnTo>
                  <a:pt x="2523" y="26678"/>
                </a:lnTo>
                <a:lnTo>
                  <a:pt x="2119" y="25629"/>
                </a:lnTo>
                <a:lnTo>
                  <a:pt x="1756" y="24539"/>
                </a:lnTo>
                <a:lnTo>
                  <a:pt x="1433" y="23429"/>
                </a:lnTo>
                <a:lnTo>
                  <a:pt x="1130" y="22279"/>
                </a:lnTo>
                <a:lnTo>
                  <a:pt x="868" y="21129"/>
                </a:lnTo>
                <a:lnTo>
                  <a:pt x="646" y="19938"/>
                </a:lnTo>
                <a:lnTo>
                  <a:pt x="464" y="18707"/>
                </a:lnTo>
                <a:lnTo>
                  <a:pt x="323" y="17476"/>
                </a:lnTo>
                <a:lnTo>
                  <a:pt x="202" y="16205"/>
                </a:lnTo>
                <a:lnTo>
                  <a:pt x="141" y="14913"/>
                </a:lnTo>
                <a:lnTo>
                  <a:pt x="101" y="13602"/>
                </a:lnTo>
                <a:lnTo>
                  <a:pt x="81" y="12250"/>
                </a:lnTo>
                <a:lnTo>
                  <a:pt x="121" y="10897"/>
                </a:lnTo>
                <a:lnTo>
                  <a:pt x="202" y="9505"/>
                </a:lnTo>
                <a:lnTo>
                  <a:pt x="303" y="8092"/>
                </a:lnTo>
                <a:lnTo>
                  <a:pt x="404" y="7144"/>
                </a:lnTo>
                <a:lnTo>
                  <a:pt x="464" y="6639"/>
                </a:lnTo>
                <a:lnTo>
                  <a:pt x="545" y="6135"/>
                </a:lnTo>
                <a:lnTo>
                  <a:pt x="646" y="5630"/>
                </a:lnTo>
                <a:lnTo>
                  <a:pt x="767" y="5106"/>
                </a:lnTo>
                <a:lnTo>
                  <a:pt x="928" y="4601"/>
                </a:lnTo>
                <a:lnTo>
                  <a:pt x="1090" y="4097"/>
                </a:lnTo>
                <a:lnTo>
                  <a:pt x="1292" y="3612"/>
                </a:lnTo>
                <a:lnTo>
                  <a:pt x="1514" y="3128"/>
                </a:lnTo>
                <a:lnTo>
                  <a:pt x="1776" y="2684"/>
                </a:lnTo>
                <a:lnTo>
                  <a:pt x="2058" y="2240"/>
                </a:lnTo>
                <a:lnTo>
                  <a:pt x="2220" y="2038"/>
                </a:lnTo>
                <a:lnTo>
                  <a:pt x="2381" y="1837"/>
                </a:lnTo>
                <a:lnTo>
                  <a:pt x="2563" y="1655"/>
                </a:lnTo>
                <a:lnTo>
                  <a:pt x="2765" y="1473"/>
                </a:lnTo>
                <a:lnTo>
                  <a:pt x="2967" y="1312"/>
                </a:lnTo>
                <a:lnTo>
                  <a:pt x="3168" y="1150"/>
                </a:lnTo>
                <a:lnTo>
                  <a:pt x="3390" y="989"/>
                </a:lnTo>
                <a:lnTo>
                  <a:pt x="3612" y="848"/>
                </a:lnTo>
                <a:lnTo>
                  <a:pt x="3854" y="727"/>
                </a:lnTo>
                <a:lnTo>
                  <a:pt x="4117" y="626"/>
                </a:lnTo>
                <a:lnTo>
                  <a:pt x="4359" y="525"/>
                </a:lnTo>
                <a:lnTo>
                  <a:pt x="4621" y="424"/>
                </a:lnTo>
                <a:lnTo>
                  <a:pt x="5146" y="303"/>
                </a:lnTo>
                <a:lnTo>
                  <a:pt x="5691" y="202"/>
                </a:lnTo>
                <a:lnTo>
                  <a:pt x="6236" y="141"/>
                </a:lnTo>
                <a:lnTo>
                  <a:pt x="6760" y="101"/>
                </a:lnTo>
                <a:lnTo>
                  <a:pt x="7305" y="81"/>
                </a:lnTo>
                <a:close/>
                <a:moveTo>
                  <a:pt x="7305" y="0"/>
                </a:moveTo>
                <a:lnTo>
                  <a:pt x="6760" y="20"/>
                </a:lnTo>
                <a:lnTo>
                  <a:pt x="6215" y="61"/>
                </a:lnTo>
                <a:lnTo>
                  <a:pt x="5671" y="121"/>
                </a:lnTo>
                <a:lnTo>
                  <a:pt x="5126" y="222"/>
                </a:lnTo>
                <a:lnTo>
                  <a:pt x="4601" y="363"/>
                </a:lnTo>
                <a:lnTo>
                  <a:pt x="4339" y="444"/>
                </a:lnTo>
                <a:lnTo>
                  <a:pt x="4076" y="545"/>
                </a:lnTo>
                <a:lnTo>
                  <a:pt x="3834" y="666"/>
                </a:lnTo>
                <a:lnTo>
                  <a:pt x="3572" y="787"/>
                </a:lnTo>
                <a:lnTo>
                  <a:pt x="3350" y="928"/>
                </a:lnTo>
                <a:lnTo>
                  <a:pt x="3128" y="1070"/>
                </a:lnTo>
                <a:lnTo>
                  <a:pt x="2906" y="1231"/>
                </a:lnTo>
                <a:lnTo>
                  <a:pt x="2704" y="1413"/>
                </a:lnTo>
                <a:lnTo>
                  <a:pt x="2523" y="1594"/>
                </a:lnTo>
                <a:lnTo>
                  <a:pt x="2341" y="1776"/>
                </a:lnTo>
                <a:lnTo>
                  <a:pt x="2159" y="1978"/>
                </a:lnTo>
                <a:lnTo>
                  <a:pt x="1998" y="2200"/>
                </a:lnTo>
                <a:lnTo>
                  <a:pt x="1695" y="2624"/>
                </a:lnTo>
                <a:lnTo>
                  <a:pt x="1453" y="3088"/>
                </a:lnTo>
                <a:lnTo>
                  <a:pt x="1211" y="3572"/>
                </a:lnTo>
                <a:lnTo>
                  <a:pt x="1009" y="4056"/>
                </a:lnTo>
                <a:lnTo>
                  <a:pt x="848" y="4561"/>
                </a:lnTo>
                <a:lnTo>
                  <a:pt x="706" y="5086"/>
                </a:lnTo>
                <a:lnTo>
                  <a:pt x="585" y="5590"/>
                </a:lnTo>
                <a:lnTo>
                  <a:pt x="464" y="6115"/>
                </a:lnTo>
                <a:lnTo>
                  <a:pt x="383" y="6619"/>
                </a:lnTo>
                <a:lnTo>
                  <a:pt x="323" y="7124"/>
                </a:lnTo>
                <a:lnTo>
                  <a:pt x="222" y="8092"/>
                </a:lnTo>
                <a:lnTo>
                  <a:pt x="121" y="9505"/>
                </a:lnTo>
                <a:lnTo>
                  <a:pt x="40" y="10897"/>
                </a:lnTo>
                <a:lnTo>
                  <a:pt x="0" y="12250"/>
                </a:lnTo>
                <a:lnTo>
                  <a:pt x="20" y="13602"/>
                </a:lnTo>
                <a:lnTo>
                  <a:pt x="61" y="14913"/>
                </a:lnTo>
                <a:lnTo>
                  <a:pt x="121" y="16205"/>
                </a:lnTo>
                <a:lnTo>
                  <a:pt x="242" y="17476"/>
                </a:lnTo>
                <a:lnTo>
                  <a:pt x="383" y="18727"/>
                </a:lnTo>
                <a:lnTo>
                  <a:pt x="565" y="19938"/>
                </a:lnTo>
                <a:lnTo>
                  <a:pt x="787" y="21149"/>
                </a:lnTo>
                <a:lnTo>
                  <a:pt x="1049" y="22319"/>
                </a:lnTo>
                <a:lnTo>
                  <a:pt x="1352" y="23449"/>
                </a:lnTo>
                <a:lnTo>
                  <a:pt x="1675" y="24559"/>
                </a:lnTo>
                <a:lnTo>
                  <a:pt x="2038" y="25649"/>
                </a:lnTo>
                <a:lnTo>
                  <a:pt x="2442" y="26719"/>
                </a:lnTo>
                <a:lnTo>
                  <a:pt x="2886" y="27748"/>
                </a:lnTo>
                <a:lnTo>
                  <a:pt x="3108" y="28232"/>
                </a:lnTo>
                <a:lnTo>
                  <a:pt x="3249" y="28454"/>
                </a:lnTo>
                <a:lnTo>
                  <a:pt x="3390" y="28676"/>
                </a:lnTo>
                <a:lnTo>
                  <a:pt x="3552" y="28858"/>
                </a:lnTo>
                <a:lnTo>
                  <a:pt x="3733" y="29019"/>
                </a:lnTo>
                <a:lnTo>
                  <a:pt x="3915" y="29160"/>
                </a:lnTo>
                <a:lnTo>
                  <a:pt x="4137" y="29261"/>
                </a:lnTo>
                <a:lnTo>
                  <a:pt x="4419" y="29362"/>
                </a:lnTo>
                <a:lnTo>
                  <a:pt x="4541" y="29382"/>
                </a:lnTo>
                <a:lnTo>
                  <a:pt x="4662" y="29382"/>
                </a:lnTo>
                <a:lnTo>
                  <a:pt x="4803" y="29362"/>
                </a:lnTo>
                <a:lnTo>
                  <a:pt x="4924" y="29342"/>
                </a:lnTo>
                <a:lnTo>
                  <a:pt x="5045" y="29302"/>
                </a:lnTo>
                <a:lnTo>
                  <a:pt x="5146" y="29241"/>
                </a:lnTo>
                <a:lnTo>
                  <a:pt x="5247" y="29140"/>
                </a:lnTo>
                <a:lnTo>
                  <a:pt x="5348" y="29039"/>
                </a:lnTo>
                <a:lnTo>
                  <a:pt x="5428" y="28898"/>
                </a:lnTo>
                <a:lnTo>
                  <a:pt x="5509" y="28757"/>
                </a:lnTo>
                <a:lnTo>
                  <a:pt x="5570" y="28595"/>
                </a:lnTo>
                <a:lnTo>
                  <a:pt x="5610" y="28414"/>
                </a:lnTo>
                <a:lnTo>
                  <a:pt x="5671" y="28051"/>
                </a:lnTo>
                <a:lnTo>
                  <a:pt x="5711" y="27647"/>
                </a:lnTo>
                <a:lnTo>
                  <a:pt x="5731" y="27243"/>
                </a:lnTo>
                <a:lnTo>
                  <a:pt x="5731" y="26497"/>
                </a:lnTo>
                <a:lnTo>
                  <a:pt x="5731" y="26154"/>
                </a:lnTo>
                <a:lnTo>
                  <a:pt x="5731" y="25891"/>
                </a:lnTo>
                <a:lnTo>
                  <a:pt x="5792" y="25326"/>
                </a:lnTo>
                <a:lnTo>
                  <a:pt x="5872" y="24721"/>
                </a:lnTo>
                <a:lnTo>
                  <a:pt x="5994" y="24095"/>
                </a:lnTo>
                <a:lnTo>
                  <a:pt x="6074" y="23772"/>
                </a:lnTo>
                <a:lnTo>
                  <a:pt x="6155" y="23449"/>
                </a:lnTo>
                <a:lnTo>
                  <a:pt x="6276" y="23127"/>
                </a:lnTo>
                <a:lnTo>
                  <a:pt x="6397" y="22804"/>
                </a:lnTo>
                <a:lnTo>
                  <a:pt x="6538" y="22481"/>
                </a:lnTo>
                <a:lnTo>
                  <a:pt x="6700" y="22178"/>
                </a:lnTo>
                <a:lnTo>
                  <a:pt x="6881" y="21855"/>
                </a:lnTo>
                <a:lnTo>
                  <a:pt x="7083" y="21573"/>
                </a:lnTo>
                <a:lnTo>
                  <a:pt x="7305" y="21270"/>
                </a:lnTo>
                <a:lnTo>
                  <a:pt x="7547" y="21008"/>
                </a:lnTo>
                <a:lnTo>
                  <a:pt x="7810" y="20765"/>
                </a:lnTo>
                <a:lnTo>
                  <a:pt x="8092" y="20523"/>
                </a:lnTo>
                <a:lnTo>
                  <a:pt x="8375" y="20322"/>
                </a:lnTo>
                <a:lnTo>
                  <a:pt x="8677" y="20140"/>
                </a:lnTo>
                <a:lnTo>
                  <a:pt x="8980" y="19958"/>
                </a:lnTo>
                <a:lnTo>
                  <a:pt x="9303" y="19797"/>
                </a:lnTo>
                <a:lnTo>
                  <a:pt x="9626" y="19656"/>
                </a:lnTo>
                <a:lnTo>
                  <a:pt x="9969" y="19535"/>
                </a:lnTo>
                <a:lnTo>
                  <a:pt x="10292" y="19413"/>
                </a:lnTo>
                <a:lnTo>
                  <a:pt x="10635" y="19313"/>
                </a:lnTo>
                <a:lnTo>
                  <a:pt x="11341" y="19131"/>
                </a:lnTo>
                <a:lnTo>
                  <a:pt x="12027" y="18990"/>
                </a:lnTo>
                <a:lnTo>
                  <a:pt x="12713" y="18869"/>
                </a:lnTo>
                <a:lnTo>
                  <a:pt x="13864" y="18707"/>
                </a:lnTo>
                <a:lnTo>
                  <a:pt x="15014" y="18566"/>
                </a:lnTo>
                <a:lnTo>
                  <a:pt x="16164" y="18465"/>
                </a:lnTo>
                <a:lnTo>
                  <a:pt x="17315" y="18384"/>
                </a:lnTo>
                <a:lnTo>
                  <a:pt x="18485" y="18324"/>
                </a:lnTo>
                <a:lnTo>
                  <a:pt x="19635" y="18283"/>
                </a:lnTo>
                <a:lnTo>
                  <a:pt x="20806" y="18263"/>
                </a:lnTo>
                <a:lnTo>
                  <a:pt x="21956" y="18283"/>
                </a:lnTo>
                <a:lnTo>
                  <a:pt x="23126" y="18304"/>
                </a:lnTo>
                <a:lnTo>
                  <a:pt x="24277" y="18324"/>
                </a:lnTo>
                <a:lnTo>
                  <a:pt x="26597" y="18425"/>
                </a:lnTo>
                <a:lnTo>
                  <a:pt x="28918" y="18566"/>
                </a:lnTo>
                <a:lnTo>
                  <a:pt x="31198" y="18707"/>
                </a:lnTo>
                <a:lnTo>
                  <a:pt x="33398" y="18869"/>
                </a:lnTo>
                <a:lnTo>
                  <a:pt x="35618" y="18990"/>
                </a:lnTo>
                <a:lnTo>
                  <a:pt x="37838" y="19091"/>
                </a:lnTo>
                <a:lnTo>
                  <a:pt x="38948" y="19131"/>
                </a:lnTo>
                <a:lnTo>
                  <a:pt x="40057" y="19151"/>
                </a:lnTo>
                <a:lnTo>
                  <a:pt x="40481" y="19151"/>
                </a:lnTo>
                <a:lnTo>
                  <a:pt x="40885" y="19131"/>
                </a:lnTo>
                <a:lnTo>
                  <a:pt x="41066" y="19091"/>
                </a:lnTo>
                <a:lnTo>
                  <a:pt x="41248" y="19050"/>
                </a:lnTo>
                <a:lnTo>
                  <a:pt x="41430" y="18990"/>
                </a:lnTo>
                <a:lnTo>
                  <a:pt x="41611" y="18909"/>
                </a:lnTo>
                <a:lnTo>
                  <a:pt x="41813" y="18788"/>
                </a:lnTo>
                <a:lnTo>
                  <a:pt x="41995" y="18626"/>
                </a:lnTo>
                <a:lnTo>
                  <a:pt x="42156" y="18465"/>
                </a:lnTo>
                <a:lnTo>
                  <a:pt x="42297" y="18263"/>
                </a:lnTo>
                <a:lnTo>
                  <a:pt x="42398" y="18061"/>
                </a:lnTo>
                <a:lnTo>
                  <a:pt x="42479" y="17839"/>
                </a:lnTo>
                <a:lnTo>
                  <a:pt x="42560" y="17617"/>
                </a:lnTo>
                <a:lnTo>
                  <a:pt x="42600" y="17375"/>
                </a:lnTo>
                <a:lnTo>
                  <a:pt x="42620" y="17133"/>
                </a:lnTo>
                <a:lnTo>
                  <a:pt x="42640" y="16871"/>
                </a:lnTo>
                <a:lnTo>
                  <a:pt x="42640" y="16608"/>
                </a:lnTo>
                <a:lnTo>
                  <a:pt x="42620" y="16366"/>
                </a:lnTo>
                <a:lnTo>
                  <a:pt x="42580" y="16104"/>
                </a:lnTo>
                <a:lnTo>
                  <a:pt x="42540" y="15862"/>
                </a:lnTo>
                <a:lnTo>
                  <a:pt x="42418" y="15357"/>
                </a:lnTo>
                <a:lnTo>
                  <a:pt x="42257" y="14893"/>
                </a:lnTo>
                <a:lnTo>
                  <a:pt x="42096" y="14429"/>
                </a:lnTo>
                <a:lnTo>
                  <a:pt x="41894" y="13965"/>
                </a:lnTo>
                <a:lnTo>
                  <a:pt x="41672" y="13521"/>
                </a:lnTo>
                <a:lnTo>
                  <a:pt x="41450" y="13057"/>
                </a:lnTo>
                <a:lnTo>
                  <a:pt x="41187" y="12613"/>
                </a:lnTo>
                <a:lnTo>
                  <a:pt x="40925" y="12169"/>
                </a:lnTo>
                <a:lnTo>
                  <a:pt x="40622" y="11745"/>
                </a:lnTo>
                <a:lnTo>
                  <a:pt x="40320" y="11301"/>
                </a:lnTo>
                <a:lnTo>
                  <a:pt x="39977" y="10897"/>
                </a:lnTo>
                <a:lnTo>
                  <a:pt x="39634" y="10474"/>
                </a:lnTo>
                <a:lnTo>
                  <a:pt x="39250" y="10070"/>
                </a:lnTo>
                <a:lnTo>
                  <a:pt x="38867" y="9666"/>
                </a:lnTo>
                <a:lnTo>
                  <a:pt x="38463" y="9283"/>
                </a:lnTo>
                <a:lnTo>
                  <a:pt x="38039" y="8900"/>
                </a:lnTo>
                <a:lnTo>
                  <a:pt x="37595" y="8536"/>
                </a:lnTo>
                <a:lnTo>
                  <a:pt x="36869" y="7971"/>
                </a:lnTo>
                <a:lnTo>
                  <a:pt x="36102" y="7426"/>
                </a:lnTo>
                <a:lnTo>
                  <a:pt x="35275" y="6882"/>
                </a:lnTo>
                <a:lnTo>
                  <a:pt x="34387" y="6377"/>
                </a:lnTo>
                <a:lnTo>
                  <a:pt x="33459" y="5873"/>
                </a:lnTo>
                <a:lnTo>
                  <a:pt x="32450" y="5368"/>
                </a:lnTo>
                <a:lnTo>
                  <a:pt x="31380" y="4884"/>
                </a:lnTo>
                <a:lnTo>
                  <a:pt x="30230" y="4379"/>
                </a:lnTo>
                <a:lnTo>
                  <a:pt x="28918" y="3875"/>
                </a:lnTo>
                <a:lnTo>
                  <a:pt x="27586" y="3370"/>
                </a:lnTo>
                <a:lnTo>
                  <a:pt x="26234" y="2906"/>
                </a:lnTo>
                <a:lnTo>
                  <a:pt x="24862" y="2482"/>
                </a:lnTo>
                <a:lnTo>
                  <a:pt x="23490" y="2099"/>
                </a:lnTo>
                <a:lnTo>
                  <a:pt x="22097" y="1736"/>
                </a:lnTo>
                <a:lnTo>
                  <a:pt x="20705" y="1413"/>
                </a:lnTo>
                <a:lnTo>
                  <a:pt x="19312" y="1110"/>
                </a:lnTo>
                <a:lnTo>
                  <a:pt x="17900" y="848"/>
                </a:lnTo>
                <a:lnTo>
                  <a:pt x="16487" y="626"/>
                </a:lnTo>
                <a:lnTo>
                  <a:pt x="15075" y="424"/>
                </a:lnTo>
                <a:lnTo>
                  <a:pt x="13642" y="283"/>
                </a:lnTo>
                <a:lnTo>
                  <a:pt x="12229" y="141"/>
                </a:lnTo>
                <a:lnTo>
                  <a:pt x="10796" y="61"/>
                </a:lnTo>
                <a:lnTo>
                  <a:pt x="93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6" name="Google Shape;2856;p35"/>
          <p:cNvSpPr/>
          <p:nvPr/>
        </p:nvSpPr>
        <p:spPr>
          <a:xfrm flipH="1">
            <a:off x="340550" y="2787965"/>
            <a:ext cx="631867" cy="441222"/>
          </a:xfrm>
          <a:custGeom>
            <a:rect b="b" l="l" r="r" t="t"/>
            <a:pathLst>
              <a:path extrusionOk="0" h="7892" w="11302">
                <a:moveTo>
                  <a:pt x="10030" y="82"/>
                </a:moveTo>
                <a:lnTo>
                  <a:pt x="10252" y="102"/>
                </a:lnTo>
                <a:lnTo>
                  <a:pt x="10494" y="142"/>
                </a:lnTo>
                <a:lnTo>
                  <a:pt x="10696" y="203"/>
                </a:lnTo>
                <a:lnTo>
                  <a:pt x="10797" y="243"/>
                </a:lnTo>
                <a:lnTo>
                  <a:pt x="10897" y="304"/>
                </a:lnTo>
                <a:lnTo>
                  <a:pt x="10978" y="364"/>
                </a:lnTo>
                <a:lnTo>
                  <a:pt x="11059" y="445"/>
                </a:lnTo>
                <a:lnTo>
                  <a:pt x="11119" y="526"/>
                </a:lnTo>
                <a:lnTo>
                  <a:pt x="11180" y="627"/>
                </a:lnTo>
                <a:lnTo>
                  <a:pt x="11220" y="727"/>
                </a:lnTo>
                <a:lnTo>
                  <a:pt x="11220" y="828"/>
                </a:lnTo>
                <a:lnTo>
                  <a:pt x="11220" y="949"/>
                </a:lnTo>
                <a:lnTo>
                  <a:pt x="11180" y="1050"/>
                </a:lnTo>
                <a:lnTo>
                  <a:pt x="11140" y="1131"/>
                </a:lnTo>
                <a:lnTo>
                  <a:pt x="11079" y="1192"/>
                </a:lnTo>
                <a:lnTo>
                  <a:pt x="11019" y="1252"/>
                </a:lnTo>
                <a:lnTo>
                  <a:pt x="10938" y="1313"/>
                </a:lnTo>
                <a:lnTo>
                  <a:pt x="10756" y="1393"/>
                </a:lnTo>
                <a:lnTo>
                  <a:pt x="10554" y="1474"/>
                </a:lnTo>
                <a:lnTo>
                  <a:pt x="10433" y="1535"/>
                </a:lnTo>
                <a:lnTo>
                  <a:pt x="10131" y="1676"/>
                </a:lnTo>
                <a:lnTo>
                  <a:pt x="9888" y="1858"/>
                </a:lnTo>
                <a:lnTo>
                  <a:pt x="9666" y="2039"/>
                </a:lnTo>
                <a:lnTo>
                  <a:pt x="9505" y="2261"/>
                </a:lnTo>
                <a:lnTo>
                  <a:pt x="9364" y="2503"/>
                </a:lnTo>
                <a:lnTo>
                  <a:pt x="9243" y="2745"/>
                </a:lnTo>
                <a:lnTo>
                  <a:pt x="9021" y="3290"/>
                </a:lnTo>
                <a:lnTo>
                  <a:pt x="8819" y="3795"/>
                </a:lnTo>
                <a:lnTo>
                  <a:pt x="8617" y="4239"/>
                </a:lnTo>
                <a:lnTo>
                  <a:pt x="8415" y="4663"/>
                </a:lnTo>
                <a:lnTo>
                  <a:pt x="8193" y="5046"/>
                </a:lnTo>
                <a:lnTo>
                  <a:pt x="7992" y="5389"/>
                </a:lnTo>
                <a:lnTo>
                  <a:pt x="7749" y="5712"/>
                </a:lnTo>
                <a:lnTo>
                  <a:pt x="7527" y="6015"/>
                </a:lnTo>
                <a:lnTo>
                  <a:pt x="7285" y="6277"/>
                </a:lnTo>
                <a:lnTo>
                  <a:pt x="7023" y="6519"/>
                </a:lnTo>
                <a:lnTo>
                  <a:pt x="6821" y="6701"/>
                </a:lnTo>
                <a:lnTo>
                  <a:pt x="6599" y="6862"/>
                </a:lnTo>
                <a:lnTo>
                  <a:pt x="6357" y="7024"/>
                </a:lnTo>
                <a:lnTo>
                  <a:pt x="6115" y="7165"/>
                </a:lnTo>
                <a:lnTo>
                  <a:pt x="5873" y="7286"/>
                </a:lnTo>
                <a:lnTo>
                  <a:pt x="5630" y="7407"/>
                </a:lnTo>
                <a:lnTo>
                  <a:pt x="5368" y="7508"/>
                </a:lnTo>
                <a:lnTo>
                  <a:pt x="5086" y="7589"/>
                </a:lnTo>
                <a:lnTo>
                  <a:pt x="4823" y="7669"/>
                </a:lnTo>
                <a:lnTo>
                  <a:pt x="4541" y="7730"/>
                </a:lnTo>
                <a:lnTo>
                  <a:pt x="4278" y="7770"/>
                </a:lnTo>
                <a:lnTo>
                  <a:pt x="3996" y="7790"/>
                </a:lnTo>
                <a:lnTo>
                  <a:pt x="3713" y="7811"/>
                </a:lnTo>
                <a:lnTo>
                  <a:pt x="3431" y="7811"/>
                </a:lnTo>
                <a:lnTo>
                  <a:pt x="3169" y="7790"/>
                </a:lnTo>
                <a:lnTo>
                  <a:pt x="2886" y="7750"/>
                </a:lnTo>
                <a:lnTo>
                  <a:pt x="2603" y="7690"/>
                </a:lnTo>
                <a:lnTo>
                  <a:pt x="2321" y="7629"/>
                </a:lnTo>
                <a:lnTo>
                  <a:pt x="2059" y="7528"/>
                </a:lnTo>
                <a:lnTo>
                  <a:pt x="1796" y="7427"/>
                </a:lnTo>
                <a:lnTo>
                  <a:pt x="1554" y="7306"/>
                </a:lnTo>
                <a:lnTo>
                  <a:pt x="1332" y="7165"/>
                </a:lnTo>
                <a:lnTo>
                  <a:pt x="1110" y="7024"/>
                </a:lnTo>
                <a:lnTo>
                  <a:pt x="908" y="6842"/>
                </a:lnTo>
                <a:lnTo>
                  <a:pt x="707" y="6640"/>
                </a:lnTo>
                <a:lnTo>
                  <a:pt x="545" y="6418"/>
                </a:lnTo>
                <a:lnTo>
                  <a:pt x="384" y="6176"/>
                </a:lnTo>
                <a:lnTo>
                  <a:pt x="263" y="5934"/>
                </a:lnTo>
                <a:lnTo>
                  <a:pt x="182" y="5692"/>
                </a:lnTo>
                <a:lnTo>
                  <a:pt x="101" y="5429"/>
                </a:lnTo>
                <a:lnTo>
                  <a:pt x="81" y="5167"/>
                </a:lnTo>
                <a:lnTo>
                  <a:pt x="81" y="4905"/>
                </a:lnTo>
                <a:lnTo>
                  <a:pt x="101" y="4663"/>
                </a:lnTo>
                <a:lnTo>
                  <a:pt x="142" y="4441"/>
                </a:lnTo>
                <a:lnTo>
                  <a:pt x="222" y="4239"/>
                </a:lnTo>
                <a:lnTo>
                  <a:pt x="303" y="4037"/>
                </a:lnTo>
                <a:lnTo>
                  <a:pt x="404" y="3835"/>
                </a:lnTo>
                <a:lnTo>
                  <a:pt x="525" y="3654"/>
                </a:lnTo>
                <a:lnTo>
                  <a:pt x="646" y="3472"/>
                </a:lnTo>
                <a:lnTo>
                  <a:pt x="787" y="3311"/>
                </a:lnTo>
                <a:lnTo>
                  <a:pt x="1090" y="3008"/>
                </a:lnTo>
                <a:lnTo>
                  <a:pt x="1393" y="2745"/>
                </a:lnTo>
                <a:lnTo>
                  <a:pt x="1695" y="2523"/>
                </a:lnTo>
                <a:lnTo>
                  <a:pt x="1978" y="2342"/>
                </a:lnTo>
                <a:lnTo>
                  <a:pt x="2361" y="2120"/>
                </a:lnTo>
                <a:lnTo>
                  <a:pt x="2745" y="1918"/>
                </a:lnTo>
                <a:lnTo>
                  <a:pt x="3128" y="1736"/>
                </a:lnTo>
                <a:lnTo>
                  <a:pt x="3532" y="1555"/>
                </a:lnTo>
                <a:lnTo>
                  <a:pt x="4319" y="1252"/>
                </a:lnTo>
                <a:lnTo>
                  <a:pt x="5106" y="990"/>
                </a:lnTo>
                <a:lnTo>
                  <a:pt x="6175" y="647"/>
                </a:lnTo>
                <a:lnTo>
                  <a:pt x="6740" y="505"/>
                </a:lnTo>
                <a:lnTo>
                  <a:pt x="7326" y="364"/>
                </a:lnTo>
                <a:lnTo>
                  <a:pt x="7911" y="243"/>
                </a:lnTo>
                <a:lnTo>
                  <a:pt x="8496" y="162"/>
                </a:lnTo>
                <a:lnTo>
                  <a:pt x="9101" y="102"/>
                </a:lnTo>
                <a:lnTo>
                  <a:pt x="9727" y="82"/>
                </a:lnTo>
                <a:close/>
                <a:moveTo>
                  <a:pt x="9384" y="1"/>
                </a:moveTo>
                <a:lnTo>
                  <a:pt x="8718" y="62"/>
                </a:lnTo>
                <a:lnTo>
                  <a:pt x="8092" y="142"/>
                </a:lnTo>
                <a:lnTo>
                  <a:pt x="7447" y="243"/>
                </a:lnTo>
                <a:lnTo>
                  <a:pt x="6841" y="384"/>
                </a:lnTo>
                <a:lnTo>
                  <a:pt x="6236" y="546"/>
                </a:lnTo>
                <a:lnTo>
                  <a:pt x="5651" y="727"/>
                </a:lnTo>
                <a:lnTo>
                  <a:pt x="5086" y="909"/>
                </a:lnTo>
                <a:lnTo>
                  <a:pt x="4299" y="1171"/>
                </a:lnTo>
                <a:lnTo>
                  <a:pt x="3491" y="1474"/>
                </a:lnTo>
                <a:lnTo>
                  <a:pt x="3108" y="1656"/>
                </a:lnTo>
                <a:lnTo>
                  <a:pt x="2704" y="1837"/>
                </a:lnTo>
                <a:lnTo>
                  <a:pt x="2321" y="2039"/>
                </a:lnTo>
                <a:lnTo>
                  <a:pt x="1938" y="2261"/>
                </a:lnTo>
                <a:lnTo>
                  <a:pt x="1655" y="2443"/>
                </a:lnTo>
                <a:lnTo>
                  <a:pt x="1352" y="2685"/>
                </a:lnTo>
                <a:lnTo>
                  <a:pt x="1029" y="2947"/>
                </a:lnTo>
                <a:lnTo>
                  <a:pt x="727" y="3250"/>
                </a:lnTo>
                <a:lnTo>
                  <a:pt x="585" y="3432"/>
                </a:lnTo>
                <a:lnTo>
                  <a:pt x="464" y="3613"/>
                </a:lnTo>
                <a:lnTo>
                  <a:pt x="343" y="3795"/>
                </a:lnTo>
                <a:lnTo>
                  <a:pt x="222" y="3997"/>
                </a:lnTo>
                <a:lnTo>
                  <a:pt x="142" y="4219"/>
                </a:lnTo>
                <a:lnTo>
                  <a:pt x="61" y="4441"/>
                </a:lnTo>
                <a:lnTo>
                  <a:pt x="20" y="4663"/>
                </a:lnTo>
                <a:lnTo>
                  <a:pt x="0" y="4905"/>
                </a:lnTo>
                <a:lnTo>
                  <a:pt x="0" y="5167"/>
                </a:lnTo>
                <a:lnTo>
                  <a:pt x="20" y="5429"/>
                </a:lnTo>
                <a:lnTo>
                  <a:pt x="101" y="5712"/>
                </a:lnTo>
                <a:lnTo>
                  <a:pt x="202" y="5974"/>
                </a:lnTo>
                <a:lnTo>
                  <a:pt x="323" y="6216"/>
                </a:lnTo>
                <a:lnTo>
                  <a:pt x="485" y="6459"/>
                </a:lnTo>
                <a:lnTo>
                  <a:pt x="646" y="6701"/>
                </a:lnTo>
                <a:lnTo>
                  <a:pt x="868" y="6903"/>
                </a:lnTo>
                <a:lnTo>
                  <a:pt x="1070" y="7084"/>
                </a:lnTo>
                <a:lnTo>
                  <a:pt x="1272" y="7225"/>
                </a:lnTo>
                <a:lnTo>
                  <a:pt x="1514" y="7367"/>
                </a:lnTo>
                <a:lnTo>
                  <a:pt x="1756" y="7488"/>
                </a:lnTo>
                <a:lnTo>
                  <a:pt x="2018" y="7609"/>
                </a:lnTo>
                <a:lnTo>
                  <a:pt x="2301" y="7690"/>
                </a:lnTo>
                <a:lnTo>
                  <a:pt x="2583" y="7770"/>
                </a:lnTo>
                <a:lnTo>
                  <a:pt x="2886" y="7831"/>
                </a:lnTo>
                <a:lnTo>
                  <a:pt x="3269" y="7871"/>
                </a:lnTo>
                <a:lnTo>
                  <a:pt x="3673" y="7891"/>
                </a:lnTo>
                <a:lnTo>
                  <a:pt x="4137" y="7871"/>
                </a:lnTo>
                <a:lnTo>
                  <a:pt x="4601" y="7811"/>
                </a:lnTo>
                <a:lnTo>
                  <a:pt x="5045" y="7710"/>
                </a:lnTo>
                <a:lnTo>
                  <a:pt x="5489" y="7548"/>
                </a:lnTo>
                <a:lnTo>
                  <a:pt x="5913" y="7367"/>
                </a:lnTo>
                <a:lnTo>
                  <a:pt x="6337" y="7145"/>
                </a:lnTo>
                <a:lnTo>
                  <a:pt x="6720" y="6882"/>
                </a:lnTo>
                <a:lnTo>
                  <a:pt x="7083" y="6580"/>
                </a:lnTo>
                <a:lnTo>
                  <a:pt x="7346" y="6338"/>
                </a:lnTo>
                <a:lnTo>
                  <a:pt x="7588" y="6055"/>
                </a:lnTo>
                <a:lnTo>
                  <a:pt x="7830" y="5752"/>
                </a:lnTo>
                <a:lnTo>
                  <a:pt x="8052" y="5429"/>
                </a:lnTo>
                <a:lnTo>
                  <a:pt x="8274" y="5086"/>
                </a:lnTo>
                <a:lnTo>
                  <a:pt x="8476" y="4703"/>
                </a:lnTo>
                <a:lnTo>
                  <a:pt x="8698" y="4279"/>
                </a:lnTo>
                <a:lnTo>
                  <a:pt x="8900" y="3815"/>
                </a:lnTo>
                <a:lnTo>
                  <a:pt x="9101" y="3311"/>
                </a:lnTo>
                <a:lnTo>
                  <a:pt x="9303" y="2786"/>
                </a:lnTo>
                <a:lnTo>
                  <a:pt x="9424" y="2544"/>
                </a:lnTo>
                <a:lnTo>
                  <a:pt x="9566" y="2322"/>
                </a:lnTo>
                <a:lnTo>
                  <a:pt x="9727" y="2100"/>
                </a:lnTo>
                <a:lnTo>
                  <a:pt x="9929" y="1918"/>
                </a:lnTo>
                <a:lnTo>
                  <a:pt x="10171" y="1757"/>
                </a:lnTo>
                <a:lnTo>
                  <a:pt x="10454" y="1615"/>
                </a:lnTo>
                <a:lnTo>
                  <a:pt x="10595" y="1555"/>
                </a:lnTo>
                <a:lnTo>
                  <a:pt x="10797" y="1474"/>
                </a:lnTo>
                <a:lnTo>
                  <a:pt x="10978" y="1373"/>
                </a:lnTo>
                <a:lnTo>
                  <a:pt x="11059" y="1313"/>
                </a:lnTo>
                <a:lnTo>
                  <a:pt x="11140" y="1252"/>
                </a:lnTo>
                <a:lnTo>
                  <a:pt x="11200" y="1171"/>
                </a:lnTo>
                <a:lnTo>
                  <a:pt x="11261" y="1071"/>
                </a:lnTo>
                <a:lnTo>
                  <a:pt x="11301" y="970"/>
                </a:lnTo>
                <a:lnTo>
                  <a:pt x="11301" y="849"/>
                </a:lnTo>
                <a:lnTo>
                  <a:pt x="11301" y="727"/>
                </a:lnTo>
                <a:lnTo>
                  <a:pt x="11261" y="606"/>
                </a:lnTo>
                <a:lnTo>
                  <a:pt x="11200" y="485"/>
                </a:lnTo>
                <a:lnTo>
                  <a:pt x="11119" y="384"/>
                </a:lnTo>
                <a:lnTo>
                  <a:pt x="11039" y="304"/>
                </a:lnTo>
                <a:lnTo>
                  <a:pt x="10938" y="223"/>
                </a:lnTo>
                <a:lnTo>
                  <a:pt x="10837" y="162"/>
                </a:lnTo>
                <a:lnTo>
                  <a:pt x="10736" y="122"/>
                </a:lnTo>
                <a:lnTo>
                  <a:pt x="10514" y="62"/>
                </a:lnTo>
                <a:lnTo>
                  <a:pt x="10272" y="21"/>
                </a:lnTo>
                <a:lnTo>
                  <a:pt x="1003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7" name="Google Shape;2857;p35"/>
          <p:cNvSpPr/>
          <p:nvPr/>
        </p:nvSpPr>
        <p:spPr>
          <a:xfrm flipH="1">
            <a:off x="-731261" y="1730887"/>
            <a:ext cx="2123367" cy="1193681"/>
          </a:xfrm>
          <a:custGeom>
            <a:rect b="b" l="l" r="r" t="t"/>
            <a:pathLst>
              <a:path extrusionOk="0" h="21351" w="37980">
                <a:moveTo>
                  <a:pt x="10776" y="81"/>
                </a:moveTo>
                <a:lnTo>
                  <a:pt x="11341" y="101"/>
                </a:lnTo>
                <a:lnTo>
                  <a:pt x="11927" y="121"/>
                </a:lnTo>
                <a:lnTo>
                  <a:pt x="12532" y="182"/>
                </a:lnTo>
                <a:lnTo>
                  <a:pt x="13178" y="222"/>
                </a:lnTo>
                <a:lnTo>
                  <a:pt x="13824" y="303"/>
                </a:lnTo>
                <a:lnTo>
                  <a:pt x="14510" y="404"/>
                </a:lnTo>
                <a:lnTo>
                  <a:pt x="15216" y="505"/>
                </a:lnTo>
                <a:lnTo>
                  <a:pt x="15943" y="626"/>
                </a:lnTo>
                <a:lnTo>
                  <a:pt x="16709" y="767"/>
                </a:lnTo>
                <a:lnTo>
                  <a:pt x="17496" y="949"/>
                </a:lnTo>
                <a:lnTo>
                  <a:pt x="18324" y="1130"/>
                </a:lnTo>
                <a:lnTo>
                  <a:pt x="19171" y="1332"/>
                </a:lnTo>
                <a:lnTo>
                  <a:pt x="20039" y="1554"/>
                </a:lnTo>
                <a:lnTo>
                  <a:pt x="20947" y="1796"/>
                </a:lnTo>
                <a:lnTo>
                  <a:pt x="21875" y="2059"/>
                </a:lnTo>
                <a:lnTo>
                  <a:pt x="23571" y="2583"/>
                </a:lnTo>
                <a:lnTo>
                  <a:pt x="24418" y="2866"/>
                </a:lnTo>
                <a:lnTo>
                  <a:pt x="25286" y="3148"/>
                </a:lnTo>
                <a:lnTo>
                  <a:pt x="26154" y="3471"/>
                </a:lnTo>
                <a:lnTo>
                  <a:pt x="27021" y="3794"/>
                </a:lnTo>
                <a:lnTo>
                  <a:pt x="27889" y="4157"/>
                </a:lnTo>
                <a:lnTo>
                  <a:pt x="28757" y="4541"/>
                </a:lnTo>
                <a:lnTo>
                  <a:pt x="29625" y="4944"/>
                </a:lnTo>
                <a:lnTo>
                  <a:pt x="30472" y="5368"/>
                </a:lnTo>
                <a:lnTo>
                  <a:pt x="31300" y="5832"/>
                </a:lnTo>
                <a:lnTo>
                  <a:pt x="32127" y="6317"/>
                </a:lnTo>
                <a:lnTo>
                  <a:pt x="32954" y="6841"/>
                </a:lnTo>
                <a:lnTo>
                  <a:pt x="33741" y="7406"/>
                </a:lnTo>
                <a:lnTo>
                  <a:pt x="34508" y="7992"/>
                </a:lnTo>
                <a:lnTo>
                  <a:pt x="35255" y="8637"/>
                </a:lnTo>
                <a:lnTo>
                  <a:pt x="35638" y="8980"/>
                </a:lnTo>
                <a:lnTo>
                  <a:pt x="36001" y="9344"/>
                </a:lnTo>
                <a:lnTo>
                  <a:pt x="36345" y="9687"/>
                </a:lnTo>
                <a:lnTo>
                  <a:pt x="36627" y="10030"/>
                </a:lnTo>
                <a:lnTo>
                  <a:pt x="36910" y="10373"/>
                </a:lnTo>
                <a:lnTo>
                  <a:pt x="37132" y="10696"/>
                </a:lnTo>
                <a:lnTo>
                  <a:pt x="37354" y="11039"/>
                </a:lnTo>
                <a:lnTo>
                  <a:pt x="37535" y="11382"/>
                </a:lnTo>
                <a:lnTo>
                  <a:pt x="37656" y="11624"/>
                </a:lnTo>
                <a:lnTo>
                  <a:pt x="37737" y="11846"/>
                </a:lnTo>
                <a:lnTo>
                  <a:pt x="37818" y="12068"/>
                </a:lnTo>
                <a:lnTo>
                  <a:pt x="37858" y="12290"/>
                </a:lnTo>
                <a:lnTo>
                  <a:pt x="37898" y="12492"/>
                </a:lnTo>
                <a:lnTo>
                  <a:pt x="37898" y="12694"/>
                </a:lnTo>
                <a:lnTo>
                  <a:pt x="37878" y="12875"/>
                </a:lnTo>
                <a:lnTo>
                  <a:pt x="37838" y="13057"/>
                </a:lnTo>
                <a:lnTo>
                  <a:pt x="37757" y="13259"/>
                </a:lnTo>
                <a:lnTo>
                  <a:pt x="37636" y="13460"/>
                </a:lnTo>
                <a:lnTo>
                  <a:pt x="37495" y="13662"/>
                </a:lnTo>
                <a:lnTo>
                  <a:pt x="37313" y="13824"/>
                </a:lnTo>
                <a:lnTo>
                  <a:pt x="37111" y="13985"/>
                </a:lnTo>
                <a:lnTo>
                  <a:pt x="36869" y="14106"/>
                </a:lnTo>
                <a:lnTo>
                  <a:pt x="36627" y="14207"/>
                </a:lnTo>
                <a:lnTo>
                  <a:pt x="36365" y="14288"/>
                </a:lnTo>
                <a:lnTo>
                  <a:pt x="36102" y="14328"/>
                </a:lnTo>
                <a:lnTo>
                  <a:pt x="35860" y="14368"/>
                </a:lnTo>
                <a:lnTo>
                  <a:pt x="35336" y="14368"/>
                </a:lnTo>
                <a:lnTo>
                  <a:pt x="34831" y="14328"/>
                </a:lnTo>
                <a:lnTo>
                  <a:pt x="34327" y="14268"/>
                </a:lnTo>
                <a:lnTo>
                  <a:pt x="34306" y="14268"/>
                </a:lnTo>
                <a:lnTo>
                  <a:pt x="32934" y="14106"/>
                </a:lnTo>
                <a:lnTo>
                  <a:pt x="31501" y="13945"/>
                </a:lnTo>
                <a:lnTo>
                  <a:pt x="30028" y="13803"/>
                </a:lnTo>
                <a:lnTo>
                  <a:pt x="28535" y="13682"/>
                </a:lnTo>
                <a:lnTo>
                  <a:pt x="26981" y="13561"/>
                </a:lnTo>
                <a:lnTo>
                  <a:pt x="25387" y="13481"/>
                </a:lnTo>
                <a:lnTo>
                  <a:pt x="23772" y="13420"/>
                </a:lnTo>
                <a:lnTo>
                  <a:pt x="22138" y="13400"/>
                </a:lnTo>
                <a:lnTo>
                  <a:pt x="20483" y="13420"/>
                </a:lnTo>
                <a:lnTo>
                  <a:pt x="18788" y="13460"/>
                </a:lnTo>
                <a:lnTo>
                  <a:pt x="17093" y="13561"/>
                </a:lnTo>
                <a:lnTo>
                  <a:pt x="16245" y="13622"/>
                </a:lnTo>
                <a:lnTo>
                  <a:pt x="15398" y="13703"/>
                </a:lnTo>
                <a:lnTo>
                  <a:pt x="14530" y="13803"/>
                </a:lnTo>
                <a:lnTo>
                  <a:pt x="13682" y="13904"/>
                </a:lnTo>
                <a:lnTo>
                  <a:pt x="12815" y="14025"/>
                </a:lnTo>
                <a:lnTo>
                  <a:pt x="11967" y="14146"/>
                </a:lnTo>
                <a:lnTo>
                  <a:pt x="11099" y="14308"/>
                </a:lnTo>
                <a:lnTo>
                  <a:pt x="10252" y="14469"/>
                </a:lnTo>
                <a:lnTo>
                  <a:pt x="9384" y="14651"/>
                </a:lnTo>
                <a:lnTo>
                  <a:pt x="8536" y="14833"/>
                </a:lnTo>
                <a:lnTo>
                  <a:pt x="7992" y="14974"/>
                </a:lnTo>
                <a:lnTo>
                  <a:pt x="7467" y="15115"/>
                </a:lnTo>
                <a:lnTo>
                  <a:pt x="6922" y="15277"/>
                </a:lnTo>
                <a:lnTo>
                  <a:pt x="6397" y="15458"/>
                </a:lnTo>
                <a:lnTo>
                  <a:pt x="5873" y="15660"/>
                </a:lnTo>
                <a:lnTo>
                  <a:pt x="5368" y="15902"/>
                </a:lnTo>
                <a:lnTo>
                  <a:pt x="4864" y="16164"/>
                </a:lnTo>
                <a:lnTo>
                  <a:pt x="4379" y="16467"/>
                </a:lnTo>
                <a:lnTo>
                  <a:pt x="4137" y="16649"/>
                </a:lnTo>
                <a:lnTo>
                  <a:pt x="3875" y="16851"/>
                </a:lnTo>
                <a:lnTo>
                  <a:pt x="3613" y="17073"/>
                </a:lnTo>
                <a:lnTo>
                  <a:pt x="3350" y="17335"/>
                </a:lnTo>
                <a:lnTo>
                  <a:pt x="3108" y="17617"/>
                </a:lnTo>
                <a:lnTo>
                  <a:pt x="2866" y="17940"/>
                </a:lnTo>
                <a:lnTo>
                  <a:pt x="2644" y="18283"/>
                </a:lnTo>
                <a:lnTo>
                  <a:pt x="2462" y="18667"/>
                </a:lnTo>
                <a:lnTo>
                  <a:pt x="2382" y="18889"/>
                </a:lnTo>
                <a:lnTo>
                  <a:pt x="2341" y="19131"/>
                </a:lnTo>
                <a:lnTo>
                  <a:pt x="2260" y="19635"/>
                </a:lnTo>
                <a:lnTo>
                  <a:pt x="2220" y="19918"/>
                </a:lnTo>
                <a:lnTo>
                  <a:pt x="2180" y="20201"/>
                </a:lnTo>
                <a:lnTo>
                  <a:pt x="2099" y="20463"/>
                </a:lnTo>
                <a:lnTo>
                  <a:pt x="2059" y="20584"/>
                </a:lnTo>
                <a:lnTo>
                  <a:pt x="1998" y="20705"/>
                </a:lnTo>
                <a:lnTo>
                  <a:pt x="1897" y="20846"/>
                </a:lnTo>
                <a:lnTo>
                  <a:pt x="1816" y="20988"/>
                </a:lnTo>
                <a:lnTo>
                  <a:pt x="1716" y="21088"/>
                </a:lnTo>
                <a:lnTo>
                  <a:pt x="1615" y="21169"/>
                </a:lnTo>
                <a:lnTo>
                  <a:pt x="1514" y="21210"/>
                </a:lnTo>
                <a:lnTo>
                  <a:pt x="1413" y="21250"/>
                </a:lnTo>
                <a:lnTo>
                  <a:pt x="1312" y="21270"/>
                </a:lnTo>
                <a:lnTo>
                  <a:pt x="1211" y="21250"/>
                </a:lnTo>
                <a:lnTo>
                  <a:pt x="1110" y="21210"/>
                </a:lnTo>
                <a:lnTo>
                  <a:pt x="1009" y="21149"/>
                </a:lnTo>
                <a:lnTo>
                  <a:pt x="908" y="21068"/>
                </a:lnTo>
                <a:lnTo>
                  <a:pt x="807" y="20967"/>
                </a:lnTo>
                <a:lnTo>
                  <a:pt x="707" y="20846"/>
                </a:lnTo>
                <a:lnTo>
                  <a:pt x="626" y="20725"/>
                </a:lnTo>
                <a:lnTo>
                  <a:pt x="464" y="20422"/>
                </a:lnTo>
                <a:lnTo>
                  <a:pt x="323" y="20100"/>
                </a:lnTo>
                <a:lnTo>
                  <a:pt x="222" y="19777"/>
                </a:lnTo>
                <a:lnTo>
                  <a:pt x="162" y="19454"/>
                </a:lnTo>
                <a:lnTo>
                  <a:pt x="121" y="19151"/>
                </a:lnTo>
                <a:lnTo>
                  <a:pt x="101" y="18223"/>
                </a:lnTo>
                <a:lnTo>
                  <a:pt x="81" y="17274"/>
                </a:lnTo>
                <a:lnTo>
                  <a:pt x="81" y="16326"/>
                </a:lnTo>
                <a:lnTo>
                  <a:pt x="101" y="15377"/>
                </a:lnTo>
                <a:lnTo>
                  <a:pt x="142" y="14449"/>
                </a:lnTo>
                <a:lnTo>
                  <a:pt x="182" y="13501"/>
                </a:lnTo>
                <a:lnTo>
                  <a:pt x="263" y="12572"/>
                </a:lnTo>
                <a:lnTo>
                  <a:pt x="343" y="11624"/>
                </a:lnTo>
                <a:lnTo>
                  <a:pt x="444" y="10696"/>
                </a:lnTo>
                <a:lnTo>
                  <a:pt x="545" y="9747"/>
                </a:lnTo>
                <a:lnTo>
                  <a:pt x="686" y="8819"/>
                </a:lnTo>
                <a:lnTo>
                  <a:pt x="828" y="7891"/>
                </a:lnTo>
                <a:lnTo>
                  <a:pt x="989" y="6962"/>
                </a:lnTo>
                <a:lnTo>
                  <a:pt x="1171" y="6034"/>
                </a:lnTo>
                <a:lnTo>
                  <a:pt x="1373" y="5126"/>
                </a:lnTo>
                <a:lnTo>
                  <a:pt x="1574" y="4198"/>
                </a:lnTo>
                <a:lnTo>
                  <a:pt x="1736" y="3572"/>
                </a:lnTo>
                <a:lnTo>
                  <a:pt x="1837" y="3269"/>
                </a:lnTo>
                <a:lnTo>
                  <a:pt x="1958" y="2967"/>
                </a:lnTo>
                <a:lnTo>
                  <a:pt x="2079" y="2664"/>
                </a:lnTo>
                <a:lnTo>
                  <a:pt x="2220" y="2402"/>
                </a:lnTo>
                <a:lnTo>
                  <a:pt x="2402" y="2139"/>
                </a:lnTo>
                <a:lnTo>
                  <a:pt x="2604" y="1897"/>
                </a:lnTo>
                <a:lnTo>
                  <a:pt x="2825" y="1695"/>
                </a:lnTo>
                <a:lnTo>
                  <a:pt x="3068" y="1514"/>
                </a:lnTo>
                <a:lnTo>
                  <a:pt x="3330" y="1352"/>
                </a:lnTo>
                <a:lnTo>
                  <a:pt x="3592" y="1211"/>
                </a:lnTo>
                <a:lnTo>
                  <a:pt x="3875" y="1090"/>
                </a:lnTo>
                <a:lnTo>
                  <a:pt x="4157" y="989"/>
                </a:lnTo>
                <a:lnTo>
                  <a:pt x="4702" y="807"/>
                </a:lnTo>
                <a:lnTo>
                  <a:pt x="5247" y="666"/>
                </a:lnTo>
                <a:lnTo>
                  <a:pt x="5832" y="525"/>
                </a:lnTo>
                <a:lnTo>
                  <a:pt x="6458" y="404"/>
                </a:lnTo>
                <a:lnTo>
                  <a:pt x="7104" y="303"/>
                </a:lnTo>
                <a:lnTo>
                  <a:pt x="7810" y="202"/>
                </a:lnTo>
                <a:lnTo>
                  <a:pt x="8577" y="142"/>
                </a:lnTo>
                <a:lnTo>
                  <a:pt x="9384" y="81"/>
                </a:lnTo>
                <a:close/>
                <a:moveTo>
                  <a:pt x="9848" y="0"/>
                </a:moveTo>
                <a:lnTo>
                  <a:pt x="9303" y="20"/>
                </a:lnTo>
                <a:lnTo>
                  <a:pt x="8758" y="41"/>
                </a:lnTo>
                <a:lnTo>
                  <a:pt x="8234" y="81"/>
                </a:lnTo>
                <a:lnTo>
                  <a:pt x="7709" y="142"/>
                </a:lnTo>
                <a:lnTo>
                  <a:pt x="7184" y="202"/>
                </a:lnTo>
                <a:lnTo>
                  <a:pt x="6680" y="283"/>
                </a:lnTo>
                <a:lnTo>
                  <a:pt x="6175" y="384"/>
                </a:lnTo>
                <a:lnTo>
                  <a:pt x="5671" y="485"/>
                </a:lnTo>
                <a:lnTo>
                  <a:pt x="5166" y="606"/>
                </a:lnTo>
                <a:lnTo>
                  <a:pt x="4682" y="727"/>
                </a:lnTo>
                <a:lnTo>
                  <a:pt x="4117" y="908"/>
                </a:lnTo>
                <a:lnTo>
                  <a:pt x="3834" y="1009"/>
                </a:lnTo>
                <a:lnTo>
                  <a:pt x="3552" y="1130"/>
                </a:lnTo>
                <a:lnTo>
                  <a:pt x="3269" y="1272"/>
                </a:lnTo>
                <a:lnTo>
                  <a:pt x="3007" y="1433"/>
                </a:lnTo>
                <a:lnTo>
                  <a:pt x="2765" y="1635"/>
                </a:lnTo>
                <a:lnTo>
                  <a:pt x="2543" y="1837"/>
                </a:lnTo>
                <a:lnTo>
                  <a:pt x="2341" y="2079"/>
                </a:lnTo>
                <a:lnTo>
                  <a:pt x="2160" y="2341"/>
                </a:lnTo>
                <a:lnTo>
                  <a:pt x="1998" y="2624"/>
                </a:lnTo>
                <a:lnTo>
                  <a:pt x="1877" y="2926"/>
                </a:lnTo>
                <a:lnTo>
                  <a:pt x="1776" y="3229"/>
                </a:lnTo>
                <a:lnTo>
                  <a:pt x="1675" y="3552"/>
                </a:lnTo>
                <a:lnTo>
                  <a:pt x="1514" y="4178"/>
                </a:lnTo>
                <a:lnTo>
                  <a:pt x="1292" y="5106"/>
                </a:lnTo>
                <a:lnTo>
                  <a:pt x="1090" y="6014"/>
                </a:lnTo>
                <a:lnTo>
                  <a:pt x="908" y="6942"/>
                </a:lnTo>
                <a:lnTo>
                  <a:pt x="747" y="7870"/>
                </a:lnTo>
                <a:lnTo>
                  <a:pt x="606" y="8819"/>
                </a:lnTo>
                <a:lnTo>
                  <a:pt x="485" y="9747"/>
                </a:lnTo>
                <a:lnTo>
                  <a:pt x="364" y="10676"/>
                </a:lnTo>
                <a:lnTo>
                  <a:pt x="263" y="11624"/>
                </a:lnTo>
                <a:lnTo>
                  <a:pt x="182" y="12552"/>
                </a:lnTo>
                <a:lnTo>
                  <a:pt x="101" y="13501"/>
                </a:lnTo>
                <a:lnTo>
                  <a:pt x="61" y="14449"/>
                </a:lnTo>
                <a:lnTo>
                  <a:pt x="20" y="15377"/>
                </a:lnTo>
                <a:lnTo>
                  <a:pt x="0" y="16326"/>
                </a:lnTo>
                <a:lnTo>
                  <a:pt x="0" y="17274"/>
                </a:lnTo>
                <a:lnTo>
                  <a:pt x="20" y="18223"/>
                </a:lnTo>
                <a:lnTo>
                  <a:pt x="41" y="19171"/>
                </a:lnTo>
                <a:lnTo>
                  <a:pt x="81" y="19474"/>
                </a:lnTo>
                <a:lnTo>
                  <a:pt x="162" y="19797"/>
                </a:lnTo>
                <a:lnTo>
                  <a:pt x="263" y="20140"/>
                </a:lnTo>
                <a:lnTo>
                  <a:pt x="404" y="20483"/>
                </a:lnTo>
                <a:lnTo>
                  <a:pt x="565" y="20766"/>
                </a:lnTo>
                <a:lnTo>
                  <a:pt x="666" y="20907"/>
                </a:lnTo>
                <a:lnTo>
                  <a:pt x="767" y="21028"/>
                </a:lnTo>
                <a:lnTo>
                  <a:pt x="868" y="21129"/>
                </a:lnTo>
                <a:lnTo>
                  <a:pt x="969" y="21210"/>
                </a:lnTo>
                <a:lnTo>
                  <a:pt x="1070" y="21290"/>
                </a:lnTo>
                <a:lnTo>
                  <a:pt x="1191" y="21331"/>
                </a:lnTo>
                <a:lnTo>
                  <a:pt x="1332" y="21351"/>
                </a:lnTo>
                <a:lnTo>
                  <a:pt x="1433" y="21331"/>
                </a:lnTo>
                <a:lnTo>
                  <a:pt x="1514" y="21310"/>
                </a:lnTo>
                <a:lnTo>
                  <a:pt x="1615" y="21250"/>
                </a:lnTo>
                <a:lnTo>
                  <a:pt x="1716" y="21189"/>
                </a:lnTo>
                <a:lnTo>
                  <a:pt x="1796" y="21109"/>
                </a:lnTo>
                <a:lnTo>
                  <a:pt x="1897" y="21008"/>
                </a:lnTo>
                <a:lnTo>
                  <a:pt x="2059" y="20745"/>
                </a:lnTo>
                <a:lnTo>
                  <a:pt x="2119" y="20624"/>
                </a:lnTo>
                <a:lnTo>
                  <a:pt x="2180" y="20503"/>
                </a:lnTo>
                <a:lnTo>
                  <a:pt x="2260" y="20221"/>
                </a:lnTo>
                <a:lnTo>
                  <a:pt x="2301" y="19938"/>
                </a:lnTo>
                <a:lnTo>
                  <a:pt x="2341" y="19635"/>
                </a:lnTo>
                <a:lnTo>
                  <a:pt x="2422" y="19151"/>
                </a:lnTo>
                <a:lnTo>
                  <a:pt x="2462" y="18909"/>
                </a:lnTo>
                <a:lnTo>
                  <a:pt x="2543" y="18687"/>
                </a:lnTo>
                <a:lnTo>
                  <a:pt x="2725" y="18324"/>
                </a:lnTo>
                <a:lnTo>
                  <a:pt x="2926" y="17981"/>
                </a:lnTo>
                <a:lnTo>
                  <a:pt x="3169" y="17678"/>
                </a:lnTo>
                <a:lnTo>
                  <a:pt x="3411" y="17395"/>
                </a:lnTo>
                <a:lnTo>
                  <a:pt x="3673" y="17133"/>
                </a:lnTo>
                <a:lnTo>
                  <a:pt x="3935" y="16911"/>
                </a:lnTo>
                <a:lnTo>
                  <a:pt x="4198" y="16709"/>
                </a:lnTo>
                <a:lnTo>
                  <a:pt x="4440" y="16528"/>
                </a:lnTo>
                <a:lnTo>
                  <a:pt x="4904" y="16245"/>
                </a:lnTo>
                <a:lnTo>
                  <a:pt x="5388" y="15983"/>
                </a:lnTo>
                <a:lnTo>
                  <a:pt x="5913" y="15741"/>
                </a:lnTo>
                <a:lnTo>
                  <a:pt x="6418" y="15539"/>
                </a:lnTo>
                <a:lnTo>
                  <a:pt x="6962" y="15357"/>
                </a:lnTo>
                <a:lnTo>
                  <a:pt x="7487" y="15196"/>
                </a:lnTo>
                <a:lnTo>
                  <a:pt x="8032" y="15055"/>
                </a:lnTo>
                <a:lnTo>
                  <a:pt x="8557" y="14913"/>
                </a:lnTo>
                <a:lnTo>
                  <a:pt x="9404" y="14732"/>
                </a:lnTo>
                <a:lnTo>
                  <a:pt x="10272" y="14550"/>
                </a:lnTo>
                <a:lnTo>
                  <a:pt x="11119" y="14389"/>
                </a:lnTo>
                <a:lnTo>
                  <a:pt x="11987" y="14227"/>
                </a:lnTo>
                <a:lnTo>
                  <a:pt x="12835" y="14106"/>
                </a:lnTo>
                <a:lnTo>
                  <a:pt x="13703" y="13985"/>
                </a:lnTo>
                <a:lnTo>
                  <a:pt x="14550" y="13884"/>
                </a:lnTo>
                <a:lnTo>
                  <a:pt x="15398" y="13783"/>
                </a:lnTo>
                <a:lnTo>
                  <a:pt x="16265" y="13703"/>
                </a:lnTo>
                <a:lnTo>
                  <a:pt x="17113" y="13642"/>
                </a:lnTo>
                <a:lnTo>
                  <a:pt x="18808" y="13541"/>
                </a:lnTo>
                <a:lnTo>
                  <a:pt x="20483" y="13501"/>
                </a:lnTo>
                <a:lnTo>
                  <a:pt x="22138" y="13481"/>
                </a:lnTo>
                <a:lnTo>
                  <a:pt x="23772" y="13501"/>
                </a:lnTo>
                <a:lnTo>
                  <a:pt x="25387" y="13561"/>
                </a:lnTo>
                <a:lnTo>
                  <a:pt x="26981" y="13642"/>
                </a:lnTo>
                <a:lnTo>
                  <a:pt x="28515" y="13763"/>
                </a:lnTo>
                <a:lnTo>
                  <a:pt x="30028" y="13884"/>
                </a:lnTo>
                <a:lnTo>
                  <a:pt x="31501" y="14025"/>
                </a:lnTo>
                <a:lnTo>
                  <a:pt x="32934" y="14187"/>
                </a:lnTo>
                <a:lnTo>
                  <a:pt x="34306" y="14348"/>
                </a:lnTo>
                <a:lnTo>
                  <a:pt x="34831" y="14409"/>
                </a:lnTo>
                <a:lnTo>
                  <a:pt x="35356" y="14449"/>
                </a:lnTo>
                <a:lnTo>
                  <a:pt x="35860" y="14449"/>
                </a:lnTo>
                <a:lnTo>
                  <a:pt x="36123" y="14409"/>
                </a:lnTo>
                <a:lnTo>
                  <a:pt x="36385" y="14368"/>
                </a:lnTo>
                <a:lnTo>
                  <a:pt x="36647" y="14288"/>
                </a:lnTo>
                <a:lnTo>
                  <a:pt x="36910" y="14187"/>
                </a:lnTo>
                <a:lnTo>
                  <a:pt x="37152" y="14046"/>
                </a:lnTo>
                <a:lnTo>
                  <a:pt x="37374" y="13884"/>
                </a:lnTo>
                <a:lnTo>
                  <a:pt x="37555" y="13703"/>
                </a:lnTo>
                <a:lnTo>
                  <a:pt x="37717" y="13501"/>
                </a:lnTo>
                <a:lnTo>
                  <a:pt x="37838" y="13299"/>
                </a:lnTo>
                <a:lnTo>
                  <a:pt x="37919" y="13077"/>
                </a:lnTo>
                <a:lnTo>
                  <a:pt x="37959" y="12895"/>
                </a:lnTo>
                <a:lnTo>
                  <a:pt x="37979" y="12694"/>
                </a:lnTo>
                <a:lnTo>
                  <a:pt x="37979" y="12492"/>
                </a:lnTo>
                <a:lnTo>
                  <a:pt x="37939" y="12290"/>
                </a:lnTo>
                <a:lnTo>
                  <a:pt x="37898" y="12068"/>
                </a:lnTo>
                <a:lnTo>
                  <a:pt x="37818" y="11826"/>
                </a:lnTo>
                <a:lnTo>
                  <a:pt x="37737" y="11604"/>
                </a:lnTo>
                <a:lnTo>
                  <a:pt x="37616" y="11341"/>
                </a:lnTo>
                <a:lnTo>
                  <a:pt x="37414" y="10998"/>
                </a:lnTo>
                <a:lnTo>
                  <a:pt x="37212" y="10655"/>
                </a:lnTo>
                <a:lnTo>
                  <a:pt x="36970" y="10312"/>
                </a:lnTo>
                <a:lnTo>
                  <a:pt x="36708" y="9969"/>
                </a:lnTo>
                <a:lnTo>
                  <a:pt x="36405" y="9626"/>
                </a:lnTo>
                <a:lnTo>
                  <a:pt x="36062" y="9283"/>
                </a:lnTo>
                <a:lnTo>
                  <a:pt x="35699" y="8920"/>
                </a:lnTo>
                <a:lnTo>
                  <a:pt x="35315" y="8577"/>
                </a:lnTo>
                <a:lnTo>
                  <a:pt x="34569" y="7931"/>
                </a:lnTo>
                <a:lnTo>
                  <a:pt x="33782" y="7346"/>
                </a:lnTo>
                <a:lnTo>
                  <a:pt x="32995" y="6781"/>
                </a:lnTo>
                <a:lnTo>
                  <a:pt x="32187" y="6256"/>
                </a:lnTo>
                <a:lnTo>
                  <a:pt x="31360" y="5772"/>
                </a:lnTo>
                <a:lnTo>
                  <a:pt x="30512" y="5308"/>
                </a:lnTo>
                <a:lnTo>
                  <a:pt x="29665" y="4864"/>
                </a:lnTo>
                <a:lnTo>
                  <a:pt x="28797" y="4460"/>
                </a:lnTo>
                <a:lnTo>
                  <a:pt x="27929" y="4077"/>
                </a:lnTo>
                <a:lnTo>
                  <a:pt x="27062" y="3734"/>
                </a:lnTo>
                <a:lnTo>
                  <a:pt x="26194" y="3390"/>
                </a:lnTo>
                <a:lnTo>
                  <a:pt x="25306" y="3088"/>
                </a:lnTo>
                <a:lnTo>
                  <a:pt x="24458" y="2785"/>
                </a:lnTo>
                <a:lnTo>
                  <a:pt x="23591" y="2503"/>
                </a:lnTo>
                <a:lnTo>
                  <a:pt x="21896" y="1998"/>
                </a:lnTo>
                <a:lnTo>
                  <a:pt x="20685" y="1635"/>
                </a:lnTo>
                <a:lnTo>
                  <a:pt x="19494" y="1332"/>
                </a:lnTo>
                <a:lnTo>
                  <a:pt x="18364" y="1050"/>
                </a:lnTo>
                <a:lnTo>
                  <a:pt x="17295" y="807"/>
                </a:lnTo>
                <a:lnTo>
                  <a:pt x="16245" y="585"/>
                </a:lnTo>
                <a:lnTo>
                  <a:pt x="15236" y="404"/>
                </a:lnTo>
                <a:lnTo>
                  <a:pt x="14268" y="263"/>
                </a:lnTo>
                <a:lnTo>
                  <a:pt x="13299" y="162"/>
                </a:lnTo>
                <a:lnTo>
                  <a:pt x="12128" y="61"/>
                </a:lnTo>
                <a:lnTo>
                  <a:pt x="10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8" name="Google Shape;2858;p35"/>
          <p:cNvSpPr/>
          <p:nvPr/>
        </p:nvSpPr>
        <p:spPr>
          <a:xfrm flipH="1">
            <a:off x="484960" y="2856786"/>
            <a:ext cx="415281" cy="285520"/>
          </a:xfrm>
          <a:custGeom>
            <a:rect b="b" l="l" r="r" t="t"/>
            <a:pathLst>
              <a:path extrusionOk="0" h="5107" w="7428">
                <a:moveTo>
                  <a:pt x="7124" y="82"/>
                </a:moveTo>
                <a:lnTo>
                  <a:pt x="7205" y="102"/>
                </a:lnTo>
                <a:lnTo>
                  <a:pt x="7286" y="142"/>
                </a:lnTo>
                <a:lnTo>
                  <a:pt x="7326" y="223"/>
                </a:lnTo>
                <a:lnTo>
                  <a:pt x="7346" y="344"/>
                </a:lnTo>
                <a:lnTo>
                  <a:pt x="7346" y="485"/>
                </a:lnTo>
                <a:lnTo>
                  <a:pt x="7306" y="647"/>
                </a:lnTo>
                <a:lnTo>
                  <a:pt x="7225" y="808"/>
                </a:lnTo>
                <a:lnTo>
                  <a:pt x="7064" y="1212"/>
                </a:lnTo>
                <a:lnTo>
                  <a:pt x="6842" y="1615"/>
                </a:lnTo>
                <a:lnTo>
                  <a:pt x="6600" y="1999"/>
                </a:lnTo>
                <a:lnTo>
                  <a:pt x="6357" y="2362"/>
                </a:lnTo>
                <a:lnTo>
                  <a:pt x="6055" y="2786"/>
                </a:lnTo>
                <a:lnTo>
                  <a:pt x="5732" y="3149"/>
                </a:lnTo>
                <a:lnTo>
                  <a:pt x="5389" y="3472"/>
                </a:lnTo>
                <a:lnTo>
                  <a:pt x="5026" y="3775"/>
                </a:lnTo>
                <a:lnTo>
                  <a:pt x="4642" y="4037"/>
                </a:lnTo>
                <a:lnTo>
                  <a:pt x="4259" y="4279"/>
                </a:lnTo>
                <a:lnTo>
                  <a:pt x="3835" y="4501"/>
                </a:lnTo>
                <a:lnTo>
                  <a:pt x="3411" y="4683"/>
                </a:lnTo>
                <a:lnTo>
                  <a:pt x="2987" y="4824"/>
                </a:lnTo>
                <a:lnTo>
                  <a:pt x="2745" y="4905"/>
                </a:lnTo>
                <a:lnTo>
                  <a:pt x="2463" y="4965"/>
                </a:lnTo>
                <a:lnTo>
                  <a:pt x="2160" y="5006"/>
                </a:lnTo>
                <a:lnTo>
                  <a:pt x="1837" y="5026"/>
                </a:lnTo>
                <a:lnTo>
                  <a:pt x="1514" y="5006"/>
                </a:lnTo>
                <a:lnTo>
                  <a:pt x="1353" y="4965"/>
                </a:lnTo>
                <a:lnTo>
                  <a:pt x="1171" y="4945"/>
                </a:lnTo>
                <a:lnTo>
                  <a:pt x="1010" y="4885"/>
                </a:lnTo>
                <a:lnTo>
                  <a:pt x="848" y="4824"/>
                </a:lnTo>
                <a:lnTo>
                  <a:pt x="707" y="4743"/>
                </a:lnTo>
                <a:lnTo>
                  <a:pt x="546" y="4642"/>
                </a:lnTo>
                <a:lnTo>
                  <a:pt x="445" y="4562"/>
                </a:lnTo>
                <a:lnTo>
                  <a:pt x="364" y="4461"/>
                </a:lnTo>
                <a:lnTo>
                  <a:pt x="283" y="4380"/>
                </a:lnTo>
                <a:lnTo>
                  <a:pt x="203" y="4279"/>
                </a:lnTo>
                <a:lnTo>
                  <a:pt x="162" y="4178"/>
                </a:lnTo>
                <a:lnTo>
                  <a:pt x="122" y="4057"/>
                </a:lnTo>
                <a:lnTo>
                  <a:pt x="81" y="3956"/>
                </a:lnTo>
                <a:lnTo>
                  <a:pt x="81" y="3855"/>
                </a:lnTo>
                <a:lnTo>
                  <a:pt x="81" y="3654"/>
                </a:lnTo>
                <a:lnTo>
                  <a:pt x="142" y="3492"/>
                </a:lnTo>
                <a:lnTo>
                  <a:pt x="243" y="3331"/>
                </a:lnTo>
                <a:lnTo>
                  <a:pt x="364" y="3169"/>
                </a:lnTo>
                <a:lnTo>
                  <a:pt x="505" y="3028"/>
                </a:lnTo>
                <a:lnTo>
                  <a:pt x="647" y="2907"/>
                </a:lnTo>
                <a:lnTo>
                  <a:pt x="949" y="2685"/>
                </a:lnTo>
                <a:lnTo>
                  <a:pt x="1656" y="2261"/>
                </a:lnTo>
                <a:lnTo>
                  <a:pt x="2362" y="1858"/>
                </a:lnTo>
                <a:lnTo>
                  <a:pt x="3088" y="1474"/>
                </a:lnTo>
                <a:lnTo>
                  <a:pt x="3835" y="1131"/>
                </a:lnTo>
                <a:lnTo>
                  <a:pt x="4602" y="828"/>
                </a:lnTo>
                <a:lnTo>
                  <a:pt x="5369" y="566"/>
                </a:lnTo>
                <a:lnTo>
                  <a:pt x="6156" y="324"/>
                </a:lnTo>
                <a:lnTo>
                  <a:pt x="6943" y="122"/>
                </a:lnTo>
                <a:lnTo>
                  <a:pt x="7044" y="102"/>
                </a:lnTo>
                <a:lnTo>
                  <a:pt x="7124" y="82"/>
                </a:lnTo>
                <a:close/>
                <a:moveTo>
                  <a:pt x="7145" y="1"/>
                </a:moveTo>
                <a:lnTo>
                  <a:pt x="7084" y="21"/>
                </a:lnTo>
                <a:lnTo>
                  <a:pt x="6923" y="41"/>
                </a:lnTo>
                <a:lnTo>
                  <a:pt x="6136" y="243"/>
                </a:lnTo>
                <a:lnTo>
                  <a:pt x="5348" y="485"/>
                </a:lnTo>
                <a:lnTo>
                  <a:pt x="4561" y="768"/>
                </a:lnTo>
                <a:lnTo>
                  <a:pt x="3795" y="1071"/>
                </a:lnTo>
                <a:lnTo>
                  <a:pt x="3048" y="1414"/>
                </a:lnTo>
                <a:lnTo>
                  <a:pt x="2321" y="1777"/>
                </a:lnTo>
                <a:lnTo>
                  <a:pt x="1595" y="2180"/>
                </a:lnTo>
                <a:lnTo>
                  <a:pt x="909" y="2624"/>
                </a:lnTo>
                <a:lnTo>
                  <a:pt x="586" y="2846"/>
                </a:lnTo>
                <a:lnTo>
                  <a:pt x="445" y="2988"/>
                </a:lnTo>
                <a:lnTo>
                  <a:pt x="283" y="3129"/>
                </a:lnTo>
                <a:lnTo>
                  <a:pt x="162" y="3290"/>
                </a:lnTo>
                <a:lnTo>
                  <a:pt x="81" y="3472"/>
                </a:lnTo>
                <a:lnTo>
                  <a:pt x="21" y="3654"/>
                </a:lnTo>
                <a:lnTo>
                  <a:pt x="1" y="3754"/>
                </a:lnTo>
                <a:lnTo>
                  <a:pt x="1" y="3855"/>
                </a:lnTo>
                <a:lnTo>
                  <a:pt x="1" y="3976"/>
                </a:lnTo>
                <a:lnTo>
                  <a:pt x="41" y="4077"/>
                </a:lnTo>
                <a:lnTo>
                  <a:pt x="81" y="4198"/>
                </a:lnTo>
                <a:lnTo>
                  <a:pt x="142" y="4320"/>
                </a:lnTo>
                <a:lnTo>
                  <a:pt x="203" y="4420"/>
                </a:lnTo>
                <a:lnTo>
                  <a:pt x="303" y="4521"/>
                </a:lnTo>
                <a:lnTo>
                  <a:pt x="384" y="4622"/>
                </a:lnTo>
                <a:lnTo>
                  <a:pt x="505" y="4703"/>
                </a:lnTo>
                <a:lnTo>
                  <a:pt x="667" y="4804"/>
                </a:lnTo>
                <a:lnTo>
                  <a:pt x="808" y="4885"/>
                </a:lnTo>
                <a:lnTo>
                  <a:pt x="990" y="4965"/>
                </a:lnTo>
                <a:lnTo>
                  <a:pt x="1151" y="5006"/>
                </a:lnTo>
                <a:lnTo>
                  <a:pt x="1312" y="5046"/>
                </a:lnTo>
                <a:lnTo>
                  <a:pt x="1494" y="5086"/>
                </a:lnTo>
                <a:lnTo>
                  <a:pt x="1837" y="5107"/>
                </a:lnTo>
                <a:lnTo>
                  <a:pt x="2160" y="5086"/>
                </a:lnTo>
                <a:lnTo>
                  <a:pt x="2483" y="5046"/>
                </a:lnTo>
                <a:lnTo>
                  <a:pt x="2765" y="4985"/>
                </a:lnTo>
                <a:lnTo>
                  <a:pt x="3008" y="4905"/>
                </a:lnTo>
                <a:lnTo>
                  <a:pt x="3452" y="4763"/>
                </a:lnTo>
                <a:lnTo>
                  <a:pt x="3875" y="4582"/>
                </a:lnTo>
                <a:lnTo>
                  <a:pt x="4299" y="4360"/>
                </a:lnTo>
                <a:lnTo>
                  <a:pt x="4703" y="4118"/>
                </a:lnTo>
                <a:lnTo>
                  <a:pt x="5086" y="3835"/>
                </a:lnTo>
                <a:lnTo>
                  <a:pt x="5449" y="3532"/>
                </a:lnTo>
                <a:lnTo>
                  <a:pt x="5792" y="3189"/>
                </a:lnTo>
                <a:lnTo>
                  <a:pt x="6115" y="2846"/>
                </a:lnTo>
                <a:lnTo>
                  <a:pt x="6398" y="2443"/>
                </a:lnTo>
                <a:lnTo>
                  <a:pt x="6640" y="2080"/>
                </a:lnTo>
                <a:lnTo>
                  <a:pt x="6882" y="1676"/>
                </a:lnTo>
                <a:lnTo>
                  <a:pt x="7124" y="1252"/>
                </a:lnTo>
                <a:lnTo>
                  <a:pt x="7306" y="849"/>
                </a:lnTo>
                <a:lnTo>
                  <a:pt x="7366" y="667"/>
                </a:lnTo>
                <a:lnTo>
                  <a:pt x="7407" y="485"/>
                </a:lnTo>
                <a:lnTo>
                  <a:pt x="7427" y="324"/>
                </a:lnTo>
                <a:lnTo>
                  <a:pt x="7407" y="203"/>
                </a:lnTo>
                <a:lnTo>
                  <a:pt x="7387" y="142"/>
                </a:lnTo>
                <a:lnTo>
                  <a:pt x="7346" y="82"/>
                </a:lnTo>
                <a:lnTo>
                  <a:pt x="7286" y="41"/>
                </a:lnTo>
                <a:lnTo>
                  <a:pt x="7225" y="21"/>
                </a:lnTo>
                <a:lnTo>
                  <a:pt x="71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9" name="Google Shape;2859;p35"/>
          <p:cNvSpPr/>
          <p:nvPr/>
        </p:nvSpPr>
        <p:spPr>
          <a:xfrm flipH="1">
            <a:off x="-606026" y="1791769"/>
            <a:ext cx="1884195" cy="733450"/>
          </a:xfrm>
          <a:custGeom>
            <a:rect b="b" l="l" r="r" t="t"/>
            <a:pathLst>
              <a:path extrusionOk="0" h="13119" w="33702">
                <a:moveTo>
                  <a:pt x="8436" y="82"/>
                </a:moveTo>
                <a:lnTo>
                  <a:pt x="9041" y="102"/>
                </a:lnTo>
                <a:lnTo>
                  <a:pt x="9667" y="142"/>
                </a:lnTo>
                <a:lnTo>
                  <a:pt x="10312" y="183"/>
                </a:lnTo>
                <a:lnTo>
                  <a:pt x="10978" y="263"/>
                </a:lnTo>
                <a:lnTo>
                  <a:pt x="12532" y="465"/>
                </a:lnTo>
                <a:lnTo>
                  <a:pt x="14005" y="707"/>
                </a:lnTo>
                <a:lnTo>
                  <a:pt x="15398" y="949"/>
                </a:lnTo>
                <a:lnTo>
                  <a:pt x="16689" y="1192"/>
                </a:lnTo>
                <a:lnTo>
                  <a:pt x="17900" y="1454"/>
                </a:lnTo>
                <a:lnTo>
                  <a:pt x="19030" y="1716"/>
                </a:lnTo>
                <a:lnTo>
                  <a:pt x="20080" y="1979"/>
                </a:lnTo>
                <a:lnTo>
                  <a:pt x="21048" y="2241"/>
                </a:lnTo>
                <a:lnTo>
                  <a:pt x="21956" y="2523"/>
                </a:lnTo>
                <a:lnTo>
                  <a:pt x="22804" y="2786"/>
                </a:lnTo>
                <a:lnTo>
                  <a:pt x="23571" y="3068"/>
                </a:lnTo>
                <a:lnTo>
                  <a:pt x="24277" y="3331"/>
                </a:lnTo>
                <a:lnTo>
                  <a:pt x="24943" y="3593"/>
                </a:lnTo>
                <a:lnTo>
                  <a:pt x="25548" y="3835"/>
                </a:lnTo>
                <a:lnTo>
                  <a:pt x="26598" y="4320"/>
                </a:lnTo>
                <a:lnTo>
                  <a:pt x="27607" y="4824"/>
                </a:lnTo>
                <a:lnTo>
                  <a:pt x="28071" y="5066"/>
                </a:lnTo>
                <a:lnTo>
                  <a:pt x="28535" y="5329"/>
                </a:lnTo>
                <a:lnTo>
                  <a:pt x="28999" y="5611"/>
                </a:lnTo>
                <a:lnTo>
                  <a:pt x="29423" y="5894"/>
                </a:lnTo>
                <a:lnTo>
                  <a:pt x="29847" y="6176"/>
                </a:lnTo>
                <a:lnTo>
                  <a:pt x="30271" y="6459"/>
                </a:lnTo>
                <a:lnTo>
                  <a:pt x="30654" y="6761"/>
                </a:lnTo>
                <a:lnTo>
                  <a:pt x="31058" y="7064"/>
                </a:lnTo>
                <a:lnTo>
                  <a:pt x="31421" y="7367"/>
                </a:lnTo>
                <a:lnTo>
                  <a:pt x="31784" y="7690"/>
                </a:lnTo>
                <a:lnTo>
                  <a:pt x="32127" y="8012"/>
                </a:lnTo>
                <a:lnTo>
                  <a:pt x="32450" y="8335"/>
                </a:lnTo>
                <a:lnTo>
                  <a:pt x="32773" y="8678"/>
                </a:lnTo>
                <a:lnTo>
                  <a:pt x="33076" y="9021"/>
                </a:lnTo>
                <a:lnTo>
                  <a:pt x="33237" y="9223"/>
                </a:lnTo>
                <a:lnTo>
                  <a:pt x="33378" y="9425"/>
                </a:lnTo>
                <a:lnTo>
                  <a:pt x="33520" y="9667"/>
                </a:lnTo>
                <a:lnTo>
                  <a:pt x="33560" y="9788"/>
                </a:lnTo>
                <a:lnTo>
                  <a:pt x="33600" y="9909"/>
                </a:lnTo>
                <a:lnTo>
                  <a:pt x="33620" y="10030"/>
                </a:lnTo>
                <a:lnTo>
                  <a:pt x="33620" y="10172"/>
                </a:lnTo>
                <a:lnTo>
                  <a:pt x="33600" y="10293"/>
                </a:lnTo>
                <a:lnTo>
                  <a:pt x="33580" y="10414"/>
                </a:lnTo>
                <a:lnTo>
                  <a:pt x="33520" y="10535"/>
                </a:lnTo>
                <a:lnTo>
                  <a:pt x="33459" y="10636"/>
                </a:lnTo>
                <a:lnTo>
                  <a:pt x="33378" y="10737"/>
                </a:lnTo>
                <a:lnTo>
                  <a:pt x="33257" y="10797"/>
                </a:lnTo>
                <a:lnTo>
                  <a:pt x="33176" y="10838"/>
                </a:lnTo>
                <a:lnTo>
                  <a:pt x="33096" y="10858"/>
                </a:lnTo>
                <a:lnTo>
                  <a:pt x="32894" y="10878"/>
                </a:lnTo>
                <a:lnTo>
                  <a:pt x="32692" y="10858"/>
                </a:lnTo>
                <a:lnTo>
                  <a:pt x="32470" y="10817"/>
                </a:lnTo>
                <a:lnTo>
                  <a:pt x="29019" y="10152"/>
                </a:lnTo>
                <a:lnTo>
                  <a:pt x="26840" y="9748"/>
                </a:lnTo>
                <a:lnTo>
                  <a:pt x="25750" y="9566"/>
                </a:lnTo>
                <a:lnTo>
                  <a:pt x="24640" y="9385"/>
                </a:lnTo>
                <a:lnTo>
                  <a:pt x="23551" y="9223"/>
                </a:lnTo>
                <a:lnTo>
                  <a:pt x="22420" y="9102"/>
                </a:lnTo>
                <a:lnTo>
                  <a:pt x="21311" y="9021"/>
                </a:lnTo>
                <a:lnTo>
                  <a:pt x="20201" y="8981"/>
                </a:lnTo>
                <a:lnTo>
                  <a:pt x="19071" y="8961"/>
                </a:lnTo>
                <a:lnTo>
                  <a:pt x="17941" y="9021"/>
                </a:lnTo>
                <a:lnTo>
                  <a:pt x="16831" y="9102"/>
                </a:lnTo>
                <a:lnTo>
                  <a:pt x="15721" y="9223"/>
                </a:lnTo>
                <a:lnTo>
                  <a:pt x="14591" y="9385"/>
                </a:lnTo>
                <a:lnTo>
                  <a:pt x="13501" y="9566"/>
                </a:lnTo>
                <a:lnTo>
                  <a:pt x="12391" y="9788"/>
                </a:lnTo>
                <a:lnTo>
                  <a:pt x="11281" y="10051"/>
                </a:lnTo>
                <a:lnTo>
                  <a:pt x="10191" y="10313"/>
                </a:lnTo>
                <a:lnTo>
                  <a:pt x="9081" y="10596"/>
                </a:lnTo>
                <a:lnTo>
                  <a:pt x="7992" y="10918"/>
                </a:lnTo>
                <a:lnTo>
                  <a:pt x="6922" y="11241"/>
                </a:lnTo>
                <a:lnTo>
                  <a:pt x="4763" y="11907"/>
                </a:lnTo>
                <a:lnTo>
                  <a:pt x="2604" y="12593"/>
                </a:lnTo>
                <a:lnTo>
                  <a:pt x="1595" y="12936"/>
                </a:lnTo>
                <a:lnTo>
                  <a:pt x="1433" y="12977"/>
                </a:lnTo>
                <a:lnTo>
                  <a:pt x="1231" y="13017"/>
                </a:lnTo>
                <a:lnTo>
                  <a:pt x="1050" y="13037"/>
                </a:lnTo>
                <a:lnTo>
                  <a:pt x="949" y="13037"/>
                </a:lnTo>
                <a:lnTo>
                  <a:pt x="868" y="13017"/>
                </a:lnTo>
                <a:lnTo>
                  <a:pt x="767" y="12997"/>
                </a:lnTo>
                <a:lnTo>
                  <a:pt x="687" y="12957"/>
                </a:lnTo>
                <a:lnTo>
                  <a:pt x="606" y="12896"/>
                </a:lnTo>
                <a:lnTo>
                  <a:pt x="525" y="12835"/>
                </a:lnTo>
                <a:lnTo>
                  <a:pt x="404" y="12674"/>
                </a:lnTo>
                <a:lnTo>
                  <a:pt x="323" y="12492"/>
                </a:lnTo>
                <a:lnTo>
                  <a:pt x="243" y="12291"/>
                </a:lnTo>
                <a:lnTo>
                  <a:pt x="202" y="12089"/>
                </a:lnTo>
                <a:lnTo>
                  <a:pt x="162" y="11867"/>
                </a:lnTo>
                <a:lnTo>
                  <a:pt x="142" y="11665"/>
                </a:lnTo>
                <a:lnTo>
                  <a:pt x="101" y="10838"/>
                </a:lnTo>
                <a:lnTo>
                  <a:pt x="81" y="9990"/>
                </a:lnTo>
                <a:lnTo>
                  <a:pt x="101" y="9163"/>
                </a:lnTo>
                <a:lnTo>
                  <a:pt x="142" y="8315"/>
                </a:lnTo>
                <a:lnTo>
                  <a:pt x="202" y="7488"/>
                </a:lnTo>
                <a:lnTo>
                  <a:pt x="283" y="6660"/>
                </a:lnTo>
                <a:lnTo>
                  <a:pt x="404" y="5833"/>
                </a:lnTo>
                <a:lnTo>
                  <a:pt x="545" y="5006"/>
                </a:lnTo>
                <a:lnTo>
                  <a:pt x="666" y="4441"/>
                </a:lnTo>
                <a:lnTo>
                  <a:pt x="808" y="3896"/>
                </a:lnTo>
                <a:lnTo>
                  <a:pt x="909" y="3654"/>
                </a:lnTo>
                <a:lnTo>
                  <a:pt x="989" y="3411"/>
                </a:lnTo>
                <a:lnTo>
                  <a:pt x="1110" y="3189"/>
                </a:lnTo>
                <a:lnTo>
                  <a:pt x="1231" y="2967"/>
                </a:lnTo>
                <a:lnTo>
                  <a:pt x="1413" y="2685"/>
                </a:lnTo>
                <a:lnTo>
                  <a:pt x="1635" y="2402"/>
                </a:lnTo>
                <a:lnTo>
                  <a:pt x="1877" y="2140"/>
                </a:lnTo>
                <a:lnTo>
                  <a:pt x="2160" y="1898"/>
                </a:lnTo>
                <a:lnTo>
                  <a:pt x="2462" y="1656"/>
                </a:lnTo>
                <a:lnTo>
                  <a:pt x="2805" y="1434"/>
                </a:lnTo>
                <a:lnTo>
                  <a:pt x="3189" y="1232"/>
                </a:lnTo>
                <a:lnTo>
                  <a:pt x="3572" y="1030"/>
                </a:lnTo>
                <a:lnTo>
                  <a:pt x="4117" y="808"/>
                </a:lnTo>
                <a:lnTo>
                  <a:pt x="4662" y="627"/>
                </a:lnTo>
                <a:lnTo>
                  <a:pt x="5227" y="465"/>
                </a:lnTo>
                <a:lnTo>
                  <a:pt x="5832" y="324"/>
                </a:lnTo>
                <a:lnTo>
                  <a:pt x="6438" y="223"/>
                </a:lnTo>
                <a:lnTo>
                  <a:pt x="7084" y="142"/>
                </a:lnTo>
                <a:lnTo>
                  <a:pt x="7750" y="102"/>
                </a:lnTo>
                <a:lnTo>
                  <a:pt x="8436" y="82"/>
                </a:lnTo>
                <a:close/>
                <a:moveTo>
                  <a:pt x="8335" y="1"/>
                </a:moveTo>
                <a:lnTo>
                  <a:pt x="7830" y="21"/>
                </a:lnTo>
                <a:lnTo>
                  <a:pt x="7346" y="41"/>
                </a:lnTo>
                <a:lnTo>
                  <a:pt x="6882" y="82"/>
                </a:lnTo>
                <a:lnTo>
                  <a:pt x="6438" y="142"/>
                </a:lnTo>
                <a:lnTo>
                  <a:pt x="5974" y="223"/>
                </a:lnTo>
                <a:lnTo>
                  <a:pt x="5550" y="304"/>
                </a:lnTo>
                <a:lnTo>
                  <a:pt x="5126" y="405"/>
                </a:lnTo>
                <a:lnTo>
                  <a:pt x="4723" y="526"/>
                </a:lnTo>
                <a:lnTo>
                  <a:pt x="4319" y="647"/>
                </a:lnTo>
                <a:lnTo>
                  <a:pt x="3915" y="808"/>
                </a:lnTo>
                <a:lnTo>
                  <a:pt x="3552" y="970"/>
                </a:lnTo>
                <a:lnTo>
                  <a:pt x="3149" y="1151"/>
                </a:lnTo>
                <a:lnTo>
                  <a:pt x="2765" y="1373"/>
                </a:lnTo>
                <a:lnTo>
                  <a:pt x="2422" y="1595"/>
                </a:lnTo>
                <a:lnTo>
                  <a:pt x="2099" y="1837"/>
                </a:lnTo>
                <a:lnTo>
                  <a:pt x="1817" y="2080"/>
                </a:lnTo>
                <a:lnTo>
                  <a:pt x="1575" y="2362"/>
                </a:lnTo>
                <a:lnTo>
                  <a:pt x="1353" y="2624"/>
                </a:lnTo>
                <a:lnTo>
                  <a:pt x="1151" y="2927"/>
                </a:lnTo>
                <a:lnTo>
                  <a:pt x="1030" y="3169"/>
                </a:lnTo>
                <a:lnTo>
                  <a:pt x="909" y="3432"/>
                </a:lnTo>
                <a:lnTo>
                  <a:pt x="808" y="3694"/>
                </a:lnTo>
                <a:lnTo>
                  <a:pt x="707" y="3956"/>
                </a:lnTo>
                <a:lnTo>
                  <a:pt x="586" y="4481"/>
                </a:lnTo>
                <a:lnTo>
                  <a:pt x="465" y="4985"/>
                </a:lnTo>
                <a:lnTo>
                  <a:pt x="323" y="5813"/>
                </a:lnTo>
                <a:lnTo>
                  <a:pt x="222" y="6660"/>
                </a:lnTo>
                <a:lnTo>
                  <a:pt x="122" y="7488"/>
                </a:lnTo>
                <a:lnTo>
                  <a:pt x="61" y="8315"/>
                </a:lnTo>
                <a:lnTo>
                  <a:pt x="21" y="9163"/>
                </a:lnTo>
                <a:lnTo>
                  <a:pt x="0" y="9990"/>
                </a:lnTo>
                <a:lnTo>
                  <a:pt x="21" y="10838"/>
                </a:lnTo>
                <a:lnTo>
                  <a:pt x="61" y="11665"/>
                </a:lnTo>
                <a:lnTo>
                  <a:pt x="101" y="11968"/>
                </a:lnTo>
                <a:lnTo>
                  <a:pt x="142" y="12230"/>
                </a:lnTo>
                <a:lnTo>
                  <a:pt x="222" y="12452"/>
                </a:lnTo>
                <a:lnTo>
                  <a:pt x="303" y="12654"/>
                </a:lnTo>
                <a:lnTo>
                  <a:pt x="404" y="12815"/>
                </a:lnTo>
                <a:lnTo>
                  <a:pt x="545" y="12936"/>
                </a:lnTo>
                <a:lnTo>
                  <a:pt x="687" y="13037"/>
                </a:lnTo>
                <a:lnTo>
                  <a:pt x="848" y="13098"/>
                </a:lnTo>
                <a:lnTo>
                  <a:pt x="949" y="13118"/>
                </a:lnTo>
                <a:lnTo>
                  <a:pt x="1191" y="13118"/>
                </a:lnTo>
                <a:lnTo>
                  <a:pt x="1353" y="13078"/>
                </a:lnTo>
                <a:lnTo>
                  <a:pt x="1615" y="12997"/>
                </a:lnTo>
                <a:lnTo>
                  <a:pt x="2644" y="12674"/>
                </a:lnTo>
                <a:lnTo>
                  <a:pt x="4783" y="11988"/>
                </a:lnTo>
                <a:lnTo>
                  <a:pt x="6942" y="11302"/>
                </a:lnTo>
                <a:lnTo>
                  <a:pt x="8012" y="10999"/>
                </a:lnTo>
                <a:lnTo>
                  <a:pt x="9102" y="10676"/>
                </a:lnTo>
                <a:lnTo>
                  <a:pt x="10191" y="10394"/>
                </a:lnTo>
                <a:lnTo>
                  <a:pt x="11301" y="10131"/>
                </a:lnTo>
                <a:lnTo>
                  <a:pt x="12391" y="9869"/>
                </a:lnTo>
                <a:lnTo>
                  <a:pt x="13501" y="9647"/>
                </a:lnTo>
                <a:lnTo>
                  <a:pt x="14611" y="9465"/>
                </a:lnTo>
                <a:lnTo>
                  <a:pt x="15721" y="9304"/>
                </a:lnTo>
                <a:lnTo>
                  <a:pt x="16831" y="9183"/>
                </a:lnTo>
                <a:lnTo>
                  <a:pt x="17961" y="9102"/>
                </a:lnTo>
                <a:lnTo>
                  <a:pt x="19071" y="9042"/>
                </a:lnTo>
                <a:lnTo>
                  <a:pt x="20201" y="9062"/>
                </a:lnTo>
                <a:lnTo>
                  <a:pt x="21311" y="9102"/>
                </a:lnTo>
                <a:lnTo>
                  <a:pt x="22420" y="9183"/>
                </a:lnTo>
                <a:lnTo>
                  <a:pt x="23530" y="9304"/>
                </a:lnTo>
                <a:lnTo>
                  <a:pt x="24640" y="9465"/>
                </a:lnTo>
                <a:lnTo>
                  <a:pt x="25750" y="9647"/>
                </a:lnTo>
                <a:lnTo>
                  <a:pt x="26840" y="9829"/>
                </a:lnTo>
                <a:lnTo>
                  <a:pt x="28999" y="10232"/>
                </a:lnTo>
                <a:lnTo>
                  <a:pt x="32470" y="10898"/>
                </a:lnTo>
                <a:lnTo>
                  <a:pt x="32692" y="10939"/>
                </a:lnTo>
                <a:lnTo>
                  <a:pt x="32894" y="10959"/>
                </a:lnTo>
                <a:lnTo>
                  <a:pt x="33116" y="10939"/>
                </a:lnTo>
                <a:lnTo>
                  <a:pt x="33197" y="10918"/>
                </a:lnTo>
                <a:lnTo>
                  <a:pt x="33298" y="10878"/>
                </a:lnTo>
                <a:lnTo>
                  <a:pt x="33419" y="10797"/>
                </a:lnTo>
                <a:lnTo>
                  <a:pt x="33520" y="10696"/>
                </a:lnTo>
                <a:lnTo>
                  <a:pt x="33600" y="10575"/>
                </a:lnTo>
                <a:lnTo>
                  <a:pt x="33661" y="10454"/>
                </a:lnTo>
                <a:lnTo>
                  <a:pt x="33681" y="10313"/>
                </a:lnTo>
                <a:lnTo>
                  <a:pt x="33701" y="10172"/>
                </a:lnTo>
                <a:lnTo>
                  <a:pt x="33701" y="10030"/>
                </a:lnTo>
                <a:lnTo>
                  <a:pt x="33681" y="9889"/>
                </a:lnTo>
                <a:lnTo>
                  <a:pt x="33641" y="9768"/>
                </a:lnTo>
                <a:lnTo>
                  <a:pt x="33600" y="9627"/>
                </a:lnTo>
                <a:lnTo>
                  <a:pt x="33459" y="9385"/>
                </a:lnTo>
                <a:lnTo>
                  <a:pt x="33298" y="9163"/>
                </a:lnTo>
                <a:lnTo>
                  <a:pt x="33136" y="8961"/>
                </a:lnTo>
                <a:lnTo>
                  <a:pt x="32833" y="8618"/>
                </a:lnTo>
                <a:lnTo>
                  <a:pt x="32511" y="8275"/>
                </a:lnTo>
                <a:lnTo>
                  <a:pt x="32188" y="7952"/>
                </a:lnTo>
                <a:lnTo>
                  <a:pt x="31824" y="7629"/>
                </a:lnTo>
                <a:lnTo>
                  <a:pt x="31481" y="7306"/>
                </a:lnTo>
                <a:lnTo>
                  <a:pt x="31098" y="7003"/>
                </a:lnTo>
                <a:lnTo>
                  <a:pt x="30714" y="6701"/>
                </a:lnTo>
                <a:lnTo>
                  <a:pt x="30311" y="6398"/>
                </a:lnTo>
                <a:lnTo>
                  <a:pt x="29907" y="6095"/>
                </a:lnTo>
                <a:lnTo>
                  <a:pt x="29483" y="5813"/>
                </a:lnTo>
                <a:lnTo>
                  <a:pt x="29040" y="5530"/>
                </a:lnTo>
                <a:lnTo>
                  <a:pt x="28575" y="5268"/>
                </a:lnTo>
                <a:lnTo>
                  <a:pt x="28111" y="5006"/>
                </a:lnTo>
                <a:lnTo>
                  <a:pt x="27627" y="4743"/>
                </a:lnTo>
                <a:lnTo>
                  <a:pt x="26638" y="4259"/>
                </a:lnTo>
                <a:lnTo>
                  <a:pt x="25569" y="3775"/>
                </a:lnTo>
                <a:lnTo>
                  <a:pt x="24963" y="3512"/>
                </a:lnTo>
                <a:lnTo>
                  <a:pt x="24317" y="3250"/>
                </a:lnTo>
                <a:lnTo>
                  <a:pt x="23591" y="2988"/>
                </a:lnTo>
                <a:lnTo>
                  <a:pt x="22824" y="2725"/>
                </a:lnTo>
                <a:lnTo>
                  <a:pt x="21977" y="2443"/>
                </a:lnTo>
                <a:lnTo>
                  <a:pt x="21068" y="2180"/>
                </a:lnTo>
                <a:lnTo>
                  <a:pt x="20100" y="1898"/>
                </a:lnTo>
                <a:lnTo>
                  <a:pt x="19050" y="1636"/>
                </a:lnTo>
                <a:lnTo>
                  <a:pt x="17920" y="1373"/>
                </a:lnTo>
                <a:lnTo>
                  <a:pt x="16710" y="1111"/>
                </a:lnTo>
                <a:lnTo>
                  <a:pt x="15398" y="869"/>
                </a:lnTo>
                <a:lnTo>
                  <a:pt x="14026" y="627"/>
                </a:lnTo>
                <a:lnTo>
                  <a:pt x="12552" y="405"/>
                </a:lnTo>
                <a:lnTo>
                  <a:pt x="10978" y="183"/>
                </a:lnTo>
                <a:lnTo>
                  <a:pt x="10413" y="122"/>
                </a:lnTo>
                <a:lnTo>
                  <a:pt x="9889" y="62"/>
                </a:lnTo>
                <a:lnTo>
                  <a:pt x="9344" y="41"/>
                </a:lnTo>
                <a:lnTo>
                  <a:pt x="8839" y="21"/>
                </a:lnTo>
                <a:lnTo>
                  <a:pt x="83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0" name="Google Shape;2860;p35"/>
          <p:cNvSpPr/>
          <p:nvPr/>
        </p:nvSpPr>
        <p:spPr>
          <a:xfrm flipH="1">
            <a:off x="629427" y="2966250"/>
            <a:ext cx="166996" cy="99348"/>
          </a:xfrm>
          <a:custGeom>
            <a:rect b="b" l="l" r="r" t="t"/>
            <a:pathLst>
              <a:path extrusionOk="0" h="1777" w="2987">
                <a:moveTo>
                  <a:pt x="2240" y="81"/>
                </a:moveTo>
                <a:lnTo>
                  <a:pt x="2442" y="101"/>
                </a:lnTo>
                <a:lnTo>
                  <a:pt x="2644" y="122"/>
                </a:lnTo>
                <a:lnTo>
                  <a:pt x="2745" y="162"/>
                </a:lnTo>
                <a:lnTo>
                  <a:pt x="2805" y="182"/>
                </a:lnTo>
                <a:lnTo>
                  <a:pt x="2866" y="243"/>
                </a:lnTo>
                <a:lnTo>
                  <a:pt x="2906" y="283"/>
                </a:lnTo>
                <a:lnTo>
                  <a:pt x="2906" y="364"/>
                </a:lnTo>
                <a:lnTo>
                  <a:pt x="2906" y="444"/>
                </a:lnTo>
                <a:lnTo>
                  <a:pt x="2846" y="525"/>
                </a:lnTo>
                <a:lnTo>
                  <a:pt x="2765" y="626"/>
                </a:lnTo>
                <a:lnTo>
                  <a:pt x="2543" y="868"/>
                </a:lnTo>
                <a:lnTo>
                  <a:pt x="2281" y="1070"/>
                </a:lnTo>
                <a:lnTo>
                  <a:pt x="1998" y="1252"/>
                </a:lnTo>
                <a:lnTo>
                  <a:pt x="1716" y="1413"/>
                </a:lnTo>
                <a:lnTo>
                  <a:pt x="1393" y="1534"/>
                </a:lnTo>
                <a:lnTo>
                  <a:pt x="1090" y="1615"/>
                </a:lnTo>
                <a:lnTo>
                  <a:pt x="747" y="1675"/>
                </a:lnTo>
                <a:lnTo>
                  <a:pt x="424" y="1696"/>
                </a:lnTo>
                <a:lnTo>
                  <a:pt x="263" y="1696"/>
                </a:lnTo>
                <a:lnTo>
                  <a:pt x="182" y="1655"/>
                </a:lnTo>
                <a:lnTo>
                  <a:pt x="121" y="1615"/>
                </a:lnTo>
                <a:lnTo>
                  <a:pt x="81" y="1554"/>
                </a:lnTo>
                <a:lnTo>
                  <a:pt x="81" y="1494"/>
                </a:lnTo>
                <a:lnTo>
                  <a:pt x="81" y="1433"/>
                </a:lnTo>
                <a:lnTo>
                  <a:pt x="101" y="1373"/>
                </a:lnTo>
                <a:lnTo>
                  <a:pt x="182" y="1252"/>
                </a:lnTo>
                <a:lnTo>
                  <a:pt x="263" y="1151"/>
                </a:lnTo>
                <a:lnTo>
                  <a:pt x="485" y="949"/>
                </a:lnTo>
                <a:lnTo>
                  <a:pt x="686" y="747"/>
                </a:lnTo>
                <a:lnTo>
                  <a:pt x="929" y="586"/>
                </a:lnTo>
                <a:lnTo>
                  <a:pt x="1171" y="424"/>
                </a:lnTo>
                <a:lnTo>
                  <a:pt x="1413" y="283"/>
                </a:lnTo>
                <a:lnTo>
                  <a:pt x="1675" y="182"/>
                </a:lnTo>
                <a:lnTo>
                  <a:pt x="1958" y="101"/>
                </a:lnTo>
                <a:lnTo>
                  <a:pt x="2240" y="81"/>
                </a:lnTo>
                <a:close/>
                <a:moveTo>
                  <a:pt x="2119" y="0"/>
                </a:moveTo>
                <a:lnTo>
                  <a:pt x="1938" y="21"/>
                </a:lnTo>
                <a:lnTo>
                  <a:pt x="1776" y="61"/>
                </a:lnTo>
                <a:lnTo>
                  <a:pt x="1615" y="122"/>
                </a:lnTo>
                <a:lnTo>
                  <a:pt x="1453" y="182"/>
                </a:lnTo>
                <a:lnTo>
                  <a:pt x="1292" y="243"/>
                </a:lnTo>
                <a:lnTo>
                  <a:pt x="1009" y="424"/>
                </a:lnTo>
                <a:lnTo>
                  <a:pt x="727" y="626"/>
                </a:lnTo>
                <a:lnTo>
                  <a:pt x="464" y="848"/>
                </a:lnTo>
                <a:lnTo>
                  <a:pt x="222" y="1090"/>
                </a:lnTo>
                <a:lnTo>
                  <a:pt x="101" y="1211"/>
                </a:lnTo>
                <a:lnTo>
                  <a:pt x="21" y="1332"/>
                </a:lnTo>
                <a:lnTo>
                  <a:pt x="0" y="1433"/>
                </a:lnTo>
                <a:lnTo>
                  <a:pt x="0" y="1514"/>
                </a:lnTo>
                <a:lnTo>
                  <a:pt x="21" y="1595"/>
                </a:lnTo>
                <a:lnTo>
                  <a:pt x="61" y="1655"/>
                </a:lnTo>
                <a:lnTo>
                  <a:pt x="121" y="1716"/>
                </a:lnTo>
                <a:lnTo>
                  <a:pt x="222" y="1756"/>
                </a:lnTo>
                <a:lnTo>
                  <a:pt x="303" y="1776"/>
                </a:lnTo>
                <a:lnTo>
                  <a:pt x="424" y="1776"/>
                </a:lnTo>
                <a:lnTo>
                  <a:pt x="767" y="1756"/>
                </a:lnTo>
                <a:lnTo>
                  <a:pt x="1110" y="1696"/>
                </a:lnTo>
                <a:lnTo>
                  <a:pt x="1433" y="1615"/>
                </a:lnTo>
                <a:lnTo>
                  <a:pt x="1736" y="1474"/>
                </a:lnTo>
                <a:lnTo>
                  <a:pt x="2039" y="1332"/>
                </a:lnTo>
                <a:lnTo>
                  <a:pt x="2321" y="1131"/>
                </a:lnTo>
                <a:lnTo>
                  <a:pt x="2604" y="929"/>
                </a:lnTo>
                <a:lnTo>
                  <a:pt x="2826" y="687"/>
                </a:lnTo>
                <a:lnTo>
                  <a:pt x="2926" y="565"/>
                </a:lnTo>
                <a:lnTo>
                  <a:pt x="2987" y="465"/>
                </a:lnTo>
                <a:lnTo>
                  <a:pt x="2987" y="343"/>
                </a:lnTo>
                <a:lnTo>
                  <a:pt x="2967" y="263"/>
                </a:lnTo>
                <a:lnTo>
                  <a:pt x="2926" y="182"/>
                </a:lnTo>
                <a:lnTo>
                  <a:pt x="2866" y="122"/>
                </a:lnTo>
                <a:lnTo>
                  <a:pt x="2765" y="81"/>
                </a:lnTo>
                <a:lnTo>
                  <a:pt x="2664" y="41"/>
                </a:lnTo>
                <a:lnTo>
                  <a:pt x="2462" y="21"/>
                </a:lnTo>
                <a:lnTo>
                  <a:pt x="22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1" name="Google Shape;2861;p35"/>
          <p:cNvSpPr/>
          <p:nvPr/>
        </p:nvSpPr>
        <p:spPr>
          <a:xfrm flipH="1">
            <a:off x="7700621" y="1915906"/>
            <a:ext cx="1001862" cy="1525380"/>
          </a:xfrm>
          <a:custGeom>
            <a:rect b="b" l="l" r="r" t="t"/>
            <a:pathLst>
              <a:path extrusionOk="0" h="27284" w="17920">
                <a:moveTo>
                  <a:pt x="9041" y="81"/>
                </a:moveTo>
                <a:lnTo>
                  <a:pt x="9464" y="101"/>
                </a:lnTo>
                <a:lnTo>
                  <a:pt x="9888" y="141"/>
                </a:lnTo>
                <a:lnTo>
                  <a:pt x="10312" y="222"/>
                </a:lnTo>
                <a:lnTo>
                  <a:pt x="10716" y="323"/>
                </a:lnTo>
                <a:lnTo>
                  <a:pt x="11139" y="444"/>
                </a:lnTo>
                <a:lnTo>
                  <a:pt x="11543" y="605"/>
                </a:lnTo>
                <a:lnTo>
                  <a:pt x="11947" y="767"/>
                </a:lnTo>
                <a:lnTo>
                  <a:pt x="12350" y="969"/>
                </a:lnTo>
                <a:lnTo>
                  <a:pt x="12734" y="1191"/>
                </a:lnTo>
                <a:lnTo>
                  <a:pt x="13117" y="1433"/>
                </a:lnTo>
                <a:lnTo>
                  <a:pt x="13480" y="1715"/>
                </a:lnTo>
                <a:lnTo>
                  <a:pt x="13844" y="1998"/>
                </a:lnTo>
                <a:lnTo>
                  <a:pt x="14187" y="2301"/>
                </a:lnTo>
                <a:lnTo>
                  <a:pt x="14530" y="2644"/>
                </a:lnTo>
                <a:lnTo>
                  <a:pt x="14832" y="2987"/>
                </a:lnTo>
                <a:lnTo>
                  <a:pt x="15155" y="3350"/>
                </a:lnTo>
                <a:lnTo>
                  <a:pt x="15397" y="3673"/>
                </a:lnTo>
                <a:lnTo>
                  <a:pt x="15619" y="4016"/>
                </a:lnTo>
                <a:lnTo>
                  <a:pt x="15841" y="4359"/>
                </a:lnTo>
                <a:lnTo>
                  <a:pt x="16063" y="4722"/>
                </a:lnTo>
                <a:lnTo>
                  <a:pt x="16265" y="5106"/>
                </a:lnTo>
                <a:lnTo>
                  <a:pt x="16447" y="5489"/>
                </a:lnTo>
                <a:lnTo>
                  <a:pt x="16628" y="5893"/>
                </a:lnTo>
                <a:lnTo>
                  <a:pt x="16790" y="6296"/>
                </a:lnTo>
                <a:lnTo>
                  <a:pt x="16931" y="6720"/>
                </a:lnTo>
                <a:lnTo>
                  <a:pt x="17072" y="7144"/>
                </a:lnTo>
                <a:lnTo>
                  <a:pt x="17214" y="7588"/>
                </a:lnTo>
                <a:lnTo>
                  <a:pt x="17315" y="8052"/>
                </a:lnTo>
                <a:lnTo>
                  <a:pt x="17436" y="8516"/>
                </a:lnTo>
                <a:lnTo>
                  <a:pt x="17516" y="8980"/>
                </a:lnTo>
                <a:lnTo>
                  <a:pt x="17597" y="9485"/>
                </a:lnTo>
                <a:lnTo>
                  <a:pt x="17678" y="9969"/>
                </a:lnTo>
                <a:lnTo>
                  <a:pt x="17738" y="10514"/>
                </a:lnTo>
                <a:lnTo>
                  <a:pt x="17779" y="11079"/>
                </a:lnTo>
                <a:lnTo>
                  <a:pt x="17819" y="11624"/>
                </a:lnTo>
                <a:lnTo>
                  <a:pt x="17839" y="12189"/>
                </a:lnTo>
                <a:lnTo>
                  <a:pt x="17839" y="12774"/>
                </a:lnTo>
                <a:lnTo>
                  <a:pt x="17819" y="13339"/>
                </a:lnTo>
                <a:lnTo>
                  <a:pt x="17799" y="13924"/>
                </a:lnTo>
                <a:lnTo>
                  <a:pt x="17758" y="14510"/>
                </a:lnTo>
                <a:lnTo>
                  <a:pt x="17718" y="15115"/>
                </a:lnTo>
                <a:lnTo>
                  <a:pt x="17637" y="15720"/>
                </a:lnTo>
                <a:lnTo>
                  <a:pt x="17557" y="16326"/>
                </a:lnTo>
                <a:lnTo>
                  <a:pt x="17456" y="16951"/>
                </a:lnTo>
                <a:lnTo>
                  <a:pt x="17355" y="17577"/>
                </a:lnTo>
                <a:lnTo>
                  <a:pt x="17234" y="18202"/>
                </a:lnTo>
                <a:lnTo>
                  <a:pt x="17093" y="18848"/>
                </a:lnTo>
                <a:lnTo>
                  <a:pt x="16931" y="19514"/>
                </a:lnTo>
                <a:lnTo>
                  <a:pt x="16709" y="20362"/>
                </a:lnTo>
                <a:lnTo>
                  <a:pt x="16447" y="21230"/>
                </a:lnTo>
                <a:lnTo>
                  <a:pt x="16285" y="21673"/>
                </a:lnTo>
                <a:lnTo>
                  <a:pt x="16124" y="22117"/>
                </a:lnTo>
                <a:lnTo>
                  <a:pt x="15942" y="22561"/>
                </a:lnTo>
                <a:lnTo>
                  <a:pt x="15740" y="23005"/>
                </a:lnTo>
                <a:lnTo>
                  <a:pt x="15518" y="23429"/>
                </a:lnTo>
                <a:lnTo>
                  <a:pt x="15276" y="23873"/>
                </a:lnTo>
                <a:lnTo>
                  <a:pt x="15014" y="24277"/>
                </a:lnTo>
                <a:lnTo>
                  <a:pt x="14731" y="24680"/>
                </a:lnTo>
                <a:lnTo>
                  <a:pt x="14429" y="25064"/>
                </a:lnTo>
                <a:lnTo>
                  <a:pt x="14106" y="25427"/>
                </a:lnTo>
                <a:lnTo>
                  <a:pt x="13743" y="25770"/>
                </a:lnTo>
                <a:lnTo>
                  <a:pt x="13359" y="26093"/>
                </a:lnTo>
                <a:lnTo>
                  <a:pt x="13077" y="26295"/>
                </a:lnTo>
                <a:lnTo>
                  <a:pt x="12774" y="26476"/>
                </a:lnTo>
                <a:lnTo>
                  <a:pt x="12491" y="26658"/>
                </a:lnTo>
                <a:lnTo>
                  <a:pt x="12209" y="26799"/>
                </a:lnTo>
                <a:lnTo>
                  <a:pt x="11906" y="26920"/>
                </a:lnTo>
                <a:lnTo>
                  <a:pt x="11624" y="27021"/>
                </a:lnTo>
                <a:lnTo>
                  <a:pt x="11321" y="27102"/>
                </a:lnTo>
                <a:lnTo>
                  <a:pt x="11018" y="27162"/>
                </a:lnTo>
                <a:lnTo>
                  <a:pt x="10716" y="27203"/>
                </a:lnTo>
                <a:lnTo>
                  <a:pt x="10110" y="27203"/>
                </a:lnTo>
                <a:lnTo>
                  <a:pt x="9808" y="27183"/>
                </a:lnTo>
                <a:lnTo>
                  <a:pt x="9485" y="27142"/>
                </a:lnTo>
                <a:lnTo>
                  <a:pt x="9182" y="27062"/>
                </a:lnTo>
                <a:lnTo>
                  <a:pt x="8859" y="26981"/>
                </a:lnTo>
                <a:lnTo>
                  <a:pt x="8556" y="26860"/>
                </a:lnTo>
                <a:lnTo>
                  <a:pt x="8234" y="26739"/>
                </a:lnTo>
                <a:lnTo>
                  <a:pt x="7931" y="26577"/>
                </a:lnTo>
                <a:lnTo>
                  <a:pt x="7628" y="26416"/>
                </a:lnTo>
                <a:lnTo>
                  <a:pt x="7346" y="26234"/>
                </a:lnTo>
                <a:lnTo>
                  <a:pt x="7063" y="26053"/>
                </a:lnTo>
                <a:lnTo>
                  <a:pt x="6781" y="25851"/>
                </a:lnTo>
                <a:lnTo>
                  <a:pt x="6256" y="25427"/>
                </a:lnTo>
                <a:lnTo>
                  <a:pt x="5772" y="24983"/>
                </a:lnTo>
                <a:lnTo>
                  <a:pt x="5328" y="24539"/>
                </a:lnTo>
                <a:lnTo>
                  <a:pt x="4944" y="24095"/>
                </a:lnTo>
                <a:lnTo>
                  <a:pt x="4581" y="23671"/>
                </a:lnTo>
                <a:lnTo>
                  <a:pt x="4238" y="23227"/>
                </a:lnTo>
                <a:lnTo>
                  <a:pt x="3895" y="22763"/>
                </a:lnTo>
                <a:lnTo>
                  <a:pt x="3572" y="22279"/>
                </a:lnTo>
                <a:lnTo>
                  <a:pt x="3249" y="21815"/>
                </a:lnTo>
                <a:lnTo>
                  <a:pt x="2967" y="21330"/>
                </a:lnTo>
                <a:lnTo>
                  <a:pt x="2664" y="20826"/>
                </a:lnTo>
                <a:lnTo>
                  <a:pt x="2401" y="20342"/>
                </a:lnTo>
                <a:lnTo>
                  <a:pt x="2139" y="19837"/>
                </a:lnTo>
                <a:lnTo>
                  <a:pt x="1897" y="19333"/>
                </a:lnTo>
                <a:lnTo>
                  <a:pt x="1675" y="18808"/>
                </a:lnTo>
                <a:lnTo>
                  <a:pt x="1453" y="18303"/>
                </a:lnTo>
                <a:lnTo>
                  <a:pt x="1251" y="17779"/>
                </a:lnTo>
                <a:lnTo>
                  <a:pt x="1070" y="17254"/>
                </a:lnTo>
                <a:lnTo>
                  <a:pt x="888" y="16729"/>
                </a:lnTo>
                <a:lnTo>
                  <a:pt x="727" y="16205"/>
                </a:lnTo>
                <a:lnTo>
                  <a:pt x="585" y="15680"/>
                </a:lnTo>
                <a:lnTo>
                  <a:pt x="464" y="15095"/>
                </a:lnTo>
                <a:lnTo>
                  <a:pt x="343" y="14530"/>
                </a:lnTo>
                <a:lnTo>
                  <a:pt x="262" y="13965"/>
                </a:lnTo>
                <a:lnTo>
                  <a:pt x="182" y="13400"/>
                </a:lnTo>
                <a:lnTo>
                  <a:pt x="121" y="12835"/>
                </a:lnTo>
                <a:lnTo>
                  <a:pt x="101" y="12270"/>
                </a:lnTo>
                <a:lnTo>
                  <a:pt x="81" y="11725"/>
                </a:lnTo>
                <a:lnTo>
                  <a:pt x="81" y="11160"/>
                </a:lnTo>
                <a:lnTo>
                  <a:pt x="101" y="10615"/>
                </a:lnTo>
                <a:lnTo>
                  <a:pt x="141" y="10070"/>
                </a:lnTo>
                <a:lnTo>
                  <a:pt x="202" y="9525"/>
                </a:lnTo>
                <a:lnTo>
                  <a:pt x="283" y="9000"/>
                </a:lnTo>
                <a:lnTo>
                  <a:pt x="383" y="8476"/>
                </a:lnTo>
                <a:lnTo>
                  <a:pt x="505" y="7951"/>
                </a:lnTo>
                <a:lnTo>
                  <a:pt x="646" y="7447"/>
                </a:lnTo>
                <a:lnTo>
                  <a:pt x="787" y="6942"/>
                </a:lnTo>
                <a:lnTo>
                  <a:pt x="1049" y="6236"/>
                </a:lnTo>
                <a:lnTo>
                  <a:pt x="1352" y="5570"/>
                </a:lnTo>
                <a:lnTo>
                  <a:pt x="1695" y="4924"/>
                </a:lnTo>
                <a:lnTo>
                  <a:pt x="2079" y="4298"/>
                </a:lnTo>
                <a:lnTo>
                  <a:pt x="2482" y="3693"/>
                </a:lnTo>
                <a:lnTo>
                  <a:pt x="2946" y="3128"/>
                </a:lnTo>
                <a:lnTo>
                  <a:pt x="3188" y="2866"/>
                </a:lnTo>
                <a:lnTo>
                  <a:pt x="3431" y="2603"/>
                </a:lnTo>
                <a:lnTo>
                  <a:pt x="3673" y="2361"/>
                </a:lnTo>
                <a:lnTo>
                  <a:pt x="3935" y="2119"/>
                </a:lnTo>
                <a:lnTo>
                  <a:pt x="4218" y="1877"/>
                </a:lnTo>
                <a:lnTo>
                  <a:pt x="4520" y="1655"/>
                </a:lnTo>
                <a:lnTo>
                  <a:pt x="4803" y="1433"/>
                </a:lnTo>
                <a:lnTo>
                  <a:pt x="5106" y="1231"/>
                </a:lnTo>
                <a:lnTo>
                  <a:pt x="5408" y="1049"/>
                </a:lnTo>
                <a:lnTo>
                  <a:pt x="5731" y="888"/>
                </a:lnTo>
                <a:lnTo>
                  <a:pt x="6034" y="727"/>
                </a:lnTo>
                <a:lnTo>
                  <a:pt x="6337" y="605"/>
                </a:lnTo>
                <a:lnTo>
                  <a:pt x="6659" y="484"/>
                </a:lnTo>
                <a:lnTo>
                  <a:pt x="6982" y="363"/>
                </a:lnTo>
                <a:lnTo>
                  <a:pt x="7305" y="283"/>
                </a:lnTo>
                <a:lnTo>
                  <a:pt x="7628" y="202"/>
                </a:lnTo>
                <a:lnTo>
                  <a:pt x="7951" y="162"/>
                </a:lnTo>
                <a:lnTo>
                  <a:pt x="8274" y="121"/>
                </a:lnTo>
                <a:lnTo>
                  <a:pt x="8597" y="81"/>
                </a:lnTo>
                <a:close/>
                <a:moveTo>
                  <a:pt x="8698" y="0"/>
                </a:moveTo>
                <a:lnTo>
                  <a:pt x="8355" y="20"/>
                </a:lnTo>
                <a:lnTo>
                  <a:pt x="8032" y="61"/>
                </a:lnTo>
                <a:lnTo>
                  <a:pt x="7689" y="121"/>
                </a:lnTo>
                <a:lnTo>
                  <a:pt x="7366" y="182"/>
                </a:lnTo>
                <a:lnTo>
                  <a:pt x="7023" y="283"/>
                </a:lnTo>
                <a:lnTo>
                  <a:pt x="6700" y="383"/>
                </a:lnTo>
                <a:lnTo>
                  <a:pt x="6377" y="505"/>
                </a:lnTo>
                <a:lnTo>
                  <a:pt x="6054" y="646"/>
                </a:lnTo>
                <a:lnTo>
                  <a:pt x="5731" y="787"/>
                </a:lnTo>
                <a:lnTo>
                  <a:pt x="5408" y="969"/>
                </a:lnTo>
                <a:lnTo>
                  <a:pt x="5085" y="1150"/>
                </a:lnTo>
                <a:lnTo>
                  <a:pt x="4783" y="1352"/>
                </a:lnTo>
                <a:lnTo>
                  <a:pt x="4480" y="1574"/>
                </a:lnTo>
                <a:lnTo>
                  <a:pt x="4177" y="1816"/>
                </a:lnTo>
                <a:lnTo>
                  <a:pt x="3895" y="2058"/>
                </a:lnTo>
                <a:lnTo>
                  <a:pt x="3632" y="2301"/>
                </a:lnTo>
                <a:lnTo>
                  <a:pt x="3370" y="2543"/>
                </a:lnTo>
                <a:lnTo>
                  <a:pt x="3128" y="2805"/>
                </a:lnTo>
                <a:lnTo>
                  <a:pt x="2886" y="3088"/>
                </a:lnTo>
                <a:lnTo>
                  <a:pt x="2422" y="3653"/>
                </a:lnTo>
                <a:lnTo>
                  <a:pt x="1998" y="4258"/>
                </a:lnTo>
                <a:lnTo>
                  <a:pt x="1614" y="4884"/>
                </a:lnTo>
                <a:lnTo>
                  <a:pt x="1271" y="5529"/>
                </a:lnTo>
                <a:lnTo>
                  <a:pt x="969" y="6216"/>
                </a:lnTo>
                <a:lnTo>
                  <a:pt x="848" y="6559"/>
                </a:lnTo>
                <a:lnTo>
                  <a:pt x="727" y="6902"/>
                </a:lnTo>
                <a:lnTo>
                  <a:pt x="565" y="7406"/>
                </a:lnTo>
                <a:lnTo>
                  <a:pt x="424" y="7931"/>
                </a:lnTo>
                <a:lnTo>
                  <a:pt x="303" y="8456"/>
                </a:lnTo>
                <a:lnTo>
                  <a:pt x="202" y="8980"/>
                </a:lnTo>
                <a:lnTo>
                  <a:pt x="121" y="9525"/>
                </a:lnTo>
                <a:lnTo>
                  <a:pt x="61" y="10070"/>
                </a:lnTo>
                <a:lnTo>
                  <a:pt x="20" y="10615"/>
                </a:lnTo>
                <a:lnTo>
                  <a:pt x="0" y="11160"/>
                </a:lnTo>
                <a:lnTo>
                  <a:pt x="0" y="11725"/>
                </a:lnTo>
                <a:lnTo>
                  <a:pt x="20" y="12270"/>
                </a:lnTo>
                <a:lnTo>
                  <a:pt x="40" y="12835"/>
                </a:lnTo>
                <a:lnTo>
                  <a:pt x="101" y="13400"/>
                </a:lnTo>
                <a:lnTo>
                  <a:pt x="182" y="13965"/>
                </a:lnTo>
                <a:lnTo>
                  <a:pt x="262" y="14550"/>
                </a:lnTo>
                <a:lnTo>
                  <a:pt x="383" y="15115"/>
                </a:lnTo>
                <a:lnTo>
                  <a:pt x="525" y="15700"/>
                </a:lnTo>
                <a:lnTo>
                  <a:pt x="666" y="16225"/>
                </a:lnTo>
                <a:lnTo>
                  <a:pt x="807" y="16750"/>
                </a:lnTo>
                <a:lnTo>
                  <a:pt x="989" y="17274"/>
                </a:lnTo>
                <a:lnTo>
                  <a:pt x="1170" y="17799"/>
                </a:lnTo>
                <a:lnTo>
                  <a:pt x="1372" y="18324"/>
                </a:lnTo>
                <a:lnTo>
                  <a:pt x="1594" y="18848"/>
                </a:lnTo>
                <a:lnTo>
                  <a:pt x="1816" y="19353"/>
                </a:lnTo>
                <a:lnTo>
                  <a:pt x="2058" y="19877"/>
                </a:lnTo>
                <a:lnTo>
                  <a:pt x="2321" y="20382"/>
                </a:lnTo>
                <a:lnTo>
                  <a:pt x="2603" y="20866"/>
                </a:lnTo>
                <a:lnTo>
                  <a:pt x="2886" y="21371"/>
                </a:lnTo>
                <a:lnTo>
                  <a:pt x="3188" y="21855"/>
                </a:lnTo>
                <a:lnTo>
                  <a:pt x="3511" y="22339"/>
                </a:lnTo>
                <a:lnTo>
                  <a:pt x="3834" y="22804"/>
                </a:lnTo>
                <a:lnTo>
                  <a:pt x="4177" y="23268"/>
                </a:lnTo>
                <a:lnTo>
                  <a:pt x="4520" y="23732"/>
                </a:lnTo>
                <a:lnTo>
                  <a:pt x="4964" y="24236"/>
                </a:lnTo>
                <a:lnTo>
                  <a:pt x="5206" y="24519"/>
                </a:lnTo>
                <a:lnTo>
                  <a:pt x="5489" y="24822"/>
                </a:lnTo>
                <a:lnTo>
                  <a:pt x="5792" y="25104"/>
                </a:lnTo>
                <a:lnTo>
                  <a:pt x="6115" y="25407"/>
                </a:lnTo>
                <a:lnTo>
                  <a:pt x="6458" y="25689"/>
                </a:lnTo>
                <a:lnTo>
                  <a:pt x="6821" y="25972"/>
                </a:lnTo>
                <a:lnTo>
                  <a:pt x="7204" y="26254"/>
                </a:lnTo>
                <a:lnTo>
                  <a:pt x="7608" y="26497"/>
                </a:lnTo>
                <a:lnTo>
                  <a:pt x="8032" y="26718"/>
                </a:lnTo>
                <a:lnTo>
                  <a:pt x="8455" y="26900"/>
                </a:lnTo>
                <a:lnTo>
                  <a:pt x="8920" y="27062"/>
                </a:lnTo>
                <a:lnTo>
                  <a:pt x="9364" y="27183"/>
                </a:lnTo>
                <a:lnTo>
                  <a:pt x="9606" y="27223"/>
                </a:lnTo>
                <a:lnTo>
                  <a:pt x="9848" y="27263"/>
                </a:lnTo>
                <a:lnTo>
                  <a:pt x="10090" y="27284"/>
                </a:lnTo>
                <a:lnTo>
                  <a:pt x="10695" y="27284"/>
                </a:lnTo>
                <a:lnTo>
                  <a:pt x="11079" y="27223"/>
                </a:lnTo>
                <a:lnTo>
                  <a:pt x="11462" y="27142"/>
                </a:lnTo>
                <a:lnTo>
                  <a:pt x="11846" y="27021"/>
                </a:lnTo>
                <a:lnTo>
                  <a:pt x="12229" y="26880"/>
                </a:lnTo>
                <a:lnTo>
                  <a:pt x="12613" y="26678"/>
                </a:lnTo>
                <a:lnTo>
                  <a:pt x="12996" y="26436"/>
                </a:lnTo>
                <a:lnTo>
                  <a:pt x="13400" y="26153"/>
                </a:lnTo>
                <a:lnTo>
                  <a:pt x="13783" y="25831"/>
                </a:lnTo>
                <a:lnTo>
                  <a:pt x="14146" y="25488"/>
                </a:lnTo>
                <a:lnTo>
                  <a:pt x="14489" y="25124"/>
                </a:lnTo>
                <a:lnTo>
                  <a:pt x="14792" y="24721"/>
                </a:lnTo>
                <a:lnTo>
                  <a:pt x="15095" y="24317"/>
                </a:lnTo>
                <a:lnTo>
                  <a:pt x="15357" y="23913"/>
                </a:lnTo>
                <a:lnTo>
                  <a:pt x="15599" y="23490"/>
                </a:lnTo>
                <a:lnTo>
                  <a:pt x="15821" y="23046"/>
                </a:lnTo>
                <a:lnTo>
                  <a:pt x="16023" y="22602"/>
                </a:lnTo>
                <a:lnTo>
                  <a:pt x="16205" y="22158"/>
                </a:lnTo>
                <a:lnTo>
                  <a:pt x="16366" y="21714"/>
                </a:lnTo>
                <a:lnTo>
                  <a:pt x="16527" y="21270"/>
                </a:lnTo>
                <a:lnTo>
                  <a:pt x="16790" y="20382"/>
                </a:lnTo>
                <a:lnTo>
                  <a:pt x="17012" y="19534"/>
                </a:lnTo>
                <a:lnTo>
                  <a:pt x="17173" y="18868"/>
                </a:lnTo>
                <a:lnTo>
                  <a:pt x="17315" y="18223"/>
                </a:lnTo>
                <a:lnTo>
                  <a:pt x="17436" y="17597"/>
                </a:lnTo>
                <a:lnTo>
                  <a:pt x="17537" y="16951"/>
                </a:lnTo>
                <a:lnTo>
                  <a:pt x="17637" y="16346"/>
                </a:lnTo>
                <a:lnTo>
                  <a:pt x="17718" y="15720"/>
                </a:lnTo>
                <a:lnTo>
                  <a:pt x="17799" y="15115"/>
                </a:lnTo>
                <a:lnTo>
                  <a:pt x="17839" y="14530"/>
                </a:lnTo>
                <a:lnTo>
                  <a:pt x="17880" y="13924"/>
                </a:lnTo>
                <a:lnTo>
                  <a:pt x="17900" y="13339"/>
                </a:lnTo>
                <a:lnTo>
                  <a:pt x="17920" y="12774"/>
                </a:lnTo>
                <a:lnTo>
                  <a:pt x="17920" y="12189"/>
                </a:lnTo>
                <a:lnTo>
                  <a:pt x="17900" y="11624"/>
                </a:lnTo>
                <a:lnTo>
                  <a:pt x="17859" y="11059"/>
                </a:lnTo>
                <a:lnTo>
                  <a:pt x="17819" y="10514"/>
                </a:lnTo>
                <a:lnTo>
                  <a:pt x="17758" y="9969"/>
                </a:lnTo>
                <a:lnTo>
                  <a:pt x="17678" y="9465"/>
                </a:lnTo>
                <a:lnTo>
                  <a:pt x="17597" y="8980"/>
                </a:lnTo>
                <a:lnTo>
                  <a:pt x="17516" y="8496"/>
                </a:lnTo>
                <a:lnTo>
                  <a:pt x="17395" y="8032"/>
                </a:lnTo>
                <a:lnTo>
                  <a:pt x="17294" y="7568"/>
                </a:lnTo>
                <a:lnTo>
                  <a:pt x="17153" y="7124"/>
                </a:lnTo>
                <a:lnTo>
                  <a:pt x="17012" y="6700"/>
                </a:lnTo>
                <a:lnTo>
                  <a:pt x="16850" y="6276"/>
                </a:lnTo>
                <a:lnTo>
                  <a:pt x="16689" y="5852"/>
                </a:lnTo>
                <a:lnTo>
                  <a:pt x="16507" y="5449"/>
                </a:lnTo>
                <a:lnTo>
                  <a:pt x="16326" y="5065"/>
                </a:lnTo>
                <a:lnTo>
                  <a:pt x="16124" y="4682"/>
                </a:lnTo>
                <a:lnTo>
                  <a:pt x="15922" y="4319"/>
                </a:lnTo>
                <a:lnTo>
                  <a:pt x="15700" y="3976"/>
                </a:lnTo>
                <a:lnTo>
                  <a:pt x="15458" y="3632"/>
                </a:lnTo>
                <a:lnTo>
                  <a:pt x="15216" y="3310"/>
                </a:lnTo>
                <a:lnTo>
                  <a:pt x="14913" y="2926"/>
                </a:lnTo>
                <a:lnTo>
                  <a:pt x="14590" y="2583"/>
                </a:lnTo>
                <a:lnTo>
                  <a:pt x="14247" y="2240"/>
                </a:lnTo>
                <a:lnTo>
                  <a:pt x="13904" y="1937"/>
                </a:lnTo>
                <a:lnTo>
                  <a:pt x="13541" y="1635"/>
                </a:lnTo>
                <a:lnTo>
                  <a:pt x="13157" y="1372"/>
                </a:lnTo>
                <a:lnTo>
                  <a:pt x="12774" y="1130"/>
                </a:lnTo>
                <a:lnTo>
                  <a:pt x="12391" y="908"/>
                </a:lnTo>
                <a:lnTo>
                  <a:pt x="11987" y="706"/>
                </a:lnTo>
                <a:lnTo>
                  <a:pt x="11583" y="525"/>
                </a:lnTo>
                <a:lnTo>
                  <a:pt x="11160" y="363"/>
                </a:lnTo>
                <a:lnTo>
                  <a:pt x="10736" y="242"/>
                </a:lnTo>
                <a:lnTo>
                  <a:pt x="10312" y="141"/>
                </a:lnTo>
                <a:lnTo>
                  <a:pt x="9888" y="61"/>
                </a:lnTo>
                <a:lnTo>
                  <a:pt x="9464" y="20"/>
                </a:lnTo>
                <a:lnTo>
                  <a:pt x="9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2" name="Google Shape;2862;p35"/>
          <p:cNvSpPr/>
          <p:nvPr/>
        </p:nvSpPr>
        <p:spPr>
          <a:xfrm flipH="1">
            <a:off x="7849509" y="2038845"/>
            <a:ext cx="560808" cy="1296383"/>
          </a:xfrm>
          <a:custGeom>
            <a:rect b="b" l="l" r="r" t="t"/>
            <a:pathLst>
              <a:path extrusionOk="0" h="23188" w="10031">
                <a:moveTo>
                  <a:pt x="4703" y="61"/>
                </a:moveTo>
                <a:lnTo>
                  <a:pt x="4985" y="81"/>
                </a:lnTo>
                <a:lnTo>
                  <a:pt x="5268" y="122"/>
                </a:lnTo>
                <a:lnTo>
                  <a:pt x="5550" y="202"/>
                </a:lnTo>
                <a:lnTo>
                  <a:pt x="5833" y="303"/>
                </a:lnTo>
                <a:lnTo>
                  <a:pt x="6075" y="424"/>
                </a:lnTo>
                <a:lnTo>
                  <a:pt x="6297" y="566"/>
                </a:lnTo>
                <a:lnTo>
                  <a:pt x="6519" y="707"/>
                </a:lnTo>
                <a:lnTo>
                  <a:pt x="6741" y="868"/>
                </a:lnTo>
                <a:lnTo>
                  <a:pt x="6963" y="1070"/>
                </a:lnTo>
                <a:lnTo>
                  <a:pt x="7165" y="1272"/>
                </a:lnTo>
                <a:lnTo>
                  <a:pt x="7366" y="1494"/>
                </a:lnTo>
                <a:lnTo>
                  <a:pt x="7548" y="1736"/>
                </a:lnTo>
                <a:lnTo>
                  <a:pt x="7730" y="1999"/>
                </a:lnTo>
                <a:lnTo>
                  <a:pt x="7911" y="2281"/>
                </a:lnTo>
                <a:lnTo>
                  <a:pt x="8073" y="2584"/>
                </a:lnTo>
                <a:lnTo>
                  <a:pt x="8234" y="2907"/>
                </a:lnTo>
                <a:lnTo>
                  <a:pt x="8396" y="3230"/>
                </a:lnTo>
                <a:lnTo>
                  <a:pt x="8537" y="3593"/>
                </a:lnTo>
                <a:lnTo>
                  <a:pt x="8678" y="3976"/>
                </a:lnTo>
                <a:lnTo>
                  <a:pt x="8819" y="4380"/>
                </a:lnTo>
                <a:lnTo>
                  <a:pt x="9082" y="5207"/>
                </a:lnTo>
                <a:lnTo>
                  <a:pt x="9304" y="6075"/>
                </a:lnTo>
                <a:lnTo>
                  <a:pt x="9505" y="6922"/>
                </a:lnTo>
                <a:lnTo>
                  <a:pt x="9647" y="7790"/>
                </a:lnTo>
                <a:lnTo>
                  <a:pt x="9788" y="8678"/>
                </a:lnTo>
                <a:lnTo>
                  <a:pt x="9869" y="9546"/>
                </a:lnTo>
                <a:lnTo>
                  <a:pt x="9929" y="10434"/>
                </a:lnTo>
                <a:lnTo>
                  <a:pt x="9949" y="11302"/>
                </a:lnTo>
                <a:lnTo>
                  <a:pt x="9949" y="12189"/>
                </a:lnTo>
                <a:lnTo>
                  <a:pt x="9909" y="13077"/>
                </a:lnTo>
                <a:lnTo>
                  <a:pt x="9828" y="13945"/>
                </a:lnTo>
                <a:lnTo>
                  <a:pt x="9727" y="14833"/>
                </a:lnTo>
                <a:lnTo>
                  <a:pt x="9586" y="15701"/>
                </a:lnTo>
                <a:lnTo>
                  <a:pt x="9405" y="16569"/>
                </a:lnTo>
                <a:lnTo>
                  <a:pt x="9203" y="17416"/>
                </a:lnTo>
                <a:lnTo>
                  <a:pt x="8961" y="18264"/>
                </a:lnTo>
                <a:lnTo>
                  <a:pt x="8799" y="18768"/>
                </a:lnTo>
                <a:lnTo>
                  <a:pt x="8618" y="19293"/>
                </a:lnTo>
                <a:lnTo>
                  <a:pt x="8396" y="19838"/>
                </a:lnTo>
                <a:lnTo>
                  <a:pt x="8133" y="20362"/>
                </a:lnTo>
                <a:lnTo>
                  <a:pt x="7992" y="20625"/>
                </a:lnTo>
                <a:lnTo>
                  <a:pt x="7831" y="20867"/>
                </a:lnTo>
                <a:lnTo>
                  <a:pt x="7669" y="21129"/>
                </a:lnTo>
                <a:lnTo>
                  <a:pt x="7487" y="21371"/>
                </a:lnTo>
                <a:lnTo>
                  <a:pt x="7286" y="21593"/>
                </a:lnTo>
                <a:lnTo>
                  <a:pt x="7084" y="21815"/>
                </a:lnTo>
                <a:lnTo>
                  <a:pt x="6862" y="22037"/>
                </a:lnTo>
                <a:lnTo>
                  <a:pt x="6620" y="22239"/>
                </a:lnTo>
                <a:lnTo>
                  <a:pt x="6398" y="22401"/>
                </a:lnTo>
                <a:lnTo>
                  <a:pt x="6196" y="22542"/>
                </a:lnTo>
                <a:lnTo>
                  <a:pt x="5974" y="22663"/>
                </a:lnTo>
                <a:lnTo>
                  <a:pt x="5772" y="22764"/>
                </a:lnTo>
                <a:lnTo>
                  <a:pt x="5550" y="22865"/>
                </a:lnTo>
                <a:lnTo>
                  <a:pt x="5348" y="22945"/>
                </a:lnTo>
                <a:lnTo>
                  <a:pt x="5147" y="23006"/>
                </a:lnTo>
                <a:lnTo>
                  <a:pt x="4945" y="23046"/>
                </a:lnTo>
                <a:lnTo>
                  <a:pt x="4743" y="23087"/>
                </a:lnTo>
                <a:lnTo>
                  <a:pt x="4541" y="23107"/>
                </a:lnTo>
                <a:lnTo>
                  <a:pt x="4339" y="23107"/>
                </a:lnTo>
                <a:lnTo>
                  <a:pt x="4138" y="23087"/>
                </a:lnTo>
                <a:lnTo>
                  <a:pt x="3936" y="23046"/>
                </a:lnTo>
                <a:lnTo>
                  <a:pt x="3754" y="23006"/>
                </a:lnTo>
                <a:lnTo>
                  <a:pt x="3552" y="22925"/>
                </a:lnTo>
                <a:lnTo>
                  <a:pt x="3351" y="22845"/>
                </a:lnTo>
                <a:lnTo>
                  <a:pt x="3169" y="22764"/>
                </a:lnTo>
                <a:lnTo>
                  <a:pt x="2987" y="22643"/>
                </a:lnTo>
                <a:lnTo>
                  <a:pt x="2806" y="22522"/>
                </a:lnTo>
                <a:lnTo>
                  <a:pt x="2644" y="22380"/>
                </a:lnTo>
                <a:lnTo>
                  <a:pt x="2321" y="22078"/>
                </a:lnTo>
                <a:lnTo>
                  <a:pt x="1999" y="21714"/>
                </a:lnTo>
                <a:lnTo>
                  <a:pt x="1716" y="21331"/>
                </a:lnTo>
                <a:lnTo>
                  <a:pt x="1454" y="20927"/>
                </a:lnTo>
                <a:lnTo>
                  <a:pt x="1211" y="20483"/>
                </a:lnTo>
                <a:lnTo>
                  <a:pt x="990" y="20019"/>
                </a:lnTo>
                <a:lnTo>
                  <a:pt x="788" y="19535"/>
                </a:lnTo>
                <a:lnTo>
                  <a:pt x="626" y="19051"/>
                </a:lnTo>
                <a:lnTo>
                  <a:pt x="465" y="18566"/>
                </a:lnTo>
                <a:lnTo>
                  <a:pt x="344" y="18082"/>
                </a:lnTo>
                <a:lnTo>
                  <a:pt x="243" y="17598"/>
                </a:lnTo>
                <a:lnTo>
                  <a:pt x="162" y="17134"/>
                </a:lnTo>
                <a:lnTo>
                  <a:pt x="122" y="16690"/>
                </a:lnTo>
                <a:lnTo>
                  <a:pt x="102" y="16286"/>
                </a:lnTo>
                <a:lnTo>
                  <a:pt x="81" y="15600"/>
                </a:lnTo>
                <a:lnTo>
                  <a:pt x="81" y="14934"/>
                </a:lnTo>
                <a:lnTo>
                  <a:pt x="102" y="14268"/>
                </a:lnTo>
                <a:lnTo>
                  <a:pt x="142" y="13582"/>
                </a:lnTo>
                <a:lnTo>
                  <a:pt x="182" y="12916"/>
                </a:lnTo>
                <a:lnTo>
                  <a:pt x="243" y="12250"/>
                </a:lnTo>
                <a:lnTo>
                  <a:pt x="404" y="10918"/>
                </a:lnTo>
                <a:lnTo>
                  <a:pt x="586" y="9586"/>
                </a:lnTo>
                <a:lnTo>
                  <a:pt x="788" y="8254"/>
                </a:lnTo>
                <a:lnTo>
                  <a:pt x="1252" y="5631"/>
                </a:lnTo>
                <a:lnTo>
                  <a:pt x="1454" y="4622"/>
                </a:lnTo>
                <a:lnTo>
                  <a:pt x="1555" y="4117"/>
                </a:lnTo>
                <a:lnTo>
                  <a:pt x="1676" y="3613"/>
                </a:lnTo>
                <a:lnTo>
                  <a:pt x="1837" y="3108"/>
                </a:lnTo>
                <a:lnTo>
                  <a:pt x="1999" y="2604"/>
                </a:lnTo>
                <a:lnTo>
                  <a:pt x="2200" y="2140"/>
                </a:lnTo>
                <a:lnTo>
                  <a:pt x="2442" y="1655"/>
                </a:lnTo>
                <a:lnTo>
                  <a:pt x="2584" y="1393"/>
                </a:lnTo>
                <a:lnTo>
                  <a:pt x="2745" y="1151"/>
                </a:lnTo>
                <a:lnTo>
                  <a:pt x="2927" y="949"/>
                </a:lnTo>
                <a:lnTo>
                  <a:pt x="3108" y="747"/>
                </a:lnTo>
                <a:lnTo>
                  <a:pt x="3290" y="586"/>
                </a:lnTo>
                <a:lnTo>
                  <a:pt x="3472" y="445"/>
                </a:lnTo>
                <a:lnTo>
                  <a:pt x="3673" y="324"/>
                </a:lnTo>
                <a:lnTo>
                  <a:pt x="3875" y="223"/>
                </a:lnTo>
                <a:lnTo>
                  <a:pt x="4077" y="162"/>
                </a:lnTo>
                <a:lnTo>
                  <a:pt x="4279" y="102"/>
                </a:lnTo>
                <a:lnTo>
                  <a:pt x="4481" y="81"/>
                </a:lnTo>
                <a:lnTo>
                  <a:pt x="4703" y="61"/>
                </a:lnTo>
                <a:close/>
                <a:moveTo>
                  <a:pt x="4561" y="1"/>
                </a:moveTo>
                <a:lnTo>
                  <a:pt x="4319" y="21"/>
                </a:lnTo>
                <a:lnTo>
                  <a:pt x="4077" y="61"/>
                </a:lnTo>
                <a:lnTo>
                  <a:pt x="3855" y="142"/>
                </a:lnTo>
                <a:lnTo>
                  <a:pt x="3633" y="243"/>
                </a:lnTo>
                <a:lnTo>
                  <a:pt x="3431" y="364"/>
                </a:lnTo>
                <a:lnTo>
                  <a:pt x="3229" y="525"/>
                </a:lnTo>
                <a:lnTo>
                  <a:pt x="3048" y="687"/>
                </a:lnTo>
                <a:lnTo>
                  <a:pt x="2866" y="889"/>
                </a:lnTo>
                <a:lnTo>
                  <a:pt x="2685" y="1111"/>
                </a:lnTo>
                <a:lnTo>
                  <a:pt x="2523" y="1353"/>
                </a:lnTo>
                <a:lnTo>
                  <a:pt x="2362" y="1615"/>
                </a:lnTo>
                <a:lnTo>
                  <a:pt x="2120" y="2099"/>
                </a:lnTo>
                <a:lnTo>
                  <a:pt x="1918" y="2584"/>
                </a:lnTo>
                <a:lnTo>
                  <a:pt x="1756" y="3068"/>
                </a:lnTo>
                <a:lnTo>
                  <a:pt x="1615" y="3573"/>
                </a:lnTo>
                <a:lnTo>
                  <a:pt x="1474" y="4097"/>
                </a:lnTo>
                <a:lnTo>
                  <a:pt x="1373" y="4602"/>
                </a:lnTo>
                <a:lnTo>
                  <a:pt x="1171" y="5631"/>
                </a:lnTo>
                <a:lnTo>
                  <a:pt x="707" y="8254"/>
                </a:lnTo>
                <a:lnTo>
                  <a:pt x="505" y="9566"/>
                </a:lnTo>
                <a:lnTo>
                  <a:pt x="324" y="10898"/>
                </a:lnTo>
                <a:lnTo>
                  <a:pt x="162" y="12250"/>
                </a:lnTo>
                <a:lnTo>
                  <a:pt x="102" y="12916"/>
                </a:lnTo>
                <a:lnTo>
                  <a:pt x="61" y="13582"/>
                </a:lnTo>
                <a:lnTo>
                  <a:pt x="21" y="14268"/>
                </a:lnTo>
                <a:lnTo>
                  <a:pt x="1" y="14934"/>
                </a:lnTo>
                <a:lnTo>
                  <a:pt x="1" y="15600"/>
                </a:lnTo>
                <a:lnTo>
                  <a:pt x="21" y="16286"/>
                </a:lnTo>
                <a:lnTo>
                  <a:pt x="41" y="16710"/>
                </a:lnTo>
                <a:lnTo>
                  <a:pt x="81" y="17154"/>
                </a:lnTo>
                <a:lnTo>
                  <a:pt x="162" y="17618"/>
                </a:lnTo>
                <a:lnTo>
                  <a:pt x="263" y="18102"/>
                </a:lnTo>
                <a:lnTo>
                  <a:pt x="404" y="18587"/>
                </a:lnTo>
                <a:lnTo>
                  <a:pt x="546" y="19071"/>
                </a:lnTo>
                <a:lnTo>
                  <a:pt x="727" y="19575"/>
                </a:lnTo>
                <a:lnTo>
                  <a:pt x="929" y="20060"/>
                </a:lnTo>
                <a:lnTo>
                  <a:pt x="1151" y="20524"/>
                </a:lnTo>
                <a:lnTo>
                  <a:pt x="1393" y="20968"/>
                </a:lnTo>
                <a:lnTo>
                  <a:pt x="1655" y="21392"/>
                </a:lnTo>
                <a:lnTo>
                  <a:pt x="1958" y="21775"/>
                </a:lnTo>
                <a:lnTo>
                  <a:pt x="2261" y="22138"/>
                </a:lnTo>
                <a:lnTo>
                  <a:pt x="2604" y="22461"/>
                </a:lnTo>
                <a:lnTo>
                  <a:pt x="2765" y="22582"/>
                </a:lnTo>
                <a:lnTo>
                  <a:pt x="2947" y="22723"/>
                </a:lnTo>
                <a:lnTo>
                  <a:pt x="3129" y="22824"/>
                </a:lnTo>
                <a:lnTo>
                  <a:pt x="3330" y="22925"/>
                </a:lnTo>
                <a:lnTo>
                  <a:pt x="3593" y="23046"/>
                </a:lnTo>
                <a:lnTo>
                  <a:pt x="3875" y="23127"/>
                </a:lnTo>
                <a:lnTo>
                  <a:pt x="4158" y="23167"/>
                </a:lnTo>
                <a:lnTo>
                  <a:pt x="4460" y="23188"/>
                </a:lnTo>
                <a:lnTo>
                  <a:pt x="4723" y="23167"/>
                </a:lnTo>
                <a:lnTo>
                  <a:pt x="4985" y="23127"/>
                </a:lnTo>
                <a:lnTo>
                  <a:pt x="5268" y="23067"/>
                </a:lnTo>
                <a:lnTo>
                  <a:pt x="5550" y="22966"/>
                </a:lnTo>
                <a:lnTo>
                  <a:pt x="5813" y="22845"/>
                </a:lnTo>
                <a:lnTo>
                  <a:pt x="6095" y="22683"/>
                </a:lnTo>
                <a:lnTo>
                  <a:pt x="6378" y="22501"/>
                </a:lnTo>
                <a:lnTo>
                  <a:pt x="6680" y="22300"/>
                </a:lnTo>
                <a:lnTo>
                  <a:pt x="6922" y="22098"/>
                </a:lnTo>
                <a:lnTo>
                  <a:pt x="7144" y="21876"/>
                </a:lnTo>
                <a:lnTo>
                  <a:pt x="7346" y="21654"/>
                </a:lnTo>
                <a:lnTo>
                  <a:pt x="7548" y="21412"/>
                </a:lnTo>
                <a:lnTo>
                  <a:pt x="7730" y="21170"/>
                </a:lnTo>
                <a:lnTo>
                  <a:pt x="7911" y="20927"/>
                </a:lnTo>
                <a:lnTo>
                  <a:pt x="8053" y="20665"/>
                </a:lnTo>
                <a:lnTo>
                  <a:pt x="8214" y="20403"/>
                </a:lnTo>
                <a:lnTo>
                  <a:pt x="8476" y="19878"/>
                </a:lnTo>
                <a:lnTo>
                  <a:pt x="8698" y="19333"/>
                </a:lnTo>
                <a:lnTo>
                  <a:pt x="8880" y="18809"/>
                </a:lnTo>
                <a:lnTo>
                  <a:pt x="9041" y="18284"/>
                </a:lnTo>
                <a:lnTo>
                  <a:pt x="9283" y="17436"/>
                </a:lnTo>
                <a:lnTo>
                  <a:pt x="9485" y="16589"/>
                </a:lnTo>
                <a:lnTo>
                  <a:pt x="9667" y="15721"/>
                </a:lnTo>
                <a:lnTo>
                  <a:pt x="9808" y="14833"/>
                </a:lnTo>
                <a:lnTo>
                  <a:pt x="9909" y="13965"/>
                </a:lnTo>
                <a:lnTo>
                  <a:pt x="9990" y="13077"/>
                </a:lnTo>
                <a:lnTo>
                  <a:pt x="10030" y="12189"/>
                </a:lnTo>
                <a:lnTo>
                  <a:pt x="10030" y="11302"/>
                </a:lnTo>
                <a:lnTo>
                  <a:pt x="10010" y="10434"/>
                </a:lnTo>
                <a:lnTo>
                  <a:pt x="9949" y="9546"/>
                </a:lnTo>
                <a:lnTo>
                  <a:pt x="9869" y="8658"/>
                </a:lnTo>
                <a:lnTo>
                  <a:pt x="9727" y="7790"/>
                </a:lnTo>
                <a:lnTo>
                  <a:pt x="9566" y="6902"/>
                </a:lnTo>
                <a:lnTo>
                  <a:pt x="9384" y="6055"/>
                </a:lnTo>
                <a:lnTo>
                  <a:pt x="9162" y="5187"/>
                </a:lnTo>
                <a:lnTo>
                  <a:pt x="8900" y="4339"/>
                </a:lnTo>
                <a:lnTo>
                  <a:pt x="8759" y="3936"/>
                </a:lnTo>
                <a:lnTo>
                  <a:pt x="8618" y="3552"/>
                </a:lnTo>
                <a:lnTo>
                  <a:pt x="8476" y="3209"/>
                </a:lnTo>
                <a:lnTo>
                  <a:pt x="8315" y="2866"/>
                </a:lnTo>
                <a:lnTo>
                  <a:pt x="8153" y="2523"/>
                </a:lnTo>
                <a:lnTo>
                  <a:pt x="7972" y="2220"/>
                </a:lnTo>
                <a:lnTo>
                  <a:pt x="7790" y="1938"/>
                </a:lnTo>
                <a:lnTo>
                  <a:pt x="7609" y="1676"/>
                </a:lnTo>
                <a:lnTo>
                  <a:pt x="7407" y="1433"/>
                </a:lnTo>
                <a:lnTo>
                  <a:pt x="7225" y="1211"/>
                </a:lnTo>
                <a:lnTo>
                  <a:pt x="7003" y="990"/>
                </a:lnTo>
                <a:lnTo>
                  <a:pt x="6801" y="808"/>
                </a:lnTo>
                <a:lnTo>
                  <a:pt x="6579" y="646"/>
                </a:lnTo>
                <a:lnTo>
                  <a:pt x="6337" y="485"/>
                </a:lnTo>
                <a:lnTo>
                  <a:pt x="6095" y="344"/>
                </a:lnTo>
                <a:lnTo>
                  <a:pt x="5853" y="243"/>
                </a:lnTo>
                <a:lnTo>
                  <a:pt x="5591" y="142"/>
                </a:lnTo>
                <a:lnTo>
                  <a:pt x="5328" y="61"/>
                </a:lnTo>
                <a:lnTo>
                  <a:pt x="5066" y="21"/>
                </a:lnTo>
                <a:lnTo>
                  <a:pt x="4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3" name="Google Shape;2863;p35"/>
          <p:cNvSpPr/>
          <p:nvPr/>
        </p:nvSpPr>
        <p:spPr>
          <a:xfrm flipH="1">
            <a:off x="7837329" y="2024197"/>
            <a:ext cx="100466" cy="101584"/>
          </a:xfrm>
          <a:custGeom>
            <a:rect b="b" l="l" r="r" t="t"/>
            <a:pathLst>
              <a:path extrusionOk="0" h="1817" w="1797">
                <a:moveTo>
                  <a:pt x="889" y="0"/>
                </a:moveTo>
                <a:lnTo>
                  <a:pt x="707" y="21"/>
                </a:lnTo>
                <a:lnTo>
                  <a:pt x="546" y="81"/>
                </a:lnTo>
                <a:lnTo>
                  <a:pt x="384" y="162"/>
                </a:lnTo>
                <a:lnTo>
                  <a:pt x="263" y="263"/>
                </a:lnTo>
                <a:lnTo>
                  <a:pt x="142" y="404"/>
                </a:lnTo>
                <a:lnTo>
                  <a:pt x="61" y="565"/>
                </a:lnTo>
                <a:lnTo>
                  <a:pt x="21" y="727"/>
                </a:lnTo>
                <a:lnTo>
                  <a:pt x="1" y="908"/>
                </a:lnTo>
                <a:lnTo>
                  <a:pt x="21" y="1090"/>
                </a:lnTo>
                <a:lnTo>
                  <a:pt x="61" y="1252"/>
                </a:lnTo>
                <a:lnTo>
                  <a:pt x="142" y="1413"/>
                </a:lnTo>
                <a:lnTo>
                  <a:pt x="263" y="1554"/>
                </a:lnTo>
                <a:lnTo>
                  <a:pt x="384" y="1655"/>
                </a:lnTo>
                <a:lnTo>
                  <a:pt x="546" y="1736"/>
                </a:lnTo>
                <a:lnTo>
                  <a:pt x="707" y="1796"/>
                </a:lnTo>
                <a:lnTo>
                  <a:pt x="889" y="1817"/>
                </a:lnTo>
                <a:lnTo>
                  <a:pt x="1070" y="1796"/>
                </a:lnTo>
                <a:lnTo>
                  <a:pt x="1252" y="1736"/>
                </a:lnTo>
                <a:lnTo>
                  <a:pt x="1393" y="1655"/>
                </a:lnTo>
                <a:lnTo>
                  <a:pt x="1534" y="1554"/>
                </a:lnTo>
                <a:lnTo>
                  <a:pt x="1635" y="1413"/>
                </a:lnTo>
                <a:lnTo>
                  <a:pt x="1736" y="1252"/>
                </a:lnTo>
                <a:lnTo>
                  <a:pt x="1777" y="1090"/>
                </a:lnTo>
                <a:lnTo>
                  <a:pt x="1797" y="908"/>
                </a:lnTo>
                <a:lnTo>
                  <a:pt x="1777" y="727"/>
                </a:lnTo>
                <a:lnTo>
                  <a:pt x="1736" y="565"/>
                </a:lnTo>
                <a:lnTo>
                  <a:pt x="1635" y="404"/>
                </a:lnTo>
                <a:lnTo>
                  <a:pt x="1534" y="263"/>
                </a:lnTo>
                <a:lnTo>
                  <a:pt x="1393" y="162"/>
                </a:lnTo>
                <a:lnTo>
                  <a:pt x="1252" y="81"/>
                </a:lnTo>
                <a:lnTo>
                  <a:pt x="1070" y="2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4" name="Google Shape;2864;p35"/>
          <p:cNvSpPr/>
          <p:nvPr/>
        </p:nvSpPr>
        <p:spPr>
          <a:xfrm flipH="1" rot="-2700000">
            <a:off x="3945745" y="4005741"/>
            <a:ext cx="1596436" cy="1802958"/>
          </a:xfrm>
          <a:custGeom>
            <a:rect b="b" l="l" r="r" t="t"/>
            <a:pathLst>
              <a:path extrusionOk="0" h="32249" w="28555">
                <a:moveTo>
                  <a:pt x="20483" y="82"/>
                </a:moveTo>
                <a:lnTo>
                  <a:pt x="20947" y="102"/>
                </a:lnTo>
                <a:lnTo>
                  <a:pt x="21411" y="122"/>
                </a:lnTo>
                <a:lnTo>
                  <a:pt x="21875" y="203"/>
                </a:lnTo>
                <a:lnTo>
                  <a:pt x="22319" y="283"/>
                </a:lnTo>
                <a:lnTo>
                  <a:pt x="22763" y="404"/>
                </a:lnTo>
                <a:lnTo>
                  <a:pt x="23187" y="566"/>
                </a:lnTo>
                <a:lnTo>
                  <a:pt x="23611" y="748"/>
                </a:lnTo>
                <a:lnTo>
                  <a:pt x="23994" y="949"/>
                </a:lnTo>
                <a:lnTo>
                  <a:pt x="24378" y="1191"/>
                </a:lnTo>
                <a:lnTo>
                  <a:pt x="24741" y="1454"/>
                </a:lnTo>
                <a:lnTo>
                  <a:pt x="25124" y="1777"/>
                </a:lnTo>
                <a:lnTo>
                  <a:pt x="25487" y="2140"/>
                </a:lnTo>
                <a:lnTo>
                  <a:pt x="25851" y="2564"/>
                </a:lnTo>
                <a:lnTo>
                  <a:pt x="26174" y="3008"/>
                </a:lnTo>
                <a:lnTo>
                  <a:pt x="26496" y="3492"/>
                </a:lnTo>
                <a:lnTo>
                  <a:pt x="26779" y="4017"/>
                </a:lnTo>
                <a:lnTo>
                  <a:pt x="27062" y="4582"/>
                </a:lnTo>
                <a:lnTo>
                  <a:pt x="27324" y="5187"/>
                </a:lnTo>
                <a:lnTo>
                  <a:pt x="27546" y="5772"/>
                </a:lnTo>
                <a:lnTo>
                  <a:pt x="27748" y="6358"/>
                </a:lnTo>
                <a:lnTo>
                  <a:pt x="27909" y="6943"/>
                </a:lnTo>
                <a:lnTo>
                  <a:pt x="28071" y="7548"/>
                </a:lnTo>
                <a:lnTo>
                  <a:pt x="28192" y="8154"/>
                </a:lnTo>
                <a:lnTo>
                  <a:pt x="28293" y="8739"/>
                </a:lnTo>
                <a:lnTo>
                  <a:pt x="28373" y="9344"/>
                </a:lnTo>
                <a:lnTo>
                  <a:pt x="28434" y="9950"/>
                </a:lnTo>
                <a:lnTo>
                  <a:pt x="28474" y="10555"/>
                </a:lnTo>
                <a:lnTo>
                  <a:pt x="28474" y="11160"/>
                </a:lnTo>
                <a:lnTo>
                  <a:pt x="28474" y="11766"/>
                </a:lnTo>
                <a:lnTo>
                  <a:pt x="28434" y="12371"/>
                </a:lnTo>
                <a:lnTo>
                  <a:pt x="28373" y="12977"/>
                </a:lnTo>
                <a:lnTo>
                  <a:pt x="28272" y="13562"/>
                </a:lnTo>
                <a:lnTo>
                  <a:pt x="28171" y="14167"/>
                </a:lnTo>
                <a:lnTo>
                  <a:pt x="28030" y="14732"/>
                </a:lnTo>
                <a:lnTo>
                  <a:pt x="27869" y="15338"/>
                </a:lnTo>
                <a:lnTo>
                  <a:pt x="27667" y="15923"/>
                </a:lnTo>
                <a:lnTo>
                  <a:pt x="27465" y="16488"/>
                </a:lnTo>
                <a:lnTo>
                  <a:pt x="27223" y="17053"/>
                </a:lnTo>
                <a:lnTo>
                  <a:pt x="26961" y="17618"/>
                </a:lnTo>
                <a:lnTo>
                  <a:pt x="26678" y="18143"/>
                </a:lnTo>
                <a:lnTo>
                  <a:pt x="26355" y="18667"/>
                </a:lnTo>
                <a:lnTo>
                  <a:pt x="26032" y="19192"/>
                </a:lnTo>
                <a:lnTo>
                  <a:pt x="25669" y="19676"/>
                </a:lnTo>
                <a:lnTo>
                  <a:pt x="25306" y="20161"/>
                </a:lnTo>
                <a:lnTo>
                  <a:pt x="24922" y="20625"/>
                </a:lnTo>
                <a:lnTo>
                  <a:pt x="24499" y="21069"/>
                </a:lnTo>
                <a:lnTo>
                  <a:pt x="24075" y="21493"/>
                </a:lnTo>
                <a:lnTo>
                  <a:pt x="23631" y="21896"/>
                </a:lnTo>
                <a:lnTo>
                  <a:pt x="23167" y="22280"/>
                </a:lnTo>
                <a:lnTo>
                  <a:pt x="22703" y="22643"/>
                </a:lnTo>
                <a:lnTo>
                  <a:pt x="22238" y="22946"/>
                </a:lnTo>
                <a:lnTo>
                  <a:pt x="21795" y="23228"/>
                </a:lnTo>
                <a:lnTo>
                  <a:pt x="21310" y="23511"/>
                </a:lnTo>
                <a:lnTo>
                  <a:pt x="20846" y="23773"/>
                </a:lnTo>
                <a:lnTo>
                  <a:pt x="19877" y="24277"/>
                </a:lnTo>
                <a:lnTo>
                  <a:pt x="18909" y="24742"/>
                </a:lnTo>
                <a:lnTo>
                  <a:pt x="17940" y="25226"/>
                </a:lnTo>
                <a:lnTo>
                  <a:pt x="16951" y="25751"/>
                </a:lnTo>
                <a:lnTo>
                  <a:pt x="16467" y="26013"/>
                </a:lnTo>
                <a:lnTo>
                  <a:pt x="15983" y="26296"/>
                </a:lnTo>
                <a:lnTo>
                  <a:pt x="15519" y="26598"/>
                </a:lnTo>
                <a:lnTo>
                  <a:pt x="15075" y="26901"/>
                </a:lnTo>
                <a:lnTo>
                  <a:pt x="14510" y="27325"/>
                </a:lnTo>
                <a:lnTo>
                  <a:pt x="13965" y="27789"/>
                </a:lnTo>
                <a:lnTo>
                  <a:pt x="13420" y="28253"/>
                </a:lnTo>
                <a:lnTo>
                  <a:pt x="12895" y="28717"/>
                </a:lnTo>
                <a:lnTo>
                  <a:pt x="12148" y="29383"/>
                </a:lnTo>
                <a:lnTo>
                  <a:pt x="11402" y="30029"/>
                </a:lnTo>
                <a:lnTo>
                  <a:pt x="10998" y="30332"/>
                </a:lnTo>
                <a:lnTo>
                  <a:pt x="10595" y="30614"/>
                </a:lnTo>
                <a:lnTo>
                  <a:pt x="10171" y="30897"/>
                </a:lnTo>
                <a:lnTo>
                  <a:pt x="9747" y="31159"/>
                </a:lnTo>
                <a:lnTo>
                  <a:pt x="9303" y="31381"/>
                </a:lnTo>
                <a:lnTo>
                  <a:pt x="8839" y="31583"/>
                </a:lnTo>
                <a:lnTo>
                  <a:pt x="8375" y="31764"/>
                </a:lnTo>
                <a:lnTo>
                  <a:pt x="7890" y="31906"/>
                </a:lnTo>
                <a:lnTo>
                  <a:pt x="7406" y="32027"/>
                </a:lnTo>
                <a:lnTo>
                  <a:pt x="6922" y="32107"/>
                </a:lnTo>
                <a:lnTo>
                  <a:pt x="6417" y="32148"/>
                </a:lnTo>
                <a:lnTo>
                  <a:pt x="5933" y="32168"/>
                </a:lnTo>
                <a:lnTo>
                  <a:pt x="5893" y="32168"/>
                </a:lnTo>
                <a:lnTo>
                  <a:pt x="5368" y="32148"/>
                </a:lnTo>
                <a:lnTo>
                  <a:pt x="4843" y="32087"/>
                </a:lnTo>
                <a:lnTo>
                  <a:pt x="4359" y="31986"/>
                </a:lnTo>
                <a:lnTo>
                  <a:pt x="3875" y="31845"/>
                </a:lnTo>
                <a:lnTo>
                  <a:pt x="3431" y="31684"/>
                </a:lnTo>
                <a:lnTo>
                  <a:pt x="2987" y="31462"/>
                </a:lnTo>
                <a:lnTo>
                  <a:pt x="2583" y="31219"/>
                </a:lnTo>
                <a:lnTo>
                  <a:pt x="2200" y="30957"/>
                </a:lnTo>
                <a:lnTo>
                  <a:pt x="1998" y="30775"/>
                </a:lnTo>
                <a:lnTo>
                  <a:pt x="1816" y="30614"/>
                </a:lnTo>
                <a:lnTo>
                  <a:pt x="1635" y="30412"/>
                </a:lnTo>
                <a:lnTo>
                  <a:pt x="1453" y="30231"/>
                </a:lnTo>
                <a:lnTo>
                  <a:pt x="1292" y="30029"/>
                </a:lnTo>
                <a:lnTo>
                  <a:pt x="1150" y="29807"/>
                </a:lnTo>
                <a:lnTo>
                  <a:pt x="1009" y="29585"/>
                </a:lnTo>
                <a:lnTo>
                  <a:pt x="868" y="29363"/>
                </a:lnTo>
                <a:lnTo>
                  <a:pt x="747" y="29121"/>
                </a:lnTo>
                <a:lnTo>
                  <a:pt x="626" y="28879"/>
                </a:lnTo>
                <a:lnTo>
                  <a:pt x="525" y="28616"/>
                </a:lnTo>
                <a:lnTo>
                  <a:pt x="424" y="28354"/>
                </a:lnTo>
                <a:lnTo>
                  <a:pt x="343" y="28092"/>
                </a:lnTo>
                <a:lnTo>
                  <a:pt x="283" y="27829"/>
                </a:lnTo>
                <a:lnTo>
                  <a:pt x="222" y="27547"/>
                </a:lnTo>
                <a:lnTo>
                  <a:pt x="162" y="27264"/>
                </a:lnTo>
                <a:lnTo>
                  <a:pt x="101" y="26719"/>
                </a:lnTo>
                <a:lnTo>
                  <a:pt x="81" y="26154"/>
                </a:lnTo>
                <a:lnTo>
                  <a:pt x="121" y="25609"/>
                </a:lnTo>
                <a:lnTo>
                  <a:pt x="182" y="25065"/>
                </a:lnTo>
                <a:lnTo>
                  <a:pt x="283" y="24520"/>
                </a:lnTo>
                <a:lnTo>
                  <a:pt x="444" y="23995"/>
                </a:lnTo>
                <a:lnTo>
                  <a:pt x="626" y="23490"/>
                </a:lnTo>
                <a:lnTo>
                  <a:pt x="868" y="23006"/>
                </a:lnTo>
                <a:lnTo>
                  <a:pt x="1029" y="22724"/>
                </a:lnTo>
                <a:lnTo>
                  <a:pt x="1191" y="22441"/>
                </a:lnTo>
                <a:lnTo>
                  <a:pt x="1372" y="22179"/>
                </a:lnTo>
                <a:lnTo>
                  <a:pt x="1574" y="21916"/>
                </a:lnTo>
                <a:lnTo>
                  <a:pt x="1776" y="21654"/>
                </a:lnTo>
                <a:lnTo>
                  <a:pt x="1998" y="21392"/>
                </a:lnTo>
                <a:lnTo>
                  <a:pt x="2240" y="21129"/>
                </a:lnTo>
                <a:lnTo>
                  <a:pt x="2482" y="20867"/>
                </a:lnTo>
                <a:lnTo>
                  <a:pt x="3027" y="20383"/>
                </a:lnTo>
                <a:lnTo>
                  <a:pt x="3612" y="19898"/>
                </a:lnTo>
                <a:lnTo>
                  <a:pt x="4258" y="19414"/>
                </a:lnTo>
                <a:lnTo>
                  <a:pt x="4964" y="18970"/>
                </a:lnTo>
                <a:lnTo>
                  <a:pt x="5691" y="18526"/>
                </a:lnTo>
                <a:lnTo>
                  <a:pt x="6438" y="18102"/>
                </a:lnTo>
                <a:lnTo>
                  <a:pt x="7951" y="17336"/>
                </a:lnTo>
                <a:lnTo>
                  <a:pt x="9021" y="16771"/>
                </a:lnTo>
                <a:lnTo>
                  <a:pt x="10110" y="16185"/>
                </a:lnTo>
                <a:lnTo>
                  <a:pt x="10433" y="15983"/>
                </a:lnTo>
                <a:lnTo>
                  <a:pt x="10716" y="15802"/>
                </a:lnTo>
                <a:lnTo>
                  <a:pt x="10978" y="15600"/>
                </a:lnTo>
                <a:lnTo>
                  <a:pt x="11220" y="15398"/>
                </a:lnTo>
                <a:lnTo>
                  <a:pt x="11442" y="15196"/>
                </a:lnTo>
                <a:lnTo>
                  <a:pt x="11644" y="14974"/>
                </a:lnTo>
                <a:lnTo>
                  <a:pt x="11805" y="14752"/>
                </a:lnTo>
                <a:lnTo>
                  <a:pt x="11967" y="14510"/>
                </a:lnTo>
                <a:lnTo>
                  <a:pt x="12088" y="14268"/>
                </a:lnTo>
                <a:lnTo>
                  <a:pt x="12189" y="13986"/>
                </a:lnTo>
                <a:lnTo>
                  <a:pt x="12290" y="13723"/>
                </a:lnTo>
                <a:lnTo>
                  <a:pt x="12350" y="13421"/>
                </a:lnTo>
                <a:lnTo>
                  <a:pt x="12411" y="13098"/>
                </a:lnTo>
                <a:lnTo>
                  <a:pt x="12451" y="12755"/>
                </a:lnTo>
                <a:lnTo>
                  <a:pt x="12471" y="12391"/>
                </a:lnTo>
                <a:lnTo>
                  <a:pt x="12471" y="12008"/>
                </a:lnTo>
                <a:lnTo>
                  <a:pt x="12492" y="11302"/>
                </a:lnTo>
                <a:lnTo>
                  <a:pt x="12512" y="10616"/>
                </a:lnTo>
                <a:lnTo>
                  <a:pt x="12532" y="9950"/>
                </a:lnTo>
                <a:lnTo>
                  <a:pt x="12592" y="9324"/>
                </a:lnTo>
                <a:lnTo>
                  <a:pt x="12653" y="8698"/>
                </a:lnTo>
                <a:lnTo>
                  <a:pt x="12714" y="8113"/>
                </a:lnTo>
                <a:lnTo>
                  <a:pt x="12814" y="7548"/>
                </a:lnTo>
                <a:lnTo>
                  <a:pt x="12915" y="7003"/>
                </a:lnTo>
                <a:lnTo>
                  <a:pt x="13036" y="6479"/>
                </a:lnTo>
                <a:lnTo>
                  <a:pt x="13157" y="5974"/>
                </a:lnTo>
                <a:lnTo>
                  <a:pt x="13299" y="5510"/>
                </a:lnTo>
                <a:lnTo>
                  <a:pt x="13460" y="5046"/>
                </a:lnTo>
                <a:lnTo>
                  <a:pt x="13642" y="4622"/>
                </a:lnTo>
                <a:lnTo>
                  <a:pt x="13823" y="4218"/>
                </a:lnTo>
                <a:lnTo>
                  <a:pt x="14025" y="3835"/>
                </a:lnTo>
                <a:lnTo>
                  <a:pt x="14247" y="3472"/>
                </a:lnTo>
                <a:lnTo>
                  <a:pt x="14429" y="3169"/>
                </a:lnTo>
                <a:lnTo>
                  <a:pt x="14631" y="2887"/>
                </a:lnTo>
                <a:lnTo>
                  <a:pt x="14853" y="2644"/>
                </a:lnTo>
                <a:lnTo>
                  <a:pt x="15054" y="2402"/>
                </a:lnTo>
                <a:lnTo>
                  <a:pt x="15276" y="2180"/>
                </a:lnTo>
                <a:lnTo>
                  <a:pt x="15498" y="1979"/>
                </a:lnTo>
                <a:lnTo>
                  <a:pt x="15700" y="1797"/>
                </a:lnTo>
                <a:lnTo>
                  <a:pt x="15942" y="1635"/>
                </a:lnTo>
                <a:lnTo>
                  <a:pt x="16386" y="1333"/>
                </a:lnTo>
                <a:lnTo>
                  <a:pt x="16830" y="1091"/>
                </a:lnTo>
                <a:lnTo>
                  <a:pt x="17274" y="869"/>
                </a:lnTo>
                <a:lnTo>
                  <a:pt x="17698" y="667"/>
                </a:lnTo>
                <a:lnTo>
                  <a:pt x="18142" y="505"/>
                </a:lnTo>
                <a:lnTo>
                  <a:pt x="18606" y="364"/>
                </a:lnTo>
                <a:lnTo>
                  <a:pt x="19070" y="243"/>
                </a:lnTo>
                <a:lnTo>
                  <a:pt x="19534" y="162"/>
                </a:lnTo>
                <a:lnTo>
                  <a:pt x="19999" y="102"/>
                </a:lnTo>
                <a:lnTo>
                  <a:pt x="20483" y="82"/>
                </a:lnTo>
                <a:close/>
                <a:moveTo>
                  <a:pt x="20483" y="1"/>
                </a:moveTo>
                <a:lnTo>
                  <a:pt x="19999" y="21"/>
                </a:lnTo>
                <a:lnTo>
                  <a:pt x="19534" y="82"/>
                </a:lnTo>
                <a:lnTo>
                  <a:pt x="19050" y="162"/>
                </a:lnTo>
                <a:lnTo>
                  <a:pt x="18586" y="283"/>
                </a:lnTo>
                <a:lnTo>
                  <a:pt x="18122" y="425"/>
                </a:lnTo>
                <a:lnTo>
                  <a:pt x="17678" y="606"/>
                </a:lnTo>
                <a:lnTo>
                  <a:pt x="17214" y="808"/>
                </a:lnTo>
                <a:lnTo>
                  <a:pt x="16750" y="1050"/>
                </a:lnTo>
                <a:lnTo>
                  <a:pt x="16285" y="1313"/>
                </a:lnTo>
                <a:lnTo>
                  <a:pt x="15841" y="1615"/>
                </a:lnTo>
                <a:lnTo>
                  <a:pt x="15619" y="1777"/>
                </a:lnTo>
                <a:lnTo>
                  <a:pt x="15397" y="1979"/>
                </a:lnTo>
                <a:lnTo>
                  <a:pt x="15175" y="2180"/>
                </a:lnTo>
                <a:lnTo>
                  <a:pt x="14974" y="2382"/>
                </a:lnTo>
                <a:lnTo>
                  <a:pt x="14752" y="2624"/>
                </a:lnTo>
                <a:lnTo>
                  <a:pt x="14550" y="2866"/>
                </a:lnTo>
                <a:lnTo>
                  <a:pt x="14368" y="3129"/>
                </a:lnTo>
                <a:lnTo>
                  <a:pt x="14166" y="3411"/>
                </a:lnTo>
                <a:lnTo>
                  <a:pt x="13944" y="3795"/>
                </a:lnTo>
                <a:lnTo>
                  <a:pt x="13743" y="4178"/>
                </a:lnTo>
                <a:lnTo>
                  <a:pt x="13561" y="4582"/>
                </a:lnTo>
                <a:lnTo>
                  <a:pt x="13400" y="5026"/>
                </a:lnTo>
                <a:lnTo>
                  <a:pt x="13238" y="5470"/>
                </a:lnTo>
                <a:lnTo>
                  <a:pt x="13077" y="5954"/>
                </a:lnTo>
                <a:lnTo>
                  <a:pt x="12956" y="6458"/>
                </a:lnTo>
                <a:lnTo>
                  <a:pt x="12835" y="6983"/>
                </a:lnTo>
                <a:lnTo>
                  <a:pt x="12734" y="7528"/>
                </a:lnTo>
                <a:lnTo>
                  <a:pt x="12653" y="8093"/>
                </a:lnTo>
                <a:lnTo>
                  <a:pt x="12572" y="8678"/>
                </a:lnTo>
                <a:lnTo>
                  <a:pt x="12512" y="9304"/>
                </a:lnTo>
                <a:lnTo>
                  <a:pt x="12451" y="9950"/>
                </a:lnTo>
                <a:lnTo>
                  <a:pt x="12431" y="10616"/>
                </a:lnTo>
                <a:lnTo>
                  <a:pt x="12411" y="11302"/>
                </a:lnTo>
                <a:lnTo>
                  <a:pt x="12391" y="12008"/>
                </a:lnTo>
                <a:lnTo>
                  <a:pt x="12391" y="12391"/>
                </a:lnTo>
                <a:lnTo>
                  <a:pt x="12370" y="12755"/>
                </a:lnTo>
                <a:lnTo>
                  <a:pt x="12330" y="13078"/>
                </a:lnTo>
                <a:lnTo>
                  <a:pt x="12270" y="13400"/>
                </a:lnTo>
                <a:lnTo>
                  <a:pt x="12209" y="13683"/>
                </a:lnTo>
                <a:lnTo>
                  <a:pt x="12128" y="13965"/>
                </a:lnTo>
                <a:lnTo>
                  <a:pt x="12007" y="14228"/>
                </a:lnTo>
                <a:lnTo>
                  <a:pt x="11886" y="14470"/>
                </a:lnTo>
                <a:lnTo>
                  <a:pt x="11745" y="14712"/>
                </a:lnTo>
                <a:lnTo>
                  <a:pt x="11563" y="14934"/>
                </a:lnTo>
                <a:lnTo>
                  <a:pt x="11382" y="15136"/>
                </a:lnTo>
                <a:lnTo>
                  <a:pt x="11160" y="15338"/>
                </a:lnTo>
                <a:lnTo>
                  <a:pt x="10938" y="15540"/>
                </a:lnTo>
                <a:lnTo>
                  <a:pt x="10675" y="15741"/>
                </a:lnTo>
                <a:lnTo>
                  <a:pt x="10373" y="15923"/>
                </a:lnTo>
                <a:lnTo>
                  <a:pt x="10070" y="16105"/>
                </a:lnTo>
                <a:lnTo>
                  <a:pt x="8980" y="16690"/>
                </a:lnTo>
                <a:lnTo>
                  <a:pt x="7911" y="17255"/>
                </a:lnTo>
                <a:lnTo>
                  <a:pt x="6397" y="18042"/>
                </a:lnTo>
                <a:lnTo>
                  <a:pt x="5651" y="18466"/>
                </a:lnTo>
                <a:lnTo>
                  <a:pt x="4924" y="18889"/>
                </a:lnTo>
                <a:lnTo>
                  <a:pt x="4218" y="19354"/>
                </a:lnTo>
                <a:lnTo>
                  <a:pt x="3552" y="19838"/>
                </a:lnTo>
                <a:lnTo>
                  <a:pt x="2967" y="20322"/>
                </a:lnTo>
                <a:lnTo>
                  <a:pt x="2422" y="20827"/>
                </a:lnTo>
                <a:lnTo>
                  <a:pt x="2180" y="21069"/>
                </a:lnTo>
                <a:lnTo>
                  <a:pt x="1937" y="21331"/>
                </a:lnTo>
                <a:lnTo>
                  <a:pt x="1715" y="21594"/>
                </a:lnTo>
                <a:lnTo>
                  <a:pt x="1514" y="21856"/>
                </a:lnTo>
                <a:lnTo>
                  <a:pt x="1312" y="22138"/>
                </a:lnTo>
                <a:lnTo>
                  <a:pt x="1130" y="22401"/>
                </a:lnTo>
                <a:lnTo>
                  <a:pt x="949" y="22683"/>
                </a:lnTo>
                <a:lnTo>
                  <a:pt x="807" y="22966"/>
                </a:lnTo>
                <a:lnTo>
                  <a:pt x="565" y="23450"/>
                </a:lnTo>
                <a:lnTo>
                  <a:pt x="363" y="23975"/>
                </a:lnTo>
                <a:lnTo>
                  <a:pt x="222" y="24499"/>
                </a:lnTo>
                <a:lnTo>
                  <a:pt x="101" y="25044"/>
                </a:lnTo>
                <a:lnTo>
                  <a:pt x="40" y="25589"/>
                </a:lnTo>
                <a:lnTo>
                  <a:pt x="0" y="26154"/>
                </a:lnTo>
                <a:lnTo>
                  <a:pt x="20" y="26719"/>
                </a:lnTo>
                <a:lnTo>
                  <a:pt x="81" y="27284"/>
                </a:lnTo>
                <a:lnTo>
                  <a:pt x="141" y="27567"/>
                </a:lnTo>
                <a:lnTo>
                  <a:pt x="202" y="27849"/>
                </a:lnTo>
                <a:lnTo>
                  <a:pt x="262" y="28112"/>
                </a:lnTo>
                <a:lnTo>
                  <a:pt x="363" y="28394"/>
                </a:lnTo>
                <a:lnTo>
                  <a:pt x="444" y="28657"/>
                </a:lnTo>
                <a:lnTo>
                  <a:pt x="545" y="28899"/>
                </a:lnTo>
                <a:lnTo>
                  <a:pt x="666" y="29161"/>
                </a:lnTo>
                <a:lnTo>
                  <a:pt x="787" y="29403"/>
                </a:lnTo>
                <a:lnTo>
                  <a:pt x="928" y="29625"/>
                </a:lnTo>
                <a:lnTo>
                  <a:pt x="1070" y="29847"/>
                </a:lnTo>
                <a:lnTo>
                  <a:pt x="1231" y="30069"/>
                </a:lnTo>
                <a:lnTo>
                  <a:pt x="1393" y="30271"/>
                </a:lnTo>
                <a:lnTo>
                  <a:pt x="1574" y="30473"/>
                </a:lnTo>
                <a:lnTo>
                  <a:pt x="1756" y="30654"/>
                </a:lnTo>
                <a:lnTo>
                  <a:pt x="1958" y="30836"/>
                </a:lnTo>
                <a:lnTo>
                  <a:pt x="2159" y="31018"/>
                </a:lnTo>
                <a:lnTo>
                  <a:pt x="2543" y="31300"/>
                </a:lnTo>
                <a:lnTo>
                  <a:pt x="2967" y="31542"/>
                </a:lnTo>
                <a:lnTo>
                  <a:pt x="3390" y="31744"/>
                </a:lnTo>
                <a:lnTo>
                  <a:pt x="3854" y="31926"/>
                </a:lnTo>
                <a:lnTo>
                  <a:pt x="4339" y="32067"/>
                </a:lnTo>
                <a:lnTo>
                  <a:pt x="4843" y="32168"/>
                </a:lnTo>
                <a:lnTo>
                  <a:pt x="5348" y="32228"/>
                </a:lnTo>
                <a:lnTo>
                  <a:pt x="5893" y="32249"/>
                </a:lnTo>
                <a:lnTo>
                  <a:pt x="5933" y="32249"/>
                </a:lnTo>
                <a:lnTo>
                  <a:pt x="6438" y="32228"/>
                </a:lnTo>
                <a:lnTo>
                  <a:pt x="6922" y="32188"/>
                </a:lnTo>
                <a:lnTo>
                  <a:pt x="7426" y="32107"/>
                </a:lnTo>
                <a:lnTo>
                  <a:pt x="7911" y="31986"/>
                </a:lnTo>
                <a:lnTo>
                  <a:pt x="8395" y="31845"/>
                </a:lnTo>
                <a:lnTo>
                  <a:pt x="8879" y="31663"/>
                </a:lnTo>
                <a:lnTo>
                  <a:pt x="9343" y="31462"/>
                </a:lnTo>
                <a:lnTo>
                  <a:pt x="9787" y="31219"/>
                </a:lnTo>
                <a:lnTo>
                  <a:pt x="10211" y="30977"/>
                </a:lnTo>
                <a:lnTo>
                  <a:pt x="10635" y="30695"/>
                </a:lnTo>
                <a:lnTo>
                  <a:pt x="11039" y="30392"/>
                </a:lnTo>
                <a:lnTo>
                  <a:pt x="11442" y="30089"/>
                </a:lnTo>
                <a:lnTo>
                  <a:pt x="12209" y="29444"/>
                </a:lnTo>
                <a:lnTo>
                  <a:pt x="12956" y="28778"/>
                </a:lnTo>
                <a:lnTo>
                  <a:pt x="13480" y="28314"/>
                </a:lnTo>
                <a:lnTo>
                  <a:pt x="14005" y="27849"/>
                </a:lnTo>
                <a:lnTo>
                  <a:pt x="14550" y="27405"/>
                </a:lnTo>
                <a:lnTo>
                  <a:pt x="15115" y="26961"/>
                </a:lnTo>
                <a:lnTo>
                  <a:pt x="15559" y="26659"/>
                </a:lnTo>
                <a:lnTo>
                  <a:pt x="16023" y="26356"/>
                </a:lnTo>
                <a:lnTo>
                  <a:pt x="16507" y="26074"/>
                </a:lnTo>
                <a:lnTo>
                  <a:pt x="16992" y="25811"/>
                </a:lnTo>
                <a:lnTo>
                  <a:pt x="17960" y="25307"/>
                </a:lnTo>
                <a:lnTo>
                  <a:pt x="18949" y="24822"/>
                </a:lnTo>
                <a:lnTo>
                  <a:pt x="19918" y="24338"/>
                </a:lnTo>
                <a:lnTo>
                  <a:pt x="20886" y="23834"/>
                </a:lnTo>
                <a:lnTo>
                  <a:pt x="21351" y="23571"/>
                </a:lnTo>
                <a:lnTo>
                  <a:pt x="21835" y="23309"/>
                </a:lnTo>
                <a:lnTo>
                  <a:pt x="22299" y="23006"/>
                </a:lnTo>
                <a:lnTo>
                  <a:pt x="22743" y="22703"/>
                </a:lnTo>
                <a:lnTo>
                  <a:pt x="23227" y="22340"/>
                </a:lnTo>
                <a:lnTo>
                  <a:pt x="23691" y="21957"/>
                </a:lnTo>
                <a:lnTo>
                  <a:pt x="24135" y="21553"/>
                </a:lnTo>
                <a:lnTo>
                  <a:pt x="24559" y="21129"/>
                </a:lnTo>
                <a:lnTo>
                  <a:pt x="24983" y="20685"/>
                </a:lnTo>
                <a:lnTo>
                  <a:pt x="25366" y="20221"/>
                </a:lnTo>
                <a:lnTo>
                  <a:pt x="25750" y="19737"/>
                </a:lnTo>
                <a:lnTo>
                  <a:pt x="26093" y="19232"/>
                </a:lnTo>
                <a:lnTo>
                  <a:pt x="26436" y="18728"/>
                </a:lnTo>
                <a:lnTo>
                  <a:pt x="26739" y="18183"/>
                </a:lnTo>
                <a:lnTo>
                  <a:pt x="27021" y="17638"/>
                </a:lnTo>
                <a:lnTo>
                  <a:pt x="27304" y="17093"/>
                </a:lnTo>
                <a:lnTo>
                  <a:pt x="27546" y="16528"/>
                </a:lnTo>
                <a:lnTo>
                  <a:pt x="27748" y="15943"/>
                </a:lnTo>
                <a:lnTo>
                  <a:pt x="27949" y="15358"/>
                </a:lnTo>
                <a:lnTo>
                  <a:pt x="28111" y="14752"/>
                </a:lnTo>
                <a:lnTo>
                  <a:pt x="28252" y="14167"/>
                </a:lnTo>
                <a:lnTo>
                  <a:pt x="28353" y="13582"/>
                </a:lnTo>
                <a:lnTo>
                  <a:pt x="28454" y="12977"/>
                </a:lnTo>
                <a:lnTo>
                  <a:pt x="28514" y="12391"/>
                </a:lnTo>
                <a:lnTo>
                  <a:pt x="28555" y="11786"/>
                </a:lnTo>
                <a:lnTo>
                  <a:pt x="28555" y="11181"/>
                </a:lnTo>
                <a:lnTo>
                  <a:pt x="28555" y="10555"/>
                </a:lnTo>
                <a:lnTo>
                  <a:pt x="28514" y="9950"/>
                </a:lnTo>
                <a:lnTo>
                  <a:pt x="28454" y="9344"/>
                </a:lnTo>
                <a:lnTo>
                  <a:pt x="28373" y="8739"/>
                </a:lnTo>
                <a:lnTo>
                  <a:pt x="28272" y="8133"/>
                </a:lnTo>
                <a:lnTo>
                  <a:pt x="28151" y="7528"/>
                </a:lnTo>
                <a:lnTo>
                  <a:pt x="27990" y="6923"/>
                </a:lnTo>
                <a:lnTo>
                  <a:pt x="27828" y="6337"/>
                </a:lnTo>
                <a:lnTo>
                  <a:pt x="27627" y="5752"/>
                </a:lnTo>
                <a:lnTo>
                  <a:pt x="27405" y="5167"/>
                </a:lnTo>
                <a:lnTo>
                  <a:pt x="27142" y="4541"/>
                </a:lnTo>
                <a:lnTo>
                  <a:pt x="26860" y="3976"/>
                </a:lnTo>
                <a:lnTo>
                  <a:pt x="26557" y="3452"/>
                </a:lnTo>
                <a:lnTo>
                  <a:pt x="26234" y="2947"/>
                </a:lnTo>
                <a:lnTo>
                  <a:pt x="25911" y="2503"/>
                </a:lnTo>
                <a:lnTo>
                  <a:pt x="25548" y="2100"/>
                </a:lnTo>
                <a:lnTo>
                  <a:pt x="25185" y="1716"/>
                </a:lnTo>
                <a:lnTo>
                  <a:pt x="24801" y="1393"/>
                </a:lnTo>
                <a:lnTo>
                  <a:pt x="24438" y="1111"/>
                </a:lnTo>
                <a:lnTo>
                  <a:pt x="24055" y="889"/>
                </a:lnTo>
                <a:lnTo>
                  <a:pt x="23651" y="667"/>
                </a:lnTo>
                <a:lnTo>
                  <a:pt x="23227" y="485"/>
                </a:lnTo>
                <a:lnTo>
                  <a:pt x="22783" y="344"/>
                </a:lnTo>
                <a:lnTo>
                  <a:pt x="22339" y="223"/>
                </a:lnTo>
                <a:lnTo>
                  <a:pt x="21895" y="122"/>
                </a:lnTo>
                <a:lnTo>
                  <a:pt x="21411" y="61"/>
                </a:lnTo>
                <a:lnTo>
                  <a:pt x="20947" y="21"/>
                </a:lnTo>
                <a:lnTo>
                  <a:pt x="20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5" name="Google Shape;2865;p35"/>
          <p:cNvSpPr/>
          <p:nvPr/>
        </p:nvSpPr>
        <p:spPr>
          <a:xfrm flipH="1" rot="-2700000">
            <a:off x="3980673" y="-135927"/>
            <a:ext cx="935331" cy="741276"/>
          </a:xfrm>
          <a:custGeom>
            <a:rect b="b" l="l" r="r" t="t"/>
            <a:pathLst>
              <a:path extrusionOk="0" h="13259" w="16730">
                <a:moveTo>
                  <a:pt x="14550" y="81"/>
                </a:moveTo>
                <a:lnTo>
                  <a:pt x="14772" y="122"/>
                </a:lnTo>
                <a:lnTo>
                  <a:pt x="15014" y="202"/>
                </a:lnTo>
                <a:lnTo>
                  <a:pt x="15216" y="324"/>
                </a:lnTo>
                <a:lnTo>
                  <a:pt x="15438" y="465"/>
                </a:lnTo>
                <a:lnTo>
                  <a:pt x="15640" y="667"/>
                </a:lnTo>
                <a:lnTo>
                  <a:pt x="15821" y="889"/>
                </a:lnTo>
                <a:lnTo>
                  <a:pt x="15983" y="1131"/>
                </a:lnTo>
                <a:lnTo>
                  <a:pt x="16144" y="1413"/>
                </a:lnTo>
                <a:lnTo>
                  <a:pt x="16245" y="1655"/>
                </a:lnTo>
                <a:lnTo>
                  <a:pt x="16346" y="1898"/>
                </a:lnTo>
                <a:lnTo>
                  <a:pt x="16427" y="2140"/>
                </a:lnTo>
                <a:lnTo>
                  <a:pt x="16487" y="2422"/>
                </a:lnTo>
                <a:lnTo>
                  <a:pt x="16548" y="2685"/>
                </a:lnTo>
                <a:lnTo>
                  <a:pt x="16588" y="2967"/>
                </a:lnTo>
                <a:lnTo>
                  <a:pt x="16628" y="3250"/>
                </a:lnTo>
                <a:lnTo>
                  <a:pt x="16649" y="3552"/>
                </a:lnTo>
                <a:lnTo>
                  <a:pt x="16649" y="3855"/>
                </a:lnTo>
                <a:lnTo>
                  <a:pt x="16649" y="4178"/>
                </a:lnTo>
                <a:lnTo>
                  <a:pt x="16588" y="4844"/>
                </a:lnTo>
                <a:lnTo>
                  <a:pt x="16487" y="5550"/>
                </a:lnTo>
                <a:lnTo>
                  <a:pt x="16326" y="6317"/>
                </a:lnTo>
                <a:lnTo>
                  <a:pt x="16144" y="7044"/>
                </a:lnTo>
                <a:lnTo>
                  <a:pt x="15942" y="7709"/>
                </a:lnTo>
                <a:lnTo>
                  <a:pt x="15720" y="8315"/>
                </a:lnTo>
                <a:lnTo>
                  <a:pt x="15458" y="8860"/>
                </a:lnTo>
                <a:lnTo>
                  <a:pt x="15317" y="9122"/>
                </a:lnTo>
                <a:lnTo>
                  <a:pt x="15176" y="9364"/>
                </a:lnTo>
                <a:lnTo>
                  <a:pt x="15014" y="9586"/>
                </a:lnTo>
                <a:lnTo>
                  <a:pt x="14873" y="9808"/>
                </a:lnTo>
                <a:lnTo>
                  <a:pt x="14691" y="10010"/>
                </a:lnTo>
                <a:lnTo>
                  <a:pt x="14530" y="10212"/>
                </a:lnTo>
                <a:lnTo>
                  <a:pt x="14348" y="10393"/>
                </a:lnTo>
                <a:lnTo>
                  <a:pt x="14146" y="10555"/>
                </a:lnTo>
                <a:lnTo>
                  <a:pt x="13803" y="10837"/>
                </a:lnTo>
                <a:lnTo>
                  <a:pt x="13440" y="11080"/>
                </a:lnTo>
                <a:lnTo>
                  <a:pt x="13036" y="11302"/>
                </a:lnTo>
                <a:lnTo>
                  <a:pt x="12633" y="11483"/>
                </a:lnTo>
                <a:lnTo>
                  <a:pt x="12229" y="11665"/>
                </a:lnTo>
                <a:lnTo>
                  <a:pt x="11805" y="11806"/>
                </a:lnTo>
                <a:lnTo>
                  <a:pt x="11402" y="11947"/>
                </a:lnTo>
                <a:lnTo>
                  <a:pt x="10978" y="12068"/>
                </a:lnTo>
                <a:lnTo>
                  <a:pt x="10373" y="12230"/>
                </a:lnTo>
                <a:lnTo>
                  <a:pt x="9787" y="12371"/>
                </a:lnTo>
                <a:lnTo>
                  <a:pt x="9202" y="12512"/>
                </a:lnTo>
                <a:lnTo>
                  <a:pt x="8597" y="12633"/>
                </a:lnTo>
                <a:lnTo>
                  <a:pt x="7991" y="12734"/>
                </a:lnTo>
                <a:lnTo>
                  <a:pt x="7386" y="12835"/>
                </a:lnTo>
                <a:lnTo>
                  <a:pt x="6801" y="12936"/>
                </a:lnTo>
                <a:lnTo>
                  <a:pt x="6195" y="12997"/>
                </a:lnTo>
                <a:lnTo>
                  <a:pt x="5590" y="13057"/>
                </a:lnTo>
                <a:lnTo>
                  <a:pt x="4964" y="13118"/>
                </a:lnTo>
                <a:lnTo>
                  <a:pt x="4359" y="13158"/>
                </a:lnTo>
                <a:lnTo>
                  <a:pt x="3754" y="13178"/>
                </a:lnTo>
                <a:lnTo>
                  <a:pt x="1917" y="13178"/>
                </a:lnTo>
                <a:lnTo>
                  <a:pt x="1312" y="13138"/>
                </a:lnTo>
                <a:lnTo>
                  <a:pt x="1070" y="13118"/>
                </a:lnTo>
                <a:lnTo>
                  <a:pt x="848" y="13077"/>
                </a:lnTo>
                <a:lnTo>
                  <a:pt x="646" y="13017"/>
                </a:lnTo>
                <a:lnTo>
                  <a:pt x="484" y="12956"/>
                </a:lnTo>
                <a:lnTo>
                  <a:pt x="343" y="12855"/>
                </a:lnTo>
                <a:lnTo>
                  <a:pt x="242" y="12754"/>
                </a:lnTo>
                <a:lnTo>
                  <a:pt x="162" y="12613"/>
                </a:lnTo>
                <a:lnTo>
                  <a:pt x="101" y="12472"/>
                </a:lnTo>
                <a:lnTo>
                  <a:pt x="81" y="12351"/>
                </a:lnTo>
                <a:lnTo>
                  <a:pt x="81" y="12210"/>
                </a:lnTo>
                <a:lnTo>
                  <a:pt x="101" y="12068"/>
                </a:lnTo>
                <a:lnTo>
                  <a:pt x="121" y="11907"/>
                </a:lnTo>
                <a:lnTo>
                  <a:pt x="182" y="11745"/>
                </a:lnTo>
                <a:lnTo>
                  <a:pt x="242" y="11584"/>
                </a:lnTo>
                <a:lnTo>
                  <a:pt x="384" y="11241"/>
                </a:lnTo>
                <a:lnTo>
                  <a:pt x="606" y="10878"/>
                </a:lnTo>
                <a:lnTo>
                  <a:pt x="848" y="10515"/>
                </a:lnTo>
                <a:lnTo>
                  <a:pt x="1110" y="10131"/>
                </a:lnTo>
                <a:lnTo>
                  <a:pt x="1413" y="9768"/>
                </a:lnTo>
                <a:lnTo>
                  <a:pt x="1715" y="9405"/>
                </a:lnTo>
                <a:lnTo>
                  <a:pt x="2038" y="9062"/>
                </a:lnTo>
                <a:lnTo>
                  <a:pt x="2341" y="8739"/>
                </a:lnTo>
                <a:lnTo>
                  <a:pt x="2644" y="8456"/>
                </a:lnTo>
                <a:lnTo>
                  <a:pt x="2926" y="8194"/>
                </a:lnTo>
                <a:lnTo>
                  <a:pt x="3189" y="7972"/>
                </a:lnTo>
                <a:lnTo>
                  <a:pt x="3411" y="7790"/>
                </a:lnTo>
                <a:lnTo>
                  <a:pt x="3592" y="7669"/>
                </a:lnTo>
                <a:lnTo>
                  <a:pt x="4198" y="7306"/>
                </a:lnTo>
                <a:lnTo>
                  <a:pt x="4823" y="6983"/>
                </a:lnTo>
                <a:lnTo>
                  <a:pt x="6095" y="6357"/>
                </a:lnTo>
                <a:lnTo>
                  <a:pt x="6720" y="6055"/>
                </a:lnTo>
                <a:lnTo>
                  <a:pt x="7346" y="5752"/>
                </a:lnTo>
                <a:lnTo>
                  <a:pt x="7971" y="5409"/>
                </a:lnTo>
                <a:lnTo>
                  <a:pt x="8597" y="5066"/>
                </a:lnTo>
                <a:lnTo>
                  <a:pt x="9101" y="4723"/>
                </a:lnTo>
                <a:lnTo>
                  <a:pt x="9606" y="4360"/>
                </a:lnTo>
                <a:lnTo>
                  <a:pt x="10110" y="3976"/>
                </a:lnTo>
                <a:lnTo>
                  <a:pt x="10574" y="3573"/>
                </a:lnTo>
                <a:lnTo>
                  <a:pt x="11018" y="3149"/>
                </a:lnTo>
                <a:lnTo>
                  <a:pt x="11442" y="2705"/>
                </a:lnTo>
                <a:lnTo>
                  <a:pt x="11866" y="2241"/>
                </a:lnTo>
                <a:lnTo>
                  <a:pt x="12249" y="1756"/>
                </a:lnTo>
                <a:lnTo>
                  <a:pt x="12290" y="1716"/>
                </a:lnTo>
                <a:lnTo>
                  <a:pt x="12754" y="1131"/>
                </a:lnTo>
                <a:lnTo>
                  <a:pt x="12996" y="868"/>
                </a:lnTo>
                <a:lnTo>
                  <a:pt x="13238" y="606"/>
                </a:lnTo>
                <a:lnTo>
                  <a:pt x="13521" y="404"/>
                </a:lnTo>
                <a:lnTo>
                  <a:pt x="13662" y="303"/>
                </a:lnTo>
                <a:lnTo>
                  <a:pt x="13803" y="223"/>
                </a:lnTo>
                <a:lnTo>
                  <a:pt x="13965" y="162"/>
                </a:lnTo>
                <a:lnTo>
                  <a:pt x="14126" y="122"/>
                </a:lnTo>
                <a:lnTo>
                  <a:pt x="14288" y="102"/>
                </a:lnTo>
                <a:lnTo>
                  <a:pt x="14449" y="81"/>
                </a:lnTo>
                <a:close/>
                <a:moveTo>
                  <a:pt x="14368" y="1"/>
                </a:moveTo>
                <a:lnTo>
                  <a:pt x="14187" y="21"/>
                </a:lnTo>
                <a:lnTo>
                  <a:pt x="14025" y="61"/>
                </a:lnTo>
                <a:lnTo>
                  <a:pt x="13864" y="122"/>
                </a:lnTo>
                <a:lnTo>
                  <a:pt x="13702" y="202"/>
                </a:lnTo>
                <a:lnTo>
                  <a:pt x="13541" y="283"/>
                </a:lnTo>
                <a:lnTo>
                  <a:pt x="13400" y="384"/>
                </a:lnTo>
                <a:lnTo>
                  <a:pt x="13238" y="505"/>
                </a:lnTo>
                <a:lnTo>
                  <a:pt x="12976" y="768"/>
                </a:lnTo>
                <a:lnTo>
                  <a:pt x="12714" y="1050"/>
                </a:lnTo>
                <a:lnTo>
                  <a:pt x="12451" y="1353"/>
                </a:lnTo>
                <a:lnTo>
                  <a:pt x="12229" y="1655"/>
                </a:lnTo>
                <a:lnTo>
                  <a:pt x="12189" y="1716"/>
                </a:lnTo>
                <a:lnTo>
                  <a:pt x="11805" y="2200"/>
                </a:lnTo>
                <a:lnTo>
                  <a:pt x="11382" y="2664"/>
                </a:lnTo>
                <a:lnTo>
                  <a:pt x="10958" y="3088"/>
                </a:lnTo>
                <a:lnTo>
                  <a:pt x="10514" y="3512"/>
                </a:lnTo>
                <a:lnTo>
                  <a:pt x="10050" y="3916"/>
                </a:lnTo>
                <a:lnTo>
                  <a:pt x="9565" y="4299"/>
                </a:lnTo>
                <a:lnTo>
                  <a:pt x="9061" y="4662"/>
                </a:lnTo>
                <a:lnTo>
                  <a:pt x="8556" y="4985"/>
                </a:lnTo>
                <a:lnTo>
                  <a:pt x="7931" y="5348"/>
                </a:lnTo>
                <a:lnTo>
                  <a:pt x="7305" y="5671"/>
                </a:lnTo>
                <a:lnTo>
                  <a:pt x="6680" y="5994"/>
                </a:lnTo>
                <a:lnTo>
                  <a:pt x="6054" y="6297"/>
                </a:lnTo>
                <a:lnTo>
                  <a:pt x="4783" y="6902"/>
                </a:lnTo>
                <a:lnTo>
                  <a:pt x="4157" y="7245"/>
                </a:lnTo>
                <a:lnTo>
                  <a:pt x="3552" y="7588"/>
                </a:lnTo>
                <a:lnTo>
                  <a:pt x="3370" y="7709"/>
                </a:lnTo>
                <a:lnTo>
                  <a:pt x="3168" y="7891"/>
                </a:lnTo>
                <a:lnTo>
                  <a:pt x="2624" y="8375"/>
                </a:lnTo>
                <a:lnTo>
                  <a:pt x="2321" y="8658"/>
                </a:lnTo>
                <a:lnTo>
                  <a:pt x="1998" y="8981"/>
                </a:lnTo>
                <a:lnTo>
                  <a:pt x="1675" y="9344"/>
                </a:lnTo>
                <a:lnTo>
                  <a:pt x="1352" y="9707"/>
                </a:lnTo>
                <a:lnTo>
                  <a:pt x="1050" y="10071"/>
                </a:lnTo>
                <a:lnTo>
                  <a:pt x="787" y="10454"/>
                </a:lnTo>
                <a:lnTo>
                  <a:pt x="525" y="10837"/>
                </a:lnTo>
                <a:lnTo>
                  <a:pt x="323" y="11201"/>
                </a:lnTo>
                <a:lnTo>
                  <a:pt x="162" y="11564"/>
                </a:lnTo>
                <a:lnTo>
                  <a:pt x="101" y="11725"/>
                </a:lnTo>
                <a:lnTo>
                  <a:pt x="41" y="11907"/>
                </a:lnTo>
                <a:lnTo>
                  <a:pt x="20" y="12068"/>
                </a:lnTo>
                <a:lnTo>
                  <a:pt x="0" y="12210"/>
                </a:lnTo>
                <a:lnTo>
                  <a:pt x="0" y="12371"/>
                </a:lnTo>
                <a:lnTo>
                  <a:pt x="41" y="12492"/>
                </a:lnTo>
                <a:lnTo>
                  <a:pt x="81" y="12654"/>
                </a:lnTo>
                <a:lnTo>
                  <a:pt x="182" y="12795"/>
                </a:lnTo>
                <a:lnTo>
                  <a:pt x="283" y="12916"/>
                </a:lnTo>
                <a:lnTo>
                  <a:pt x="444" y="13017"/>
                </a:lnTo>
                <a:lnTo>
                  <a:pt x="606" y="13098"/>
                </a:lnTo>
                <a:lnTo>
                  <a:pt x="807" y="13158"/>
                </a:lnTo>
                <a:lnTo>
                  <a:pt x="1050" y="13198"/>
                </a:lnTo>
                <a:lnTo>
                  <a:pt x="1312" y="13219"/>
                </a:lnTo>
                <a:lnTo>
                  <a:pt x="2099" y="13259"/>
                </a:lnTo>
                <a:lnTo>
                  <a:pt x="2886" y="13259"/>
                </a:lnTo>
                <a:lnTo>
                  <a:pt x="3915" y="13239"/>
                </a:lnTo>
                <a:lnTo>
                  <a:pt x="4944" y="13198"/>
                </a:lnTo>
                <a:lnTo>
                  <a:pt x="5973" y="13098"/>
                </a:lnTo>
                <a:lnTo>
                  <a:pt x="6982" y="12976"/>
                </a:lnTo>
                <a:lnTo>
                  <a:pt x="7991" y="12835"/>
                </a:lnTo>
                <a:lnTo>
                  <a:pt x="9000" y="12633"/>
                </a:lnTo>
                <a:lnTo>
                  <a:pt x="10009" y="12411"/>
                </a:lnTo>
                <a:lnTo>
                  <a:pt x="10998" y="12149"/>
                </a:lnTo>
                <a:lnTo>
                  <a:pt x="11422" y="12028"/>
                </a:lnTo>
                <a:lnTo>
                  <a:pt x="11846" y="11887"/>
                </a:lnTo>
                <a:lnTo>
                  <a:pt x="12270" y="11725"/>
                </a:lnTo>
                <a:lnTo>
                  <a:pt x="12673" y="11564"/>
                </a:lnTo>
                <a:lnTo>
                  <a:pt x="13077" y="11362"/>
                </a:lnTo>
                <a:lnTo>
                  <a:pt x="13480" y="11160"/>
                </a:lnTo>
                <a:lnTo>
                  <a:pt x="13844" y="10898"/>
                </a:lnTo>
                <a:lnTo>
                  <a:pt x="14207" y="10615"/>
                </a:lnTo>
                <a:lnTo>
                  <a:pt x="14409" y="10454"/>
                </a:lnTo>
                <a:lnTo>
                  <a:pt x="14590" y="10272"/>
                </a:lnTo>
                <a:lnTo>
                  <a:pt x="14752" y="10071"/>
                </a:lnTo>
                <a:lnTo>
                  <a:pt x="14933" y="9869"/>
                </a:lnTo>
                <a:lnTo>
                  <a:pt x="15095" y="9647"/>
                </a:lnTo>
                <a:lnTo>
                  <a:pt x="15236" y="9405"/>
                </a:lnTo>
                <a:lnTo>
                  <a:pt x="15398" y="9162"/>
                </a:lnTo>
                <a:lnTo>
                  <a:pt x="15519" y="8900"/>
                </a:lnTo>
                <a:lnTo>
                  <a:pt x="15781" y="8355"/>
                </a:lnTo>
                <a:lnTo>
                  <a:pt x="16023" y="7730"/>
                </a:lnTo>
                <a:lnTo>
                  <a:pt x="16225" y="7064"/>
                </a:lnTo>
                <a:lnTo>
                  <a:pt x="16407" y="6337"/>
                </a:lnTo>
                <a:lnTo>
                  <a:pt x="16568" y="5570"/>
                </a:lnTo>
                <a:lnTo>
                  <a:pt x="16669" y="4844"/>
                </a:lnTo>
                <a:lnTo>
                  <a:pt x="16729" y="4178"/>
                </a:lnTo>
                <a:lnTo>
                  <a:pt x="16729" y="3855"/>
                </a:lnTo>
                <a:lnTo>
                  <a:pt x="16729" y="3532"/>
                </a:lnTo>
                <a:lnTo>
                  <a:pt x="16709" y="3250"/>
                </a:lnTo>
                <a:lnTo>
                  <a:pt x="16669" y="2947"/>
                </a:lnTo>
                <a:lnTo>
                  <a:pt x="16628" y="2664"/>
                </a:lnTo>
                <a:lnTo>
                  <a:pt x="16568" y="2382"/>
                </a:lnTo>
                <a:lnTo>
                  <a:pt x="16507" y="2120"/>
                </a:lnTo>
                <a:lnTo>
                  <a:pt x="16427" y="1857"/>
                </a:lnTo>
                <a:lnTo>
                  <a:pt x="16326" y="1615"/>
                </a:lnTo>
                <a:lnTo>
                  <a:pt x="16205" y="1373"/>
                </a:lnTo>
                <a:lnTo>
                  <a:pt x="16063" y="1090"/>
                </a:lnTo>
                <a:lnTo>
                  <a:pt x="15882" y="828"/>
                </a:lnTo>
                <a:lnTo>
                  <a:pt x="15680" y="606"/>
                </a:lnTo>
                <a:lnTo>
                  <a:pt x="15478" y="404"/>
                </a:lnTo>
                <a:lnTo>
                  <a:pt x="15256" y="243"/>
                </a:lnTo>
                <a:lnTo>
                  <a:pt x="15034" y="122"/>
                </a:lnTo>
                <a:lnTo>
                  <a:pt x="14792" y="41"/>
                </a:lnTo>
                <a:lnTo>
                  <a:pt x="145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6" name="Google Shape;2866;p35"/>
          <p:cNvSpPr/>
          <p:nvPr/>
        </p:nvSpPr>
        <p:spPr>
          <a:xfrm flipH="1" rot="-2700000">
            <a:off x="4067304" y="4075914"/>
            <a:ext cx="1395616" cy="1650666"/>
          </a:xfrm>
          <a:custGeom>
            <a:rect b="b" l="l" r="r" t="t"/>
            <a:pathLst>
              <a:path extrusionOk="0" h="29525" w="24963">
                <a:moveTo>
                  <a:pt x="18727" y="81"/>
                </a:moveTo>
                <a:lnTo>
                  <a:pt x="19211" y="102"/>
                </a:lnTo>
                <a:lnTo>
                  <a:pt x="19514" y="142"/>
                </a:lnTo>
                <a:lnTo>
                  <a:pt x="19837" y="223"/>
                </a:lnTo>
                <a:lnTo>
                  <a:pt x="20140" y="303"/>
                </a:lnTo>
                <a:lnTo>
                  <a:pt x="20442" y="404"/>
                </a:lnTo>
                <a:lnTo>
                  <a:pt x="20745" y="525"/>
                </a:lnTo>
                <a:lnTo>
                  <a:pt x="21048" y="667"/>
                </a:lnTo>
                <a:lnTo>
                  <a:pt x="21330" y="828"/>
                </a:lnTo>
                <a:lnTo>
                  <a:pt x="21613" y="1010"/>
                </a:lnTo>
                <a:lnTo>
                  <a:pt x="21895" y="1212"/>
                </a:lnTo>
                <a:lnTo>
                  <a:pt x="22158" y="1413"/>
                </a:lnTo>
                <a:lnTo>
                  <a:pt x="22420" y="1655"/>
                </a:lnTo>
                <a:lnTo>
                  <a:pt x="22662" y="1898"/>
                </a:lnTo>
                <a:lnTo>
                  <a:pt x="22904" y="2160"/>
                </a:lnTo>
                <a:lnTo>
                  <a:pt x="23126" y="2443"/>
                </a:lnTo>
                <a:lnTo>
                  <a:pt x="23328" y="2725"/>
                </a:lnTo>
                <a:lnTo>
                  <a:pt x="23530" y="3028"/>
                </a:lnTo>
                <a:lnTo>
                  <a:pt x="23691" y="3290"/>
                </a:lnTo>
                <a:lnTo>
                  <a:pt x="23833" y="3573"/>
                </a:lnTo>
                <a:lnTo>
                  <a:pt x="24095" y="4138"/>
                </a:lnTo>
                <a:lnTo>
                  <a:pt x="24317" y="4723"/>
                </a:lnTo>
                <a:lnTo>
                  <a:pt x="24499" y="5369"/>
                </a:lnTo>
                <a:lnTo>
                  <a:pt x="24660" y="6035"/>
                </a:lnTo>
                <a:lnTo>
                  <a:pt x="24761" y="6721"/>
                </a:lnTo>
                <a:lnTo>
                  <a:pt x="24842" y="7467"/>
                </a:lnTo>
                <a:lnTo>
                  <a:pt x="24882" y="8214"/>
                </a:lnTo>
                <a:lnTo>
                  <a:pt x="24882" y="8880"/>
                </a:lnTo>
                <a:lnTo>
                  <a:pt x="24862" y="9546"/>
                </a:lnTo>
                <a:lnTo>
                  <a:pt x="24822" y="10232"/>
                </a:lnTo>
                <a:lnTo>
                  <a:pt x="24761" y="10938"/>
                </a:lnTo>
                <a:lnTo>
                  <a:pt x="24660" y="11665"/>
                </a:lnTo>
                <a:lnTo>
                  <a:pt x="24539" y="12411"/>
                </a:lnTo>
                <a:lnTo>
                  <a:pt x="24398" y="13178"/>
                </a:lnTo>
                <a:lnTo>
                  <a:pt x="24216" y="13986"/>
                </a:lnTo>
                <a:lnTo>
                  <a:pt x="23994" y="14853"/>
                </a:lnTo>
                <a:lnTo>
                  <a:pt x="23873" y="15297"/>
                </a:lnTo>
                <a:lnTo>
                  <a:pt x="23732" y="15721"/>
                </a:lnTo>
                <a:lnTo>
                  <a:pt x="23570" y="16145"/>
                </a:lnTo>
                <a:lnTo>
                  <a:pt x="23369" y="16569"/>
                </a:lnTo>
                <a:lnTo>
                  <a:pt x="23167" y="16972"/>
                </a:lnTo>
                <a:lnTo>
                  <a:pt x="22925" y="17356"/>
                </a:lnTo>
                <a:lnTo>
                  <a:pt x="22682" y="17658"/>
                </a:lnTo>
                <a:lnTo>
                  <a:pt x="22440" y="17961"/>
                </a:lnTo>
                <a:lnTo>
                  <a:pt x="22158" y="18244"/>
                </a:lnTo>
                <a:lnTo>
                  <a:pt x="21875" y="18506"/>
                </a:lnTo>
                <a:lnTo>
                  <a:pt x="21573" y="18748"/>
                </a:lnTo>
                <a:lnTo>
                  <a:pt x="21270" y="18990"/>
                </a:lnTo>
                <a:lnTo>
                  <a:pt x="20947" y="19212"/>
                </a:lnTo>
                <a:lnTo>
                  <a:pt x="20604" y="19414"/>
                </a:lnTo>
                <a:lnTo>
                  <a:pt x="20261" y="19616"/>
                </a:lnTo>
                <a:lnTo>
                  <a:pt x="19918" y="19818"/>
                </a:lnTo>
                <a:lnTo>
                  <a:pt x="19211" y="20181"/>
                </a:lnTo>
                <a:lnTo>
                  <a:pt x="18465" y="20524"/>
                </a:lnTo>
                <a:lnTo>
                  <a:pt x="17738" y="20847"/>
                </a:lnTo>
                <a:lnTo>
                  <a:pt x="17133" y="21109"/>
                </a:lnTo>
                <a:lnTo>
                  <a:pt x="16245" y="21513"/>
                </a:lnTo>
                <a:lnTo>
                  <a:pt x="15418" y="21916"/>
                </a:lnTo>
                <a:lnTo>
                  <a:pt x="14651" y="22340"/>
                </a:lnTo>
                <a:lnTo>
                  <a:pt x="13924" y="22744"/>
                </a:lnTo>
                <a:lnTo>
                  <a:pt x="13258" y="23167"/>
                </a:lnTo>
                <a:lnTo>
                  <a:pt x="12633" y="23611"/>
                </a:lnTo>
                <a:lnTo>
                  <a:pt x="12048" y="24055"/>
                </a:lnTo>
                <a:lnTo>
                  <a:pt x="11503" y="24520"/>
                </a:lnTo>
                <a:lnTo>
                  <a:pt x="11099" y="24883"/>
                </a:lnTo>
                <a:lnTo>
                  <a:pt x="10695" y="25246"/>
                </a:lnTo>
                <a:lnTo>
                  <a:pt x="9949" y="26013"/>
                </a:lnTo>
                <a:lnTo>
                  <a:pt x="9323" y="26638"/>
                </a:lnTo>
                <a:lnTo>
                  <a:pt x="8698" y="27244"/>
                </a:lnTo>
                <a:lnTo>
                  <a:pt x="8355" y="27526"/>
                </a:lnTo>
                <a:lnTo>
                  <a:pt x="8032" y="27809"/>
                </a:lnTo>
                <a:lnTo>
                  <a:pt x="7668" y="28091"/>
                </a:lnTo>
                <a:lnTo>
                  <a:pt x="7325" y="28334"/>
                </a:lnTo>
                <a:lnTo>
                  <a:pt x="6902" y="28596"/>
                </a:lnTo>
                <a:lnTo>
                  <a:pt x="6498" y="28818"/>
                </a:lnTo>
                <a:lnTo>
                  <a:pt x="6094" y="29000"/>
                </a:lnTo>
                <a:lnTo>
                  <a:pt x="5711" y="29141"/>
                </a:lnTo>
                <a:lnTo>
                  <a:pt x="5328" y="29262"/>
                </a:lnTo>
                <a:lnTo>
                  <a:pt x="4964" y="29343"/>
                </a:lnTo>
                <a:lnTo>
                  <a:pt x="4601" y="29403"/>
                </a:lnTo>
                <a:lnTo>
                  <a:pt x="4238" y="29423"/>
                </a:lnTo>
                <a:lnTo>
                  <a:pt x="3915" y="29423"/>
                </a:lnTo>
                <a:lnTo>
                  <a:pt x="3592" y="29403"/>
                </a:lnTo>
                <a:lnTo>
                  <a:pt x="3289" y="29363"/>
                </a:lnTo>
                <a:lnTo>
                  <a:pt x="2987" y="29302"/>
                </a:lnTo>
                <a:lnTo>
                  <a:pt x="2724" y="29221"/>
                </a:lnTo>
                <a:lnTo>
                  <a:pt x="2462" y="29121"/>
                </a:lnTo>
                <a:lnTo>
                  <a:pt x="2240" y="29020"/>
                </a:lnTo>
                <a:lnTo>
                  <a:pt x="2018" y="28899"/>
                </a:lnTo>
                <a:lnTo>
                  <a:pt x="1715" y="28677"/>
                </a:lnTo>
                <a:lnTo>
                  <a:pt x="1433" y="28414"/>
                </a:lnTo>
                <a:lnTo>
                  <a:pt x="1170" y="28132"/>
                </a:lnTo>
                <a:lnTo>
                  <a:pt x="928" y="27809"/>
                </a:lnTo>
                <a:lnTo>
                  <a:pt x="706" y="27446"/>
                </a:lnTo>
                <a:lnTo>
                  <a:pt x="525" y="27062"/>
                </a:lnTo>
                <a:lnTo>
                  <a:pt x="363" y="26659"/>
                </a:lnTo>
                <a:lnTo>
                  <a:pt x="242" y="26235"/>
                </a:lnTo>
                <a:lnTo>
                  <a:pt x="182" y="25952"/>
                </a:lnTo>
                <a:lnTo>
                  <a:pt x="121" y="25670"/>
                </a:lnTo>
                <a:lnTo>
                  <a:pt x="101" y="25387"/>
                </a:lnTo>
                <a:lnTo>
                  <a:pt x="81" y="25105"/>
                </a:lnTo>
                <a:lnTo>
                  <a:pt x="81" y="24802"/>
                </a:lnTo>
                <a:lnTo>
                  <a:pt x="81" y="24520"/>
                </a:lnTo>
                <a:lnTo>
                  <a:pt x="101" y="24237"/>
                </a:lnTo>
                <a:lnTo>
                  <a:pt x="141" y="23954"/>
                </a:lnTo>
                <a:lnTo>
                  <a:pt x="202" y="23672"/>
                </a:lnTo>
                <a:lnTo>
                  <a:pt x="262" y="23389"/>
                </a:lnTo>
                <a:lnTo>
                  <a:pt x="343" y="23107"/>
                </a:lnTo>
                <a:lnTo>
                  <a:pt x="424" y="22824"/>
                </a:lnTo>
                <a:lnTo>
                  <a:pt x="545" y="22562"/>
                </a:lnTo>
                <a:lnTo>
                  <a:pt x="666" y="22300"/>
                </a:lnTo>
                <a:lnTo>
                  <a:pt x="787" y="22037"/>
                </a:lnTo>
                <a:lnTo>
                  <a:pt x="928" y="21795"/>
                </a:lnTo>
                <a:lnTo>
                  <a:pt x="1211" y="21392"/>
                </a:lnTo>
                <a:lnTo>
                  <a:pt x="1514" y="21008"/>
                </a:lnTo>
                <a:lnTo>
                  <a:pt x="1836" y="20645"/>
                </a:lnTo>
                <a:lnTo>
                  <a:pt x="2200" y="20302"/>
                </a:lnTo>
                <a:lnTo>
                  <a:pt x="2563" y="19959"/>
                </a:lnTo>
                <a:lnTo>
                  <a:pt x="2926" y="19656"/>
                </a:lnTo>
                <a:lnTo>
                  <a:pt x="3693" y="19071"/>
                </a:lnTo>
                <a:lnTo>
                  <a:pt x="4238" y="18687"/>
                </a:lnTo>
                <a:lnTo>
                  <a:pt x="4803" y="18304"/>
                </a:lnTo>
                <a:lnTo>
                  <a:pt x="5368" y="17921"/>
                </a:lnTo>
                <a:lnTo>
                  <a:pt x="5953" y="17557"/>
                </a:lnTo>
                <a:lnTo>
                  <a:pt x="6518" y="17194"/>
                </a:lnTo>
                <a:lnTo>
                  <a:pt x="7124" y="16851"/>
                </a:lnTo>
                <a:lnTo>
                  <a:pt x="7709" y="16528"/>
                </a:lnTo>
                <a:lnTo>
                  <a:pt x="8314" y="16205"/>
                </a:lnTo>
                <a:lnTo>
                  <a:pt x="8556" y="16084"/>
                </a:lnTo>
                <a:lnTo>
                  <a:pt x="9162" y="15761"/>
                </a:lnTo>
                <a:lnTo>
                  <a:pt x="9464" y="15580"/>
                </a:lnTo>
                <a:lnTo>
                  <a:pt x="9767" y="15398"/>
                </a:lnTo>
                <a:lnTo>
                  <a:pt x="10050" y="15196"/>
                </a:lnTo>
                <a:lnTo>
                  <a:pt x="10312" y="14995"/>
                </a:lnTo>
                <a:lnTo>
                  <a:pt x="10574" y="14752"/>
                </a:lnTo>
                <a:lnTo>
                  <a:pt x="10796" y="14490"/>
                </a:lnTo>
                <a:lnTo>
                  <a:pt x="10938" y="14308"/>
                </a:lnTo>
                <a:lnTo>
                  <a:pt x="11059" y="14107"/>
                </a:lnTo>
                <a:lnTo>
                  <a:pt x="11180" y="13905"/>
                </a:lnTo>
                <a:lnTo>
                  <a:pt x="11281" y="13683"/>
                </a:lnTo>
                <a:lnTo>
                  <a:pt x="11482" y="13219"/>
                </a:lnTo>
                <a:lnTo>
                  <a:pt x="11624" y="12755"/>
                </a:lnTo>
                <a:lnTo>
                  <a:pt x="11745" y="12270"/>
                </a:lnTo>
                <a:lnTo>
                  <a:pt x="11846" y="11766"/>
                </a:lnTo>
                <a:lnTo>
                  <a:pt x="11926" y="11261"/>
                </a:lnTo>
                <a:lnTo>
                  <a:pt x="11987" y="10777"/>
                </a:lnTo>
                <a:lnTo>
                  <a:pt x="12088" y="9889"/>
                </a:lnTo>
                <a:lnTo>
                  <a:pt x="12169" y="9001"/>
                </a:lnTo>
                <a:lnTo>
                  <a:pt x="12229" y="8153"/>
                </a:lnTo>
                <a:lnTo>
                  <a:pt x="12330" y="7286"/>
                </a:lnTo>
                <a:lnTo>
                  <a:pt x="12451" y="6438"/>
                </a:lnTo>
                <a:lnTo>
                  <a:pt x="12532" y="6014"/>
                </a:lnTo>
                <a:lnTo>
                  <a:pt x="12633" y="5591"/>
                </a:lnTo>
                <a:lnTo>
                  <a:pt x="12814" y="5005"/>
                </a:lnTo>
                <a:lnTo>
                  <a:pt x="13016" y="4420"/>
                </a:lnTo>
                <a:lnTo>
                  <a:pt x="13258" y="3875"/>
                </a:lnTo>
                <a:lnTo>
                  <a:pt x="13541" y="3351"/>
                </a:lnTo>
                <a:lnTo>
                  <a:pt x="13844" y="2866"/>
                </a:lnTo>
                <a:lnTo>
                  <a:pt x="14187" y="2422"/>
                </a:lnTo>
                <a:lnTo>
                  <a:pt x="14550" y="1999"/>
                </a:lnTo>
                <a:lnTo>
                  <a:pt x="14933" y="1615"/>
                </a:lnTo>
                <a:lnTo>
                  <a:pt x="15135" y="1434"/>
                </a:lnTo>
                <a:lnTo>
                  <a:pt x="15357" y="1272"/>
                </a:lnTo>
                <a:lnTo>
                  <a:pt x="15801" y="949"/>
                </a:lnTo>
                <a:lnTo>
                  <a:pt x="16265" y="707"/>
                </a:lnTo>
                <a:lnTo>
                  <a:pt x="16729" y="485"/>
                </a:lnTo>
                <a:lnTo>
                  <a:pt x="17234" y="303"/>
                </a:lnTo>
                <a:lnTo>
                  <a:pt x="17738" y="182"/>
                </a:lnTo>
                <a:lnTo>
                  <a:pt x="17980" y="142"/>
                </a:lnTo>
                <a:lnTo>
                  <a:pt x="18223" y="102"/>
                </a:lnTo>
                <a:lnTo>
                  <a:pt x="18485" y="81"/>
                </a:lnTo>
                <a:close/>
                <a:moveTo>
                  <a:pt x="18646" y="1"/>
                </a:moveTo>
                <a:lnTo>
                  <a:pt x="18364" y="21"/>
                </a:lnTo>
                <a:lnTo>
                  <a:pt x="18081" y="41"/>
                </a:lnTo>
                <a:lnTo>
                  <a:pt x="17799" y="81"/>
                </a:lnTo>
                <a:lnTo>
                  <a:pt x="17516" y="142"/>
                </a:lnTo>
                <a:lnTo>
                  <a:pt x="17234" y="223"/>
                </a:lnTo>
                <a:lnTo>
                  <a:pt x="16951" y="324"/>
                </a:lnTo>
                <a:lnTo>
                  <a:pt x="16669" y="425"/>
                </a:lnTo>
                <a:lnTo>
                  <a:pt x="16406" y="546"/>
                </a:lnTo>
                <a:lnTo>
                  <a:pt x="16124" y="667"/>
                </a:lnTo>
                <a:lnTo>
                  <a:pt x="15862" y="828"/>
                </a:lnTo>
                <a:lnTo>
                  <a:pt x="15599" y="990"/>
                </a:lnTo>
                <a:lnTo>
                  <a:pt x="15357" y="1151"/>
                </a:lnTo>
                <a:lnTo>
                  <a:pt x="15115" y="1353"/>
                </a:lnTo>
                <a:lnTo>
                  <a:pt x="14873" y="1555"/>
                </a:lnTo>
                <a:lnTo>
                  <a:pt x="14489" y="1938"/>
                </a:lnTo>
                <a:lnTo>
                  <a:pt x="14126" y="2362"/>
                </a:lnTo>
                <a:lnTo>
                  <a:pt x="13783" y="2826"/>
                </a:lnTo>
                <a:lnTo>
                  <a:pt x="13460" y="3310"/>
                </a:lnTo>
                <a:lnTo>
                  <a:pt x="13198" y="3835"/>
                </a:lnTo>
                <a:lnTo>
                  <a:pt x="12956" y="4400"/>
                </a:lnTo>
                <a:lnTo>
                  <a:pt x="12734" y="4965"/>
                </a:lnTo>
                <a:lnTo>
                  <a:pt x="12552" y="5570"/>
                </a:lnTo>
                <a:lnTo>
                  <a:pt x="12471" y="5994"/>
                </a:lnTo>
                <a:lnTo>
                  <a:pt x="12370" y="6418"/>
                </a:lnTo>
                <a:lnTo>
                  <a:pt x="12310" y="6842"/>
                </a:lnTo>
                <a:lnTo>
                  <a:pt x="12249" y="7286"/>
                </a:lnTo>
                <a:lnTo>
                  <a:pt x="12148" y="8133"/>
                </a:lnTo>
                <a:lnTo>
                  <a:pt x="12088" y="9001"/>
                </a:lnTo>
                <a:lnTo>
                  <a:pt x="12007" y="9889"/>
                </a:lnTo>
                <a:lnTo>
                  <a:pt x="11906" y="10777"/>
                </a:lnTo>
                <a:lnTo>
                  <a:pt x="11846" y="11261"/>
                </a:lnTo>
                <a:lnTo>
                  <a:pt x="11765" y="11746"/>
                </a:lnTo>
                <a:lnTo>
                  <a:pt x="11664" y="12230"/>
                </a:lnTo>
                <a:lnTo>
                  <a:pt x="11543" y="12714"/>
                </a:lnTo>
                <a:lnTo>
                  <a:pt x="11402" y="13198"/>
                </a:lnTo>
                <a:lnTo>
                  <a:pt x="11220" y="13642"/>
                </a:lnTo>
                <a:lnTo>
                  <a:pt x="11119" y="13844"/>
                </a:lnTo>
                <a:lnTo>
                  <a:pt x="10998" y="14066"/>
                </a:lnTo>
                <a:lnTo>
                  <a:pt x="10877" y="14248"/>
                </a:lnTo>
                <a:lnTo>
                  <a:pt x="10736" y="14450"/>
                </a:lnTo>
                <a:lnTo>
                  <a:pt x="10514" y="14692"/>
                </a:lnTo>
                <a:lnTo>
                  <a:pt x="10272" y="14934"/>
                </a:lnTo>
                <a:lnTo>
                  <a:pt x="9989" y="15136"/>
                </a:lnTo>
                <a:lnTo>
                  <a:pt x="9707" y="15338"/>
                </a:lnTo>
                <a:lnTo>
                  <a:pt x="9424" y="15519"/>
                </a:lnTo>
                <a:lnTo>
                  <a:pt x="9121" y="15681"/>
                </a:lnTo>
                <a:lnTo>
                  <a:pt x="8516" y="16004"/>
                </a:lnTo>
                <a:lnTo>
                  <a:pt x="8274" y="16145"/>
                </a:lnTo>
                <a:lnTo>
                  <a:pt x="7668" y="16447"/>
                </a:lnTo>
                <a:lnTo>
                  <a:pt x="7083" y="16791"/>
                </a:lnTo>
                <a:lnTo>
                  <a:pt x="6478" y="17134"/>
                </a:lnTo>
                <a:lnTo>
                  <a:pt x="5913" y="17497"/>
                </a:lnTo>
                <a:lnTo>
                  <a:pt x="5328" y="17860"/>
                </a:lnTo>
                <a:lnTo>
                  <a:pt x="4763" y="18223"/>
                </a:lnTo>
                <a:lnTo>
                  <a:pt x="4198" y="18607"/>
                </a:lnTo>
                <a:lnTo>
                  <a:pt x="3653" y="19010"/>
                </a:lnTo>
                <a:lnTo>
                  <a:pt x="2866" y="19596"/>
                </a:lnTo>
                <a:lnTo>
                  <a:pt x="2502" y="19918"/>
                </a:lnTo>
                <a:lnTo>
                  <a:pt x="2139" y="20241"/>
                </a:lnTo>
                <a:lnTo>
                  <a:pt x="1776" y="20584"/>
                </a:lnTo>
                <a:lnTo>
                  <a:pt x="1453" y="20948"/>
                </a:lnTo>
                <a:lnTo>
                  <a:pt x="1150" y="21331"/>
                </a:lnTo>
                <a:lnTo>
                  <a:pt x="868" y="21755"/>
                </a:lnTo>
                <a:lnTo>
                  <a:pt x="727" y="21997"/>
                </a:lnTo>
                <a:lnTo>
                  <a:pt x="585" y="22259"/>
                </a:lnTo>
                <a:lnTo>
                  <a:pt x="464" y="22542"/>
                </a:lnTo>
                <a:lnTo>
                  <a:pt x="363" y="22804"/>
                </a:lnTo>
                <a:lnTo>
                  <a:pt x="262" y="23087"/>
                </a:lnTo>
                <a:lnTo>
                  <a:pt x="182" y="23369"/>
                </a:lnTo>
                <a:lnTo>
                  <a:pt x="121" y="23652"/>
                </a:lnTo>
                <a:lnTo>
                  <a:pt x="61" y="23934"/>
                </a:lnTo>
                <a:lnTo>
                  <a:pt x="20" y="24217"/>
                </a:lnTo>
                <a:lnTo>
                  <a:pt x="0" y="24520"/>
                </a:lnTo>
                <a:lnTo>
                  <a:pt x="0" y="24802"/>
                </a:lnTo>
                <a:lnTo>
                  <a:pt x="0" y="25105"/>
                </a:lnTo>
                <a:lnTo>
                  <a:pt x="20" y="25387"/>
                </a:lnTo>
                <a:lnTo>
                  <a:pt x="61" y="25690"/>
                </a:lnTo>
                <a:lnTo>
                  <a:pt x="101" y="25972"/>
                </a:lnTo>
                <a:lnTo>
                  <a:pt x="161" y="26255"/>
                </a:lnTo>
                <a:lnTo>
                  <a:pt x="283" y="26699"/>
                </a:lnTo>
                <a:lnTo>
                  <a:pt x="444" y="27103"/>
                </a:lnTo>
                <a:lnTo>
                  <a:pt x="646" y="27486"/>
                </a:lnTo>
                <a:lnTo>
                  <a:pt x="848" y="27849"/>
                </a:lnTo>
                <a:lnTo>
                  <a:pt x="1110" y="28172"/>
                </a:lnTo>
                <a:lnTo>
                  <a:pt x="1372" y="28475"/>
                </a:lnTo>
                <a:lnTo>
                  <a:pt x="1675" y="28737"/>
                </a:lnTo>
                <a:lnTo>
                  <a:pt x="1978" y="28959"/>
                </a:lnTo>
                <a:lnTo>
                  <a:pt x="2220" y="29100"/>
                </a:lnTo>
                <a:lnTo>
                  <a:pt x="2462" y="29221"/>
                </a:lnTo>
                <a:lnTo>
                  <a:pt x="2704" y="29302"/>
                </a:lnTo>
                <a:lnTo>
                  <a:pt x="2967" y="29383"/>
                </a:lnTo>
                <a:lnTo>
                  <a:pt x="3209" y="29443"/>
                </a:lnTo>
                <a:lnTo>
                  <a:pt x="3471" y="29484"/>
                </a:lnTo>
                <a:lnTo>
                  <a:pt x="3733" y="29504"/>
                </a:lnTo>
                <a:lnTo>
                  <a:pt x="3996" y="29524"/>
                </a:lnTo>
                <a:lnTo>
                  <a:pt x="4460" y="29484"/>
                </a:lnTo>
                <a:lnTo>
                  <a:pt x="4904" y="29423"/>
                </a:lnTo>
                <a:lnTo>
                  <a:pt x="5368" y="29322"/>
                </a:lnTo>
                <a:lnTo>
                  <a:pt x="5812" y="29181"/>
                </a:lnTo>
                <a:lnTo>
                  <a:pt x="6236" y="29020"/>
                </a:lnTo>
                <a:lnTo>
                  <a:pt x="6639" y="28838"/>
                </a:lnTo>
                <a:lnTo>
                  <a:pt x="7003" y="28636"/>
                </a:lnTo>
                <a:lnTo>
                  <a:pt x="7366" y="28414"/>
                </a:lnTo>
                <a:lnTo>
                  <a:pt x="7729" y="28152"/>
                </a:lnTo>
                <a:lnTo>
                  <a:pt x="8072" y="27890"/>
                </a:lnTo>
                <a:lnTo>
                  <a:pt x="8415" y="27587"/>
                </a:lnTo>
                <a:lnTo>
                  <a:pt x="8738" y="27304"/>
                </a:lnTo>
                <a:lnTo>
                  <a:pt x="9384" y="26699"/>
                </a:lnTo>
                <a:lnTo>
                  <a:pt x="9989" y="26073"/>
                </a:lnTo>
                <a:lnTo>
                  <a:pt x="10756" y="25307"/>
                </a:lnTo>
                <a:lnTo>
                  <a:pt x="11139" y="24943"/>
                </a:lnTo>
                <a:lnTo>
                  <a:pt x="11543" y="24580"/>
                </a:lnTo>
                <a:lnTo>
                  <a:pt x="12108" y="24116"/>
                </a:lnTo>
                <a:lnTo>
                  <a:pt x="12693" y="23672"/>
                </a:lnTo>
                <a:lnTo>
                  <a:pt x="13299" y="23248"/>
                </a:lnTo>
                <a:lnTo>
                  <a:pt x="13985" y="22824"/>
                </a:lnTo>
                <a:lnTo>
                  <a:pt x="14691" y="22401"/>
                </a:lnTo>
                <a:lnTo>
                  <a:pt x="15458" y="21997"/>
                </a:lnTo>
                <a:lnTo>
                  <a:pt x="16285" y="21593"/>
                </a:lnTo>
                <a:lnTo>
                  <a:pt x="17173" y="21170"/>
                </a:lnTo>
                <a:lnTo>
                  <a:pt x="17758" y="20907"/>
                </a:lnTo>
                <a:lnTo>
                  <a:pt x="18505" y="20584"/>
                </a:lnTo>
                <a:lnTo>
                  <a:pt x="19252" y="20241"/>
                </a:lnTo>
                <a:lnTo>
                  <a:pt x="19958" y="19878"/>
                </a:lnTo>
                <a:lnTo>
                  <a:pt x="20321" y="19696"/>
                </a:lnTo>
                <a:lnTo>
                  <a:pt x="20664" y="19495"/>
                </a:lnTo>
                <a:lnTo>
                  <a:pt x="20987" y="19273"/>
                </a:lnTo>
                <a:lnTo>
                  <a:pt x="21330" y="19051"/>
                </a:lnTo>
                <a:lnTo>
                  <a:pt x="21633" y="18809"/>
                </a:lnTo>
                <a:lnTo>
                  <a:pt x="21936" y="18566"/>
                </a:lnTo>
                <a:lnTo>
                  <a:pt x="22218" y="18304"/>
                </a:lnTo>
                <a:lnTo>
                  <a:pt x="22501" y="18022"/>
                </a:lnTo>
                <a:lnTo>
                  <a:pt x="22743" y="17719"/>
                </a:lnTo>
                <a:lnTo>
                  <a:pt x="22985" y="17396"/>
                </a:lnTo>
                <a:lnTo>
                  <a:pt x="23227" y="17013"/>
                </a:lnTo>
                <a:lnTo>
                  <a:pt x="23449" y="16589"/>
                </a:lnTo>
                <a:lnTo>
                  <a:pt x="23631" y="16185"/>
                </a:lnTo>
                <a:lnTo>
                  <a:pt x="23792" y="15761"/>
                </a:lnTo>
                <a:lnTo>
                  <a:pt x="23954" y="15317"/>
                </a:lnTo>
                <a:lnTo>
                  <a:pt x="24075" y="14873"/>
                </a:lnTo>
                <a:lnTo>
                  <a:pt x="24297" y="14006"/>
                </a:lnTo>
                <a:lnTo>
                  <a:pt x="24478" y="13198"/>
                </a:lnTo>
                <a:lnTo>
                  <a:pt x="24620" y="12432"/>
                </a:lnTo>
                <a:lnTo>
                  <a:pt x="24741" y="11685"/>
                </a:lnTo>
                <a:lnTo>
                  <a:pt x="24842" y="10938"/>
                </a:lnTo>
                <a:lnTo>
                  <a:pt x="24902" y="10232"/>
                </a:lnTo>
                <a:lnTo>
                  <a:pt x="24943" y="9546"/>
                </a:lnTo>
                <a:lnTo>
                  <a:pt x="24963" y="8880"/>
                </a:lnTo>
                <a:lnTo>
                  <a:pt x="24963" y="8214"/>
                </a:lnTo>
                <a:lnTo>
                  <a:pt x="24922" y="7447"/>
                </a:lnTo>
                <a:lnTo>
                  <a:pt x="24842" y="6721"/>
                </a:lnTo>
                <a:lnTo>
                  <a:pt x="24741" y="6014"/>
                </a:lnTo>
                <a:lnTo>
                  <a:pt x="24579" y="5348"/>
                </a:lnTo>
                <a:lnTo>
                  <a:pt x="24398" y="4703"/>
                </a:lnTo>
                <a:lnTo>
                  <a:pt x="24156" y="4097"/>
                </a:lnTo>
                <a:lnTo>
                  <a:pt x="23893" y="3532"/>
                </a:lnTo>
                <a:lnTo>
                  <a:pt x="23752" y="3250"/>
                </a:lnTo>
                <a:lnTo>
                  <a:pt x="23591" y="2987"/>
                </a:lnTo>
                <a:lnTo>
                  <a:pt x="23389" y="2685"/>
                </a:lnTo>
                <a:lnTo>
                  <a:pt x="23187" y="2382"/>
                </a:lnTo>
                <a:lnTo>
                  <a:pt x="22965" y="2099"/>
                </a:lnTo>
                <a:lnTo>
                  <a:pt x="22723" y="1837"/>
                </a:lnTo>
                <a:lnTo>
                  <a:pt x="22460" y="1595"/>
                </a:lnTo>
                <a:lnTo>
                  <a:pt x="22218" y="1353"/>
                </a:lnTo>
                <a:lnTo>
                  <a:pt x="21936" y="1151"/>
                </a:lnTo>
                <a:lnTo>
                  <a:pt x="21653" y="949"/>
                </a:lnTo>
                <a:lnTo>
                  <a:pt x="21371" y="768"/>
                </a:lnTo>
                <a:lnTo>
                  <a:pt x="21088" y="606"/>
                </a:lnTo>
                <a:lnTo>
                  <a:pt x="20785" y="445"/>
                </a:lnTo>
                <a:lnTo>
                  <a:pt x="20483" y="324"/>
                </a:lnTo>
                <a:lnTo>
                  <a:pt x="20160" y="223"/>
                </a:lnTo>
                <a:lnTo>
                  <a:pt x="19857" y="142"/>
                </a:lnTo>
                <a:lnTo>
                  <a:pt x="19534" y="61"/>
                </a:lnTo>
                <a:lnTo>
                  <a:pt x="19211" y="21"/>
                </a:lnTo>
                <a:lnTo>
                  <a:pt x="1892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7" name="Google Shape;2867;p35"/>
          <p:cNvSpPr/>
          <p:nvPr/>
        </p:nvSpPr>
        <p:spPr>
          <a:xfrm flipH="1" rot="-2700000">
            <a:off x="4109734" y="-7464"/>
            <a:ext cx="653334" cy="572100"/>
          </a:xfrm>
          <a:custGeom>
            <a:rect b="b" l="l" r="r" t="t"/>
            <a:pathLst>
              <a:path extrusionOk="0" h="10233" w="11686">
                <a:moveTo>
                  <a:pt x="10817" y="82"/>
                </a:moveTo>
                <a:lnTo>
                  <a:pt x="10918" y="102"/>
                </a:lnTo>
                <a:lnTo>
                  <a:pt x="10979" y="142"/>
                </a:lnTo>
                <a:lnTo>
                  <a:pt x="11039" y="182"/>
                </a:lnTo>
                <a:lnTo>
                  <a:pt x="11120" y="303"/>
                </a:lnTo>
                <a:lnTo>
                  <a:pt x="11201" y="445"/>
                </a:lnTo>
                <a:lnTo>
                  <a:pt x="11241" y="586"/>
                </a:lnTo>
                <a:lnTo>
                  <a:pt x="11382" y="1191"/>
                </a:lnTo>
                <a:lnTo>
                  <a:pt x="11504" y="1797"/>
                </a:lnTo>
                <a:lnTo>
                  <a:pt x="11564" y="2422"/>
                </a:lnTo>
                <a:lnTo>
                  <a:pt x="11604" y="3028"/>
                </a:lnTo>
                <a:lnTo>
                  <a:pt x="11584" y="3653"/>
                </a:lnTo>
                <a:lnTo>
                  <a:pt x="11544" y="4259"/>
                </a:lnTo>
                <a:lnTo>
                  <a:pt x="11463" y="4884"/>
                </a:lnTo>
                <a:lnTo>
                  <a:pt x="11342" y="5490"/>
                </a:lnTo>
                <a:lnTo>
                  <a:pt x="11241" y="5853"/>
                </a:lnTo>
                <a:lnTo>
                  <a:pt x="11140" y="6176"/>
                </a:lnTo>
                <a:lnTo>
                  <a:pt x="11019" y="6499"/>
                </a:lnTo>
                <a:lnTo>
                  <a:pt x="10878" y="6781"/>
                </a:lnTo>
                <a:lnTo>
                  <a:pt x="10737" y="7044"/>
                </a:lnTo>
                <a:lnTo>
                  <a:pt x="10575" y="7286"/>
                </a:lnTo>
                <a:lnTo>
                  <a:pt x="10414" y="7488"/>
                </a:lnTo>
                <a:lnTo>
                  <a:pt x="10212" y="7669"/>
                </a:lnTo>
                <a:lnTo>
                  <a:pt x="10030" y="7831"/>
                </a:lnTo>
                <a:lnTo>
                  <a:pt x="9849" y="7972"/>
                </a:lnTo>
                <a:lnTo>
                  <a:pt x="9647" y="8093"/>
                </a:lnTo>
                <a:lnTo>
                  <a:pt x="9425" y="8194"/>
                </a:lnTo>
                <a:lnTo>
                  <a:pt x="9001" y="8396"/>
                </a:lnTo>
                <a:lnTo>
                  <a:pt x="8557" y="8557"/>
                </a:lnTo>
                <a:lnTo>
                  <a:pt x="7730" y="8840"/>
                </a:lnTo>
                <a:lnTo>
                  <a:pt x="6862" y="9142"/>
                </a:lnTo>
                <a:lnTo>
                  <a:pt x="5974" y="9405"/>
                </a:lnTo>
                <a:lnTo>
                  <a:pt x="5066" y="9647"/>
                </a:lnTo>
                <a:lnTo>
                  <a:pt x="4158" y="9849"/>
                </a:lnTo>
                <a:lnTo>
                  <a:pt x="3714" y="9950"/>
                </a:lnTo>
                <a:lnTo>
                  <a:pt x="3270" y="10010"/>
                </a:lnTo>
                <a:lnTo>
                  <a:pt x="2806" y="10071"/>
                </a:lnTo>
                <a:lnTo>
                  <a:pt x="2362" y="10111"/>
                </a:lnTo>
                <a:lnTo>
                  <a:pt x="1918" y="10151"/>
                </a:lnTo>
                <a:lnTo>
                  <a:pt x="1252" y="10151"/>
                </a:lnTo>
                <a:lnTo>
                  <a:pt x="1070" y="10131"/>
                </a:lnTo>
                <a:lnTo>
                  <a:pt x="889" y="10071"/>
                </a:lnTo>
                <a:lnTo>
                  <a:pt x="707" y="10010"/>
                </a:lnTo>
                <a:lnTo>
                  <a:pt x="566" y="9950"/>
                </a:lnTo>
                <a:lnTo>
                  <a:pt x="425" y="9849"/>
                </a:lnTo>
                <a:lnTo>
                  <a:pt x="324" y="9748"/>
                </a:lnTo>
                <a:lnTo>
                  <a:pt x="223" y="9627"/>
                </a:lnTo>
                <a:lnTo>
                  <a:pt x="162" y="9526"/>
                </a:lnTo>
                <a:lnTo>
                  <a:pt x="122" y="9405"/>
                </a:lnTo>
                <a:lnTo>
                  <a:pt x="102" y="9284"/>
                </a:lnTo>
                <a:lnTo>
                  <a:pt x="82" y="9163"/>
                </a:lnTo>
                <a:lnTo>
                  <a:pt x="102" y="9021"/>
                </a:lnTo>
                <a:lnTo>
                  <a:pt x="122" y="8880"/>
                </a:lnTo>
                <a:lnTo>
                  <a:pt x="162" y="8739"/>
                </a:lnTo>
                <a:lnTo>
                  <a:pt x="223" y="8577"/>
                </a:lnTo>
                <a:lnTo>
                  <a:pt x="324" y="8416"/>
                </a:lnTo>
                <a:lnTo>
                  <a:pt x="425" y="8234"/>
                </a:lnTo>
                <a:lnTo>
                  <a:pt x="546" y="8073"/>
                </a:lnTo>
                <a:lnTo>
                  <a:pt x="667" y="7911"/>
                </a:lnTo>
                <a:lnTo>
                  <a:pt x="970" y="7589"/>
                </a:lnTo>
                <a:lnTo>
                  <a:pt x="1292" y="7306"/>
                </a:lnTo>
                <a:lnTo>
                  <a:pt x="1615" y="7064"/>
                </a:lnTo>
                <a:lnTo>
                  <a:pt x="1979" y="6822"/>
                </a:lnTo>
                <a:lnTo>
                  <a:pt x="2322" y="6620"/>
                </a:lnTo>
                <a:lnTo>
                  <a:pt x="2645" y="6438"/>
                </a:lnTo>
                <a:lnTo>
                  <a:pt x="3008" y="6257"/>
                </a:lnTo>
                <a:lnTo>
                  <a:pt x="3391" y="6075"/>
                </a:lnTo>
                <a:lnTo>
                  <a:pt x="4138" y="5752"/>
                </a:lnTo>
                <a:lnTo>
                  <a:pt x="5107" y="5328"/>
                </a:lnTo>
                <a:lnTo>
                  <a:pt x="5591" y="5086"/>
                </a:lnTo>
                <a:lnTo>
                  <a:pt x="6055" y="4824"/>
                </a:lnTo>
                <a:lnTo>
                  <a:pt x="6459" y="4582"/>
                </a:lnTo>
                <a:lnTo>
                  <a:pt x="6822" y="4319"/>
                </a:lnTo>
                <a:lnTo>
                  <a:pt x="7185" y="4017"/>
                </a:lnTo>
                <a:lnTo>
                  <a:pt x="7528" y="3714"/>
                </a:lnTo>
                <a:lnTo>
                  <a:pt x="7851" y="3391"/>
                </a:lnTo>
                <a:lnTo>
                  <a:pt x="8174" y="3048"/>
                </a:lnTo>
                <a:lnTo>
                  <a:pt x="8456" y="2685"/>
                </a:lnTo>
                <a:lnTo>
                  <a:pt x="8719" y="2301"/>
                </a:lnTo>
                <a:lnTo>
                  <a:pt x="9021" y="1817"/>
                </a:lnTo>
                <a:lnTo>
                  <a:pt x="9324" y="1353"/>
                </a:lnTo>
                <a:lnTo>
                  <a:pt x="9465" y="1131"/>
                </a:lnTo>
                <a:lnTo>
                  <a:pt x="9647" y="909"/>
                </a:lnTo>
                <a:lnTo>
                  <a:pt x="9808" y="707"/>
                </a:lnTo>
                <a:lnTo>
                  <a:pt x="10010" y="525"/>
                </a:lnTo>
                <a:lnTo>
                  <a:pt x="10212" y="344"/>
                </a:lnTo>
                <a:lnTo>
                  <a:pt x="10434" y="203"/>
                </a:lnTo>
                <a:lnTo>
                  <a:pt x="10575" y="122"/>
                </a:lnTo>
                <a:lnTo>
                  <a:pt x="10696" y="102"/>
                </a:lnTo>
                <a:lnTo>
                  <a:pt x="10817" y="82"/>
                </a:lnTo>
                <a:close/>
                <a:moveTo>
                  <a:pt x="10838" y="1"/>
                </a:moveTo>
                <a:lnTo>
                  <a:pt x="10696" y="21"/>
                </a:lnTo>
                <a:lnTo>
                  <a:pt x="10555" y="61"/>
                </a:lnTo>
                <a:lnTo>
                  <a:pt x="10394" y="122"/>
                </a:lnTo>
                <a:lnTo>
                  <a:pt x="10152" y="283"/>
                </a:lnTo>
                <a:lnTo>
                  <a:pt x="9950" y="445"/>
                </a:lnTo>
                <a:lnTo>
                  <a:pt x="9748" y="647"/>
                </a:lnTo>
                <a:lnTo>
                  <a:pt x="9586" y="848"/>
                </a:lnTo>
                <a:lnTo>
                  <a:pt x="9405" y="1070"/>
                </a:lnTo>
                <a:lnTo>
                  <a:pt x="9264" y="1312"/>
                </a:lnTo>
                <a:lnTo>
                  <a:pt x="8961" y="1777"/>
                </a:lnTo>
                <a:lnTo>
                  <a:pt x="8658" y="2261"/>
                </a:lnTo>
                <a:lnTo>
                  <a:pt x="8396" y="2624"/>
                </a:lnTo>
                <a:lnTo>
                  <a:pt x="8113" y="2987"/>
                </a:lnTo>
                <a:lnTo>
                  <a:pt x="7790" y="3331"/>
                </a:lnTo>
                <a:lnTo>
                  <a:pt x="7468" y="3653"/>
                </a:lnTo>
                <a:lnTo>
                  <a:pt x="7145" y="3956"/>
                </a:lnTo>
                <a:lnTo>
                  <a:pt x="6781" y="4239"/>
                </a:lnTo>
                <a:lnTo>
                  <a:pt x="6398" y="4521"/>
                </a:lnTo>
                <a:lnTo>
                  <a:pt x="6015" y="4763"/>
                </a:lnTo>
                <a:lnTo>
                  <a:pt x="5550" y="5026"/>
                </a:lnTo>
                <a:lnTo>
                  <a:pt x="5066" y="5248"/>
                </a:lnTo>
                <a:lnTo>
                  <a:pt x="4097" y="5692"/>
                </a:lnTo>
                <a:lnTo>
                  <a:pt x="3351" y="6014"/>
                </a:lnTo>
                <a:lnTo>
                  <a:pt x="2988" y="6176"/>
                </a:lnTo>
                <a:lnTo>
                  <a:pt x="2604" y="6358"/>
                </a:lnTo>
                <a:lnTo>
                  <a:pt x="2281" y="6539"/>
                </a:lnTo>
                <a:lnTo>
                  <a:pt x="1918" y="6761"/>
                </a:lnTo>
                <a:lnTo>
                  <a:pt x="1575" y="7003"/>
                </a:lnTo>
                <a:lnTo>
                  <a:pt x="1232" y="7266"/>
                </a:lnTo>
                <a:lnTo>
                  <a:pt x="909" y="7548"/>
                </a:lnTo>
                <a:lnTo>
                  <a:pt x="606" y="7851"/>
                </a:lnTo>
                <a:lnTo>
                  <a:pt x="485" y="8012"/>
                </a:lnTo>
                <a:lnTo>
                  <a:pt x="364" y="8194"/>
                </a:lnTo>
                <a:lnTo>
                  <a:pt x="243" y="8376"/>
                </a:lnTo>
                <a:lnTo>
                  <a:pt x="162" y="8557"/>
                </a:lnTo>
                <a:lnTo>
                  <a:pt x="102" y="8719"/>
                </a:lnTo>
                <a:lnTo>
                  <a:pt x="41" y="8860"/>
                </a:lnTo>
                <a:lnTo>
                  <a:pt x="21" y="9021"/>
                </a:lnTo>
                <a:lnTo>
                  <a:pt x="1" y="9163"/>
                </a:lnTo>
                <a:lnTo>
                  <a:pt x="21" y="9304"/>
                </a:lnTo>
                <a:lnTo>
                  <a:pt x="41" y="9425"/>
                </a:lnTo>
                <a:lnTo>
                  <a:pt x="102" y="9546"/>
                </a:lnTo>
                <a:lnTo>
                  <a:pt x="162" y="9667"/>
                </a:lnTo>
                <a:lnTo>
                  <a:pt x="263" y="9808"/>
                </a:lnTo>
                <a:lnTo>
                  <a:pt x="384" y="9909"/>
                </a:lnTo>
                <a:lnTo>
                  <a:pt x="526" y="10010"/>
                </a:lnTo>
                <a:lnTo>
                  <a:pt x="687" y="10091"/>
                </a:lnTo>
                <a:lnTo>
                  <a:pt x="849" y="10151"/>
                </a:lnTo>
                <a:lnTo>
                  <a:pt x="1050" y="10192"/>
                </a:lnTo>
                <a:lnTo>
                  <a:pt x="1252" y="10232"/>
                </a:lnTo>
                <a:lnTo>
                  <a:pt x="1918" y="10232"/>
                </a:lnTo>
                <a:lnTo>
                  <a:pt x="2362" y="10192"/>
                </a:lnTo>
                <a:lnTo>
                  <a:pt x="2826" y="10151"/>
                </a:lnTo>
                <a:lnTo>
                  <a:pt x="3270" y="10091"/>
                </a:lnTo>
                <a:lnTo>
                  <a:pt x="3734" y="10030"/>
                </a:lnTo>
                <a:lnTo>
                  <a:pt x="4178" y="9929"/>
                </a:lnTo>
                <a:lnTo>
                  <a:pt x="5086" y="9728"/>
                </a:lnTo>
                <a:lnTo>
                  <a:pt x="5994" y="9485"/>
                </a:lnTo>
                <a:lnTo>
                  <a:pt x="6882" y="9223"/>
                </a:lnTo>
                <a:lnTo>
                  <a:pt x="7750" y="8920"/>
                </a:lnTo>
                <a:lnTo>
                  <a:pt x="8577" y="8638"/>
                </a:lnTo>
                <a:lnTo>
                  <a:pt x="9021" y="8456"/>
                </a:lnTo>
                <a:lnTo>
                  <a:pt x="9465" y="8275"/>
                </a:lnTo>
                <a:lnTo>
                  <a:pt x="9687" y="8154"/>
                </a:lnTo>
                <a:lnTo>
                  <a:pt x="9889" y="8032"/>
                </a:lnTo>
                <a:lnTo>
                  <a:pt x="10091" y="7891"/>
                </a:lnTo>
                <a:lnTo>
                  <a:pt x="10273" y="7730"/>
                </a:lnTo>
                <a:lnTo>
                  <a:pt x="10474" y="7548"/>
                </a:lnTo>
                <a:lnTo>
                  <a:pt x="10636" y="7326"/>
                </a:lnTo>
                <a:lnTo>
                  <a:pt x="10817" y="7084"/>
                </a:lnTo>
                <a:lnTo>
                  <a:pt x="10959" y="6822"/>
                </a:lnTo>
                <a:lnTo>
                  <a:pt x="11100" y="6539"/>
                </a:lnTo>
                <a:lnTo>
                  <a:pt x="11221" y="6216"/>
                </a:lnTo>
                <a:lnTo>
                  <a:pt x="11322" y="5873"/>
                </a:lnTo>
                <a:lnTo>
                  <a:pt x="11423" y="5510"/>
                </a:lnTo>
                <a:lnTo>
                  <a:pt x="11544" y="4884"/>
                </a:lnTo>
                <a:lnTo>
                  <a:pt x="11625" y="4279"/>
                </a:lnTo>
                <a:lnTo>
                  <a:pt x="11665" y="3653"/>
                </a:lnTo>
                <a:lnTo>
                  <a:pt x="11685" y="3028"/>
                </a:lnTo>
                <a:lnTo>
                  <a:pt x="11645" y="2402"/>
                </a:lnTo>
                <a:lnTo>
                  <a:pt x="11584" y="1797"/>
                </a:lnTo>
                <a:lnTo>
                  <a:pt x="11463" y="1171"/>
                </a:lnTo>
                <a:lnTo>
                  <a:pt x="11322" y="566"/>
                </a:lnTo>
                <a:lnTo>
                  <a:pt x="11261" y="404"/>
                </a:lnTo>
                <a:lnTo>
                  <a:pt x="11201" y="263"/>
                </a:lnTo>
                <a:lnTo>
                  <a:pt x="11140" y="182"/>
                </a:lnTo>
                <a:lnTo>
                  <a:pt x="11100" y="122"/>
                </a:lnTo>
                <a:lnTo>
                  <a:pt x="11019" y="82"/>
                </a:lnTo>
                <a:lnTo>
                  <a:pt x="10959" y="41"/>
                </a:lnTo>
                <a:lnTo>
                  <a:pt x="108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8" name="Google Shape;2868;p35"/>
          <p:cNvSpPr/>
          <p:nvPr/>
        </p:nvSpPr>
        <p:spPr>
          <a:xfrm flipH="1" rot="-2700000">
            <a:off x="4167878" y="4188008"/>
            <a:ext cx="1193679" cy="1427260"/>
          </a:xfrm>
          <a:custGeom>
            <a:rect b="b" l="l" r="r" t="t"/>
            <a:pathLst>
              <a:path extrusionOk="0" h="25529" w="21351">
                <a:moveTo>
                  <a:pt x="16709" y="81"/>
                </a:moveTo>
                <a:lnTo>
                  <a:pt x="17052" y="122"/>
                </a:lnTo>
                <a:lnTo>
                  <a:pt x="17416" y="202"/>
                </a:lnTo>
                <a:lnTo>
                  <a:pt x="17759" y="303"/>
                </a:lnTo>
                <a:lnTo>
                  <a:pt x="18102" y="424"/>
                </a:lnTo>
                <a:lnTo>
                  <a:pt x="18445" y="586"/>
                </a:lnTo>
                <a:lnTo>
                  <a:pt x="18788" y="788"/>
                </a:lnTo>
                <a:lnTo>
                  <a:pt x="19111" y="1010"/>
                </a:lnTo>
                <a:lnTo>
                  <a:pt x="19434" y="1272"/>
                </a:lnTo>
                <a:lnTo>
                  <a:pt x="19736" y="1575"/>
                </a:lnTo>
                <a:lnTo>
                  <a:pt x="19999" y="1897"/>
                </a:lnTo>
                <a:lnTo>
                  <a:pt x="20261" y="2261"/>
                </a:lnTo>
                <a:lnTo>
                  <a:pt x="20483" y="2644"/>
                </a:lnTo>
                <a:lnTo>
                  <a:pt x="20644" y="2947"/>
                </a:lnTo>
                <a:lnTo>
                  <a:pt x="20766" y="3250"/>
                </a:lnTo>
                <a:lnTo>
                  <a:pt x="20887" y="3572"/>
                </a:lnTo>
                <a:lnTo>
                  <a:pt x="20987" y="3895"/>
                </a:lnTo>
                <a:lnTo>
                  <a:pt x="21068" y="4238"/>
                </a:lnTo>
                <a:lnTo>
                  <a:pt x="21149" y="4581"/>
                </a:lnTo>
                <a:lnTo>
                  <a:pt x="21209" y="4945"/>
                </a:lnTo>
                <a:lnTo>
                  <a:pt x="21250" y="5308"/>
                </a:lnTo>
                <a:lnTo>
                  <a:pt x="21270" y="5691"/>
                </a:lnTo>
                <a:lnTo>
                  <a:pt x="21270" y="6075"/>
                </a:lnTo>
                <a:lnTo>
                  <a:pt x="21270" y="6478"/>
                </a:lnTo>
                <a:lnTo>
                  <a:pt x="21250" y="6882"/>
                </a:lnTo>
                <a:lnTo>
                  <a:pt x="21230" y="7306"/>
                </a:lnTo>
                <a:lnTo>
                  <a:pt x="21169" y="7750"/>
                </a:lnTo>
                <a:lnTo>
                  <a:pt x="21109" y="8194"/>
                </a:lnTo>
                <a:lnTo>
                  <a:pt x="21028" y="8658"/>
                </a:lnTo>
                <a:lnTo>
                  <a:pt x="20947" y="9122"/>
                </a:lnTo>
                <a:lnTo>
                  <a:pt x="20846" y="9586"/>
                </a:lnTo>
                <a:lnTo>
                  <a:pt x="20725" y="10010"/>
                </a:lnTo>
                <a:lnTo>
                  <a:pt x="20604" y="10434"/>
                </a:lnTo>
                <a:lnTo>
                  <a:pt x="20483" y="10857"/>
                </a:lnTo>
                <a:lnTo>
                  <a:pt x="20342" y="11261"/>
                </a:lnTo>
                <a:lnTo>
                  <a:pt x="20180" y="11644"/>
                </a:lnTo>
                <a:lnTo>
                  <a:pt x="20019" y="12008"/>
                </a:lnTo>
                <a:lnTo>
                  <a:pt x="19857" y="12371"/>
                </a:lnTo>
                <a:lnTo>
                  <a:pt x="19676" y="12714"/>
                </a:lnTo>
                <a:lnTo>
                  <a:pt x="19474" y="13037"/>
                </a:lnTo>
                <a:lnTo>
                  <a:pt x="19272" y="13340"/>
                </a:lnTo>
                <a:lnTo>
                  <a:pt x="19070" y="13642"/>
                </a:lnTo>
                <a:lnTo>
                  <a:pt x="18848" y="13945"/>
                </a:lnTo>
                <a:lnTo>
                  <a:pt x="18606" y="14207"/>
                </a:lnTo>
                <a:lnTo>
                  <a:pt x="18364" y="14470"/>
                </a:lnTo>
                <a:lnTo>
                  <a:pt x="18142" y="14692"/>
                </a:lnTo>
                <a:lnTo>
                  <a:pt x="17920" y="14893"/>
                </a:lnTo>
                <a:lnTo>
                  <a:pt x="17436" y="15297"/>
                </a:lnTo>
                <a:lnTo>
                  <a:pt x="16931" y="15640"/>
                </a:lnTo>
                <a:lnTo>
                  <a:pt x="16386" y="15983"/>
                </a:lnTo>
                <a:lnTo>
                  <a:pt x="15842" y="16306"/>
                </a:lnTo>
                <a:lnTo>
                  <a:pt x="15297" y="16589"/>
                </a:lnTo>
                <a:lnTo>
                  <a:pt x="14187" y="17154"/>
                </a:lnTo>
                <a:lnTo>
                  <a:pt x="13481" y="17497"/>
                </a:lnTo>
                <a:lnTo>
                  <a:pt x="12774" y="17860"/>
                </a:lnTo>
                <a:lnTo>
                  <a:pt x="12088" y="18264"/>
                </a:lnTo>
                <a:lnTo>
                  <a:pt x="11422" y="18667"/>
                </a:lnTo>
                <a:lnTo>
                  <a:pt x="10958" y="18990"/>
                </a:lnTo>
                <a:lnTo>
                  <a:pt x="10494" y="19333"/>
                </a:lnTo>
                <a:lnTo>
                  <a:pt x="10070" y="19696"/>
                </a:lnTo>
                <a:lnTo>
                  <a:pt x="9646" y="20060"/>
                </a:lnTo>
                <a:lnTo>
                  <a:pt x="8799" y="20847"/>
                </a:lnTo>
                <a:lnTo>
                  <a:pt x="7992" y="21613"/>
                </a:lnTo>
                <a:lnTo>
                  <a:pt x="7205" y="22400"/>
                </a:lnTo>
                <a:lnTo>
                  <a:pt x="6377" y="23167"/>
                </a:lnTo>
                <a:lnTo>
                  <a:pt x="5953" y="23531"/>
                </a:lnTo>
                <a:lnTo>
                  <a:pt x="5509" y="23894"/>
                </a:lnTo>
                <a:lnTo>
                  <a:pt x="5065" y="24237"/>
                </a:lnTo>
                <a:lnTo>
                  <a:pt x="4601" y="24560"/>
                </a:lnTo>
                <a:lnTo>
                  <a:pt x="4178" y="24822"/>
                </a:lnTo>
                <a:lnTo>
                  <a:pt x="3935" y="24963"/>
                </a:lnTo>
                <a:lnTo>
                  <a:pt x="3673" y="25084"/>
                </a:lnTo>
                <a:lnTo>
                  <a:pt x="3411" y="25205"/>
                </a:lnTo>
                <a:lnTo>
                  <a:pt x="3148" y="25306"/>
                </a:lnTo>
                <a:lnTo>
                  <a:pt x="2866" y="25367"/>
                </a:lnTo>
                <a:lnTo>
                  <a:pt x="2563" y="25427"/>
                </a:lnTo>
                <a:lnTo>
                  <a:pt x="2260" y="25448"/>
                </a:lnTo>
                <a:lnTo>
                  <a:pt x="1978" y="25427"/>
                </a:lnTo>
                <a:lnTo>
                  <a:pt x="1695" y="25367"/>
                </a:lnTo>
                <a:lnTo>
                  <a:pt x="1433" y="25286"/>
                </a:lnTo>
                <a:lnTo>
                  <a:pt x="1171" y="25185"/>
                </a:lnTo>
                <a:lnTo>
                  <a:pt x="949" y="25044"/>
                </a:lnTo>
                <a:lnTo>
                  <a:pt x="747" y="24883"/>
                </a:lnTo>
                <a:lnTo>
                  <a:pt x="585" y="24701"/>
                </a:lnTo>
                <a:lnTo>
                  <a:pt x="424" y="24459"/>
                </a:lnTo>
                <a:lnTo>
                  <a:pt x="303" y="24196"/>
                </a:lnTo>
                <a:lnTo>
                  <a:pt x="222" y="23894"/>
                </a:lnTo>
                <a:lnTo>
                  <a:pt x="142" y="23551"/>
                </a:lnTo>
                <a:lnTo>
                  <a:pt x="101" y="23167"/>
                </a:lnTo>
                <a:lnTo>
                  <a:pt x="81" y="22784"/>
                </a:lnTo>
                <a:lnTo>
                  <a:pt x="101" y="22421"/>
                </a:lnTo>
                <a:lnTo>
                  <a:pt x="142" y="22037"/>
                </a:lnTo>
                <a:lnTo>
                  <a:pt x="202" y="21654"/>
                </a:lnTo>
                <a:lnTo>
                  <a:pt x="303" y="21291"/>
                </a:lnTo>
                <a:lnTo>
                  <a:pt x="424" y="20947"/>
                </a:lnTo>
                <a:lnTo>
                  <a:pt x="585" y="20584"/>
                </a:lnTo>
                <a:lnTo>
                  <a:pt x="727" y="20342"/>
                </a:lnTo>
                <a:lnTo>
                  <a:pt x="868" y="20080"/>
                </a:lnTo>
                <a:lnTo>
                  <a:pt x="1029" y="19838"/>
                </a:lnTo>
                <a:lnTo>
                  <a:pt x="1211" y="19616"/>
                </a:lnTo>
                <a:lnTo>
                  <a:pt x="1393" y="19373"/>
                </a:lnTo>
                <a:lnTo>
                  <a:pt x="1574" y="19172"/>
                </a:lnTo>
                <a:lnTo>
                  <a:pt x="1978" y="18768"/>
                </a:lnTo>
                <a:lnTo>
                  <a:pt x="2402" y="18385"/>
                </a:lnTo>
                <a:lnTo>
                  <a:pt x="2825" y="18042"/>
                </a:lnTo>
                <a:lnTo>
                  <a:pt x="3249" y="17739"/>
                </a:lnTo>
                <a:lnTo>
                  <a:pt x="3673" y="17456"/>
                </a:lnTo>
                <a:lnTo>
                  <a:pt x="4561" y="16871"/>
                </a:lnTo>
                <a:lnTo>
                  <a:pt x="5489" y="16306"/>
                </a:lnTo>
                <a:lnTo>
                  <a:pt x="6438" y="15761"/>
                </a:lnTo>
                <a:lnTo>
                  <a:pt x="7366" y="15257"/>
                </a:lnTo>
                <a:lnTo>
                  <a:pt x="7568" y="15136"/>
                </a:lnTo>
                <a:lnTo>
                  <a:pt x="8153" y="14793"/>
                </a:lnTo>
                <a:lnTo>
                  <a:pt x="8758" y="14429"/>
                </a:lnTo>
                <a:lnTo>
                  <a:pt x="9041" y="14228"/>
                </a:lnTo>
                <a:lnTo>
                  <a:pt x="9323" y="14026"/>
                </a:lnTo>
                <a:lnTo>
                  <a:pt x="9606" y="13804"/>
                </a:lnTo>
                <a:lnTo>
                  <a:pt x="9868" y="13541"/>
                </a:lnTo>
                <a:lnTo>
                  <a:pt x="10070" y="13340"/>
                </a:lnTo>
                <a:lnTo>
                  <a:pt x="10232" y="13138"/>
                </a:lnTo>
                <a:lnTo>
                  <a:pt x="10393" y="12916"/>
                </a:lnTo>
                <a:lnTo>
                  <a:pt x="10534" y="12694"/>
                </a:lnTo>
                <a:lnTo>
                  <a:pt x="10675" y="12452"/>
                </a:lnTo>
                <a:lnTo>
                  <a:pt x="10797" y="12210"/>
                </a:lnTo>
                <a:lnTo>
                  <a:pt x="10897" y="11967"/>
                </a:lnTo>
                <a:lnTo>
                  <a:pt x="10978" y="11725"/>
                </a:lnTo>
                <a:lnTo>
                  <a:pt x="11140" y="11221"/>
                </a:lnTo>
                <a:lnTo>
                  <a:pt x="11261" y="10716"/>
                </a:lnTo>
                <a:lnTo>
                  <a:pt x="11362" y="10191"/>
                </a:lnTo>
                <a:lnTo>
                  <a:pt x="11463" y="9647"/>
                </a:lnTo>
                <a:lnTo>
                  <a:pt x="11563" y="8839"/>
                </a:lnTo>
                <a:lnTo>
                  <a:pt x="11664" y="8012"/>
                </a:lnTo>
                <a:lnTo>
                  <a:pt x="11846" y="6599"/>
                </a:lnTo>
                <a:lnTo>
                  <a:pt x="11947" y="5893"/>
                </a:lnTo>
                <a:lnTo>
                  <a:pt x="12088" y="5187"/>
                </a:lnTo>
                <a:lnTo>
                  <a:pt x="12209" y="4682"/>
                </a:lnTo>
                <a:lnTo>
                  <a:pt x="12330" y="4218"/>
                </a:lnTo>
                <a:lnTo>
                  <a:pt x="12472" y="3754"/>
                </a:lnTo>
                <a:lnTo>
                  <a:pt x="12633" y="3330"/>
                </a:lnTo>
                <a:lnTo>
                  <a:pt x="12794" y="2947"/>
                </a:lnTo>
                <a:lnTo>
                  <a:pt x="12976" y="2563"/>
                </a:lnTo>
                <a:lnTo>
                  <a:pt x="13158" y="2220"/>
                </a:lnTo>
                <a:lnTo>
                  <a:pt x="13359" y="1897"/>
                </a:lnTo>
                <a:lnTo>
                  <a:pt x="13561" y="1615"/>
                </a:lnTo>
                <a:lnTo>
                  <a:pt x="13803" y="1332"/>
                </a:lnTo>
                <a:lnTo>
                  <a:pt x="14025" y="1090"/>
                </a:lnTo>
                <a:lnTo>
                  <a:pt x="14288" y="868"/>
                </a:lnTo>
                <a:lnTo>
                  <a:pt x="14550" y="687"/>
                </a:lnTo>
                <a:lnTo>
                  <a:pt x="14812" y="525"/>
                </a:lnTo>
                <a:lnTo>
                  <a:pt x="15115" y="364"/>
                </a:lnTo>
                <a:lnTo>
                  <a:pt x="15418" y="263"/>
                </a:lnTo>
                <a:lnTo>
                  <a:pt x="15721" y="162"/>
                </a:lnTo>
                <a:lnTo>
                  <a:pt x="16043" y="101"/>
                </a:lnTo>
                <a:lnTo>
                  <a:pt x="16366" y="81"/>
                </a:lnTo>
                <a:close/>
                <a:moveTo>
                  <a:pt x="16467" y="1"/>
                </a:moveTo>
                <a:lnTo>
                  <a:pt x="16104" y="21"/>
                </a:lnTo>
                <a:lnTo>
                  <a:pt x="15741" y="81"/>
                </a:lnTo>
                <a:lnTo>
                  <a:pt x="15377" y="182"/>
                </a:lnTo>
                <a:lnTo>
                  <a:pt x="15075" y="303"/>
                </a:lnTo>
                <a:lnTo>
                  <a:pt x="14792" y="445"/>
                </a:lnTo>
                <a:lnTo>
                  <a:pt x="14510" y="606"/>
                </a:lnTo>
                <a:lnTo>
                  <a:pt x="14227" y="808"/>
                </a:lnTo>
                <a:lnTo>
                  <a:pt x="13985" y="1030"/>
                </a:lnTo>
                <a:lnTo>
                  <a:pt x="13743" y="1272"/>
                </a:lnTo>
                <a:lnTo>
                  <a:pt x="13501" y="1554"/>
                </a:lnTo>
                <a:lnTo>
                  <a:pt x="13299" y="1857"/>
                </a:lnTo>
                <a:lnTo>
                  <a:pt x="13097" y="2180"/>
                </a:lnTo>
                <a:lnTo>
                  <a:pt x="12895" y="2523"/>
                </a:lnTo>
                <a:lnTo>
                  <a:pt x="12714" y="2906"/>
                </a:lnTo>
                <a:lnTo>
                  <a:pt x="12552" y="3310"/>
                </a:lnTo>
                <a:lnTo>
                  <a:pt x="12391" y="3734"/>
                </a:lnTo>
                <a:lnTo>
                  <a:pt x="12250" y="4178"/>
                </a:lnTo>
                <a:lnTo>
                  <a:pt x="12128" y="4662"/>
                </a:lnTo>
                <a:lnTo>
                  <a:pt x="12007" y="5187"/>
                </a:lnTo>
                <a:lnTo>
                  <a:pt x="11886" y="5873"/>
                </a:lnTo>
                <a:lnTo>
                  <a:pt x="11765" y="6599"/>
                </a:lnTo>
                <a:lnTo>
                  <a:pt x="11584" y="7992"/>
                </a:lnTo>
                <a:lnTo>
                  <a:pt x="11483" y="8819"/>
                </a:lnTo>
                <a:lnTo>
                  <a:pt x="11382" y="9647"/>
                </a:lnTo>
                <a:lnTo>
                  <a:pt x="11281" y="10171"/>
                </a:lnTo>
                <a:lnTo>
                  <a:pt x="11180" y="10696"/>
                </a:lnTo>
                <a:lnTo>
                  <a:pt x="11059" y="11200"/>
                </a:lnTo>
                <a:lnTo>
                  <a:pt x="10918" y="11705"/>
                </a:lnTo>
                <a:lnTo>
                  <a:pt x="10817" y="11947"/>
                </a:lnTo>
                <a:lnTo>
                  <a:pt x="10716" y="12169"/>
                </a:lnTo>
                <a:lnTo>
                  <a:pt x="10595" y="12411"/>
                </a:lnTo>
                <a:lnTo>
                  <a:pt x="10474" y="12633"/>
                </a:lnTo>
                <a:lnTo>
                  <a:pt x="10332" y="12855"/>
                </a:lnTo>
                <a:lnTo>
                  <a:pt x="10171" y="13077"/>
                </a:lnTo>
                <a:lnTo>
                  <a:pt x="10010" y="13279"/>
                </a:lnTo>
                <a:lnTo>
                  <a:pt x="9808" y="13501"/>
                </a:lnTo>
                <a:lnTo>
                  <a:pt x="9545" y="13743"/>
                </a:lnTo>
                <a:lnTo>
                  <a:pt x="9283" y="13965"/>
                </a:lnTo>
                <a:lnTo>
                  <a:pt x="9001" y="14167"/>
                </a:lnTo>
                <a:lnTo>
                  <a:pt x="8718" y="14369"/>
                </a:lnTo>
                <a:lnTo>
                  <a:pt x="8113" y="14732"/>
                </a:lnTo>
                <a:lnTo>
                  <a:pt x="7527" y="15055"/>
                </a:lnTo>
                <a:lnTo>
                  <a:pt x="7326" y="15176"/>
                </a:lnTo>
                <a:lnTo>
                  <a:pt x="6397" y="15701"/>
                </a:lnTo>
                <a:lnTo>
                  <a:pt x="5449" y="16246"/>
                </a:lnTo>
                <a:lnTo>
                  <a:pt x="4521" y="16790"/>
                </a:lnTo>
                <a:lnTo>
                  <a:pt x="3612" y="17376"/>
                </a:lnTo>
                <a:lnTo>
                  <a:pt x="3209" y="17658"/>
                </a:lnTo>
                <a:lnTo>
                  <a:pt x="2765" y="17981"/>
                </a:lnTo>
                <a:lnTo>
                  <a:pt x="2341" y="18324"/>
                </a:lnTo>
                <a:lnTo>
                  <a:pt x="1917" y="18707"/>
                </a:lnTo>
                <a:lnTo>
                  <a:pt x="1514" y="19111"/>
                </a:lnTo>
                <a:lnTo>
                  <a:pt x="1312" y="19333"/>
                </a:lnTo>
                <a:lnTo>
                  <a:pt x="1130" y="19555"/>
                </a:lnTo>
                <a:lnTo>
                  <a:pt x="969" y="19797"/>
                </a:lnTo>
                <a:lnTo>
                  <a:pt x="807" y="20039"/>
                </a:lnTo>
                <a:lnTo>
                  <a:pt x="646" y="20302"/>
                </a:lnTo>
                <a:lnTo>
                  <a:pt x="505" y="20564"/>
                </a:lnTo>
                <a:lnTo>
                  <a:pt x="364" y="20907"/>
                </a:lnTo>
                <a:lnTo>
                  <a:pt x="222" y="21270"/>
                </a:lnTo>
                <a:lnTo>
                  <a:pt x="142" y="21654"/>
                </a:lnTo>
                <a:lnTo>
                  <a:pt x="61" y="22017"/>
                </a:lnTo>
                <a:lnTo>
                  <a:pt x="20" y="22400"/>
                </a:lnTo>
                <a:lnTo>
                  <a:pt x="0" y="22784"/>
                </a:lnTo>
                <a:lnTo>
                  <a:pt x="20" y="23167"/>
                </a:lnTo>
                <a:lnTo>
                  <a:pt x="61" y="23551"/>
                </a:lnTo>
                <a:lnTo>
                  <a:pt x="142" y="23914"/>
                </a:lnTo>
                <a:lnTo>
                  <a:pt x="242" y="24237"/>
                </a:lnTo>
                <a:lnTo>
                  <a:pt x="364" y="24499"/>
                </a:lnTo>
                <a:lnTo>
                  <a:pt x="505" y="24741"/>
                </a:lnTo>
                <a:lnTo>
                  <a:pt x="666" y="24923"/>
                </a:lnTo>
                <a:lnTo>
                  <a:pt x="848" y="25064"/>
                </a:lnTo>
                <a:lnTo>
                  <a:pt x="1050" y="25205"/>
                </a:lnTo>
                <a:lnTo>
                  <a:pt x="1251" y="25327"/>
                </a:lnTo>
                <a:lnTo>
                  <a:pt x="1494" y="25407"/>
                </a:lnTo>
                <a:lnTo>
                  <a:pt x="1736" y="25468"/>
                </a:lnTo>
                <a:lnTo>
                  <a:pt x="1978" y="25508"/>
                </a:lnTo>
                <a:lnTo>
                  <a:pt x="2260" y="25528"/>
                </a:lnTo>
                <a:lnTo>
                  <a:pt x="2563" y="25508"/>
                </a:lnTo>
                <a:lnTo>
                  <a:pt x="2866" y="25448"/>
                </a:lnTo>
                <a:lnTo>
                  <a:pt x="3169" y="25367"/>
                </a:lnTo>
                <a:lnTo>
                  <a:pt x="3451" y="25286"/>
                </a:lnTo>
                <a:lnTo>
                  <a:pt x="3713" y="25165"/>
                </a:lnTo>
                <a:lnTo>
                  <a:pt x="3976" y="25044"/>
                </a:lnTo>
                <a:lnTo>
                  <a:pt x="4218" y="24903"/>
                </a:lnTo>
                <a:lnTo>
                  <a:pt x="4642" y="24620"/>
                </a:lnTo>
                <a:lnTo>
                  <a:pt x="5106" y="24297"/>
                </a:lnTo>
                <a:lnTo>
                  <a:pt x="5550" y="23954"/>
                </a:lnTo>
                <a:lnTo>
                  <a:pt x="5994" y="23611"/>
                </a:lnTo>
                <a:lnTo>
                  <a:pt x="6418" y="23228"/>
                </a:lnTo>
                <a:lnTo>
                  <a:pt x="7245" y="22461"/>
                </a:lnTo>
                <a:lnTo>
                  <a:pt x="8052" y="21674"/>
                </a:lnTo>
                <a:lnTo>
                  <a:pt x="8859" y="20907"/>
                </a:lnTo>
                <a:lnTo>
                  <a:pt x="9687" y="20140"/>
                </a:lnTo>
                <a:lnTo>
                  <a:pt x="10110" y="19757"/>
                </a:lnTo>
                <a:lnTo>
                  <a:pt x="10554" y="19394"/>
                </a:lnTo>
                <a:lnTo>
                  <a:pt x="10998" y="19051"/>
                </a:lnTo>
                <a:lnTo>
                  <a:pt x="11463" y="18728"/>
                </a:lnTo>
                <a:lnTo>
                  <a:pt x="12128" y="18324"/>
                </a:lnTo>
                <a:lnTo>
                  <a:pt x="12815" y="17941"/>
                </a:lnTo>
                <a:lnTo>
                  <a:pt x="13521" y="17577"/>
                </a:lnTo>
                <a:lnTo>
                  <a:pt x="14207" y="17234"/>
                </a:lnTo>
                <a:lnTo>
                  <a:pt x="15337" y="16669"/>
                </a:lnTo>
                <a:lnTo>
                  <a:pt x="15902" y="16367"/>
                </a:lnTo>
                <a:lnTo>
                  <a:pt x="16447" y="16044"/>
                </a:lnTo>
                <a:lnTo>
                  <a:pt x="16972" y="15721"/>
                </a:lnTo>
                <a:lnTo>
                  <a:pt x="17476" y="15358"/>
                </a:lnTo>
                <a:lnTo>
                  <a:pt x="17981" y="14954"/>
                </a:lnTo>
                <a:lnTo>
                  <a:pt x="18203" y="14752"/>
                </a:lnTo>
                <a:lnTo>
                  <a:pt x="18425" y="14530"/>
                </a:lnTo>
                <a:lnTo>
                  <a:pt x="18667" y="14268"/>
                </a:lnTo>
                <a:lnTo>
                  <a:pt x="18909" y="13985"/>
                </a:lnTo>
                <a:lnTo>
                  <a:pt x="19131" y="13703"/>
                </a:lnTo>
                <a:lnTo>
                  <a:pt x="19333" y="13400"/>
                </a:lnTo>
                <a:lnTo>
                  <a:pt x="19535" y="13077"/>
                </a:lnTo>
                <a:lnTo>
                  <a:pt x="19736" y="12754"/>
                </a:lnTo>
                <a:lnTo>
                  <a:pt x="19918" y="12411"/>
                </a:lnTo>
                <a:lnTo>
                  <a:pt x="20100" y="12048"/>
                </a:lnTo>
                <a:lnTo>
                  <a:pt x="20261" y="11665"/>
                </a:lnTo>
                <a:lnTo>
                  <a:pt x="20402" y="11281"/>
                </a:lnTo>
                <a:lnTo>
                  <a:pt x="20544" y="10878"/>
                </a:lnTo>
                <a:lnTo>
                  <a:pt x="20685" y="10474"/>
                </a:lnTo>
                <a:lnTo>
                  <a:pt x="20806" y="10050"/>
                </a:lnTo>
                <a:lnTo>
                  <a:pt x="20927" y="9606"/>
                </a:lnTo>
                <a:lnTo>
                  <a:pt x="21028" y="9142"/>
                </a:lnTo>
                <a:lnTo>
                  <a:pt x="21109" y="8678"/>
                </a:lnTo>
                <a:lnTo>
                  <a:pt x="21189" y="8214"/>
                </a:lnTo>
                <a:lnTo>
                  <a:pt x="21250" y="7750"/>
                </a:lnTo>
                <a:lnTo>
                  <a:pt x="21310" y="7326"/>
                </a:lnTo>
                <a:lnTo>
                  <a:pt x="21331" y="6882"/>
                </a:lnTo>
                <a:lnTo>
                  <a:pt x="21351" y="6478"/>
                </a:lnTo>
                <a:lnTo>
                  <a:pt x="21351" y="6075"/>
                </a:lnTo>
                <a:lnTo>
                  <a:pt x="21351" y="5671"/>
                </a:lnTo>
                <a:lnTo>
                  <a:pt x="21331" y="5288"/>
                </a:lnTo>
                <a:lnTo>
                  <a:pt x="21270" y="4924"/>
                </a:lnTo>
                <a:lnTo>
                  <a:pt x="21230" y="4561"/>
                </a:lnTo>
                <a:lnTo>
                  <a:pt x="21149" y="4218"/>
                </a:lnTo>
                <a:lnTo>
                  <a:pt x="21068" y="3875"/>
                </a:lnTo>
                <a:lnTo>
                  <a:pt x="20967" y="3532"/>
                </a:lnTo>
                <a:lnTo>
                  <a:pt x="20846" y="3229"/>
                </a:lnTo>
                <a:lnTo>
                  <a:pt x="20705" y="2906"/>
                </a:lnTo>
                <a:lnTo>
                  <a:pt x="20564" y="2624"/>
                </a:lnTo>
                <a:lnTo>
                  <a:pt x="20362" y="2281"/>
                </a:lnTo>
                <a:lnTo>
                  <a:pt x="20140" y="1958"/>
                </a:lnTo>
                <a:lnTo>
                  <a:pt x="19898" y="1655"/>
                </a:lnTo>
                <a:lnTo>
                  <a:pt x="19615" y="1373"/>
                </a:lnTo>
                <a:lnTo>
                  <a:pt x="19333" y="1110"/>
                </a:lnTo>
                <a:lnTo>
                  <a:pt x="19010" y="868"/>
                </a:lnTo>
                <a:lnTo>
                  <a:pt x="18687" y="646"/>
                </a:lnTo>
                <a:lnTo>
                  <a:pt x="18344" y="465"/>
                </a:lnTo>
                <a:lnTo>
                  <a:pt x="17981" y="283"/>
                </a:lnTo>
                <a:lnTo>
                  <a:pt x="17597" y="162"/>
                </a:lnTo>
                <a:lnTo>
                  <a:pt x="17214" y="61"/>
                </a:lnTo>
                <a:lnTo>
                  <a:pt x="16851" y="21"/>
                </a:lnTo>
                <a:lnTo>
                  <a:pt x="164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9" name="Google Shape;2869;p35"/>
          <p:cNvSpPr/>
          <p:nvPr/>
        </p:nvSpPr>
        <p:spPr>
          <a:xfrm flipH="1" rot="-2700000">
            <a:off x="4309575" y="4326620"/>
            <a:ext cx="901507" cy="1104562"/>
          </a:xfrm>
          <a:custGeom>
            <a:rect b="b" l="l" r="r" t="t"/>
            <a:pathLst>
              <a:path extrusionOk="0" h="19757" w="16125">
                <a:moveTo>
                  <a:pt x="13945" y="81"/>
                </a:moveTo>
                <a:lnTo>
                  <a:pt x="14187" y="142"/>
                </a:lnTo>
                <a:lnTo>
                  <a:pt x="14449" y="222"/>
                </a:lnTo>
                <a:lnTo>
                  <a:pt x="14671" y="323"/>
                </a:lnTo>
                <a:lnTo>
                  <a:pt x="14893" y="464"/>
                </a:lnTo>
                <a:lnTo>
                  <a:pt x="15095" y="626"/>
                </a:lnTo>
                <a:lnTo>
                  <a:pt x="15277" y="807"/>
                </a:lnTo>
                <a:lnTo>
                  <a:pt x="15438" y="1009"/>
                </a:lnTo>
                <a:lnTo>
                  <a:pt x="15620" y="1332"/>
                </a:lnTo>
                <a:lnTo>
                  <a:pt x="15761" y="1655"/>
                </a:lnTo>
                <a:lnTo>
                  <a:pt x="15862" y="1998"/>
                </a:lnTo>
                <a:lnTo>
                  <a:pt x="15943" y="2341"/>
                </a:lnTo>
                <a:lnTo>
                  <a:pt x="16003" y="2704"/>
                </a:lnTo>
                <a:lnTo>
                  <a:pt x="16023" y="3068"/>
                </a:lnTo>
                <a:lnTo>
                  <a:pt x="16044" y="3431"/>
                </a:lnTo>
                <a:lnTo>
                  <a:pt x="16044" y="3814"/>
                </a:lnTo>
                <a:lnTo>
                  <a:pt x="16023" y="4319"/>
                </a:lnTo>
                <a:lnTo>
                  <a:pt x="16003" y="4803"/>
                </a:lnTo>
                <a:lnTo>
                  <a:pt x="15963" y="5287"/>
                </a:lnTo>
                <a:lnTo>
                  <a:pt x="15923" y="5731"/>
                </a:lnTo>
                <a:lnTo>
                  <a:pt x="15862" y="6175"/>
                </a:lnTo>
                <a:lnTo>
                  <a:pt x="15781" y="6599"/>
                </a:lnTo>
                <a:lnTo>
                  <a:pt x="15701" y="7003"/>
                </a:lnTo>
                <a:lnTo>
                  <a:pt x="15600" y="7386"/>
                </a:lnTo>
                <a:lnTo>
                  <a:pt x="15479" y="7749"/>
                </a:lnTo>
                <a:lnTo>
                  <a:pt x="15337" y="8113"/>
                </a:lnTo>
                <a:lnTo>
                  <a:pt x="15196" y="8436"/>
                </a:lnTo>
                <a:lnTo>
                  <a:pt x="15055" y="8758"/>
                </a:lnTo>
                <a:lnTo>
                  <a:pt x="14873" y="9081"/>
                </a:lnTo>
                <a:lnTo>
                  <a:pt x="14692" y="9364"/>
                </a:lnTo>
                <a:lnTo>
                  <a:pt x="14490" y="9646"/>
                </a:lnTo>
                <a:lnTo>
                  <a:pt x="14268" y="9909"/>
                </a:lnTo>
                <a:lnTo>
                  <a:pt x="14086" y="10131"/>
                </a:lnTo>
                <a:lnTo>
                  <a:pt x="13884" y="10332"/>
                </a:lnTo>
                <a:lnTo>
                  <a:pt x="13683" y="10514"/>
                </a:lnTo>
                <a:lnTo>
                  <a:pt x="13461" y="10716"/>
                </a:lnTo>
                <a:lnTo>
                  <a:pt x="13017" y="11059"/>
                </a:lnTo>
                <a:lnTo>
                  <a:pt x="12532" y="11362"/>
                </a:lnTo>
                <a:lnTo>
                  <a:pt x="12048" y="11664"/>
                </a:lnTo>
                <a:lnTo>
                  <a:pt x="11543" y="11947"/>
                </a:lnTo>
                <a:lnTo>
                  <a:pt x="10514" y="12451"/>
                </a:lnTo>
                <a:lnTo>
                  <a:pt x="9586" y="12915"/>
                </a:lnTo>
                <a:lnTo>
                  <a:pt x="9122" y="13178"/>
                </a:lnTo>
                <a:lnTo>
                  <a:pt x="8678" y="13420"/>
                </a:lnTo>
                <a:lnTo>
                  <a:pt x="8032" y="13844"/>
                </a:lnTo>
                <a:lnTo>
                  <a:pt x="7427" y="14288"/>
                </a:lnTo>
                <a:lnTo>
                  <a:pt x="6821" y="14752"/>
                </a:lnTo>
                <a:lnTo>
                  <a:pt x="6236" y="15236"/>
                </a:lnTo>
                <a:lnTo>
                  <a:pt x="5671" y="15761"/>
                </a:lnTo>
                <a:lnTo>
                  <a:pt x="5106" y="16265"/>
                </a:lnTo>
                <a:lnTo>
                  <a:pt x="4037" y="17335"/>
                </a:lnTo>
                <a:lnTo>
                  <a:pt x="3350" y="18001"/>
                </a:lnTo>
                <a:lnTo>
                  <a:pt x="2644" y="18667"/>
                </a:lnTo>
                <a:lnTo>
                  <a:pt x="2281" y="18990"/>
                </a:lnTo>
                <a:lnTo>
                  <a:pt x="2099" y="19151"/>
                </a:lnTo>
                <a:lnTo>
                  <a:pt x="1897" y="19292"/>
                </a:lnTo>
                <a:lnTo>
                  <a:pt x="1696" y="19413"/>
                </a:lnTo>
                <a:lnTo>
                  <a:pt x="1474" y="19514"/>
                </a:lnTo>
                <a:lnTo>
                  <a:pt x="1272" y="19595"/>
                </a:lnTo>
                <a:lnTo>
                  <a:pt x="1030" y="19656"/>
                </a:lnTo>
                <a:lnTo>
                  <a:pt x="808" y="19676"/>
                </a:lnTo>
                <a:lnTo>
                  <a:pt x="687" y="19656"/>
                </a:lnTo>
                <a:lnTo>
                  <a:pt x="566" y="19635"/>
                </a:lnTo>
                <a:lnTo>
                  <a:pt x="444" y="19595"/>
                </a:lnTo>
                <a:lnTo>
                  <a:pt x="344" y="19555"/>
                </a:lnTo>
                <a:lnTo>
                  <a:pt x="243" y="19474"/>
                </a:lnTo>
                <a:lnTo>
                  <a:pt x="162" y="19373"/>
                </a:lnTo>
                <a:lnTo>
                  <a:pt x="101" y="19232"/>
                </a:lnTo>
                <a:lnTo>
                  <a:pt x="81" y="19091"/>
                </a:lnTo>
                <a:lnTo>
                  <a:pt x="81" y="18929"/>
                </a:lnTo>
                <a:lnTo>
                  <a:pt x="122" y="18788"/>
                </a:lnTo>
                <a:lnTo>
                  <a:pt x="162" y="18667"/>
                </a:lnTo>
                <a:lnTo>
                  <a:pt x="222" y="18546"/>
                </a:lnTo>
                <a:lnTo>
                  <a:pt x="323" y="18364"/>
                </a:lnTo>
                <a:lnTo>
                  <a:pt x="444" y="18203"/>
                </a:lnTo>
                <a:lnTo>
                  <a:pt x="566" y="18021"/>
                </a:lnTo>
                <a:lnTo>
                  <a:pt x="868" y="17718"/>
                </a:lnTo>
                <a:lnTo>
                  <a:pt x="1171" y="17436"/>
                </a:lnTo>
                <a:lnTo>
                  <a:pt x="1494" y="17173"/>
                </a:lnTo>
                <a:lnTo>
                  <a:pt x="2220" y="16588"/>
                </a:lnTo>
                <a:lnTo>
                  <a:pt x="2987" y="16043"/>
                </a:lnTo>
                <a:lnTo>
                  <a:pt x="3754" y="15499"/>
                </a:lnTo>
                <a:lnTo>
                  <a:pt x="4521" y="14974"/>
                </a:lnTo>
                <a:lnTo>
                  <a:pt x="5308" y="14429"/>
                </a:lnTo>
                <a:lnTo>
                  <a:pt x="6075" y="13884"/>
                </a:lnTo>
                <a:lnTo>
                  <a:pt x="6862" y="13319"/>
                </a:lnTo>
                <a:lnTo>
                  <a:pt x="7608" y="12734"/>
                </a:lnTo>
                <a:lnTo>
                  <a:pt x="8153" y="12270"/>
                </a:lnTo>
                <a:lnTo>
                  <a:pt x="8436" y="12007"/>
                </a:lnTo>
                <a:lnTo>
                  <a:pt x="8718" y="11725"/>
                </a:lnTo>
                <a:lnTo>
                  <a:pt x="9001" y="11422"/>
                </a:lnTo>
                <a:lnTo>
                  <a:pt x="9283" y="11119"/>
                </a:lnTo>
                <a:lnTo>
                  <a:pt x="9546" y="10776"/>
                </a:lnTo>
                <a:lnTo>
                  <a:pt x="9788" y="10413"/>
                </a:lnTo>
                <a:lnTo>
                  <a:pt x="9949" y="10131"/>
                </a:lnTo>
                <a:lnTo>
                  <a:pt x="10111" y="9828"/>
                </a:lnTo>
                <a:lnTo>
                  <a:pt x="10252" y="9525"/>
                </a:lnTo>
                <a:lnTo>
                  <a:pt x="10393" y="9202"/>
                </a:lnTo>
                <a:lnTo>
                  <a:pt x="10494" y="8879"/>
                </a:lnTo>
                <a:lnTo>
                  <a:pt x="10615" y="8557"/>
                </a:lnTo>
                <a:lnTo>
                  <a:pt x="10777" y="7911"/>
                </a:lnTo>
                <a:lnTo>
                  <a:pt x="10938" y="7245"/>
                </a:lnTo>
                <a:lnTo>
                  <a:pt x="11039" y="6559"/>
                </a:lnTo>
                <a:lnTo>
                  <a:pt x="11241" y="5207"/>
                </a:lnTo>
                <a:lnTo>
                  <a:pt x="11342" y="4399"/>
                </a:lnTo>
                <a:lnTo>
                  <a:pt x="11463" y="3612"/>
                </a:lnTo>
                <a:lnTo>
                  <a:pt x="11604" y="2825"/>
                </a:lnTo>
                <a:lnTo>
                  <a:pt x="11685" y="2422"/>
                </a:lnTo>
                <a:lnTo>
                  <a:pt x="11786" y="2038"/>
                </a:lnTo>
                <a:lnTo>
                  <a:pt x="11866" y="1756"/>
                </a:lnTo>
                <a:lnTo>
                  <a:pt x="11987" y="1473"/>
                </a:lnTo>
                <a:lnTo>
                  <a:pt x="12109" y="1171"/>
                </a:lnTo>
                <a:lnTo>
                  <a:pt x="12250" y="888"/>
                </a:lnTo>
                <a:lnTo>
                  <a:pt x="12452" y="626"/>
                </a:lnTo>
                <a:lnTo>
                  <a:pt x="12552" y="525"/>
                </a:lnTo>
                <a:lnTo>
                  <a:pt x="12674" y="404"/>
                </a:lnTo>
                <a:lnTo>
                  <a:pt x="12795" y="323"/>
                </a:lnTo>
                <a:lnTo>
                  <a:pt x="12916" y="242"/>
                </a:lnTo>
                <a:lnTo>
                  <a:pt x="13077" y="182"/>
                </a:lnTo>
                <a:lnTo>
                  <a:pt x="13218" y="121"/>
                </a:lnTo>
                <a:lnTo>
                  <a:pt x="13461" y="81"/>
                </a:lnTo>
                <a:close/>
                <a:moveTo>
                  <a:pt x="13541" y="0"/>
                </a:moveTo>
                <a:lnTo>
                  <a:pt x="13380" y="20"/>
                </a:lnTo>
                <a:lnTo>
                  <a:pt x="13218" y="41"/>
                </a:lnTo>
                <a:lnTo>
                  <a:pt x="13037" y="101"/>
                </a:lnTo>
                <a:lnTo>
                  <a:pt x="12896" y="162"/>
                </a:lnTo>
                <a:lnTo>
                  <a:pt x="12754" y="242"/>
                </a:lnTo>
                <a:lnTo>
                  <a:pt x="12613" y="343"/>
                </a:lnTo>
                <a:lnTo>
                  <a:pt x="12492" y="464"/>
                </a:lnTo>
                <a:lnTo>
                  <a:pt x="12391" y="565"/>
                </a:lnTo>
                <a:lnTo>
                  <a:pt x="12189" y="848"/>
                </a:lnTo>
                <a:lnTo>
                  <a:pt x="12028" y="1130"/>
                </a:lnTo>
                <a:lnTo>
                  <a:pt x="11907" y="1433"/>
                </a:lnTo>
                <a:lnTo>
                  <a:pt x="11806" y="1736"/>
                </a:lnTo>
                <a:lnTo>
                  <a:pt x="11705" y="2018"/>
                </a:lnTo>
                <a:lnTo>
                  <a:pt x="11604" y="2402"/>
                </a:lnTo>
                <a:lnTo>
                  <a:pt x="11523" y="2805"/>
                </a:lnTo>
                <a:lnTo>
                  <a:pt x="11382" y="3592"/>
                </a:lnTo>
                <a:lnTo>
                  <a:pt x="11261" y="4399"/>
                </a:lnTo>
                <a:lnTo>
                  <a:pt x="11160" y="5187"/>
                </a:lnTo>
                <a:lnTo>
                  <a:pt x="10958" y="6539"/>
                </a:lnTo>
                <a:lnTo>
                  <a:pt x="10857" y="7225"/>
                </a:lnTo>
                <a:lnTo>
                  <a:pt x="10716" y="7870"/>
                </a:lnTo>
                <a:lnTo>
                  <a:pt x="10534" y="8536"/>
                </a:lnTo>
                <a:lnTo>
                  <a:pt x="10434" y="8859"/>
                </a:lnTo>
                <a:lnTo>
                  <a:pt x="10313" y="9162"/>
                </a:lnTo>
                <a:lnTo>
                  <a:pt x="10191" y="9485"/>
                </a:lnTo>
                <a:lnTo>
                  <a:pt x="10050" y="9788"/>
                </a:lnTo>
                <a:lnTo>
                  <a:pt x="9889" y="10090"/>
                </a:lnTo>
                <a:lnTo>
                  <a:pt x="9707" y="10373"/>
                </a:lnTo>
                <a:lnTo>
                  <a:pt x="9465" y="10736"/>
                </a:lnTo>
                <a:lnTo>
                  <a:pt x="9223" y="11059"/>
                </a:lnTo>
                <a:lnTo>
                  <a:pt x="8940" y="11382"/>
                </a:lnTo>
                <a:lnTo>
                  <a:pt x="8658" y="11664"/>
                </a:lnTo>
                <a:lnTo>
                  <a:pt x="8375" y="11947"/>
                </a:lnTo>
                <a:lnTo>
                  <a:pt x="8093" y="12209"/>
                </a:lnTo>
                <a:lnTo>
                  <a:pt x="7568" y="12653"/>
                </a:lnTo>
                <a:lnTo>
                  <a:pt x="6801" y="13259"/>
                </a:lnTo>
                <a:lnTo>
                  <a:pt x="6034" y="13824"/>
                </a:lnTo>
                <a:lnTo>
                  <a:pt x="5247" y="14368"/>
                </a:lnTo>
                <a:lnTo>
                  <a:pt x="4480" y="14913"/>
                </a:lnTo>
                <a:lnTo>
                  <a:pt x="3714" y="15438"/>
                </a:lnTo>
                <a:lnTo>
                  <a:pt x="2927" y="15983"/>
                </a:lnTo>
                <a:lnTo>
                  <a:pt x="2180" y="16528"/>
                </a:lnTo>
                <a:lnTo>
                  <a:pt x="1433" y="17113"/>
                </a:lnTo>
                <a:lnTo>
                  <a:pt x="1131" y="17375"/>
                </a:lnTo>
                <a:lnTo>
                  <a:pt x="808" y="17658"/>
                </a:lnTo>
                <a:lnTo>
                  <a:pt x="505" y="17981"/>
                </a:lnTo>
                <a:lnTo>
                  <a:pt x="384" y="18142"/>
                </a:lnTo>
                <a:lnTo>
                  <a:pt x="243" y="18324"/>
                </a:lnTo>
                <a:lnTo>
                  <a:pt x="142" y="18526"/>
                </a:lnTo>
                <a:lnTo>
                  <a:pt x="81" y="18667"/>
                </a:lnTo>
                <a:lnTo>
                  <a:pt x="21" y="18808"/>
                </a:lnTo>
                <a:lnTo>
                  <a:pt x="1" y="18949"/>
                </a:lnTo>
                <a:lnTo>
                  <a:pt x="1" y="19111"/>
                </a:lnTo>
                <a:lnTo>
                  <a:pt x="21" y="19272"/>
                </a:lnTo>
                <a:lnTo>
                  <a:pt x="101" y="19434"/>
                </a:lnTo>
                <a:lnTo>
                  <a:pt x="162" y="19514"/>
                </a:lnTo>
                <a:lnTo>
                  <a:pt x="243" y="19575"/>
                </a:lnTo>
                <a:lnTo>
                  <a:pt x="323" y="19635"/>
                </a:lnTo>
                <a:lnTo>
                  <a:pt x="424" y="19676"/>
                </a:lnTo>
                <a:lnTo>
                  <a:pt x="626" y="19736"/>
                </a:lnTo>
                <a:lnTo>
                  <a:pt x="828" y="19757"/>
                </a:lnTo>
                <a:lnTo>
                  <a:pt x="1050" y="19736"/>
                </a:lnTo>
                <a:lnTo>
                  <a:pt x="1292" y="19676"/>
                </a:lnTo>
                <a:lnTo>
                  <a:pt x="1514" y="19595"/>
                </a:lnTo>
                <a:lnTo>
                  <a:pt x="1736" y="19494"/>
                </a:lnTo>
                <a:lnTo>
                  <a:pt x="1938" y="19353"/>
                </a:lnTo>
                <a:lnTo>
                  <a:pt x="2140" y="19212"/>
                </a:lnTo>
                <a:lnTo>
                  <a:pt x="2341" y="19050"/>
                </a:lnTo>
                <a:lnTo>
                  <a:pt x="2705" y="18727"/>
                </a:lnTo>
                <a:lnTo>
                  <a:pt x="3411" y="18061"/>
                </a:lnTo>
                <a:lnTo>
                  <a:pt x="4077" y="17395"/>
                </a:lnTo>
                <a:lnTo>
                  <a:pt x="5167" y="16326"/>
                </a:lnTo>
                <a:lnTo>
                  <a:pt x="5732" y="15821"/>
                </a:lnTo>
                <a:lnTo>
                  <a:pt x="6297" y="15297"/>
                </a:lnTo>
                <a:lnTo>
                  <a:pt x="6862" y="14812"/>
                </a:lnTo>
                <a:lnTo>
                  <a:pt x="7467" y="14348"/>
                </a:lnTo>
                <a:lnTo>
                  <a:pt x="8093" y="13904"/>
                </a:lnTo>
                <a:lnTo>
                  <a:pt x="8718" y="13501"/>
                </a:lnTo>
                <a:lnTo>
                  <a:pt x="9162" y="13238"/>
                </a:lnTo>
                <a:lnTo>
                  <a:pt x="9626" y="12996"/>
                </a:lnTo>
                <a:lnTo>
                  <a:pt x="10555" y="12532"/>
                </a:lnTo>
                <a:lnTo>
                  <a:pt x="11584" y="12007"/>
                </a:lnTo>
                <a:lnTo>
                  <a:pt x="12088" y="11725"/>
                </a:lnTo>
                <a:lnTo>
                  <a:pt x="12573" y="11442"/>
                </a:lnTo>
                <a:lnTo>
                  <a:pt x="13057" y="11119"/>
                </a:lnTo>
                <a:lnTo>
                  <a:pt x="13521" y="10776"/>
                </a:lnTo>
                <a:lnTo>
                  <a:pt x="13743" y="10575"/>
                </a:lnTo>
                <a:lnTo>
                  <a:pt x="13945" y="10393"/>
                </a:lnTo>
                <a:lnTo>
                  <a:pt x="14147" y="10171"/>
                </a:lnTo>
                <a:lnTo>
                  <a:pt x="14328" y="9969"/>
                </a:lnTo>
                <a:lnTo>
                  <a:pt x="14550" y="9687"/>
                </a:lnTo>
                <a:lnTo>
                  <a:pt x="14752" y="9404"/>
                </a:lnTo>
                <a:lnTo>
                  <a:pt x="14934" y="9122"/>
                </a:lnTo>
                <a:lnTo>
                  <a:pt x="15115" y="8799"/>
                </a:lnTo>
                <a:lnTo>
                  <a:pt x="15277" y="8476"/>
                </a:lnTo>
                <a:lnTo>
                  <a:pt x="15418" y="8133"/>
                </a:lnTo>
                <a:lnTo>
                  <a:pt x="15559" y="7790"/>
                </a:lnTo>
                <a:lnTo>
                  <a:pt x="15660" y="7406"/>
                </a:lnTo>
                <a:lnTo>
                  <a:pt x="15761" y="7023"/>
                </a:lnTo>
                <a:lnTo>
                  <a:pt x="15862" y="6619"/>
                </a:lnTo>
                <a:lnTo>
                  <a:pt x="15943" y="6196"/>
                </a:lnTo>
                <a:lnTo>
                  <a:pt x="16003" y="5752"/>
                </a:lnTo>
                <a:lnTo>
                  <a:pt x="16044" y="5287"/>
                </a:lnTo>
                <a:lnTo>
                  <a:pt x="16084" y="4823"/>
                </a:lnTo>
                <a:lnTo>
                  <a:pt x="16104" y="4319"/>
                </a:lnTo>
                <a:lnTo>
                  <a:pt x="16124" y="3814"/>
                </a:lnTo>
                <a:lnTo>
                  <a:pt x="16124" y="3431"/>
                </a:lnTo>
                <a:lnTo>
                  <a:pt x="16104" y="3068"/>
                </a:lnTo>
                <a:lnTo>
                  <a:pt x="16084" y="2684"/>
                </a:lnTo>
                <a:lnTo>
                  <a:pt x="16023" y="2321"/>
                </a:lnTo>
                <a:lnTo>
                  <a:pt x="15943" y="1958"/>
                </a:lnTo>
                <a:lnTo>
                  <a:pt x="15842" y="1615"/>
                </a:lnTo>
                <a:lnTo>
                  <a:pt x="15701" y="1292"/>
                </a:lnTo>
                <a:lnTo>
                  <a:pt x="15519" y="969"/>
                </a:lnTo>
                <a:lnTo>
                  <a:pt x="15418" y="828"/>
                </a:lnTo>
                <a:lnTo>
                  <a:pt x="15297" y="707"/>
                </a:lnTo>
                <a:lnTo>
                  <a:pt x="15196" y="585"/>
                </a:lnTo>
                <a:lnTo>
                  <a:pt x="15055" y="485"/>
                </a:lnTo>
                <a:lnTo>
                  <a:pt x="14934" y="384"/>
                </a:lnTo>
                <a:lnTo>
                  <a:pt x="14792" y="303"/>
                </a:lnTo>
                <a:lnTo>
                  <a:pt x="14490" y="142"/>
                </a:lnTo>
                <a:lnTo>
                  <a:pt x="14187" y="61"/>
                </a:lnTo>
                <a:lnTo>
                  <a:pt x="14026" y="20"/>
                </a:lnTo>
                <a:lnTo>
                  <a:pt x="1386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0" name="Google Shape;2870;p35"/>
          <p:cNvSpPr/>
          <p:nvPr/>
        </p:nvSpPr>
        <p:spPr>
          <a:xfrm flipH="1" rot="-2700000">
            <a:off x="4305556" y="4724336"/>
            <a:ext cx="130935" cy="390457"/>
          </a:xfrm>
          <a:custGeom>
            <a:rect b="b" l="l" r="r" t="t"/>
            <a:pathLst>
              <a:path extrusionOk="0" h="6984" w="2342">
                <a:moveTo>
                  <a:pt x="1494" y="82"/>
                </a:moveTo>
                <a:lnTo>
                  <a:pt x="1615" y="122"/>
                </a:lnTo>
                <a:lnTo>
                  <a:pt x="1716" y="162"/>
                </a:lnTo>
                <a:lnTo>
                  <a:pt x="1817" y="223"/>
                </a:lnTo>
                <a:lnTo>
                  <a:pt x="1897" y="304"/>
                </a:lnTo>
                <a:lnTo>
                  <a:pt x="1978" y="404"/>
                </a:lnTo>
                <a:lnTo>
                  <a:pt x="2039" y="485"/>
                </a:lnTo>
                <a:lnTo>
                  <a:pt x="2099" y="586"/>
                </a:lnTo>
                <a:lnTo>
                  <a:pt x="2160" y="707"/>
                </a:lnTo>
                <a:lnTo>
                  <a:pt x="2200" y="828"/>
                </a:lnTo>
                <a:lnTo>
                  <a:pt x="2240" y="1070"/>
                </a:lnTo>
                <a:lnTo>
                  <a:pt x="2261" y="1333"/>
                </a:lnTo>
                <a:lnTo>
                  <a:pt x="2261" y="1595"/>
                </a:lnTo>
                <a:lnTo>
                  <a:pt x="2240" y="2281"/>
                </a:lnTo>
                <a:lnTo>
                  <a:pt x="2180" y="2967"/>
                </a:lnTo>
                <a:lnTo>
                  <a:pt x="2059" y="3694"/>
                </a:lnTo>
                <a:lnTo>
                  <a:pt x="1897" y="4521"/>
                </a:lnTo>
                <a:lnTo>
                  <a:pt x="1837" y="4763"/>
                </a:lnTo>
                <a:lnTo>
                  <a:pt x="1776" y="5026"/>
                </a:lnTo>
                <a:lnTo>
                  <a:pt x="1675" y="5308"/>
                </a:lnTo>
                <a:lnTo>
                  <a:pt x="1554" y="5591"/>
                </a:lnTo>
                <a:lnTo>
                  <a:pt x="1413" y="5893"/>
                </a:lnTo>
                <a:lnTo>
                  <a:pt x="1231" y="6176"/>
                </a:lnTo>
                <a:lnTo>
                  <a:pt x="1030" y="6459"/>
                </a:lnTo>
                <a:lnTo>
                  <a:pt x="808" y="6741"/>
                </a:lnTo>
                <a:lnTo>
                  <a:pt x="707" y="6822"/>
                </a:lnTo>
                <a:lnTo>
                  <a:pt x="626" y="6862"/>
                </a:lnTo>
                <a:lnTo>
                  <a:pt x="566" y="6902"/>
                </a:lnTo>
                <a:lnTo>
                  <a:pt x="485" y="6882"/>
                </a:lnTo>
                <a:lnTo>
                  <a:pt x="444" y="6862"/>
                </a:lnTo>
                <a:lnTo>
                  <a:pt x="384" y="6822"/>
                </a:lnTo>
                <a:lnTo>
                  <a:pt x="303" y="6701"/>
                </a:lnTo>
                <a:lnTo>
                  <a:pt x="243" y="6539"/>
                </a:lnTo>
                <a:lnTo>
                  <a:pt x="182" y="6317"/>
                </a:lnTo>
                <a:lnTo>
                  <a:pt x="142" y="6055"/>
                </a:lnTo>
                <a:lnTo>
                  <a:pt x="101" y="5752"/>
                </a:lnTo>
                <a:lnTo>
                  <a:pt x="81" y="5086"/>
                </a:lnTo>
                <a:lnTo>
                  <a:pt x="81" y="4602"/>
                </a:lnTo>
                <a:lnTo>
                  <a:pt x="81" y="4097"/>
                </a:lnTo>
                <a:lnTo>
                  <a:pt x="101" y="3976"/>
                </a:lnTo>
                <a:lnTo>
                  <a:pt x="122" y="3310"/>
                </a:lnTo>
                <a:lnTo>
                  <a:pt x="162" y="2685"/>
                </a:lnTo>
                <a:lnTo>
                  <a:pt x="222" y="2100"/>
                </a:lnTo>
                <a:lnTo>
                  <a:pt x="283" y="1535"/>
                </a:lnTo>
                <a:lnTo>
                  <a:pt x="323" y="1353"/>
                </a:lnTo>
                <a:lnTo>
                  <a:pt x="384" y="1131"/>
                </a:lnTo>
                <a:lnTo>
                  <a:pt x="444" y="909"/>
                </a:lnTo>
                <a:lnTo>
                  <a:pt x="545" y="667"/>
                </a:lnTo>
                <a:lnTo>
                  <a:pt x="687" y="465"/>
                </a:lnTo>
                <a:lnTo>
                  <a:pt x="767" y="364"/>
                </a:lnTo>
                <a:lnTo>
                  <a:pt x="848" y="263"/>
                </a:lnTo>
                <a:lnTo>
                  <a:pt x="949" y="203"/>
                </a:lnTo>
                <a:lnTo>
                  <a:pt x="1070" y="142"/>
                </a:lnTo>
                <a:lnTo>
                  <a:pt x="1191" y="102"/>
                </a:lnTo>
                <a:lnTo>
                  <a:pt x="1312" y="82"/>
                </a:lnTo>
                <a:close/>
                <a:moveTo>
                  <a:pt x="1312" y="1"/>
                </a:moveTo>
                <a:lnTo>
                  <a:pt x="1171" y="21"/>
                </a:lnTo>
                <a:lnTo>
                  <a:pt x="1030" y="61"/>
                </a:lnTo>
                <a:lnTo>
                  <a:pt x="868" y="162"/>
                </a:lnTo>
                <a:lnTo>
                  <a:pt x="707" y="304"/>
                </a:lnTo>
                <a:lnTo>
                  <a:pt x="566" y="485"/>
                </a:lnTo>
                <a:lnTo>
                  <a:pt x="485" y="606"/>
                </a:lnTo>
                <a:lnTo>
                  <a:pt x="424" y="748"/>
                </a:lnTo>
                <a:lnTo>
                  <a:pt x="364" y="909"/>
                </a:lnTo>
                <a:lnTo>
                  <a:pt x="303" y="1091"/>
                </a:lnTo>
                <a:lnTo>
                  <a:pt x="263" y="1292"/>
                </a:lnTo>
                <a:lnTo>
                  <a:pt x="222" y="1514"/>
                </a:lnTo>
                <a:lnTo>
                  <a:pt x="142" y="2079"/>
                </a:lnTo>
                <a:lnTo>
                  <a:pt x="81" y="2685"/>
                </a:lnTo>
                <a:lnTo>
                  <a:pt x="41" y="3310"/>
                </a:lnTo>
                <a:lnTo>
                  <a:pt x="21" y="3976"/>
                </a:lnTo>
                <a:lnTo>
                  <a:pt x="1" y="4097"/>
                </a:lnTo>
                <a:lnTo>
                  <a:pt x="1" y="4602"/>
                </a:lnTo>
                <a:lnTo>
                  <a:pt x="1" y="5106"/>
                </a:lnTo>
                <a:lnTo>
                  <a:pt x="21" y="5752"/>
                </a:lnTo>
                <a:lnTo>
                  <a:pt x="61" y="6055"/>
                </a:lnTo>
                <a:lnTo>
                  <a:pt x="101" y="6337"/>
                </a:lnTo>
                <a:lnTo>
                  <a:pt x="142" y="6499"/>
                </a:lnTo>
                <a:lnTo>
                  <a:pt x="202" y="6680"/>
                </a:lnTo>
                <a:lnTo>
                  <a:pt x="263" y="6781"/>
                </a:lnTo>
                <a:lnTo>
                  <a:pt x="303" y="6862"/>
                </a:lnTo>
                <a:lnTo>
                  <a:pt x="384" y="6923"/>
                </a:lnTo>
                <a:lnTo>
                  <a:pt x="465" y="6963"/>
                </a:lnTo>
                <a:lnTo>
                  <a:pt x="525" y="6983"/>
                </a:lnTo>
                <a:lnTo>
                  <a:pt x="606" y="6963"/>
                </a:lnTo>
                <a:lnTo>
                  <a:pt x="687" y="6923"/>
                </a:lnTo>
                <a:lnTo>
                  <a:pt x="767" y="6882"/>
                </a:lnTo>
                <a:lnTo>
                  <a:pt x="868" y="6802"/>
                </a:lnTo>
                <a:lnTo>
                  <a:pt x="1090" y="6519"/>
                </a:lnTo>
                <a:lnTo>
                  <a:pt x="1292" y="6237"/>
                </a:lnTo>
                <a:lnTo>
                  <a:pt x="1474" y="5934"/>
                </a:lnTo>
                <a:lnTo>
                  <a:pt x="1615" y="5631"/>
                </a:lnTo>
                <a:lnTo>
                  <a:pt x="1736" y="5349"/>
                </a:lnTo>
                <a:lnTo>
                  <a:pt x="1837" y="5046"/>
                </a:lnTo>
                <a:lnTo>
                  <a:pt x="1918" y="4784"/>
                </a:lnTo>
                <a:lnTo>
                  <a:pt x="1978" y="4521"/>
                </a:lnTo>
                <a:lnTo>
                  <a:pt x="2140" y="3714"/>
                </a:lnTo>
                <a:lnTo>
                  <a:pt x="2261" y="2967"/>
                </a:lnTo>
                <a:lnTo>
                  <a:pt x="2321" y="2281"/>
                </a:lnTo>
                <a:lnTo>
                  <a:pt x="2341" y="1595"/>
                </a:lnTo>
                <a:lnTo>
                  <a:pt x="2341" y="1333"/>
                </a:lnTo>
                <a:lnTo>
                  <a:pt x="2321" y="1050"/>
                </a:lnTo>
                <a:lnTo>
                  <a:pt x="2261" y="788"/>
                </a:lnTo>
                <a:lnTo>
                  <a:pt x="2220" y="667"/>
                </a:lnTo>
                <a:lnTo>
                  <a:pt x="2180" y="546"/>
                </a:lnTo>
                <a:lnTo>
                  <a:pt x="2119" y="445"/>
                </a:lnTo>
                <a:lnTo>
                  <a:pt x="2039" y="324"/>
                </a:lnTo>
                <a:lnTo>
                  <a:pt x="1938" y="243"/>
                </a:lnTo>
                <a:lnTo>
                  <a:pt x="1837" y="142"/>
                </a:lnTo>
                <a:lnTo>
                  <a:pt x="1716" y="82"/>
                </a:lnTo>
                <a:lnTo>
                  <a:pt x="1595" y="21"/>
                </a:lnTo>
                <a:lnTo>
                  <a:pt x="145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1" name="Google Shape;2871;p35"/>
          <p:cNvSpPr/>
          <p:nvPr/>
        </p:nvSpPr>
        <p:spPr>
          <a:xfrm flipH="1" rot="-2700000">
            <a:off x="5244598" y="4302132"/>
            <a:ext cx="100466" cy="100466"/>
          </a:xfrm>
          <a:custGeom>
            <a:rect b="b" l="l" r="r" t="t"/>
            <a:pathLst>
              <a:path extrusionOk="0" h="1797" w="1797">
                <a:moveTo>
                  <a:pt x="909" y="0"/>
                </a:moveTo>
                <a:lnTo>
                  <a:pt x="727" y="20"/>
                </a:lnTo>
                <a:lnTo>
                  <a:pt x="546" y="61"/>
                </a:lnTo>
                <a:lnTo>
                  <a:pt x="404" y="162"/>
                </a:lnTo>
                <a:lnTo>
                  <a:pt x="263" y="263"/>
                </a:lnTo>
                <a:lnTo>
                  <a:pt x="162" y="404"/>
                </a:lnTo>
                <a:lnTo>
                  <a:pt x="61" y="545"/>
                </a:lnTo>
                <a:lnTo>
                  <a:pt x="21" y="727"/>
                </a:lnTo>
                <a:lnTo>
                  <a:pt x="1" y="908"/>
                </a:lnTo>
                <a:lnTo>
                  <a:pt x="21" y="1090"/>
                </a:lnTo>
                <a:lnTo>
                  <a:pt x="61" y="1251"/>
                </a:lnTo>
                <a:lnTo>
                  <a:pt x="162" y="1393"/>
                </a:lnTo>
                <a:lnTo>
                  <a:pt x="263" y="1534"/>
                </a:lnTo>
                <a:lnTo>
                  <a:pt x="404" y="1655"/>
                </a:lnTo>
                <a:lnTo>
                  <a:pt x="546" y="1736"/>
                </a:lnTo>
                <a:lnTo>
                  <a:pt x="727" y="1776"/>
                </a:lnTo>
                <a:lnTo>
                  <a:pt x="909" y="1796"/>
                </a:lnTo>
                <a:lnTo>
                  <a:pt x="1090" y="1776"/>
                </a:lnTo>
                <a:lnTo>
                  <a:pt x="1252" y="1736"/>
                </a:lnTo>
                <a:lnTo>
                  <a:pt x="1413" y="1655"/>
                </a:lnTo>
                <a:lnTo>
                  <a:pt x="1534" y="1534"/>
                </a:lnTo>
                <a:lnTo>
                  <a:pt x="1655" y="1393"/>
                </a:lnTo>
                <a:lnTo>
                  <a:pt x="1736" y="1251"/>
                </a:lnTo>
                <a:lnTo>
                  <a:pt x="1777" y="1090"/>
                </a:lnTo>
                <a:lnTo>
                  <a:pt x="1797" y="908"/>
                </a:lnTo>
                <a:lnTo>
                  <a:pt x="1777" y="727"/>
                </a:lnTo>
                <a:lnTo>
                  <a:pt x="1736" y="545"/>
                </a:lnTo>
                <a:lnTo>
                  <a:pt x="1655" y="404"/>
                </a:lnTo>
                <a:lnTo>
                  <a:pt x="1534" y="263"/>
                </a:lnTo>
                <a:lnTo>
                  <a:pt x="1413" y="162"/>
                </a:lnTo>
                <a:lnTo>
                  <a:pt x="1252" y="61"/>
                </a:lnTo>
                <a:lnTo>
                  <a:pt x="1090" y="20"/>
                </a:lnTo>
                <a:lnTo>
                  <a:pt x="9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2" name="Google Shape;2872;p35"/>
          <p:cNvSpPr/>
          <p:nvPr/>
        </p:nvSpPr>
        <p:spPr>
          <a:xfrm flipH="1" rot="-2700000">
            <a:off x="5242294" y="4299868"/>
            <a:ext cx="104994" cy="104994"/>
          </a:xfrm>
          <a:custGeom>
            <a:rect b="b" l="l" r="r" t="t"/>
            <a:pathLst>
              <a:path extrusionOk="0" h="1878" w="1878">
                <a:moveTo>
                  <a:pt x="949" y="82"/>
                </a:moveTo>
                <a:lnTo>
                  <a:pt x="1110" y="102"/>
                </a:lnTo>
                <a:lnTo>
                  <a:pt x="1272" y="142"/>
                </a:lnTo>
                <a:lnTo>
                  <a:pt x="1413" y="223"/>
                </a:lnTo>
                <a:lnTo>
                  <a:pt x="1554" y="324"/>
                </a:lnTo>
                <a:lnTo>
                  <a:pt x="1655" y="465"/>
                </a:lnTo>
                <a:lnTo>
                  <a:pt x="1736" y="606"/>
                </a:lnTo>
                <a:lnTo>
                  <a:pt x="1776" y="768"/>
                </a:lnTo>
                <a:lnTo>
                  <a:pt x="1796" y="949"/>
                </a:lnTo>
                <a:lnTo>
                  <a:pt x="1776" y="1111"/>
                </a:lnTo>
                <a:lnTo>
                  <a:pt x="1736" y="1272"/>
                </a:lnTo>
                <a:lnTo>
                  <a:pt x="1655" y="1414"/>
                </a:lnTo>
                <a:lnTo>
                  <a:pt x="1554" y="1555"/>
                </a:lnTo>
                <a:lnTo>
                  <a:pt x="1413" y="1656"/>
                </a:lnTo>
                <a:lnTo>
                  <a:pt x="1272" y="1736"/>
                </a:lnTo>
                <a:lnTo>
                  <a:pt x="1110" y="1777"/>
                </a:lnTo>
                <a:lnTo>
                  <a:pt x="949" y="1797"/>
                </a:lnTo>
                <a:lnTo>
                  <a:pt x="767" y="1777"/>
                </a:lnTo>
                <a:lnTo>
                  <a:pt x="606" y="1736"/>
                </a:lnTo>
                <a:lnTo>
                  <a:pt x="464" y="1656"/>
                </a:lnTo>
                <a:lnTo>
                  <a:pt x="323" y="1555"/>
                </a:lnTo>
                <a:lnTo>
                  <a:pt x="222" y="1414"/>
                </a:lnTo>
                <a:lnTo>
                  <a:pt x="142" y="1272"/>
                </a:lnTo>
                <a:lnTo>
                  <a:pt x="101" y="1111"/>
                </a:lnTo>
                <a:lnTo>
                  <a:pt x="81" y="949"/>
                </a:lnTo>
                <a:lnTo>
                  <a:pt x="101" y="768"/>
                </a:lnTo>
                <a:lnTo>
                  <a:pt x="142" y="606"/>
                </a:lnTo>
                <a:lnTo>
                  <a:pt x="222" y="465"/>
                </a:lnTo>
                <a:lnTo>
                  <a:pt x="323" y="324"/>
                </a:lnTo>
                <a:lnTo>
                  <a:pt x="464" y="223"/>
                </a:lnTo>
                <a:lnTo>
                  <a:pt x="606" y="142"/>
                </a:lnTo>
                <a:lnTo>
                  <a:pt x="767" y="102"/>
                </a:lnTo>
                <a:lnTo>
                  <a:pt x="949" y="82"/>
                </a:lnTo>
                <a:close/>
                <a:moveTo>
                  <a:pt x="949" y="1"/>
                </a:moveTo>
                <a:lnTo>
                  <a:pt x="747" y="21"/>
                </a:lnTo>
                <a:lnTo>
                  <a:pt x="565" y="82"/>
                </a:lnTo>
                <a:lnTo>
                  <a:pt x="424" y="162"/>
                </a:lnTo>
                <a:lnTo>
                  <a:pt x="283" y="283"/>
                </a:lnTo>
                <a:lnTo>
                  <a:pt x="162" y="405"/>
                </a:lnTo>
                <a:lnTo>
                  <a:pt x="81" y="566"/>
                </a:lnTo>
                <a:lnTo>
                  <a:pt x="21" y="748"/>
                </a:lnTo>
                <a:lnTo>
                  <a:pt x="0" y="949"/>
                </a:lnTo>
                <a:lnTo>
                  <a:pt x="21" y="1131"/>
                </a:lnTo>
                <a:lnTo>
                  <a:pt x="81" y="1313"/>
                </a:lnTo>
                <a:lnTo>
                  <a:pt x="162" y="1474"/>
                </a:lnTo>
                <a:lnTo>
                  <a:pt x="283" y="1595"/>
                </a:lnTo>
                <a:lnTo>
                  <a:pt x="424" y="1716"/>
                </a:lnTo>
                <a:lnTo>
                  <a:pt x="565" y="1797"/>
                </a:lnTo>
                <a:lnTo>
                  <a:pt x="747" y="1857"/>
                </a:lnTo>
                <a:lnTo>
                  <a:pt x="949" y="1878"/>
                </a:lnTo>
                <a:lnTo>
                  <a:pt x="1130" y="1857"/>
                </a:lnTo>
                <a:lnTo>
                  <a:pt x="1312" y="1797"/>
                </a:lnTo>
                <a:lnTo>
                  <a:pt x="1473" y="1716"/>
                </a:lnTo>
                <a:lnTo>
                  <a:pt x="1615" y="1595"/>
                </a:lnTo>
                <a:lnTo>
                  <a:pt x="1716" y="1474"/>
                </a:lnTo>
                <a:lnTo>
                  <a:pt x="1817" y="1313"/>
                </a:lnTo>
                <a:lnTo>
                  <a:pt x="1857" y="1131"/>
                </a:lnTo>
                <a:lnTo>
                  <a:pt x="1877" y="949"/>
                </a:lnTo>
                <a:lnTo>
                  <a:pt x="1857" y="748"/>
                </a:lnTo>
                <a:lnTo>
                  <a:pt x="1817" y="566"/>
                </a:lnTo>
                <a:lnTo>
                  <a:pt x="1716" y="405"/>
                </a:lnTo>
                <a:lnTo>
                  <a:pt x="1615" y="283"/>
                </a:lnTo>
                <a:lnTo>
                  <a:pt x="1473" y="162"/>
                </a:lnTo>
                <a:lnTo>
                  <a:pt x="1312" y="82"/>
                </a:lnTo>
                <a:lnTo>
                  <a:pt x="1130" y="21"/>
                </a:lnTo>
                <a:lnTo>
                  <a:pt x="94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3" name="Google Shape;2873;p35"/>
          <p:cNvSpPr/>
          <p:nvPr/>
        </p:nvSpPr>
        <p:spPr>
          <a:xfrm flipH="1" rot="-2700000">
            <a:off x="3277569" y="4749891"/>
            <a:ext cx="101584" cy="101640"/>
          </a:xfrm>
          <a:custGeom>
            <a:rect b="b" l="l" r="r" t="t"/>
            <a:pathLst>
              <a:path extrusionOk="0" h="1818" w="1817">
                <a:moveTo>
                  <a:pt x="908" y="1"/>
                </a:moveTo>
                <a:lnTo>
                  <a:pt x="727" y="21"/>
                </a:lnTo>
                <a:lnTo>
                  <a:pt x="565" y="82"/>
                </a:lnTo>
                <a:lnTo>
                  <a:pt x="404" y="162"/>
                </a:lnTo>
                <a:lnTo>
                  <a:pt x="262" y="263"/>
                </a:lnTo>
                <a:lnTo>
                  <a:pt x="162" y="404"/>
                </a:lnTo>
                <a:lnTo>
                  <a:pt x="81" y="566"/>
                </a:lnTo>
                <a:lnTo>
                  <a:pt x="20" y="727"/>
                </a:lnTo>
                <a:lnTo>
                  <a:pt x="0" y="909"/>
                </a:lnTo>
                <a:lnTo>
                  <a:pt x="20" y="1091"/>
                </a:lnTo>
                <a:lnTo>
                  <a:pt x="81" y="1252"/>
                </a:lnTo>
                <a:lnTo>
                  <a:pt x="162" y="1413"/>
                </a:lnTo>
                <a:lnTo>
                  <a:pt x="262" y="1555"/>
                </a:lnTo>
                <a:lnTo>
                  <a:pt x="404" y="1656"/>
                </a:lnTo>
                <a:lnTo>
                  <a:pt x="565" y="1736"/>
                </a:lnTo>
                <a:lnTo>
                  <a:pt x="727" y="1797"/>
                </a:lnTo>
                <a:lnTo>
                  <a:pt x="908" y="1817"/>
                </a:lnTo>
                <a:lnTo>
                  <a:pt x="1090" y="1797"/>
                </a:lnTo>
                <a:lnTo>
                  <a:pt x="1251" y="1736"/>
                </a:lnTo>
                <a:lnTo>
                  <a:pt x="1413" y="1656"/>
                </a:lnTo>
                <a:lnTo>
                  <a:pt x="1534" y="1555"/>
                </a:lnTo>
                <a:lnTo>
                  <a:pt x="1655" y="1413"/>
                </a:lnTo>
                <a:lnTo>
                  <a:pt x="1736" y="1252"/>
                </a:lnTo>
                <a:lnTo>
                  <a:pt x="1796" y="1091"/>
                </a:lnTo>
                <a:lnTo>
                  <a:pt x="1816" y="909"/>
                </a:lnTo>
                <a:lnTo>
                  <a:pt x="1796" y="727"/>
                </a:lnTo>
                <a:lnTo>
                  <a:pt x="1736" y="566"/>
                </a:lnTo>
                <a:lnTo>
                  <a:pt x="1655" y="404"/>
                </a:lnTo>
                <a:lnTo>
                  <a:pt x="1534" y="263"/>
                </a:lnTo>
                <a:lnTo>
                  <a:pt x="1413" y="162"/>
                </a:lnTo>
                <a:lnTo>
                  <a:pt x="1251" y="82"/>
                </a:lnTo>
                <a:lnTo>
                  <a:pt x="1090" y="21"/>
                </a:lnTo>
                <a:lnTo>
                  <a:pt x="9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4" name="Google Shape;2874;p35"/>
          <p:cNvSpPr/>
          <p:nvPr/>
        </p:nvSpPr>
        <p:spPr>
          <a:xfrm flipH="1" rot="-2700000">
            <a:off x="3275324" y="4747635"/>
            <a:ext cx="106112" cy="106112"/>
          </a:xfrm>
          <a:custGeom>
            <a:rect b="b" l="l" r="r" t="t"/>
            <a:pathLst>
              <a:path extrusionOk="0" h="1898" w="1898">
                <a:moveTo>
                  <a:pt x="949" y="81"/>
                </a:moveTo>
                <a:lnTo>
                  <a:pt x="1131" y="101"/>
                </a:lnTo>
                <a:lnTo>
                  <a:pt x="1292" y="162"/>
                </a:lnTo>
                <a:lnTo>
                  <a:pt x="1434" y="243"/>
                </a:lnTo>
                <a:lnTo>
                  <a:pt x="1555" y="344"/>
                </a:lnTo>
                <a:lnTo>
                  <a:pt x="1655" y="465"/>
                </a:lnTo>
                <a:lnTo>
                  <a:pt x="1736" y="606"/>
                </a:lnTo>
                <a:lnTo>
                  <a:pt x="1797" y="767"/>
                </a:lnTo>
                <a:lnTo>
                  <a:pt x="1817" y="949"/>
                </a:lnTo>
                <a:lnTo>
                  <a:pt x="1797" y="1131"/>
                </a:lnTo>
                <a:lnTo>
                  <a:pt x="1736" y="1292"/>
                </a:lnTo>
                <a:lnTo>
                  <a:pt x="1655" y="1433"/>
                </a:lnTo>
                <a:lnTo>
                  <a:pt x="1555" y="1554"/>
                </a:lnTo>
                <a:lnTo>
                  <a:pt x="1434" y="1655"/>
                </a:lnTo>
                <a:lnTo>
                  <a:pt x="1292" y="1736"/>
                </a:lnTo>
                <a:lnTo>
                  <a:pt x="1131" y="1797"/>
                </a:lnTo>
                <a:lnTo>
                  <a:pt x="949" y="1817"/>
                </a:lnTo>
                <a:lnTo>
                  <a:pt x="768" y="1797"/>
                </a:lnTo>
                <a:lnTo>
                  <a:pt x="606" y="1736"/>
                </a:lnTo>
                <a:lnTo>
                  <a:pt x="465" y="1655"/>
                </a:lnTo>
                <a:lnTo>
                  <a:pt x="344" y="1554"/>
                </a:lnTo>
                <a:lnTo>
                  <a:pt x="243" y="1433"/>
                </a:lnTo>
                <a:lnTo>
                  <a:pt x="162" y="1292"/>
                </a:lnTo>
                <a:lnTo>
                  <a:pt x="102" y="1131"/>
                </a:lnTo>
                <a:lnTo>
                  <a:pt x="81" y="949"/>
                </a:lnTo>
                <a:lnTo>
                  <a:pt x="102" y="767"/>
                </a:lnTo>
                <a:lnTo>
                  <a:pt x="162" y="606"/>
                </a:lnTo>
                <a:lnTo>
                  <a:pt x="243" y="465"/>
                </a:lnTo>
                <a:lnTo>
                  <a:pt x="344" y="344"/>
                </a:lnTo>
                <a:lnTo>
                  <a:pt x="465" y="243"/>
                </a:lnTo>
                <a:lnTo>
                  <a:pt x="606" y="162"/>
                </a:lnTo>
                <a:lnTo>
                  <a:pt x="768" y="101"/>
                </a:lnTo>
                <a:lnTo>
                  <a:pt x="949" y="81"/>
                </a:lnTo>
                <a:close/>
                <a:moveTo>
                  <a:pt x="949" y="0"/>
                </a:moveTo>
                <a:lnTo>
                  <a:pt x="768" y="21"/>
                </a:lnTo>
                <a:lnTo>
                  <a:pt x="586" y="81"/>
                </a:lnTo>
                <a:lnTo>
                  <a:pt x="425" y="162"/>
                </a:lnTo>
                <a:lnTo>
                  <a:pt x="283" y="283"/>
                </a:lnTo>
                <a:lnTo>
                  <a:pt x="162" y="424"/>
                </a:lnTo>
                <a:lnTo>
                  <a:pt x="81" y="586"/>
                </a:lnTo>
                <a:lnTo>
                  <a:pt x="21" y="767"/>
                </a:lnTo>
                <a:lnTo>
                  <a:pt x="1" y="949"/>
                </a:lnTo>
                <a:lnTo>
                  <a:pt x="21" y="1131"/>
                </a:lnTo>
                <a:lnTo>
                  <a:pt x="81" y="1312"/>
                </a:lnTo>
                <a:lnTo>
                  <a:pt x="162" y="1474"/>
                </a:lnTo>
                <a:lnTo>
                  <a:pt x="283" y="1615"/>
                </a:lnTo>
                <a:lnTo>
                  <a:pt x="425" y="1736"/>
                </a:lnTo>
                <a:lnTo>
                  <a:pt x="586" y="1817"/>
                </a:lnTo>
                <a:lnTo>
                  <a:pt x="768" y="1877"/>
                </a:lnTo>
                <a:lnTo>
                  <a:pt x="949" y="1897"/>
                </a:lnTo>
                <a:lnTo>
                  <a:pt x="1131" y="1877"/>
                </a:lnTo>
                <a:lnTo>
                  <a:pt x="1312" y="1817"/>
                </a:lnTo>
                <a:lnTo>
                  <a:pt x="1474" y="1736"/>
                </a:lnTo>
                <a:lnTo>
                  <a:pt x="1615" y="1615"/>
                </a:lnTo>
                <a:lnTo>
                  <a:pt x="1736" y="1474"/>
                </a:lnTo>
                <a:lnTo>
                  <a:pt x="1817" y="1312"/>
                </a:lnTo>
                <a:lnTo>
                  <a:pt x="1877" y="1131"/>
                </a:lnTo>
                <a:lnTo>
                  <a:pt x="1898" y="949"/>
                </a:lnTo>
                <a:lnTo>
                  <a:pt x="1877" y="767"/>
                </a:lnTo>
                <a:lnTo>
                  <a:pt x="1817" y="586"/>
                </a:lnTo>
                <a:lnTo>
                  <a:pt x="1736" y="424"/>
                </a:lnTo>
                <a:lnTo>
                  <a:pt x="1615" y="283"/>
                </a:lnTo>
                <a:lnTo>
                  <a:pt x="1474" y="162"/>
                </a:lnTo>
                <a:lnTo>
                  <a:pt x="1312" y="81"/>
                </a:lnTo>
                <a:lnTo>
                  <a:pt x="1131" y="21"/>
                </a:lnTo>
                <a:lnTo>
                  <a:pt x="9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5" name="Google Shape;2875;p35"/>
          <p:cNvSpPr/>
          <p:nvPr/>
        </p:nvSpPr>
        <p:spPr>
          <a:xfrm flipH="1" rot="-2700000">
            <a:off x="4353985" y="4869156"/>
            <a:ext cx="4584" cy="55348"/>
          </a:xfrm>
          <a:custGeom>
            <a:rect b="b" l="l" r="r" t="t"/>
            <a:pathLst>
              <a:path extrusionOk="0" h="990" w="82">
                <a:moveTo>
                  <a:pt x="1" y="0"/>
                </a:moveTo>
                <a:lnTo>
                  <a:pt x="1" y="989"/>
                </a:lnTo>
                <a:lnTo>
                  <a:pt x="81" y="989"/>
                </a:lnTo>
                <a:lnTo>
                  <a:pt x="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6" name="Google Shape;2876;p35"/>
          <p:cNvSpPr/>
          <p:nvPr/>
        </p:nvSpPr>
        <p:spPr>
          <a:xfrm flipH="1" rot="-2700000">
            <a:off x="4327811" y="4894538"/>
            <a:ext cx="55348" cy="4584"/>
          </a:xfrm>
          <a:custGeom>
            <a:rect b="b" l="l" r="r" t="t"/>
            <a:pathLst>
              <a:path extrusionOk="0" h="82" w="990">
                <a:moveTo>
                  <a:pt x="1" y="0"/>
                </a:moveTo>
                <a:lnTo>
                  <a:pt x="1" y="81"/>
                </a:lnTo>
                <a:lnTo>
                  <a:pt x="990" y="81"/>
                </a:lnTo>
                <a:lnTo>
                  <a:pt x="9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ITLE OPENING">
  <p:cSld name="Diapositiva de título">
    <p:bg>
      <p:bgPr>
        <a:solidFill>
          <a:srgbClr val="F3F3F3"/>
        </a:solidFill>
      </p:bgPr>
    </p:bg>
    <p:spTree>
      <p:nvGrpSpPr>
        <p:cNvPr id="2877" name="Shape 2877"/>
        <p:cNvGrpSpPr/>
        <p:nvPr/>
      </p:nvGrpSpPr>
      <p:grpSpPr>
        <a:xfrm>
          <a:off x="0" y="0"/>
          <a:ext cx="0" cy="0"/>
          <a:chOff x="0" y="0"/>
          <a:chExt cx="0" cy="0"/>
        </a:xfrm>
      </p:grpSpPr>
      <p:sp>
        <p:nvSpPr>
          <p:cNvPr id="2878" name="Google Shape;2878;p36"/>
          <p:cNvSpPr txBox="1"/>
          <p:nvPr>
            <p:ph type="ctrTitle"/>
          </p:nvPr>
        </p:nvSpPr>
        <p:spPr>
          <a:xfrm>
            <a:off x="694850" y="2610489"/>
            <a:ext cx="3871800" cy="1241400"/>
          </a:xfrm>
          <a:prstGeom prst="rect">
            <a:avLst/>
          </a:prstGeom>
          <a:noFill/>
          <a:ln>
            <a:noFill/>
          </a:ln>
        </p:spPr>
        <p:txBody>
          <a:bodyPr anchorCtr="0" anchor="b" bIns="34275" lIns="68575" spcFirstLastPara="1" rIns="68575" wrap="square" tIns="34275">
            <a:noAutofit/>
          </a:bodyPr>
          <a:lstStyle>
            <a:lvl1pPr lvl="0" rtl="0">
              <a:spcBef>
                <a:spcPts val="0"/>
              </a:spcBef>
              <a:spcAft>
                <a:spcPts val="0"/>
              </a:spcAft>
              <a:buSzPts val="4800"/>
              <a:buFont typeface="Advent Pro SemiBold"/>
              <a:buNone/>
              <a:defRPr sz="4300">
                <a:latin typeface="Saira SemiCondensed SemiBold"/>
                <a:ea typeface="Saira SemiCondensed SemiBold"/>
                <a:cs typeface="Saira SemiCondensed SemiBold"/>
                <a:sym typeface="Saira SemiCondensed Semi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79" name="Google Shape;2879;p36"/>
          <p:cNvSpPr txBox="1"/>
          <p:nvPr>
            <p:ph idx="1" type="subTitle"/>
          </p:nvPr>
        </p:nvSpPr>
        <p:spPr>
          <a:xfrm>
            <a:off x="694850" y="3729450"/>
            <a:ext cx="2548800" cy="564900"/>
          </a:xfrm>
          <a:prstGeom prst="rect">
            <a:avLst/>
          </a:prstGeom>
          <a:noFill/>
          <a:ln>
            <a:noFill/>
          </a:ln>
        </p:spPr>
        <p:txBody>
          <a:bodyPr anchorCtr="0" anchor="t" bIns="34275" lIns="68575" spcFirstLastPara="1" rIns="68575" wrap="square" tIns="34275">
            <a:noAutofit/>
          </a:bodyPr>
          <a:lstStyle>
            <a:lvl1pPr lvl="0" rtl="0" algn="l">
              <a:lnSpc>
                <a:spcPct val="90000"/>
              </a:lnSpc>
              <a:spcBef>
                <a:spcPts val="800"/>
              </a:spcBef>
              <a:spcAft>
                <a:spcPts val="0"/>
              </a:spcAft>
              <a:buSzPts val="1200"/>
              <a:buNone/>
              <a:defRPr sz="1200">
                <a:latin typeface="Abel"/>
                <a:ea typeface="Abel"/>
                <a:cs typeface="Abel"/>
                <a:sym typeface="Abel"/>
              </a:defRPr>
            </a:lvl1pPr>
            <a:lvl2pPr lvl="1" rtl="0" algn="ctr">
              <a:lnSpc>
                <a:spcPct val="90000"/>
              </a:lnSpc>
              <a:spcBef>
                <a:spcPts val="400"/>
              </a:spcBef>
              <a:spcAft>
                <a:spcPts val="0"/>
              </a:spcAft>
              <a:buSzPts val="1500"/>
              <a:buNone/>
              <a:defRPr sz="1500"/>
            </a:lvl2pPr>
            <a:lvl3pPr lvl="2" rtl="0" algn="ctr">
              <a:lnSpc>
                <a:spcPct val="90000"/>
              </a:lnSpc>
              <a:spcBef>
                <a:spcPts val="400"/>
              </a:spcBef>
              <a:spcAft>
                <a:spcPts val="0"/>
              </a:spcAft>
              <a:buSzPts val="1400"/>
              <a:buNone/>
              <a:defRPr sz="1400"/>
            </a:lvl3pPr>
            <a:lvl4pPr lvl="3" rtl="0" algn="ctr">
              <a:lnSpc>
                <a:spcPct val="90000"/>
              </a:lnSpc>
              <a:spcBef>
                <a:spcPts val="400"/>
              </a:spcBef>
              <a:spcAft>
                <a:spcPts val="0"/>
              </a:spcAft>
              <a:buSzPts val="1200"/>
              <a:buNone/>
              <a:defRPr sz="1200"/>
            </a:lvl4pPr>
            <a:lvl5pPr lvl="4" rtl="0" algn="ctr">
              <a:lnSpc>
                <a:spcPct val="9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4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0"/>
              </a:spcAft>
              <a:buSzPts val="1200"/>
              <a:buNone/>
              <a:defRPr sz="1200"/>
            </a:lvl9pPr>
          </a:lstStyle>
          <a:p/>
        </p:txBody>
      </p:sp>
      <p:sp>
        <p:nvSpPr>
          <p:cNvPr id="2880" name="Google Shape;2880;p36"/>
          <p:cNvSpPr/>
          <p:nvPr/>
        </p:nvSpPr>
        <p:spPr>
          <a:xfrm>
            <a:off x="4946725" y="0"/>
            <a:ext cx="4196935" cy="5143530"/>
          </a:xfrm>
          <a:custGeom>
            <a:rect b="b" l="l" r="r" t="t"/>
            <a:pathLst>
              <a:path extrusionOk="0" h="65892" w="140542">
                <a:moveTo>
                  <a:pt x="0" y="0"/>
                </a:moveTo>
                <a:lnTo>
                  <a:pt x="0" y="65891"/>
                </a:lnTo>
                <a:lnTo>
                  <a:pt x="140541" y="65891"/>
                </a:lnTo>
                <a:lnTo>
                  <a:pt x="140541" y="0"/>
                </a:ln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p:cSld name="Diapositiva de título_1">
    <p:bg>
      <p:bgPr>
        <a:solidFill>
          <a:srgbClr val="F3F3F3"/>
        </a:solidFill>
      </p:bgPr>
    </p:bg>
    <p:spTree>
      <p:nvGrpSpPr>
        <p:cNvPr id="2881" name="Shape 2881"/>
        <p:cNvGrpSpPr/>
        <p:nvPr/>
      </p:nvGrpSpPr>
      <p:grpSpPr>
        <a:xfrm>
          <a:off x="0" y="0"/>
          <a:ext cx="0" cy="0"/>
          <a:chOff x="0" y="0"/>
          <a:chExt cx="0" cy="0"/>
        </a:xfrm>
      </p:grpSpPr>
      <p:sp>
        <p:nvSpPr>
          <p:cNvPr id="2882" name="Google Shape;2882;p37"/>
          <p:cNvSpPr/>
          <p:nvPr/>
        </p:nvSpPr>
        <p:spPr>
          <a:xfrm>
            <a:off x="4946725" y="0"/>
            <a:ext cx="4196935" cy="5143530"/>
          </a:xfrm>
          <a:custGeom>
            <a:rect b="b" l="l" r="r" t="t"/>
            <a:pathLst>
              <a:path extrusionOk="0" h="65892" w="140542">
                <a:moveTo>
                  <a:pt x="0" y="0"/>
                </a:moveTo>
                <a:lnTo>
                  <a:pt x="0" y="65891"/>
                </a:lnTo>
                <a:lnTo>
                  <a:pt x="140541" y="65891"/>
                </a:lnTo>
                <a:lnTo>
                  <a:pt x="140541" y="0"/>
                </a:lnTo>
                <a:close/>
              </a:path>
            </a:pathLst>
          </a:custGeom>
          <a:solidFill>
            <a:srgbClr val="FF3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3" name="Google Shape;2883;p37"/>
          <p:cNvSpPr/>
          <p:nvPr/>
        </p:nvSpPr>
        <p:spPr>
          <a:xfrm>
            <a:off x="1202150" y="584950"/>
            <a:ext cx="6739800" cy="3973500"/>
          </a:xfrm>
          <a:prstGeom prst="rect">
            <a:avLst/>
          </a:prstGeom>
          <a:solidFill>
            <a:srgbClr val="FFD4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4" name="Google Shape;2884;p37"/>
          <p:cNvSpPr/>
          <p:nvPr/>
        </p:nvSpPr>
        <p:spPr>
          <a:xfrm>
            <a:off x="0" y="1057950"/>
            <a:ext cx="2421900" cy="4085700"/>
          </a:xfrm>
          <a:prstGeom prst="rect">
            <a:avLst/>
          </a:pr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5" name="Google Shape;2885;p37"/>
          <p:cNvSpPr txBox="1"/>
          <p:nvPr>
            <p:ph type="ctrTitle"/>
          </p:nvPr>
        </p:nvSpPr>
        <p:spPr>
          <a:xfrm flipH="1">
            <a:off x="973500" y="1951175"/>
            <a:ext cx="1245900" cy="1241400"/>
          </a:xfrm>
          <a:prstGeom prst="rect">
            <a:avLst/>
          </a:prstGeom>
          <a:noFill/>
          <a:ln>
            <a:noFill/>
          </a:ln>
        </p:spPr>
        <p:txBody>
          <a:bodyPr anchorCtr="0" anchor="ctr" bIns="34275" lIns="68575" spcFirstLastPara="1" rIns="68575" wrap="square" tIns="34275">
            <a:noAutofit/>
          </a:bodyPr>
          <a:lstStyle>
            <a:lvl1pPr lvl="0" rtl="0">
              <a:spcBef>
                <a:spcPts val="0"/>
              </a:spcBef>
              <a:spcAft>
                <a:spcPts val="0"/>
              </a:spcAft>
              <a:buClr>
                <a:srgbClr val="F3F3F3"/>
              </a:buClr>
              <a:buSzPts val="1800"/>
              <a:buFont typeface="Saira SemiCondensed SemiBold"/>
              <a:buNone/>
              <a:defRPr sz="1800">
                <a:solidFill>
                  <a:srgbClr val="F3F3F3"/>
                </a:solidFill>
                <a:latin typeface="Saira SemiCondensed SemiBold"/>
                <a:ea typeface="Saira SemiCondensed SemiBold"/>
                <a:cs typeface="Saira SemiCondensed SemiBold"/>
                <a:sym typeface="Saira SemiCondensed SemiBold"/>
              </a:defRPr>
            </a:lvl1pPr>
            <a:lvl2pPr lvl="1" rtl="0" algn="r">
              <a:spcBef>
                <a:spcPts val="0"/>
              </a:spcBef>
              <a:spcAft>
                <a:spcPts val="0"/>
              </a:spcAft>
              <a:buClr>
                <a:srgbClr val="F3F3F3"/>
              </a:buClr>
              <a:buSzPts val="1800"/>
              <a:buFont typeface="Saira SemiCondensed SemiBold"/>
              <a:buNone/>
              <a:defRPr sz="1800">
                <a:solidFill>
                  <a:srgbClr val="F3F3F3"/>
                </a:solidFill>
                <a:latin typeface="Saira SemiCondensed SemiBold"/>
                <a:ea typeface="Saira SemiCondensed SemiBold"/>
                <a:cs typeface="Saira SemiCondensed SemiBold"/>
                <a:sym typeface="Saira SemiCondensed SemiBold"/>
              </a:defRPr>
            </a:lvl2pPr>
            <a:lvl3pPr lvl="2" rtl="0" algn="r">
              <a:spcBef>
                <a:spcPts val="0"/>
              </a:spcBef>
              <a:spcAft>
                <a:spcPts val="0"/>
              </a:spcAft>
              <a:buClr>
                <a:srgbClr val="F3F3F3"/>
              </a:buClr>
              <a:buSzPts val="1800"/>
              <a:buFont typeface="Saira SemiCondensed SemiBold"/>
              <a:buNone/>
              <a:defRPr sz="1800">
                <a:solidFill>
                  <a:srgbClr val="F3F3F3"/>
                </a:solidFill>
                <a:latin typeface="Saira SemiCondensed SemiBold"/>
                <a:ea typeface="Saira SemiCondensed SemiBold"/>
                <a:cs typeface="Saira SemiCondensed SemiBold"/>
                <a:sym typeface="Saira SemiCondensed SemiBold"/>
              </a:defRPr>
            </a:lvl3pPr>
            <a:lvl4pPr lvl="3" rtl="0" algn="r">
              <a:spcBef>
                <a:spcPts val="0"/>
              </a:spcBef>
              <a:spcAft>
                <a:spcPts val="0"/>
              </a:spcAft>
              <a:buClr>
                <a:srgbClr val="F3F3F3"/>
              </a:buClr>
              <a:buSzPts val="1800"/>
              <a:buFont typeface="Saira SemiCondensed SemiBold"/>
              <a:buNone/>
              <a:defRPr sz="1800">
                <a:solidFill>
                  <a:srgbClr val="F3F3F3"/>
                </a:solidFill>
                <a:latin typeface="Saira SemiCondensed SemiBold"/>
                <a:ea typeface="Saira SemiCondensed SemiBold"/>
                <a:cs typeface="Saira SemiCondensed SemiBold"/>
                <a:sym typeface="Saira SemiCondensed SemiBold"/>
              </a:defRPr>
            </a:lvl4pPr>
            <a:lvl5pPr lvl="4" rtl="0" algn="r">
              <a:spcBef>
                <a:spcPts val="0"/>
              </a:spcBef>
              <a:spcAft>
                <a:spcPts val="0"/>
              </a:spcAft>
              <a:buClr>
                <a:srgbClr val="F3F3F3"/>
              </a:buClr>
              <a:buSzPts val="1800"/>
              <a:buFont typeface="Saira SemiCondensed SemiBold"/>
              <a:buNone/>
              <a:defRPr sz="1800">
                <a:solidFill>
                  <a:srgbClr val="F3F3F3"/>
                </a:solidFill>
                <a:latin typeface="Saira SemiCondensed SemiBold"/>
                <a:ea typeface="Saira SemiCondensed SemiBold"/>
                <a:cs typeface="Saira SemiCondensed SemiBold"/>
                <a:sym typeface="Saira SemiCondensed SemiBold"/>
              </a:defRPr>
            </a:lvl5pPr>
            <a:lvl6pPr lvl="5" rtl="0" algn="r">
              <a:spcBef>
                <a:spcPts val="0"/>
              </a:spcBef>
              <a:spcAft>
                <a:spcPts val="0"/>
              </a:spcAft>
              <a:buClr>
                <a:srgbClr val="F3F3F3"/>
              </a:buClr>
              <a:buSzPts val="1800"/>
              <a:buFont typeface="Saira SemiCondensed SemiBold"/>
              <a:buNone/>
              <a:defRPr sz="1800">
                <a:solidFill>
                  <a:srgbClr val="F3F3F3"/>
                </a:solidFill>
                <a:latin typeface="Saira SemiCondensed SemiBold"/>
                <a:ea typeface="Saira SemiCondensed SemiBold"/>
                <a:cs typeface="Saira SemiCondensed SemiBold"/>
                <a:sym typeface="Saira SemiCondensed SemiBold"/>
              </a:defRPr>
            </a:lvl6pPr>
            <a:lvl7pPr lvl="6" rtl="0" algn="r">
              <a:spcBef>
                <a:spcPts val="0"/>
              </a:spcBef>
              <a:spcAft>
                <a:spcPts val="0"/>
              </a:spcAft>
              <a:buClr>
                <a:srgbClr val="F3F3F3"/>
              </a:buClr>
              <a:buSzPts val="1800"/>
              <a:buFont typeface="Saira SemiCondensed SemiBold"/>
              <a:buNone/>
              <a:defRPr sz="1800">
                <a:solidFill>
                  <a:srgbClr val="F3F3F3"/>
                </a:solidFill>
                <a:latin typeface="Saira SemiCondensed SemiBold"/>
                <a:ea typeface="Saira SemiCondensed SemiBold"/>
                <a:cs typeface="Saira SemiCondensed SemiBold"/>
                <a:sym typeface="Saira SemiCondensed SemiBold"/>
              </a:defRPr>
            </a:lvl7pPr>
            <a:lvl8pPr lvl="7" rtl="0" algn="r">
              <a:spcBef>
                <a:spcPts val="0"/>
              </a:spcBef>
              <a:spcAft>
                <a:spcPts val="0"/>
              </a:spcAft>
              <a:buClr>
                <a:srgbClr val="F3F3F3"/>
              </a:buClr>
              <a:buSzPts val="1800"/>
              <a:buFont typeface="Saira SemiCondensed SemiBold"/>
              <a:buNone/>
              <a:defRPr sz="1800">
                <a:solidFill>
                  <a:srgbClr val="F3F3F3"/>
                </a:solidFill>
                <a:latin typeface="Saira SemiCondensed SemiBold"/>
                <a:ea typeface="Saira SemiCondensed SemiBold"/>
                <a:cs typeface="Saira SemiCondensed SemiBold"/>
                <a:sym typeface="Saira SemiCondensed SemiBold"/>
              </a:defRPr>
            </a:lvl8pPr>
            <a:lvl9pPr lvl="8" rtl="0" algn="r">
              <a:spcBef>
                <a:spcPts val="0"/>
              </a:spcBef>
              <a:spcAft>
                <a:spcPts val="0"/>
              </a:spcAft>
              <a:buClr>
                <a:srgbClr val="F3F3F3"/>
              </a:buClr>
              <a:buSzPts val="1800"/>
              <a:buFont typeface="Saira SemiCondensed SemiBold"/>
              <a:buNone/>
              <a:defRPr sz="1800">
                <a:solidFill>
                  <a:srgbClr val="F3F3F3"/>
                </a:solidFill>
                <a:latin typeface="Saira SemiCondensed SemiBold"/>
                <a:ea typeface="Saira SemiCondensed SemiBold"/>
                <a:cs typeface="Saira SemiCondensed SemiBold"/>
                <a:sym typeface="Saira SemiCondensed SemiBold"/>
              </a:defRPr>
            </a:lvl9pPr>
          </a:lstStyle>
          <a:p/>
        </p:txBody>
      </p:sp>
      <p:sp>
        <p:nvSpPr>
          <p:cNvPr id="2886" name="Google Shape;2886;p37"/>
          <p:cNvSpPr txBox="1"/>
          <p:nvPr>
            <p:ph idx="1" type="body"/>
          </p:nvPr>
        </p:nvSpPr>
        <p:spPr>
          <a:xfrm>
            <a:off x="2413800" y="1136650"/>
            <a:ext cx="4316400" cy="2870100"/>
          </a:xfrm>
          <a:prstGeom prst="rect">
            <a:avLst/>
          </a:prstGeom>
        </p:spPr>
        <p:txBody>
          <a:bodyPr anchorCtr="0" anchor="ctr" bIns="91425" lIns="91425" spcFirstLastPara="1" rIns="91425" wrap="square" tIns="91425">
            <a:noAutofit/>
          </a:bodyPr>
          <a:lstStyle>
            <a:lvl1pPr indent="-298450" lvl="0" marL="457200" rtl="0">
              <a:spcBef>
                <a:spcPts val="0"/>
              </a:spcBef>
              <a:spcAft>
                <a:spcPts val="0"/>
              </a:spcAft>
              <a:buClr>
                <a:srgbClr val="F3F3F3"/>
              </a:buClr>
              <a:buSzPts val="1100"/>
              <a:buChar char="●"/>
              <a:defRPr sz="1100">
                <a:solidFill>
                  <a:srgbClr val="F3F3F3"/>
                </a:solidFill>
              </a:defRPr>
            </a:lvl1pPr>
            <a:lvl2pPr indent="-298450" lvl="1" marL="914400" rtl="0">
              <a:spcBef>
                <a:spcPts val="0"/>
              </a:spcBef>
              <a:spcAft>
                <a:spcPts val="0"/>
              </a:spcAft>
              <a:buClr>
                <a:srgbClr val="F3F3F3"/>
              </a:buClr>
              <a:buSzPts val="1100"/>
              <a:buChar char="○"/>
              <a:defRPr sz="1100">
                <a:solidFill>
                  <a:srgbClr val="F3F3F3"/>
                </a:solidFill>
              </a:defRPr>
            </a:lvl2pPr>
            <a:lvl3pPr indent="-298450" lvl="2" marL="1371600" rtl="0">
              <a:spcBef>
                <a:spcPts val="0"/>
              </a:spcBef>
              <a:spcAft>
                <a:spcPts val="0"/>
              </a:spcAft>
              <a:buClr>
                <a:srgbClr val="F3F3F3"/>
              </a:buClr>
              <a:buSzPts val="1100"/>
              <a:buChar char="■"/>
              <a:defRPr sz="1100">
                <a:solidFill>
                  <a:srgbClr val="F3F3F3"/>
                </a:solidFill>
              </a:defRPr>
            </a:lvl3pPr>
            <a:lvl4pPr indent="-298450" lvl="3" marL="1828800" rtl="0">
              <a:spcBef>
                <a:spcPts val="0"/>
              </a:spcBef>
              <a:spcAft>
                <a:spcPts val="0"/>
              </a:spcAft>
              <a:buClr>
                <a:srgbClr val="F3F3F3"/>
              </a:buClr>
              <a:buSzPts val="1100"/>
              <a:buChar char="●"/>
              <a:defRPr sz="1100">
                <a:solidFill>
                  <a:srgbClr val="F3F3F3"/>
                </a:solidFill>
              </a:defRPr>
            </a:lvl4pPr>
            <a:lvl5pPr indent="-298450" lvl="4" marL="2286000" rtl="0">
              <a:spcBef>
                <a:spcPts val="0"/>
              </a:spcBef>
              <a:spcAft>
                <a:spcPts val="0"/>
              </a:spcAft>
              <a:buClr>
                <a:srgbClr val="F3F3F3"/>
              </a:buClr>
              <a:buSzPts val="1100"/>
              <a:buChar char="○"/>
              <a:defRPr sz="1100">
                <a:solidFill>
                  <a:srgbClr val="F3F3F3"/>
                </a:solidFill>
              </a:defRPr>
            </a:lvl5pPr>
            <a:lvl6pPr indent="-298450" lvl="5" marL="2743200" rtl="0">
              <a:spcBef>
                <a:spcPts val="0"/>
              </a:spcBef>
              <a:spcAft>
                <a:spcPts val="0"/>
              </a:spcAft>
              <a:buClr>
                <a:srgbClr val="F3F3F3"/>
              </a:buClr>
              <a:buSzPts val="1100"/>
              <a:buChar char="■"/>
              <a:defRPr sz="1100">
                <a:solidFill>
                  <a:srgbClr val="F3F3F3"/>
                </a:solidFill>
              </a:defRPr>
            </a:lvl6pPr>
            <a:lvl7pPr indent="-298450" lvl="6" marL="3200400" rtl="0">
              <a:spcBef>
                <a:spcPts val="0"/>
              </a:spcBef>
              <a:spcAft>
                <a:spcPts val="0"/>
              </a:spcAft>
              <a:buClr>
                <a:srgbClr val="F3F3F3"/>
              </a:buClr>
              <a:buSzPts val="1100"/>
              <a:buChar char="●"/>
              <a:defRPr sz="1100">
                <a:solidFill>
                  <a:srgbClr val="F3F3F3"/>
                </a:solidFill>
              </a:defRPr>
            </a:lvl7pPr>
            <a:lvl8pPr indent="-298450" lvl="7" marL="3657600" rtl="0">
              <a:spcBef>
                <a:spcPts val="0"/>
              </a:spcBef>
              <a:spcAft>
                <a:spcPts val="0"/>
              </a:spcAft>
              <a:buClr>
                <a:srgbClr val="F3F3F3"/>
              </a:buClr>
              <a:buSzPts val="1100"/>
              <a:buChar char="○"/>
              <a:defRPr sz="1100">
                <a:solidFill>
                  <a:srgbClr val="F3F3F3"/>
                </a:solidFill>
              </a:defRPr>
            </a:lvl8pPr>
            <a:lvl9pPr indent="-298450" lvl="8" marL="4114800" rtl="0">
              <a:spcBef>
                <a:spcPts val="0"/>
              </a:spcBef>
              <a:spcAft>
                <a:spcPts val="0"/>
              </a:spcAft>
              <a:buClr>
                <a:srgbClr val="F3F3F3"/>
              </a:buClr>
              <a:buSzPts val="1100"/>
              <a:buChar char="■"/>
              <a:defRPr sz="1100">
                <a:solidFill>
                  <a:srgbClr val="F3F3F3"/>
                </a:solidFil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4">
  <p:cSld name="8_Título y objetos_2_1_1">
    <p:bg>
      <p:bgPr>
        <a:solidFill>
          <a:srgbClr val="F3F3F3"/>
        </a:solidFill>
      </p:bgPr>
    </p:bg>
    <p:spTree>
      <p:nvGrpSpPr>
        <p:cNvPr id="2887" name="Shape 2887"/>
        <p:cNvGrpSpPr/>
        <p:nvPr/>
      </p:nvGrpSpPr>
      <p:grpSpPr>
        <a:xfrm>
          <a:off x="0" y="0"/>
          <a:ext cx="0" cy="0"/>
          <a:chOff x="0" y="0"/>
          <a:chExt cx="0" cy="0"/>
        </a:xfrm>
      </p:grpSpPr>
      <p:sp>
        <p:nvSpPr>
          <p:cNvPr id="2888" name="Google Shape;2888;p38"/>
          <p:cNvSpPr/>
          <p:nvPr/>
        </p:nvSpPr>
        <p:spPr>
          <a:xfrm flipH="1">
            <a:off x="0" y="0"/>
            <a:ext cx="4196935" cy="5143530"/>
          </a:xfrm>
          <a:custGeom>
            <a:rect b="b" l="l" r="r" t="t"/>
            <a:pathLst>
              <a:path extrusionOk="0" h="65892" w="140542">
                <a:moveTo>
                  <a:pt x="0" y="0"/>
                </a:moveTo>
                <a:lnTo>
                  <a:pt x="0" y="65891"/>
                </a:lnTo>
                <a:lnTo>
                  <a:pt x="140541" y="65891"/>
                </a:lnTo>
                <a:lnTo>
                  <a:pt x="140541" y="0"/>
                </a:ln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9" name="Google Shape;2889;p38"/>
          <p:cNvSpPr txBox="1"/>
          <p:nvPr>
            <p:ph type="ctrTitle"/>
          </p:nvPr>
        </p:nvSpPr>
        <p:spPr>
          <a:xfrm>
            <a:off x="6924600" y="1951175"/>
            <a:ext cx="1245900" cy="1241400"/>
          </a:xfrm>
          <a:prstGeom prst="rect">
            <a:avLst/>
          </a:prstGeom>
          <a:noFill/>
          <a:ln>
            <a:noFill/>
          </a:ln>
        </p:spPr>
        <p:txBody>
          <a:bodyPr anchorCtr="0" anchor="ctr" bIns="34275" lIns="68575" spcFirstLastPara="1" rIns="68575" wrap="square" tIns="34275">
            <a:noAutofit/>
          </a:bodyPr>
          <a:lstStyle>
            <a:lvl1pPr lvl="0"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1pPr>
            <a:lvl2pPr lvl="1"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2pPr>
            <a:lvl3pPr lvl="2"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3pPr>
            <a:lvl4pPr lvl="3"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4pPr>
            <a:lvl5pPr lvl="4"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5pPr>
            <a:lvl6pPr lvl="5"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6pPr>
            <a:lvl7pPr lvl="6"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7pPr>
            <a:lvl8pPr lvl="7"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8pPr>
            <a:lvl9pPr lvl="8"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9pPr>
          </a:lstStyle>
          <a:p/>
        </p:txBody>
      </p:sp>
      <p:sp>
        <p:nvSpPr>
          <p:cNvPr id="2890" name="Google Shape;2890;p38"/>
          <p:cNvSpPr/>
          <p:nvPr/>
        </p:nvSpPr>
        <p:spPr>
          <a:xfrm flipH="1">
            <a:off x="8421300" y="0"/>
            <a:ext cx="722700" cy="3873900"/>
          </a:xfrm>
          <a:prstGeom prst="rect">
            <a:avLst/>
          </a:pr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1" name="Google Shape;2891;p38"/>
          <p:cNvSpPr/>
          <p:nvPr/>
        </p:nvSpPr>
        <p:spPr>
          <a:xfrm>
            <a:off x="8636100" y="4635600"/>
            <a:ext cx="507900" cy="5079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2" name="Google Shape;2892;p38"/>
          <p:cNvSpPr txBox="1"/>
          <p:nvPr>
            <p:ph idx="1" type="subTitle"/>
          </p:nvPr>
        </p:nvSpPr>
        <p:spPr>
          <a:xfrm flipH="1">
            <a:off x="781158" y="1535350"/>
            <a:ext cx="3027300" cy="61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3F3F3"/>
              </a:buClr>
              <a:buSzPts val="1100"/>
              <a:buNone/>
              <a:defRPr sz="1100">
                <a:solidFill>
                  <a:srgbClr val="F3F3F3"/>
                </a:solidFill>
              </a:defRPr>
            </a:lvl1pPr>
            <a:lvl2pPr lvl="1" rtl="0" algn="r">
              <a:lnSpc>
                <a:spcPct val="100000"/>
              </a:lnSpc>
              <a:spcBef>
                <a:spcPts val="0"/>
              </a:spcBef>
              <a:spcAft>
                <a:spcPts val="0"/>
              </a:spcAft>
              <a:buClr>
                <a:srgbClr val="F3F3F3"/>
              </a:buClr>
              <a:buSzPts val="1100"/>
              <a:buNone/>
              <a:defRPr sz="1100">
                <a:solidFill>
                  <a:srgbClr val="F3F3F3"/>
                </a:solidFill>
              </a:defRPr>
            </a:lvl2pPr>
            <a:lvl3pPr lvl="2" rtl="0" algn="r">
              <a:lnSpc>
                <a:spcPct val="100000"/>
              </a:lnSpc>
              <a:spcBef>
                <a:spcPts val="0"/>
              </a:spcBef>
              <a:spcAft>
                <a:spcPts val="0"/>
              </a:spcAft>
              <a:buClr>
                <a:srgbClr val="F3F3F3"/>
              </a:buClr>
              <a:buSzPts val="1100"/>
              <a:buNone/>
              <a:defRPr sz="1100">
                <a:solidFill>
                  <a:srgbClr val="F3F3F3"/>
                </a:solidFill>
              </a:defRPr>
            </a:lvl3pPr>
            <a:lvl4pPr lvl="3" rtl="0" algn="r">
              <a:lnSpc>
                <a:spcPct val="100000"/>
              </a:lnSpc>
              <a:spcBef>
                <a:spcPts val="0"/>
              </a:spcBef>
              <a:spcAft>
                <a:spcPts val="0"/>
              </a:spcAft>
              <a:buClr>
                <a:srgbClr val="F3F3F3"/>
              </a:buClr>
              <a:buSzPts val="1100"/>
              <a:buNone/>
              <a:defRPr sz="1100">
                <a:solidFill>
                  <a:srgbClr val="F3F3F3"/>
                </a:solidFill>
              </a:defRPr>
            </a:lvl4pPr>
            <a:lvl5pPr lvl="4" rtl="0" algn="r">
              <a:lnSpc>
                <a:spcPct val="100000"/>
              </a:lnSpc>
              <a:spcBef>
                <a:spcPts val="0"/>
              </a:spcBef>
              <a:spcAft>
                <a:spcPts val="0"/>
              </a:spcAft>
              <a:buClr>
                <a:srgbClr val="F3F3F3"/>
              </a:buClr>
              <a:buSzPts val="1100"/>
              <a:buNone/>
              <a:defRPr sz="1100">
                <a:solidFill>
                  <a:srgbClr val="F3F3F3"/>
                </a:solidFill>
              </a:defRPr>
            </a:lvl5pPr>
            <a:lvl6pPr lvl="5" rtl="0" algn="r">
              <a:lnSpc>
                <a:spcPct val="100000"/>
              </a:lnSpc>
              <a:spcBef>
                <a:spcPts val="0"/>
              </a:spcBef>
              <a:spcAft>
                <a:spcPts val="0"/>
              </a:spcAft>
              <a:buClr>
                <a:srgbClr val="F3F3F3"/>
              </a:buClr>
              <a:buSzPts val="1100"/>
              <a:buNone/>
              <a:defRPr sz="1100">
                <a:solidFill>
                  <a:srgbClr val="F3F3F3"/>
                </a:solidFill>
              </a:defRPr>
            </a:lvl6pPr>
            <a:lvl7pPr lvl="6" rtl="0" algn="r">
              <a:lnSpc>
                <a:spcPct val="100000"/>
              </a:lnSpc>
              <a:spcBef>
                <a:spcPts val="0"/>
              </a:spcBef>
              <a:spcAft>
                <a:spcPts val="0"/>
              </a:spcAft>
              <a:buClr>
                <a:srgbClr val="F3F3F3"/>
              </a:buClr>
              <a:buSzPts val="1100"/>
              <a:buNone/>
              <a:defRPr sz="1100">
                <a:solidFill>
                  <a:srgbClr val="F3F3F3"/>
                </a:solidFill>
              </a:defRPr>
            </a:lvl7pPr>
            <a:lvl8pPr lvl="7" rtl="0" algn="r">
              <a:lnSpc>
                <a:spcPct val="100000"/>
              </a:lnSpc>
              <a:spcBef>
                <a:spcPts val="0"/>
              </a:spcBef>
              <a:spcAft>
                <a:spcPts val="0"/>
              </a:spcAft>
              <a:buClr>
                <a:srgbClr val="F3F3F3"/>
              </a:buClr>
              <a:buSzPts val="1100"/>
              <a:buNone/>
              <a:defRPr sz="1100">
                <a:solidFill>
                  <a:srgbClr val="F3F3F3"/>
                </a:solidFill>
              </a:defRPr>
            </a:lvl8pPr>
            <a:lvl9pPr lvl="8" rtl="0" algn="r">
              <a:lnSpc>
                <a:spcPct val="100000"/>
              </a:lnSpc>
              <a:spcBef>
                <a:spcPts val="0"/>
              </a:spcBef>
              <a:spcAft>
                <a:spcPts val="0"/>
              </a:spcAft>
              <a:buClr>
                <a:srgbClr val="F3F3F3"/>
              </a:buClr>
              <a:buSzPts val="1100"/>
              <a:buNone/>
              <a:defRPr sz="1100">
                <a:solidFill>
                  <a:srgbClr val="F3F3F3"/>
                </a:solidFill>
              </a:defRPr>
            </a:lvl9pPr>
          </a:lstStyle>
          <a:p/>
        </p:txBody>
      </p:sp>
      <p:sp>
        <p:nvSpPr>
          <p:cNvPr id="2893" name="Google Shape;2893;p38"/>
          <p:cNvSpPr txBox="1"/>
          <p:nvPr>
            <p:ph idx="2" type="subTitle"/>
          </p:nvPr>
        </p:nvSpPr>
        <p:spPr>
          <a:xfrm flipH="1">
            <a:off x="781158" y="713150"/>
            <a:ext cx="3027300" cy="61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3F3F3"/>
              </a:buClr>
              <a:buSzPts val="1100"/>
              <a:buNone/>
              <a:defRPr sz="1100">
                <a:solidFill>
                  <a:srgbClr val="F3F3F3"/>
                </a:solidFill>
              </a:defRPr>
            </a:lvl1pPr>
            <a:lvl2pPr lvl="1" rtl="0" algn="r">
              <a:lnSpc>
                <a:spcPct val="100000"/>
              </a:lnSpc>
              <a:spcBef>
                <a:spcPts val="0"/>
              </a:spcBef>
              <a:spcAft>
                <a:spcPts val="0"/>
              </a:spcAft>
              <a:buClr>
                <a:srgbClr val="F3F3F3"/>
              </a:buClr>
              <a:buSzPts val="1100"/>
              <a:buNone/>
              <a:defRPr sz="1100">
                <a:solidFill>
                  <a:srgbClr val="F3F3F3"/>
                </a:solidFill>
              </a:defRPr>
            </a:lvl2pPr>
            <a:lvl3pPr lvl="2" rtl="0" algn="r">
              <a:lnSpc>
                <a:spcPct val="100000"/>
              </a:lnSpc>
              <a:spcBef>
                <a:spcPts val="0"/>
              </a:spcBef>
              <a:spcAft>
                <a:spcPts val="0"/>
              </a:spcAft>
              <a:buClr>
                <a:srgbClr val="F3F3F3"/>
              </a:buClr>
              <a:buSzPts val="1100"/>
              <a:buNone/>
              <a:defRPr sz="1100">
                <a:solidFill>
                  <a:srgbClr val="F3F3F3"/>
                </a:solidFill>
              </a:defRPr>
            </a:lvl3pPr>
            <a:lvl4pPr lvl="3" rtl="0" algn="r">
              <a:lnSpc>
                <a:spcPct val="100000"/>
              </a:lnSpc>
              <a:spcBef>
                <a:spcPts val="0"/>
              </a:spcBef>
              <a:spcAft>
                <a:spcPts val="0"/>
              </a:spcAft>
              <a:buClr>
                <a:srgbClr val="F3F3F3"/>
              </a:buClr>
              <a:buSzPts val="1100"/>
              <a:buNone/>
              <a:defRPr sz="1100">
                <a:solidFill>
                  <a:srgbClr val="F3F3F3"/>
                </a:solidFill>
              </a:defRPr>
            </a:lvl4pPr>
            <a:lvl5pPr lvl="4" rtl="0" algn="r">
              <a:lnSpc>
                <a:spcPct val="100000"/>
              </a:lnSpc>
              <a:spcBef>
                <a:spcPts val="0"/>
              </a:spcBef>
              <a:spcAft>
                <a:spcPts val="0"/>
              </a:spcAft>
              <a:buClr>
                <a:srgbClr val="F3F3F3"/>
              </a:buClr>
              <a:buSzPts val="1100"/>
              <a:buNone/>
              <a:defRPr sz="1100">
                <a:solidFill>
                  <a:srgbClr val="F3F3F3"/>
                </a:solidFill>
              </a:defRPr>
            </a:lvl5pPr>
            <a:lvl6pPr lvl="5" rtl="0" algn="r">
              <a:lnSpc>
                <a:spcPct val="100000"/>
              </a:lnSpc>
              <a:spcBef>
                <a:spcPts val="0"/>
              </a:spcBef>
              <a:spcAft>
                <a:spcPts val="0"/>
              </a:spcAft>
              <a:buClr>
                <a:srgbClr val="F3F3F3"/>
              </a:buClr>
              <a:buSzPts val="1100"/>
              <a:buNone/>
              <a:defRPr sz="1100">
                <a:solidFill>
                  <a:srgbClr val="F3F3F3"/>
                </a:solidFill>
              </a:defRPr>
            </a:lvl6pPr>
            <a:lvl7pPr lvl="6" rtl="0" algn="r">
              <a:lnSpc>
                <a:spcPct val="100000"/>
              </a:lnSpc>
              <a:spcBef>
                <a:spcPts val="0"/>
              </a:spcBef>
              <a:spcAft>
                <a:spcPts val="0"/>
              </a:spcAft>
              <a:buClr>
                <a:srgbClr val="F3F3F3"/>
              </a:buClr>
              <a:buSzPts val="1100"/>
              <a:buNone/>
              <a:defRPr sz="1100">
                <a:solidFill>
                  <a:srgbClr val="F3F3F3"/>
                </a:solidFill>
              </a:defRPr>
            </a:lvl7pPr>
            <a:lvl8pPr lvl="7" rtl="0" algn="r">
              <a:lnSpc>
                <a:spcPct val="100000"/>
              </a:lnSpc>
              <a:spcBef>
                <a:spcPts val="0"/>
              </a:spcBef>
              <a:spcAft>
                <a:spcPts val="0"/>
              </a:spcAft>
              <a:buClr>
                <a:srgbClr val="F3F3F3"/>
              </a:buClr>
              <a:buSzPts val="1100"/>
              <a:buNone/>
              <a:defRPr sz="1100">
                <a:solidFill>
                  <a:srgbClr val="F3F3F3"/>
                </a:solidFill>
              </a:defRPr>
            </a:lvl8pPr>
            <a:lvl9pPr lvl="8" rtl="0" algn="r">
              <a:lnSpc>
                <a:spcPct val="100000"/>
              </a:lnSpc>
              <a:spcBef>
                <a:spcPts val="0"/>
              </a:spcBef>
              <a:spcAft>
                <a:spcPts val="0"/>
              </a:spcAft>
              <a:buClr>
                <a:srgbClr val="F3F3F3"/>
              </a:buClr>
              <a:buSzPts val="1100"/>
              <a:buNone/>
              <a:defRPr sz="1100">
                <a:solidFill>
                  <a:srgbClr val="F3F3F3"/>
                </a:solidFill>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EXT">
  <p:cSld name="CUSTOM_1_1">
    <p:bg>
      <p:bgPr>
        <a:solidFill>
          <a:srgbClr val="F3F3F3"/>
        </a:solidFill>
      </p:bgPr>
    </p:bg>
    <p:spTree>
      <p:nvGrpSpPr>
        <p:cNvPr id="2894" name="Shape 2894"/>
        <p:cNvGrpSpPr/>
        <p:nvPr/>
      </p:nvGrpSpPr>
      <p:grpSpPr>
        <a:xfrm>
          <a:off x="0" y="0"/>
          <a:ext cx="0" cy="0"/>
          <a:chOff x="0" y="0"/>
          <a:chExt cx="0" cy="0"/>
        </a:xfrm>
      </p:grpSpPr>
      <p:sp>
        <p:nvSpPr>
          <p:cNvPr id="2895" name="Google Shape;2895;p39"/>
          <p:cNvSpPr txBox="1"/>
          <p:nvPr>
            <p:ph type="ctrTitle"/>
          </p:nvPr>
        </p:nvSpPr>
        <p:spPr>
          <a:xfrm>
            <a:off x="917900" y="1782500"/>
            <a:ext cx="7479600" cy="1578600"/>
          </a:xfrm>
          <a:prstGeom prst="rect">
            <a:avLst/>
          </a:prstGeom>
          <a:noFill/>
          <a:ln>
            <a:noFill/>
          </a:ln>
        </p:spPr>
        <p:txBody>
          <a:bodyPr anchorCtr="0" anchor="ctr" bIns="34275" lIns="68575" spcFirstLastPara="1" rIns="68575" wrap="square" tIns="34275">
            <a:noAutofit/>
          </a:bodyPr>
          <a:lstStyle>
            <a:lvl1pPr lvl="0" rtl="0" algn="ctr">
              <a:lnSpc>
                <a:spcPct val="90000"/>
              </a:lnSpc>
              <a:spcBef>
                <a:spcPts val="0"/>
              </a:spcBef>
              <a:spcAft>
                <a:spcPts val="0"/>
              </a:spcAft>
              <a:buSzPts val="3000"/>
              <a:buNone/>
              <a:defRPr sz="3000"/>
            </a:lvl1pPr>
            <a:lvl2pPr lvl="1" rtl="0" algn="ctr">
              <a:spcBef>
                <a:spcPts val="0"/>
              </a:spcBef>
              <a:spcAft>
                <a:spcPts val="0"/>
              </a:spcAft>
              <a:buSzPts val="3000"/>
              <a:buFont typeface="Fjalla One"/>
              <a:buNone/>
              <a:defRPr sz="3000">
                <a:latin typeface="Fjalla One"/>
                <a:ea typeface="Fjalla One"/>
                <a:cs typeface="Fjalla One"/>
                <a:sym typeface="Fjalla One"/>
              </a:defRPr>
            </a:lvl2pPr>
            <a:lvl3pPr lvl="2" rtl="0" algn="ctr">
              <a:spcBef>
                <a:spcPts val="0"/>
              </a:spcBef>
              <a:spcAft>
                <a:spcPts val="0"/>
              </a:spcAft>
              <a:buSzPts val="3000"/>
              <a:buFont typeface="Fjalla One"/>
              <a:buNone/>
              <a:defRPr sz="3000">
                <a:latin typeface="Fjalla One"/>
                <a:ea typeface="Fjalla One"/>
                <a:cs typeface="Fjalla One"/>
                <a:sym typeface="Fjalla One"/>
              </a:defRPr>
            </a:lvl3pPr>
            <a:lvl4pPr lvl="3" rtl="0" algn="ctr">
              <a:spcBef>
                <a:spcPts val="0"/>
              </a:spcBef>
              <a:spcAft>
                <a:spcPts val="0"/>
              </a:spcAft>
              <a:buSzPts val="3000"/>
              <a:buFont typeface="Fjalla One"/>
              <a:buNone/>
              <a:defRPr sz="3000">
                <a:latin typeface="Fjalla One"/>
                <a:ea typeface="Fjalla One"/>
                <a:cs typeface="Fjalla One"/>
                <a:sym typeface="Fjalla One"/>
              </a:defRPr>
            </a:lvl4pPr>
            <a:lvl5pPr lvl="4" rtl="0" algn="ctr">
              <a:spcBef>
                <a:spcPts val="0"/>
              </a:spcBef>
              <a:spcAft>
                <a:spcPts val="0"/>
              </a:spcAft>
              <a:buSzPts val="3000"/>
              <a:buFont typeface="Fjalla One"/>
              <a:buNone/>
              <a:defRPr sz="3000">
                <a:latin typeface="Fjalla One"/>
                <a:ea typeface="Fjalla One"/>
                <a:cs typeface="Fjalla One"/>
                <a:sym typeface="Fjalla One"/>
              </a:defRPr>
            </a:lvl5pPr>
            <a:lvl6pPr lvl="5" rtl="0" algn="ctr">
              <a:spcBef>
                <a:spcPts val="0"/>
              </a:spcBef>
              <a:spcAft>
                <a:spcPts val="0"/>
              </a:spcAft>
              <a:buSzPts val="3000"/>
              <a:buFont typeface="Fjalla One"/>
              <a:buNone/>
              <a:defRPr sz="3000">
                <a:latin typeface="Fjalla One"/>
                <a:ea typeface="Fjalla One"/>
                <a:cs typeface="Fjalla One"/>
                <a:sym typeface="Fjalla One"/>
              </a:defRPr>
            </a:lvl6pPr>
            <a:lvl7pPr lvl="6" rtl="0" algn="ctr">
              <a:spcBef>
                <a:spcPts val="0"/>
              </a:spcBef>
              <a:spcAft>
                <a:spcPts val="0"/>
              </a:spcAft>
              <a:buSzPts val="3000"/>
              <a:buFont typeface="Fjalla One"/>
              <a:buNone/>
              <a:defRPr sz="3000">
                <a:latin typeface="Fjalla One"/>
                <a:ea typeface="Fjalla One"/>
                <a:cs typeface="Fjalla One"/>
                <a:sym typeface="Fjalla One"/>
              </a:defRPr>
            </a:lvl7pPr>
            <a:lvl8pPr lvl="7" rtl="0" algn="ctr">
              <a:spcBef>
                <a:spcPts val="0"/>
              </a:spcBef>
              <a:spcAft>
                <a:spcPts val="0"/>
              </a:spcAft>
              <a:buSzPts val="3000"/>
              <a:buFont typeface="Fjalla One"/>
              <a:buNone/>
              <a:defRPr sz="3000">
                <a:latin typeface="Fjalla One"/>
                <a:ea typeface="Fjalla One"/>
                <a:cs typeface="Fjalla One"/>
                <a:sym typeface="Fjalla One"/>
              </a:defRPr>
            </a:lvl8pPr>
            <a:lvl9pPr lvl="8" rtl="0" algn="ctr">
              <a:spcBef>
                <a:spcPts val="0"/>
              </a:spcBef>
              <a:spcAft>
                <a:spcPts val="0"/>
              </a:spcAft>
              <a:buSzPts val="3000"/>
              <a:buFont typeface="Fjalla One"/>
              <a:buNone/>
              <a:defRPr sz="3000">
                <a:latin typeface="Fjalla One"/>
                <a:ea typeface="Fjalla One"/>
                <a:cs typeface="Fjalla One"/>
                <a:sym typeface="Fjalla One"/>
              </a:defRPr>
            </a:lvl9pPr>
          </a:lstStyle>
          <a:p/>
        </p:txBody>
      </p:sp>
      <p:sp>
        <p:nvSpPr>
          <p:cNvPr id="2896" name="Google Shape;2896;p39"/>
          <p:cNvSpPr/>
          <p:nvPr/>
        </p:nvSpPr>
        <p:spPr>
          <a:xfrm flipH="1">
            <a:off x="8421300" y="0"/>
            <a:ext cx="722700" cy="5143500"/>
          </a:xfrm>
          <a:prstGeom prst="rect">
            <a:avLst/>
          </a:pr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7" name="Google Shape;2897;p39"/>
          <p:cNvSpPr/>
          <p:nvPr/>
        </p:nvSpPr>
        <p:spPr>
          <a:xfrm>
            <a:off x="0" y="0"/>
            <a:ext cx="507900" cy="5079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S">
  <p:cSld name="6_Título y objetos_1">
    <p:bg>
      <p:bgPr>
        <a:solidFill>
          <a:srgbClr val="F3F3F3"/>
        </a:solidFill>
      </p:bgPr>
    </p:bg>
    <p:spTree>
      <p:nvGrpSpPr>
        <p:cNvPr id="2898" name="Shape 2898"/>
        <p:cNvGrpSpPr/>
        <p:nvPr/>
      </p:nvGrpSpPr>
      <p:grpSpPr>
        <a:xfrm>
          <a:off x="0" y="0"/>
          <a:ext cx="0" cy="0"/>
          <a:chOff x="0" y="0"/>
          <a:chExt cx="0" cy="0"/>
        </a:xfrm>
      </p:grpSpPr>
      <p:sp>
        <p:nvSpPr>
          <p:cNvPr id="2899" name="Google Shape;2899;p40"/>
          <p:cNvSpPr txBox="1"/>
          <p:nvPr>
            <p:ph idx="1" type="subTitle"/>
          </p:nvPr>
        </p:nvSpPr>
        <p:spPr>
          <a:xfrm flipH="1">
            <a:off x="5700350" y="3844606"/>
            <a:ext cx="1426500" cy="611400"/>
          </a:xfrm>
          <a:prstGeom prst="rect">
            <a:avLst/>
          </a:prstGeom>
        </p:spPr>
        <p:txBody>
          <a:bodyPr anchorCtr="0" anchor="t" bIns="91425" lIns="91425" spcFirstLastPara="1" rIns="91425" wrap="square" tIns="91425">
            <a:noAutofit/>
          </a:bodyPr>
          <a:lstStyle>
            <a:lvl1pPr lvl="0" rtl="0" algn="ctr">
              <a:spcBef>
                <a:spcPts val="0"/>
              </a:spcBef>
              <a:spcAft>
                <a:spcPts val="0"/>
              </a:spcAft>
              <a:buClr>
                <a:srgbClr val="1B1A44"/>
              </a:buClr>
              <a:buSzPts val="1000"/>
              <a:buNone/>
              <a:defRPr sz="1000">
                <a:solidFill>
                  <a:srgbClr val="1B1A44"/>
                </a:solidFill>
              </a:defRPr>
            </a:lvl1pPr>
            <a:lvl2pPr lvl="1" rtl="0" algn="ctr">
              <a:lnSpc>
                <a:spcPct val="100000"/>
              </a:lnSpc>
              <a:spcBef>
                <a:spcPts val="0"/>
              </a:spcBef>
              <a:spcAft>
                <a:spcPts val="0"/>
              </a:spcAft>
              <a:buClr>
                <a:srgbClr val="1B1A44"/>
              </a:buClr>
              <a:buSzPts val="1000"/>
              <a:buNone/>
              <a:defRPr sz="1000">
                <a:solidFill>
                  <a:srgbClr val="1B1A44"/>
                </a:solidFill>
              </a:defRPr>
            </a:lvl2pPr>
            <a:lvl3pPr lvl="2" rtl="0" algn="ctr">
              <a:lnSpc>
                <a:spcPct val="100000"/>
              </a:lnSpc>
              <a:spcBef>
                <a:spcPts val="0"/>
              </a:spcBef>
              <a:spcAft>
                <a:spcPts val="0"/>
              </a:spcAft>
              <a:buClr>
                <a:srgbClr val="1B1A44"/>
              </a:buClr>
              <a:buSzPts val="1000"/>
              <a:buNone/>
              <a:defRPr sz="1000">
                <a:solidFill>
                  <a:srgbClr val="1B1A44"/>
                </a:solidFill>
              </a:defRPr>
            </a:lvl3pPr>
            <a:lvl4pPr lvl="3" rtl="0" algn="ctr">
              <a:lnSpc>
                <a:spcPct val="100000"/>
              </a:lnSpc>
              <a:spcBef>
                <a:spcPts val="0"/>
              </a:spcBef>
              <a:spcAft>
                <a:spcPts val="0"/>
              </a:spcAft>
              <a:buClr>
                <a:srgbClr val="1B1A44"/>
              </a:buClr>
              <a:buSzPts val="1000"/>
              <a:buNone/>
              <a:defRPr sz="1000">
                <a:solidFill>
                  <a:srgbClr val="1B1A44"/>
                </a:solidFill>
              </a:defRPr>
            </a:lvl4pPr>
            <a:lvl5pPr lvl="4" rtl="0" algn="ctr">
              <a:lnSpc>
                <a:spcPct val="100000"/>
              </a:lnSpc>
              <a:spcBef>
                <a:spcPts val="0"/>
              </a:spcBef>
              <a:spcAft>
                <a:spcPts val="0"/>
              </a:spcAft>
              <a:buClr>
                <a:srgbClr val="1B1A44"/>
              </a:buClr>
              <a:buSzPts val="1000"/>
              <a:buNone/>
              <a:defRPr sz="1000">
                <a:solidFill>
                  <a:srgbClr val="1B1A44"/>
                </a:solidFill>
              </a:defRPr>
            </a:lvl5pPr>
            <a:lvl6pPr lvl="5" rtl="0" algn="ctr">
              <a:lnSpc>
                <a:spcPct val="100000"/>
              </a:lnSpc>
              <a:spcBef>
                <a:spcPts val="0"/>
              </a:spcBef>
              <a:spcAft>
                <a:spcPts val="0"/>
              </a:spcAft>
              <a:buClr>
                <a:srgbClr val="1B1A44"/>
              </a:buClr>
              <a:buSzPts val="1000"/>
              <a:buNone/>
              <a:defRPr sz="1000">
                <a:solidFill>
                  <a:srgbClr val="1B1A44"/>
                </a:solidFill>
              </a:defRPr>
            </a:lvl6pPr>
            <a:lvl7pPr lvl="6" rtl="0" algn="ctr">
              <a:lnSpc>
                <a:spcPct val="100000"/>
              </a:lnSpc>
              <a:spcBef>
                <a:spcPts val="0"/>
              </a:spcBef>
              <a:spcAft>
                <a:spcPts val="0"/>
              </a:spcAft>
              <a:buClr>
                <a:srgbClr val="1B1A44"/>
              </a:buClr>
              <a:buSzPts val="1000"/>
              <a:buNone/>
              <a:defRPr sz="1000">
                <a:solidFill>
                  <a:srgbClr val="1B1A44"/>
                </a:solidFill>
              </a:defRPr>
            </a:lvl7pPr>
            <a:lvl8pPr lvl="7" rtl="0" algn="ctr">
              <a:lnSpc>
                <a:spcPct val="100000"/>
              </a:lnSpc>
              <a:spcBef>
                <a:spcPts val="0"/>
              </a:spcBef>
              <a:spcAft>
                <a:spcPts val="0"/>
              </a:spcAft>
              <a:buClr>
                <a:srgbClr val="1B1A44"/>
              </a:buClr>
              <a:buSzPts val="1000"/>
              <a:buNone/>
              <a:defRPr sz="1000">
                <a:solidFill>
                  <a:srgbClr val="1B1A44"/>
                </a:solidFill>
              </a:defRPr>
            </a:lvl8pPr>
            <a:lvl9pPr lvl="8" rtl="0" algn="ctr">
              <a:lnSpc>
                <a:spcPct val="100000"/>
              </a:lnSpc>
              <a:spcBef>
                <a:spcPts val="0"/>
              </a:spcBef>
              <a:spcAft>
                <a:spcPts val="0"/>
              </a:spcAft>
              <a:buClr>
                <a:srgbClr val="1B1A44"/>
              </a:buClr>
              <a:buSzPts val="1000"/>
              <a:buNone/>
              <a:defRPr sz="1000">
                <a:solidFill>
                  <a:srgbClr val="1B1A44"/>
                </a:solidFill>
              </a:defRPr>
            </a:lvl9pPr>
          </a:lstStyle>
          <a:p/>
        </p:txBody>
      </p:sp>
      <p:sp>
        <p:nvSpPr>
          <p:cNvPr id="2900" name="Google Shape;2900;p40"/>
          <p:cNvSpPr txBox="1"/>
          <p:nvPr>
            <p:ph idx="2" type="subTitle"/>
          </p:nvPr>
        </p:nvSpPr>
        <p:spPr>
          <a:xfrm flipH="1">
            <a:off x="3483875" y="3844619"/>
            <a:ext cx="1426500" cy="611400"/>
          </a:xfrm>
          <a:prstGeom prst="rect">
            <a:avLst/>
          </a:prstGeom>
        </p:spPr>
        <p:txBody>
          <a:bodyPr anchorCtr="0" anchor="t" bIns="91425" lIns="91425" spcFirstLastPara="1" rIns="91425" wrap="square" tIns="91425">
            <a:noAutofit/>
          </a:bodyPr>
          <a:lstStyle>
            <a:lvl1pPr lvl="0" rtl="0" algn="ctr">
              <a:spcBef>
                <a:spcPts val="0"/>
              </a:spcBef>
              <a:spcAft>
                <a:spcPts val="0"/>
              </a:spcAft>
              <a:buClr>
                <a:srgbClr val="1B1A44"/>
              </a:buClr>
              <a:buSzPts val="1000"/>
              <a:buNone/>
              <a:defRPr sz="1000">
                <a:solidFill>
                  <a:srgbClr val="1B1A44"/>
                </a:solidFill>
              </a:defRPr>
            </a:lvl1pPr>
            <a:lvl2pPr lvl="1" rtl="0" algn="ctr">
              <a:lnSpc>
                <a:spcPct val="100000"/>
              </a:lnSpc>
              <a:spcBef>
                <a:spcPts val="0"/>
              </a:spcBef>
              <a:spcAft>
                <a:spcPts val="0"/>
              </a:spcAft>
              <a:buClr>
                <a:srgbClr val="1B1A44"/>
              </a:buClr>
              <a:buSzPts val="1000"/>
              <a:buNone/>
              <a:defRPr sz="1000">
                <a:solidFill>
                  <a:srgbClr val="1B1A44"/>
                </a:solidFill>
              </a:defRPr>
            </a:lvl2pPr>
            <a:lvl3pPr lvl="2" rtl="0" algn="ctr">
              <a:lnSpc>
                <a:spcPct val="100000"/>
              </a:lnSpc>
              <a:spcBef>
                <a:spcPts val="0"/>
              </a:spcBef>
              <a:spcAft>
                <a:spcPts val="0"/>
              </a:spcAft>
              <a:buClr>
                <a:srgbClr val="1B1A44"/>
              </a:buClr>
              <a:buSzPts val="1000"/>
              <a:buNone/>
              <a:defRPr sz="1000">
                <a:solidFill>
                  <a:srgbClr val="1B1A44"/>
                </a:solidFill>
              </a:defRPr>
            </a:lvl3pPr>
            <a:lvl4pPr lvl="3" rtl="0" algn="ctr">
              <a:lnSpc>
                <a:spcPct val="100000"/>
              </a:lnSpc>
              <a:spcBef>
                <a:spcPts val="0"/>
              </a:spcBef>
              <a:spcAft>
                <a:spcPts val="0"/>
              </a:spcAft>
              <a:buClr>
                <a:srgbClr val="1B1A44"/>
              </a:buClr>
              <a:buSzPts val="1000"/>
              <a:buNone/>
              <a:defRPr sz="1000">
                <a:solidFill>
                  <a:srgbClr val="1B1A44"/>
                </a:solidFill>
              </a:defRPr>
            </a:lvl4pPr>
            <a:lvl5pPr lvl="4" rtl="0" algn="ctr">
              <a:lnSpc>
                <a:spcPct val="100000"/>
              </a:lnSpc>
              <a:spcBef>
                <a:spcPts val="0"/>
              </a:spcBef>
              <a:spcAft>
                <a:spcPts val="0"/>
              </a:spcAft>
              <a:buClr>
                <a:srgbClr val="1B1A44"/>
              </a:buClr>
              <a:buSzPts val="1000"/>
              <a:buNone/>
              <a:defRPr sz="1000">
                <a:solidFill>
                  <a:srgbClr val="1B1A44"/>
                </a:solidFill>
              </a:defRPr>
            </a:lvl5pPr>
            <a:lvl6pPr lvl="5" rtl="0" algn="ctr">
              <a:lnSpc>
                <a:spcPct val="100000"/>
              </a:lnSpc>
              <a:spcBef>
                <a:spcPts val="0"/>
              </a:spcBef>
              <a:spcAft>
                <a:spcPts val="0"/>
              </a:spcAft>
              <a:buClr>
                <a:srgbClr val="1B1A44"/>
              </a:buClr>
              <a:buSzPts val="1000"/>
              <a:buNone/>
              <a:defRPr sz="1000">
                <a:solidFill>
                  <a:srgbClr val="1B1A44"/>
                </a:solidFill>
              </a:defRPr>
            </a:lvl6pPr>
            <a:lvl7pPr lvl="6" rtl="0" algn="ctr">
              <a:lnSpc>
                <a:spcPct val="100000"/>
              </a:lnSpc>
              <a:spcBef>
                <a:spcPts val="0"/>
              </a:spcBef>
              <a:spcAft>
                <a:spcPts val="0"/>
              </a:spcAft>
              <a:buClr>
                <a:srgbClr val="1B1A44"/>
              </a:buClr>
              <a:buSzPts val="1000"/>
              <a:buNone/>
              <a:defRPr sz="1000">
                <a:solidFill>
                  <a:srgbClr val="1B1A44"/>
                </a:solidFill>
              </a:defRPr>
            </a:lvl7pPr>
            <a:lvl8pPr lvl="7" rtl="0" algn="ctr">
              <a:lnSpc>
                <a:spcPct val="100000"/>
              </a:lnSpc>
              <a:spcBef>
                <a:spcPts val="0"/>
              </a:spcBef>
              <a:spcAft>
                <a:spcPts val="0"/>
              </a:spcAft>
              <a:buClr>
                <a:srgbClr val="1B1A44"/>
              </a:buClr>
              <a:buSzPts val="1000"/>
              <a:buNone/>
              <a:defRPr sz="1000">
                <a:solidFill>
                  <a:srgbClr val="1B1A44"/>
                </a:solidFill>
              </a:defRPr>
            </a:lvl8pPr>
            <a:lvl9pPr lvl="8" rtl="0" algn="ctr">
              <a:lnSpc>
                <a:spcPct val="100000"/>
              </a:lnSpc>
              <a:spcBef>
                <a:spcPts val="0"/>
              </a:spcBef>
              <a:spcAft>
                <a:spcPts val="0"/>
              </a:spcAft>
              <a:buClr>
                <a:srgbClr val="1B1A44"/>
              </a:buClr>
              <a:buSzPts val="1000"/>
              <a:buNone/>
              <a:defRPr sz="1000">
                <a:solidFill>
                  <a:srgbClr val="1B1A44"/>
                </a:solidFill>
              </a:defRPr>
            </a:lvl9pPr>
          </a:lstStyle>
          <a:p/>
        </p:txBody>
      </p:sp>
      <p:sp>
        <p:nvSpPr>
          <p:cNvPr id="2901" name="Google Shape;2901;p40"/>
          <p:cNvSpPr txBox="1"/>
          <p:nvPr>
            <p:ph idx="3" type="subTitle"/>
          </p:nvPr>
        </p:nvSpPr>
        <p:spPr>
          <a:xfrm flipH="1">
            <a:off x="5700350" y="3498233"/>
            <a:ext cx="1426500" cy="34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1pPr>
            <a:lvl2pPr lvl="1"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2pPr>
            <a:lvl3pPr lvl="2"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3pPr>
            <a:lvl4pPr lvl="3"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4pPr>
            <a:lvl5pPr lvl="4"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5pPr>
            <a:lvl6pPr lvl="5"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6pPr>
            <a:lvl7pPr lvl="6"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7pPr>
            <a:lvl8pPr lvl="7"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8pPr>
            <a:lvl9pPr lvl="8"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9pPr>
          </a:lstStyle>
          <a:p/>
        </p:txBody>
      </p:sp>
      <p:sp>
        <p:nvSpPr>
          <p:cNvPr id="2902" name="Google Shape;2902;p40"/>
          <p:cNvSpPr txBox="1"/>
          <p:nvPr>
            <p:ph idx="4" type="subTitle"/>
          </p:nvPr>
        </p:nvSpPr>
        <p:spPr>
          <a:xfrm flipH="1">
            <a:off x="3483875" y="3505107"/>
            <a:ext cx="1426500" cy="34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1pPr>
            <a:lvl2pPr lvl="1"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2pPr>
            <a:lvl3pPr lvl="2"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3pPr>
            <a:lvl4pPr lvl="3"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4pPr>
            <a:lvl5pPr lvl="4"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5pPr>
            <a:lvl6pPr lvl="5"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6pPr>
            <a:lvl7pPr lvl="6"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7pPr>
            <a:lvl8pPr lvl="7"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8pPr>
            <a:lvl9pPr lvl="8"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9pPr>
          </a:lstStyle>
          <a:p/>
        </p:txBody>
      </p:sp>
      <p:sp>
        <p:nvSpPr>
          <p:cNvPr id="2903" name="Google Shape;2903;p40"/>
          <p:cNvSpPr/>
          <p:nvPr/>
        </p:nvSpPr>
        <p:spPr>
          <a:xfrm>
            <a:off x="0" y="0"/>
            <a:ext cx="722700" cy="5143500"/>
          </a:xfrm>
          <a:prstGeom prst="rect">
            <a:avLst/>
          </a:pr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4" name="Google Shape;2904;p40"/>
          <p:cNvSpPr txBox="1"/>
          <p:nvPr>
            <p:ph type="ctrTitle"/>
          </p:nvPr>
        </p:nvSpPr>
        <p:spPr>
          <a:xfrm flipH="1">
            <a:off x="973500" y="1951175"/>
            <a:ext cx="1245900" cy="1241400"/>
          </a:xfrm>
          <a:prstGeom prst="rect">
            <a:avLst/>
          </a:prstGeom>
          <a:noFill/>
          <a:ln>
            <a:noFill/>
          </a:ln>
        </p:spPr>
        <p:txBody>
          <a:bodyPr anchorCtr="0" anchor="ctr" bIns="34275" lIns="68575" spcFirstLastPara="1" rIns="68575" wrap="square" tIns="34275">
            <a:noAutofit/>
          </a:bodyPr>
          <a:lstStyle>
            <a:lvl1pPr lvl="0" rtl="0">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1pPr>
            <a:lvl2pPr lvl="1"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2pPr>
            <a:lvl3pPr lvl="2"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3pPr>
            <a:lvl4pPr lvl="3"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4pPr>
            <a:lvl5pPr lvl="4"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5pPr>
            <a:lvl6pPr lvl="5"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6pPr>
            <a:lvl7pPr lvl="6"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7pPr>
            <a:lvl8pPr lvl="7"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8pPr>
            <a:lvl9pPr lvl="8"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9pPr>
          </a:lstStyle>
          <a:p/>
        </p:txBody>
      </p:sp>
      <p:sp>
        <p:nvSpPr>
          <p:cNvPr id="2905" name="Google Shape;2905;p40"/>
          <p:cNvSpPr txBox="1"/>
          <p:nvPr>
            <p:ph idx="5" type="subTitle"/>
          </p:nvPr>
        </p:nvSpPr>
        <p:spPr>
          <a:xfrm flipH="1">
            <a:off x="5700350" y="1292869"/>
            <a:ext cx="1426500" cy="34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1pPr>
            <a:lvl2pPr lvl="1"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2pPr>
            <a:lvl3pPr lvl="2"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3pPr>
            <a:lvl4pPr lvl="3"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4pPr>
            <a:lvl5pPr lvl="4"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5pPr>
            <a:lvl6pPr lvl="5"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6pPr>
            <a:lvl7pPr lvl="6"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7pPr>
            <a:lvl8pPr lvl="7"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8pPr>
            <a:lvl9pPr lvl="8"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9pPr>
          </a:lstStyle>
          <a:p/>
        </p:txBody>
      </p:sp>
      <p:sp>
        <p:nvSpPr>
          <p:cNvPr id="2906" name="Google Shape;2906;p40"/>
          <p:cNvSpPr txBox="1"/>
          <p:nvPr>
            <p:ph idx="6" type="subTitle"/>
          </p:nvPr>
        </p:nvSpPr>
        <p:spPr>
          <a:xfrm flipH="1">
            <a:off x="3483875" y="1292869"/>
            <a:ext cx="1426500" cy="34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1pPr>
            <a:lvl2pPr lvl="1"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2pPr>
            <a:lvl3pPr lvl="2"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3pPr>
            <a:lvl4pPr lvl="3"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4pPr>
            <a:lvl5pPr lvl="4"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5pPr>
            <a:lvl6pPr lvl="5"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6pPr>
            <a:lvl7pPr lvl="6"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7pPr>
            <a:lvl8pPr lvl="7"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8pPr>
            <a:lvl9pPr lvl="8" rtl="0" algn="ctr">
              <a:lnSpc>
                <a:spcPct val="100000"/>
              </a:lnSpc>
              <a:spcBef>
                <a:spcPts val="0"/>
              </a:spcBef>
              <a:spcAft>
                <a:spcPts val="0"/>
              </a:spcAft>
              <a:buSzPts val="1200"/>
              <a:buFont typeface="Saira SemiCondensed SemiBold"/>
              <a:buNone/>
              <a:defRPr sz="1200">
                <a:latin typeface="Saira SemiCondensed SemiBold"/>
                <a:ea typeface="Saira SemiCondensed SemiBold"/>
                <a:cs typeface="Saira SemiCondensed SemiBold"/>
                <a:sym typeface="Saira SemiCondensed SemiBold"/>
              </a:defRPr>
            </a:lvl9pPr>
          </a:lstStyle>
          <a:p/>
        </p:txBody>
      </p:sp>
      <p:sp>
        <p:nvSpPr>
          <p:cNvPr id="2907" name="Google Shape;2907;p40"/>
          <p:cNvSpPr/>
          <p:nvPr/>
        </p:nvSpPr>
        <p:spPr>
          <a:xfrm>
            <a:off x="8636100" y="4635600"/>
            <a:ext cx="507900" cy="5079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8" name="Google Shape;2908;p40"/>
          <p:cNvSpPr txBox="1"/>
          <p:nvPr>
            <p:ph idx="7" type="subTitle"/>
          </p:nvPr>
        </p:nvSpPr>
        <p:spPr>
          <a:xfrm flipH="1">
            <a:off x="5700350" y="1635481"/>
            <a:ext cx="1426500" cy="611400"/>
          </a:xfrm>
          <a:prstGeom prst="rect">
            <a:avLst/>
          </a:prstGeom>
        </p:spPr>
        <p:txBody>
          <a:bodyPr anchorCtr="0" anchor="t" bIns="91425" lIns="91425" spcFirstLastPara="1" rIns="91425" wrap="square" tIns="91425">
            <a:noAutofit/>
          </a:bodyPr>
          <a:lstStyle>
            <a:lvl1pPr lvl="0" rtl="0" algn="ctr">
              <a:spcBef>
                <a:spcPts val="0"/>
              </a:spcBef>
              <a:spcAft>
                <a:spcPts val="0"/>
              </a:spcAft>
              <a:buClr>
                <a:srgbClr val="1B1A44"/>
              </a:buClr>
              <a:buSzPts val="1000"/>
              <a:buNone/>
              <a:defRPr sz="1000">
                <a:solidFill>
                  <a:srgbClr val="1B1A44"/>
                </a:solidFill>
              </a:defRPr>
            </a:lvl1pPr>
            <a:lvl2pPr lvl="1" rtl="0" algn="ctr">
              <a:lnSpc>
                <a:spcPct val="100000"/>
              </a:lnSpc>
              <a:spcBef>
                <a:spcPts val="0"/>
              </a:spcBef>
              <a:spcAft>
                <a:spcPts val="0"/>
              </a:spcAft>
              <a:buClr>
                <a:srgbClr val="1B1A44"/>
              </a:buClr>
              <a:buSzPts val="1000"/>
              <a:buNone/>
              <a:defRPr sz="1000">
                <a:solidFill>
                  <a:srgbClr val="1B1A44"/>
                </a:solidFill>
              </a:defRPr>
            </a:lvl2pPr>
            <a:lvl3pPr lvl="2" rtl="0" algn="ctr">
              <a:lnSpc>
                <a:spcPct val="100000"/>
              </a:lnSpc>
              <a:spcBef>
                <a:spcPts val="0"/>
              </a:spcBef>
              <a:spcAft>
                <a:spcPts val="0"/>
              </a:spcAft>
              <a:buClr>
                <a:srgbClr val="1B1A44"/>
              </a:buClr>
              <a:buSzPts val="1000"/>
              <a:buNone/>
              <a:defRPr sz="1000">
                <a:solidFill>
                  <a:srgbClr val="1B1A44"/>
                </a:solidFill>
              </a:defRPr>
            </a:lvl3pPr>
            <a:lvl4pPr lvl="3" rtl="0" algn="ctr">
              <a:lnSpc>
                <a:spcPct val="100000"/>
              </a:lnSpc>
              <a:spcBef>
                <a:spcPts val="0"/>
              </a:spcBef>
              <a:spcAft>
                <a:spcPts val="0"/>
              </a:spcAft>
              <a:buClr>
                <a:srgbClr val="1B1A44"/>
              </a:buClr>
              <a:buSzPts val="1000"/>
              <a:buNone/>
              <a:defRPr sz="1000">
                <a:solidFill>
                  <a:srgbClr val="1B1A44"/>
                </a:solidFill>
              </a:defRPr>
            </a:lvl4pPr>
            <a:lvl5pPr lvl="4" rtl="0" algn="ctr">
              <a:lnSpc>
                <a:spcPct val="100000"/>
              </a:lnSpc>
              <a:spcBef>
                <a:spcPts val="0"/>
              </a:spcBef>
              <a:spcAft>
                <a:spcPts val="0"/>
              </a:spcAft>
              <a:buClr>
                <a:srgbClr val="1B1A44"/>
              </a:buClr>
              <a:buSzPts val="1000"/>
              <a:buNone/>
              <a:defRPr sz="1000">
                <a:solidFill>
                  <a:srgbClr val="1B1A44"/>
                </a:solidFill>
              </a:defRPr>
            </a:lvl5pPr>
            <a:lvl6pPr lvl="5" rtl="0" algn="ctr">
              <a:lnSpc>
                <a:spcPct val="100000"/>
              </a:lnSpc>
              <a:spcBef>
                <a:spcPts val="0"/>
              </a:spcBef>
              <a:spcAft>
                <a:spcPts val="0"/>
              </a:spcAft>
              <a:buClr>
                <a:srgbClr val="1B1A44"/>
              </a:buClr>
              <a:buSzPts val="1000"/>
              <a:buNone/>
              <a:defRPr sz="1000">
                <a:solidFill>
                  <a:srgbClr val="1B1A44"/>
                </a:solidFill>
              </a:defRPr>
            </a:lvl6pPr>
            <a:lvl7pPr lvl="6" rtl="0" algn="ctr">
              <a:lnSpc>
                <a:spcPct val="100000"/>
              </a:lnSpc>
              <a:spcBef>
                <a:spcPts val="0"/>
              </a:spcBef>
              <a:spcAft>
                <a:spcPts val="0"/>
              </a:spcAft>
              <a:buClr>
                <a:srgbClr val="1B1A44"/>
              </a:buClr>
              <a:buSzPts val="1000"/>
              <a:buNone/>
              <a:defRPr sz="1000">
                <a:solidFill>
                  <a:srgbClr val="1B1A44"/>
                </a:solidFill>
              </a:defRPr>
            </a:lvl7pPr>
            <a:lvl8pPr lvl="7" rtl="0" algn="ctr">
              <a:lnSpc>
                <a:spcPct val="100000"/>
              </a:lnSpc>
              <a:spcBef>
                <a:spcPts val="0"/>
              </a:spcBef>
              <a:spcAft>
                <a:spcPts val="0"/>
              </a:spcAft>
              <a:buClr>
                <a:srgbClr val="1B1A44"/>
              </a:buClr>
              <a:buSzPts val="1000"/>
              <a:buNone/>
              <a:defRPr sz="1000">
                <a:solidFill>
                  <a:srgbClr val="1B1A44"/>
                </a:solidFill>
              </a:defRPr>
            </a:lvl8pPr>
            <a:lvl9pPr lvl="8" rtl="0" algn="ctr">
              <a:lnSpc>
                <a:spcPct val="100000"/>
              </a:lnSpc>
              <a:spcBef>
                <a:spcPts val="0"/>
              </a:spcBef>
              <a:spcAft>
                <a:spcPts val="0"/>
              </a:spcAft>
              <a:buClr>
                <a:srgbClr val="1B1A44"/>
              </a:buClr>
              <a:buSzPts val="1000"/>
              <a:buNone/>
              <a:defRPr sz="1000">
                <a:solidFill>
                  <a:srgbClr val="1B1A44"/>
                </a:solidFill>
              </a:defRPr>
            </a:lvl9pPr>
          </a:lstStyle>
          <a:p/>
        </p:txBody>
      </p:sp>
      <p:sp>
        <p:nvSpPr>
          <p:cNvPr id="2909" name="Google Shape;2909;p40"/>
          <p:cNvSpPr txBox="1"/>
          <p:nvPr>
            <p:ph idx="8" type="subTitle"/>
          </p:nvPr>
        </p:nvSpPr>
        <p:spPr>
          <a:xfrm flipH="1">
            <a:off x="3483875" y="1635494"/>
            <a:ext cx="1426500" cy="611400"/>
          </a:xfrm>
          <a:prstGeom prst="rect">
            <a:avLst/>
          </a:prstGeom>
        </p:spPr>
        <p:txBody>
          <a:bodyPr anchorCtr="0" anchor="t" bIns="91425" lIns="91425" spcFirstLastPara="1" rIns="91425" wrap="square" tIns="91425">
            <a:noAutofit/>
          </a:bodyPr>
          <a:lstStyle>
            <a:lvl1pPr lvl="0" rtl="0" algn="ctr">
              <a:spcBef>
                <a:spcPts val="0"/>
              </a:spcBef>
              <a:spcAft>
                <a:spcPts val="0"/>
              </a:spcAft>
              <a:buClr>
                <a:srgbClr val="1B1A44"/>
              </a:buClr>
              <a:buSzPts val="1000"/>
              <a:buNone/>
              <a:defRPr sz="1000">
                <a:solidFill>
                  <a:srgbClr val="1B1A44"/>
                </a:solidFill>
              </a:defRPr>
            </a:lvl1pPr>
            <a:lvl2pPr lvl="1" rtl="0" algn="ctr">
              <a:lnSpc>
                <a:spcPct val="100000"/>
              </a:lnSpc>
              <a:spcBef>
                <a:spcPts val="0"/>
              </a:spcBef>
              <a:spcAft>
                <a:spcPts val="0"/>
              </a:spcAft>
              <a:buClr>
                <a:srgbClr val="1B1A44"/>
              </a:buClr>
              <a:buSzPts val="1000"/>
              <a:buNone/>
              <a:defRPr sz="1000">
                <a:solidFill>
                  <a:srgbClr val="1B1A44"/>
                </a:solidFill>
              </a:defRPr>
            </a:lvl2pPr>
            <a:lvl3pPr lvl="2" rtl="0" algn="ctr">
              <a:lnSpc>
                <a:spcPct val="100000"/>
              </a:lnSpc>
              <a:spcBef>
                <a:spcPts val="0"/>
              </a:spcBef>
              <a:spcAft>
                <a:spcPts val="0"/>
              </a:spcAft>
              <a:buClr>
                <a:srgbClr val="1B1A44"/>
              </a:buClr>
              <a:buSzPts val="1000"/>
              <a:buNone/>
              <a:defRPr sz="1000">
                <a:solidFill>
                  <a:srgbClr val="1B1A44"/>
                </a:solidFill>
              </a:defRPr>
            </a:lvl3pPr>
            <a:lvl4pPr lvl="3" rtl="0" algn="ctr">
              <a:lnSpc>
                <a:spcPct val="100000"/>
              </a:lnSpc>
              <a:spcBef>
                <a:spcPts val="0"/>
              </a:spcBef>
              <a:spcAft>
                <a:spcPts val="0"/>
              </a:spcAft>
              <a:buClr>
                <a:srgbClr val="1B1A44"/>
              </a:buClr>
              <a:buSzPts val="1000"/>
              <a:buNone/>
              <a:defRPr sz="1000">
                <a:solidFill>
                  <a:srgbClr val="1B1A44"/>
                </a:solidFill>
              </a:defRPr>
            </a:lvl4pPr>
            <a:lvl5pPr lvl="4" rtl="0" algn="ctr">
              <a:lnSpc>
                <a:spcPct val="100000"/>
              </a:lnSpc>
              <a:spcBef>
                <a:spcPts val="0"/>
              </a:spcBef>
              <a:spcAft>
                <a:spcPts val="0"/>
              </a:spcAft>
              <a:buClr>
                <a:srgbClr val="1B1A44"/>
              </a:buClr>
              <a:buSzPts val="1000"/>
              <a:buNone/>
              <a:defRPr sz="1000">
                <a:solidFill>
                  <a:srgbClr val="1B1A44"/>
                </a:solidFill>
              </a:defRPr>
            </a:lvl5pPr>
            <a:lvl6pPr lvl="5" rtl="0" algn="ctr">
              <a:lnSpc>
                <a:spcPct val="100000"/>
              </a:lnSpc>
              <a:spcBef>
                <a:spcPts val="0"/>
              </a:spcBef>
              <a:spcAft>
                <a:spcPts val="0"/>
              </a:spcAft>
              <a:buClr>
                <a:srgbClr val="1B1A44"/>
              </a:buClr>
              <a:buSzPts val="1000"/>
              <a:buNone/>
              <a:defRPr sz="1000">
                <a:solidFill>
                  <a:srgbClr val="1B1A44"/>
                </a:solidFill>
              </a:defRPr>
            </a:lvl6pPr>
            <a:lvl7pPr lvl="6" rtl="0" algn="ctr">
              <a:lnSpc>
                <a:spcPct val="100000"/>
              </a:lnSpc>
              <a:spcBef>
                <a:spcPts val="0"/>
              </a:spcBef>
              <a:spcAft>
                <a:spcPts val="0"/>
              </a:spcAft>
              <a:buClr>
                <a:srgbClr val="1B1A44"/>
              </a:buClr>
              <a:buSzPts val="1000"/>
              <a:buNone/>
              <a:defRPr sz="1000">
                <a:solidFill>
                  <a:srgbClr val="1B1A44"/>
                </a:solidFill>
              </a:defRPr>
            </a:lvl7pPr>
            <a:lvl8pPr lvl="7" rtl="0" algn="ctr">
              <a:lnSpc>
                <a:spcPct val="100000"/>
              </a:lnSpc>
              <a:spcBef>
                <a:spcPts val="0"/>
              </a:spcBef>
              <a:spcAft>
                <a:spcPts val="0"/>
              </a:spcAft>
              <a:buClr>
                <a:srgbClr val="1B1A44"/>
              </a:buClr>
              <a:buSzPts val="1000"/>
              <a:buNone/>
              <a:defRPr sz="1000">
                <a:solidFill>
                  <a:srgbClr val="1B1A44"/>
                </a:solidFill>
              </a:defRPr>
            </a:lvl8pPr>
            <a:lvl9pPr lvl="8" rtl="0" algn="ctr">
              <a:lnSpc>
                <a:spcPct val="100000"/>
              </a:lnSpc>
              <a:spcBef>
                <a:spcPts val="0"/>
              </a:spcBef>
              <a:spcAft>
                <a:spcPts val="0"/>
              </a:spcAft>
              <a:buClr>
                <a:srgbClr val="1B1A44"/>
              </a:buClr>
              <a:buSzPts val="1000"/>
              <a:buNone/>
              <a:defRPr sz="1000">
                <a:solidFill>
                  <a:srgbClr val="1B1A44"/>
                </a:solidFill>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p:cSld name="1_Título y objetos">
    <p:bg>
      <p:bgPr>
        <a:solidFill>
          <a:srgbClr val="F3F3F3"/>
        </a:solidFill>
      </p:bgPr>
    </p:bg>
    <p:spTree>
      <p:nvGrpSpPr>
        <p:cNvPr id="2910" name="Shape 2910"/>
        <p:cNvGrpSpPr/>
        <p:nvPr/>
      </p:nvGrpSpPr>
      <p:grpSpPr>
        <a:xfrm>
          <a:off x="0" y="0"/>
          <a:ext cx="0" cy="0"/>
          <a:chOff x="0" y="0"/>
          <a:chExt cx="0" cy="0"/>
        </a:xfrm>
      </p:grpSpPr>
      <p:sp>
        <p:nvSpPr>
          <p:cNvPr id="2911" name="Google Shape;2911;p41"/>
          <p:cNvSpPr txBox="1"/>
          <p:nvPr>
            <p:ph idx="1" type="subTitle"/>
          </p:nvPr>
        </p:nvSpPr>
        <p:spPr>
          <a:xfrm flipH="1">
            <a:off x="5700341" y="2567588"/>
            <a:ext cx="1426500" cy="61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1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2912" name="Google Shape;2912;p41"/>
          <p:cNvSpPr txBox="1"/>
          <p:nvPr>
            <p:ph idx="2" type="subTitle"/>
          </p:nvPr>
        </p:nvSpPr>
        <p:spPr>
          <a:xfrm flipH="1">
            <a:off x="3483872" y="2567588"/>
            <a:ext cx="1426500" cy="61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1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2913" name="Google Shape;2913;p41"/>
          <p:cNvSpPr txBox="1"/>
          <p:nvPr>
            <p:ph idx="3" type="subTitle"/>
          </p:nvPr>
        </p:nvSpPr>
        <p:spPr>
          <a:xfrm flipH="1">
            <a:off x="5700341" y="1964738"/>
            <a:ext cx="1426500" cy="611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1pPr>
            <a:lvl2pPr lvl="1" rtl="0" algn="ctr">
              <a:lnSpc>
                <a:spcPct val="100000"/>
              </a:lnSpc>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2pPr>
            <a:lvl3pPr lvl="2" rtl="0" algn="ctr">
              <a:lnSpc>
                <a:spcPct val="100000"/>
              </a:lnSpc>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3pPr>
            <a:lvl4pPr lvl="3" rtl="0" algn="ctr">
              <a:lnSpc>
                <a:spcPct val="100000"/>
              </a:lnSpc>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4pPr>
            <a:lvl5pPr lvl="4" rtl="0" algn="ctr">
              <a:lnSpc>
                <a:spcPct val="100000"/>
              </a:lnSpc>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5pPr>
            <a:lvl6pPr lvl="5" rtl="0" algn="ctr">
              <a:lnSpc>
                <a:spcPct val="100000"/>
              </a:lnSpc>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6pPr>
            <a:lvl7pPr lvl="6" rtl="0" algn="ctr">
              <a:lnSpc>
                <a:spcPct val="100000"/>
              </a:lnSpc>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7pPr>
            <a:lvl8pPr lvl="7" rtl="0" algn="ctr">
              <a:lnSpc>
                <a:spcPct val="100000"/>
              </a:lnSpc>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8pPr>
            <a:lvl9pPr lvl="8" rtl="0" algn="ctr">
              <a:lnSpc>
                <a:spcPct val="100000"/>
              </a:lnSpc>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9pPr>
          </a:lstStyle>
          <a:p/>
        </p:txBody>
      </p:sp>
      <p:sp>
        <p:nvSpPr>
          <p:cNvPr id="2914" name="Google Shape;2914;p41"/>
          <p:cNvSpPr txBox="1"/>
          <p:nvPr>
            <p:ph idx="4" type="subTitle"/>
          </p:nvPr>
        </p:nvSpPr>
        <p:spPr>
          <a:xfrm flipH="1">
            <a:off x="3483872" y="1964738"/>
            <a:ext cx="1426500" cy="611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1pPr>
            <a:lvl2pPr lvl="1" rtl="0" algn="ctr">
              <a:lnSpc>
                <a:spcPct val="100000"/>
              </a:lnSpc>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2pPr>
            <a:lvl3pPr lvl="2" rtl="0" algn="ctr">
              <a:lnSpc>
                <a:spcPct val="100000"/>
              </a:lnSpc>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3pPr>
            <a:lvl4pPr lvl="3" rtl="0" algn="ctr">
              <a:lnSpc>
                <a:spcPct val="100000"/>
              </a:lnSpc>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4pPr>
            <a:lvl5pPr lvl="4" rtl="0" algn="ctr">
              <a:lnSpc>
                <a:spcPct val="100000"/>
              </a:lnSpc>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5pPr>
            <a:lvl6pPr lvl="5" rtl="0" algn="ctr">
              <a:lnSpc>
                <a:spcPct val="100000"/>
              </a:lnSpc>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6pPr>
            <a:lvl7pPr lvl="6" rtl="0" algn="ctr">
              <a:lnSpc>
                <a:spcPct val="100000"/>
              </a:lnSpc>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7pPr>
            <a:lvl8pPr lvl="7" rtl="0" algn="ctr">
              <a:lnSpc>
                <a:spcPct val="100000"/>
              </a:lnSpc>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8pPr>
            <a:lvl9pPr lvl="8" rtl="0" algn="ctr">
              <a:lnSpc>
                <a:spcPct val="100000"/>
              </a:lnSpc>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9pPr>
          </a:lstStyle>
          <a:p/>
        </p:txBody>
      </p:sp>
      <p:sp>
        <p:nvSpPr>
          <p:cNvPr id="2915" name="Google Shape;2915;p41"/>
          <p:cNvSpPr/>
          <p:nvPr/>
        </p:nvSpPr>
        <p:spPr>
          <a:xfrm>
            <a:off x="0" y="0"/>
            <a:ext cx="722700" cy="5143500"/>
          </a:xfrm>
          <a:prstGeom prst="rect">
            <a:avLst/>
          </a:pr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6" name="Google Shape;2916;p41"/>
          <p:cNvSpPr txBox="1"/>
          <p:nvPr>
            <p:ph type="ctrTitle"/>
          </p:nvPr>
        </p:nvSpPr>
        <p:spPr>
          <a:xfrm flipH="1">
            <a:off x="973500" y="1951175"/>
            <a:ext cx="1245900" cy="1241400"/>
          </a:xfrm>
          <a:prstGeom prst="rect">
            <a:avLst/>
          </a:prstGeom>
          <a:noFill/>
          <a:ln>
            <a:noFill/>
          </a:ln>
        </p:spPr>
        <p:txBody>
          <a:bodyPr anchorCtr="0" anchor="ctr" bIns="34275" lIns="68575" spcFirstLastPara="1" rIns="68575" wrap="square" tIns="34275">
            <a:noAutofit/>
          </a:bodyPr>
          <a:lstStyle>
            <a:lvl1pPr lvl="0" rtl="0">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1pPr>
            <a:lvl2pPr lvl="1"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2pPr>
            <a:lvl3pPr lvl="2"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3pPr>
            <a:lvl4pPr lvl="3"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4pPr>
            <a:lvl5pPr lvl="4"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5pPr>
            <a:lvl6pPr lvl="5"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6pPr>
            <a:lvl7pPr lvl="6"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7pPr>
            <a:lvl8pPr lvl="7"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8pPr>
            <a:lvl9pPr lvl="8"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9pPr>
          </a:lstStyle>
          <a:p/>
        </p:txBody>
      </p:sp>
      <p:sp>
        <p:nvSpPr>
          <p:cNvPr id="2917" name="Google Shape;2917;p41"/>
          <p:cNvSpPr/>
          <p:nvPr/>
        </p:nvSpPr>
        <p:spPr>
          <a:xfrm>
            <a:off x="8636100" y="0"/>
            <a:ext cx="507900" cy="5079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2">
  <p:cSld name="1_Título y objetos_4_2_1_1">
    <p:bg>
      <p:bgPr>
        <a:solidFill>
          <a:srgbClr val="F3F3F3"/>
        </a:solidFill>
      </p:bgPr>
    </p:bg>
    <p:spTree>
      <p:nvGrpSpPr>
        <p:cNvPr id="2918" name="Shape 2918"/>
        <p:cNvGrpSpPr/>
        <p:nvPr/>
      </p:nvGrpSpPr>
      <p:grpSpPr>
        <a:xfrm>
          <a:off x="0" y="0"/>
          <a:ext cx="0" cy="0"/>
          <a:chOff x="0" y="0"/>
          <a:chExt cx="0" cy="0"/>
        </a:xfrm>
      </p:grpSpPr>
      <p:sp>
        <p:nvSpPr>
          <p:cNvPr id="2919" name="Google Shape;2919;p42"/>
          <p:cNvSpPr txBox="1"/>
          <p:nvPr>
            <p:ph type="ctrTitle"/>
          </p:nvPr>
        </p:nvSpPr>
        <p:spPr>
          <a:xfrm flipH="1">
            <a:off x="5711003" y="955400"/>
            <a:ext cx="2737800" cy="1241400"/>
          </a:xfrm>
          <a:prstGeom prst="rect">
            <a:avLst/>
          </a:prstGeom>
          <a:noFill/>
          <a:ln>
            <a:noFill/>
          </a:ln>
        </p:spPr>
        <p:txBody>
          <a:bodyPr anchorCtr="0" anchor="b" bIns="34275" lIns="68575" spcFirstLastPara="1" rIns="68575" wrap="square" tIns="34275">
            <a:noAutofit/>
          </a:bodyPr>
          <a:lstStyle>
            <a:lvl1pPr lvl="0" rtl="0" algn="r">
              <a:spcBef>
                <a:spcPts val="0"/>
              </a:spcBef>
              <a:spcAft>
                <a:spcPts val="0"/>
              </a:spcAft>
              <a:buSzPts val="4800"/>
              <a:buFont typeface="Advent Pro SemiBold"/>
              <a:buNone/>
              <a:defRPr sz="4300">
                <a:latin typeface="Saira SemiCondensed SemiBold"/>
                <a:ea typeface="Saira SemiCondensed SemiBold"/>
                <a:cs typeface="Saira SemiCondensed SemiBold"/>
                <a:sym typeface="Saira SemiCondensed SemiBold"/>
              </a:defRPr>
            </a:lvl1pPr>
            <a:lvl2pPr lvl="1" rtl="0" algn="r">
              <a:spcBef>
                <a:spcPts val="0"/>
              </a:spcBef>
              <a:spcAft>
                <a:spcPts val="0"/>
              </a:spcAft>
              <a:buSzPts val="2800"/>
              <a:buNone/>
              <a:defRPr/>
            </a:lvl2pPr>
            <a:lvl3pPr lvl="2" rtl="0" algn="r">
              <a:spcBef>
                <a:spcPts val="0"/>
              </a:spcBef>
              <a:spcAft>
                <a:spcPts val="0"/>
              </a:spcAft>
              <a:buSzPts val="2800"/>
              <a:buNone/>
              <a:defRPr/>
            </a:lvl3pPr>
            <a:lvl4pPr lvl="3" rtl="0" algn="r">
              <a:spcBef>
                <a:spcPts val="0"/>
              </a:spcBef>
              <a:spcAft>
                <a:spcPts val="0"/>
              </a:spcAft>
              <a:buSzPts val="2800"/>
              <a:buNone/>
              <a:defRPr/>
            </a:lvl4pPr>
            <a:lvl5pPr lvl="4" rtl="0" algn="r">
              <a:spcBef>
                <a:spcPts val="0"/>
              </a:spcBef>
              <a:spcAft>
                <a:spcPts val="0"/>
              </a:spcAft>
              <a:buSzPts val="2800"/>
              <a:buNone/>
              <a:defRPr/>
            </a:lvl5pPr>
            <a:lvl6pPr lvl="5" rtl="0" algn="r">
              <a:spcBef>
                <a:spcPts val="0"/>
              </a:spcBef>
              <a:spcAft>
                <a:spcPts val="0"/>
              </a:spcAft>
              <a:buSzPts val="2800"/>
              <a:buNone/>
              <a:defRPr/>
            </a:lvl6pPr>
            <a:lvl7pPr lvl="6" rtl="0" algn="r">
              <a:spcBef>
                <a:spcPts val="0"/>
              </a:spcBef>
              <a:spcAft>
                <a:spcPts val="0"/>
              </a:spcAft>
              <a:buSzPts val="2800"/>
              <a:buNone/>
              <a:defRPr/>
            </a:lvl7pPr>
            <a:lvl8pPr lvl="7" rtl="0" algn="r">
              <a:spcBef>
                <a:spcPts val="0"/>
              </a:spcBef>
              <a:spcAft>
                <a:spcPts val="0"/>
              </a:spcAft>
              <a:buSzPts val="2800"/>
              <a:buNone/>
              <a:defRPr/>
            </a:lvl8pPr>
            <a:lvl9pPr lvl="8" rtl="0" algn="r">
              <a:spcBef>
                <a:spcPts val="0"/>
              </a:spcBef>
              <a:spcAft>
                <a:spcPts val="0"/>
              </a:spcAft>
              <a:buSzPts val="2800"/>
              <a:buNone/>
              <a:defRPr/>
            </a:lvl9pPr>
          </a:lstStyle>
          <a:p/>
        </p:txBody>
      </p:sp>
      <p:sp>
        <p:nvSpPr>
          <p:cNvPr id="2920" name="Google Shape;2920;p42"/>
          <p:cNvSpPr txBox="1"/>
          <p:nvPr>
            <p:ph idx="1" type="subTitle"/>
          </p:nvPr>
        </p:nvSpPr>
        <p:spPr>
          <a:xfrm flipH="1">
            <a:off x="5900011" y="2967450"/>
            <a:ext cx="2548800" cy="564900"/>
          </a:xfrm>
          <a:prstGeom prst="rect">
            <a:avLst/>
          </a:prstGeom>
          <a:noFill/>
          <a:ln>
            <a:noFill/>
          </a:ln>
        </p:spPr>
        <p:txBody>
          <a:bodyPr anchorCtr="0" anchor="t" bIns="34275" lIns="68575" spcFirstLastPara="1" rIns="68575" wrap="square" tIns="34275">
            <a:noAutofit/>
          </a:bodyPr>
          <a:lstStyle>
            <a:lvl1pPr lvl="0" rtl="0" algn="r">
              <a:lnSpc>
                <a:spcPct val="90000"/>
              </a:lnSpc>
              <a:spcBef>
                <a:spcPts val="0"/>
              </a:spcBef>
              <a:spcAft>
                <a:spcPts val="0"/>
              </a:spcAft>
              <a:buSzPts val="1200"/>
              <a:buNone/>
              <a:defRPr sz="1200">
                <a:latin typeface="Abel"/>
                <a:ea typeface="Abel"/>
                <a:cs typeface="Abel"/>
                <a:sym typeface="Abel"/>
              </a:defRPr>
            </a:lvl1pPr>
            <a:lvl2pPr lvl="1" rtl="0" algn="r">
              <a:lnSpc>
                <a:spcPct val="90000"/>
              </a:lnSpc>
              <a:spcBef>
                <a:spcPts val="400"/>
              </a:spcBef>
              <a:spcAft>
                <a:spcPts val="0"/>
              </a:spcAft>
              <a:buSzPts val="1500"/>
              <a:buNone/>
              <a:defRPr sz="1500"/>
            </a:lvl2pPr>
            <a:lvl3pPr lvl="2" rtl="0" algn="r">
              <a:lnSpc>
                <a:spcPct val="90000"/>
              </a:lnSpc>
              <a:spcBef>
                <a:spcPts val="400"/>
              </a:spcBef>
              <a:spcAft>
                <a:spcPts val="0"/>
              </a:spcAft>
              <a:buSzPts val="1400"/>
              <a:buNone/>
              <a:defRPr sz="1400"/>
            </a:lvl3pPr>
            <a:lvl4pPr lvl="3" rtl="0" algn="r">
              <a:lnSpc>
                <a:spcPct val="90000"/>
              </a:lnSpc>
              <a:spcBef>
                <a:spcPts val="400"/>
              </a:spcBef>
              <a:spcAft>
                <a:spcPts val="0"/>
              </a:spcAft>
              <a:buSzPts val="1200"/>
              <a:buNone/>
              <a:defRPr sz="1200"/>
            </a:lvl4pPr>
            <a:lvl5pPr lvl="4" rtl="0" algn="r">
              <a:lnSpc>
                <a:spcPct val="90000"/>
              </a:lnSpc>
              <a:spcBef>
                <a:spcPts val="400"/>
              </a:spcBef>
              <a:spcAft>
                <a:spcPts val="0"/>
              </a:spcAft>
              <a:buSzPts val="1200"/>
              <a:buNone/>
              <a:defRPr sz="1200"/>
            </a:lvl5pPr>
            <a:lvl6pPr lvl="5" rtl="0" algn="r">
              <a:lnSpc>
                <a:spcPct val="90000"/>
              </a:lnSpc>
              <a:spcBef>
                <a:spcPts val="400"/>
              </a:spcBef>
              <a:spcAft>
                <a:spcPts val="0"/>
              </a:spcAft>
              <a:buSzPts val="1200"/>
              <a:buNone/>
              <a:defRPr sz="1200"/>
            </a:lvl6pPr>
            <a:lvl7pPr lvl="6" rtl="0" algn="r">
              <a:lnSpc>
                <a:spcPct val="90000"/>
              </a:lnSpc>
              <a:spcBef>
                <a:spcPts val="400"/>
              </a:spcBef>
              <a:spcAft>
                <a:spcPts val="0"/>
              </a:spcAft>
              <a:buSzPts val="1200"/>
              <a:buNone/>
              <a:defRPr sz="1200"/>
            </a:lvl7pPr>
            <a:lvl8pPr lvl="7" rtl="0" algn="r">
              <a:lnSpc>
                <a:spcPct val="90000"/>
              </a:lnSpc>
              <a:spcBef>
                <a:spcPts val="400"/>
              </a:spcBef>
              <a:spcAft>
                <a:spcPts val="0"/>
              </a:spcAft>
              <a:buSzPts val="1200"/>
              <a:buNone/>
              <a:defRPr sz="1200"/>
            </a:lvl8pPr>
            <a:lvl9pPr lvl="8" rtl="0" algn="r">
              <a:lnSpc>
                <a:spcPct val="90000"/>
              </a:lnSpc>
              <a:spcBef>
                <a:spcPts val="400"/>
              </a:spcBef>
              <a:spcAft>
                <a:spcPts val="0"/>
              </a:spcAft>
              <a:buSzPts val="1200"/>
              <a:buNone/>
              <a:defRPr sz="1200"/>
            </a:lvl9pPr>
          </a:lstStyle>
          <a:p/>
        </p:txBody>
      </p:sp>
      <p:sp>
        <p:nvSpPr>
          <p:cNvPr id="2921" name="Google Shape;2921;p42"/>
          <p:cNvSpPr/>
          <p:nvPr/>
        </p:nvSpPr>
        <p:spPr>
          <a:xfrm flipH="1">
            <a:off x="0" y="0"/>
            <a:ext cx="4196935" cy="5143530"/>
          </a:xfrm>
          <a:custGeom>
            <a:rect b="b" l="l" r="r" t="t"/>
            <a:pathLst>
              <a:path extrusionOk="0" h="65892" w="140542">
                <a:moveTo>
                  <a:pt x="0" y="0"/>
                </a:moveTo>
                <a:lnTo>
                  <a:pt x="0" y="65891"/>
                </a:lnTo>
                <a:lnTo>
                  <a:pt x="140541" y="65891"/>
                </a:lnTo>
                <a:lnTo>
                  <a:pt x="140541" y="0"/>
                </a:ln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2" name="Google Shape;2922;p42"/>
          <p:cNvSpPr/>
          <p:nvPr/>
        </p:nvSpPr>
        <p:spPr>
          <a:xfrm>
            <a:off x="8636100" y="4635600"/>
            <a:ext cx="507900" cy="5079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p:cSld name="1_Título y objetos_4_1_1">
    <p:bg>
      <p:bgPr>
        <a:solidFill>
          <a:srgbClr val="F3F3F3"/>
        </a:solidFill>
      </p:bgPr>
    </p:bg>
    <p:spTree>
      <p:nvGrpSpPr>
        <p:cNvPr id="2923" name="Shape 2923"/>
        <p:cNvGrpSpPr/>
        <p:nvPr/>
      </p:nvGrpSpPr>
      <p:grpSpPr>
        <a:xfrm>
          <a:off x="0" y="0"/>
          <a:ext cx="0" cy="0"/>
          <a:chOff x="0" y="0"/>
          <a:chExt cx="0" cy="0"/>
        </a:xfrm>
      </p:grpSpPr>
      <p:sp>
        <p:nvSpPr>
          <p:cNvPr id="2924" name="Google Shape;2924;p43"/>
          <p:cNvSpPr txBox="1"/>
          <p:nvPr>
            <p:ph idx="1" type="subTitle"/>
          </p:nvPr>
        </p:nvSpPr>
        <p:spPr>
          <a:xfrm flipH="1">
            <a:off x="2842350" y="2539033"/>
            <a:ext cx="1426500" cy="1023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1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2925" name="Google Shape;2925;p43"/>
          <p:cNvSpPr txBox="1"/>
          <p:nvPr>
            <p:ph idx="2" type="subTitle"/>
          </p:nvPr>
        </p:nvSpPr>
        <p:spPr>
          <a:xfrm flipH="1">
            <a:off x="2677175" y="2248000"/>
            <a:ext cx="1756800" cy="356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800"/>
              <a:buFont typeface="Fjalla One"/>
              <a:buNone/>
              <a:defRPr sz="1400">
                <a:latin typeface="Saira SemiCondensed SemiBold"/>
                <a:ea typeface="Saira SemiCondensed SemiBold"/>
                <a:cs typeface="Saira SemiCondensed SemiBold"/>
                <a:sym typeface="Saira SemiCondensed SemiBold"/>
              </a:defRPr>
            </a:lvl1pPr>
            <a:lvl2pPr lvl="1" rtl="0" algn="ctr">
              <a:lnSpc>
                <a:spcPct val="100000"/>
              </a:lnSpc>
              <a:spcBef>
                <a:spcPts val="0"/>
              </a:spcBef>
              <a:spcAft>
                <a:spcPts val="0"/>
              </a:spcAft>
              <a:buSzPts val="1800"/>
              <a:buFont typeface="Fjalla One"/>
              <a:buNone/>
              <a:defRPr sz="1800">
                <a:latin typeface="Fjalla One"/>
                <a:ea typeface="Fjalla One"/>
                <a:cs typeface="Fjalla One"/>
                <a:sym typeface="Fjalla One"/>
              </a:defRPr>
            </a:lvl2pPr>
            <a:lvl3pPr lvl="2" rtl="0" algn="ctr">
              <a:lnSpc>
                <a:spcPct val="100000"/>
              </a:lnSpc>
              <a:spcBef>
                <a:spcPts val="0"/>
              </a:spcBef>
              <a:spcAft>
                <a:spcPts val="0"/>
              </a:spcAft>
              <a:buSzPts val="1800"/>
              <a:buFont typeface="Fjalla One"/>
              <a:buNone/>
              <a:defRPr sz="1800">
                <a:latin typeface="Fjalla One"/>
                <a:ea typeface="Fjalla One"/>
                <a:cs typeface="Fjalla One"/>
                <a:sym typeface="Fjalla One"/>
              </a:defRPr>
            </a:lvl3pPr>
            <a:lvl4pPr lvl="3" rtl="0" algn="ctr">
              <a:lnSpc>
                <a:spcPct val="100000"/>
              </a:lnSpc>
              <a:spcBef>
                <a:spcPts val="0"/>
              </a:spcBef>
              <a:spcAft>
                <a:spcPts val="0"/>
              </a:spcAft>
              <a:buSzPts val="1800"/>
              <a:buFont typeface="Fjalla One"/>
              <a:buNone/>
              <a:defRPr sz="1800">
                <a:latin typeface="Fjalla One"/>
                <a:ea typeface="Fjalla One"/>
                <a:cs typeface="Fjalla One"/>
                <a:sym typeface="Fjalla One"/>
              </a:defRPr>
            </a:lvl4pPr>
            <a:lvl5pPr lvl="4" rtl="0" algn="ctr">
              <a:lnSpc>
                <a:spcPct val="100000"/>
              </a:lnSpc>
              <a:spcBef>
                <a:spcPts val="0"/>
              </a:spcBef>
              <a:spcAft>
                <a:spcPts val="0"/>
              </a:spcAft>
              <a:buSzPts val="1800"/>
              <a:buFont typeface="Fjalla One"/>
              <a:buNone/>
              <a:defRPr sz="1800">
                <a:latin typeface="Fjalla One"/>
                <a:ea typeface="Fjalla One"/>
                <a:cs typeface="Fjalla One"/>
                <a:sym typeface="Fjalla One"/>
              </a:defRPr>
            </a:lvl5pPr>
            <a:lvl6pPr lvl="5" rtl="0" algn="ctr">
              <a:lnSpc>
                <a:spcPct val="100000"/>
              </a:lnSpc>
              <a:spcBef>
                <a:spcPts val="0"/>
              </a:spcBef>
              <a:spcAft>
                <a:spcPts val="0"/>
              </a:spcAft>
              <a:buSzPts val="1800"/>
              <a:buFont typeface="Fjalla One"/>
              <a:buNone/>
              <a:defRPr sz="1800">
                <a:latin typeface="Fjalla One"/>
                <a:ea typeface="Fjalla One"/>
                <a:cs typeface="Fjalla One"/>
                <a:sym typeface="Fjalla One"/>
              </a:defRPr>
            </a:lvl6pPr>
            <a:lvl7pPr lvl="6" rtl="0" algn="ctr">
              <a:lnSpc>
                <a:spcPct val="100000"/>
              </a:lnSpc>
              <a:spcBef>
                <a:spcPts val="0"/>
              </a:spcBef>
              <a:spcAft>
                <a:spcPts val="0"/>
              </a:spcAft>
              <a:buSzPts val="1800"/>
              <a:buFont typeface="Fjalla One"/>
              <a:buNone/>
              <a:defRPr sz="1800">
                <a:latin typeface="Fjalla One"/>
                <a:ea typeface="Fjalla One"/>
                <a:cs typeface="Fjalla One"/>
                <a:sym typeface="Fjalla One"/>
              </a:defRPr>
            </a:lvl7pPr>
            <a:lvl8pPr lvl="7" rtl="0" algn="ctr">
              <a:lnSpc>
                <a:spcPct val="100000"/>
              </a:lnSpc>
              <a:spcBef>
                <a:spcPts val="0"/>
              </a:spcBef>
              <a:spcAft>
                <a:spcPts val="0"/>
              </a:spcAft>
              <a:buSzPts val="1800"/>
              <a:buFont typeface="Fjalla One"/>
              <a:buNone/>
              <a:defRPr sz="1800">
                <a:latin typeface="Fjalla One"/>
                <a:ea typeface="Fjalla One"/>
                <a:cs typeface="Fjalla One"/>
                <a:sym typeface="Fjalla One"/>
              </a:defRPr>
            </a:lvl8pPr>
            <a:lvl9pPr lvl="8" rtl="0" algn="ctr">
              <a:lnSpc>
                <a:spcPct val="100000"/>
              </a:lnSpc>
              <a:spcBef>
                <a:spcPts val="0"/>
              </a:spcBef>
              <a:spcAft>
                <a:spcPts val="0"/>
              </a:spcAft>
              <a:buSzPts val="1800"/>
              <a:buFont typeface="Fjalla One"/>
              <a:buNone/>
              <a:defRPr sz="1800">
                <a:latin typeface="Fjalla One"/>
                <a:ea typeface="Fjalla One"/>
                <a:cs typeface="Fjalla One"/>
                <a:sym typeface="Fjalla One"/>
              </a:defRPr>
            </a:lvl9pPr>
          </a:lstStyle>
          <a:p/>
        </p:txBody>
      </p:sp>
      <p:sp>
        <p:nvSpPr>
          <p:cNvPr id="2926" name="Google Shape;2926;p43"/>
          <p:cNvSpPr txBox="1"/>
          <p:nvPr>
            <p:ph idx="3" type="subTitle"/>
          </p:nvPr>
        </p:nvSpPr>
        <p:spPr>
          <a:xfrm flipH="1">
            <a:off x="4903700" y="2539033"/>
            <a:ext cx="1426500" cy="1023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1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2927" name="Google Shape;2927;p43"/>
          <p:cNvSpPr txBox="1"/>
          <p:nvPr>
            <p:ph idx="4" type="subTitle"/>
          </p:nvPr>
        </p:nvSpPr>
        <p:spPr>
          <a:xfrm flipH="1">
            <a:off x="4738525" y="2248000"/>
            <a:ext cx="1756800" cy="356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800"/>
              <a:buFont typeface="Fjalla One"/>
              <a:buNone/>
              <a:defRPr sz="1400">
                <a:latin typeface="Saira SemiCondensed SemiBold"/>
                <a:ea typeface="Saira SemiCondensed SemiBold"/>
                <a:cs typeface="Saira SemiCondensed SemiBold"/>
                <a:sym typeface="Saira SemiCondensed SemiBold"/>
              </a:defRPr>
            </a:lvl1pPr>
            <a:lvl2pPr lvl="1" rtl="0" algn="ctr">
              <a:lnSpc>
                <a:spcPct val="100000"/>
              </a:lnSpc>
              <a:spcBef>
                <a:spcPts val="0"/>
              </a:spcBef>
              <a:spcAft>
                <a:spcPts val="0"/>
              </a:spcAft>
              <a:buSzPts val="1800"/>
              <a:buFont typeface="Fjalla One"/>
              <a:buNone/>
              <a:defRPr sz="1800">
                <a:latin typeface="Fjalla One"/>
                <a:ea typeface="Fjalla One"/>
                <a:cs typeface="Fjalla One"/>
                <a:sym typeface="Fjalla One"/>
              </a:defRPr>
            </a:lvl2pPr>
            <a:lvl3pPr lvl="2" rtl="0" algn="ctr">
              <a:lnSpc>
                <a:spcPct val="100000"/>
              </a:lnSpc>
              <a:spcBef>
                <a:spcPts val="0"/>
              </a:spcBef>
              <a:spcAft>
                <a:spcPts val="0"/>
              </a:spcAft>
              <a:buSzPts val="1800"/>
              <a:buFont typeface="Fjalla One"/>
              <a:buNone/>
              <a:defRPr sz="1800">
                <a:latin typeface="Fjalla One"/>
                <a:ea typeface="Fjalla One"/>
                <a:cs typeface="Fjalla One"/>
                <a:sym typeface="Fjalla One"/>
              </a:defRPr>
            </a:lvl3pPr>
            <a:lvl4pPr lvl="3" rtl="0" algn="ctr">
              <a:lnSpc>
                <a:spcPct val="100000"/>
              </a:lnSpc>
              <a:spcBef>
                <a:spcPts val="0"/>
              </a:spcBef>
              <a:spcAft>
                <a:spcPts val="0"/>
              </a:spcAft>
              <a:buSzPts val="1800"/>
              <a:buFont typeface="Fjalla One"/>
              <a:buNone/>
              <a:defRPr sz="1800">
                <a:latin typeface="Fjalla One"/>
                <a:ea typeface="Fjalla One"/>
                <a:cs typeface="Fjalla One"/>
                <a:sym typeface="Fjalla One"/>
              </a:defRPr>
            </a:lvl4pPr>
            <a:lvl5pPr lvl="4" rtl="0" algn="ctr">
              <a:lnSpc>
                <a:spcPct val="100000"/>
              </a:lnSpc>
              <a:spcBef>
                <a:spcPts val="0"/>
              </a:spcBef>
              <a:spcAft>
                <a:spcPts val="0"/>
              </a:spcAft>
              <a:buSzPts val="1800"/>
              <a:buFont typeface="Fjalla One"/>
              <a:buNone/>
              <a:defRPr sz="1800">
                <a:latin typeface="Fjalla One"/>
                <a:ea typeface="Fjalla One"/>
                <a:cs typeface="Fjalla One"/>
                <a:sym typeface="Fjalla One"/>
              </a:defRPr>
            </a:lvl5pPr>
            <a:lvl6pPr lvl="5" rtl="0" algn="ctr">
              <a:lnSpc>
                <a:spcPct val="100000"/>
              </a:lnSpc>
              <a:spcBef>
                <a:spcPts val="0"/>
              </a:spcBef>
              <a:spcAft>
                <a:spcPts val="0"/>
              </a:spcAft>
              <a:buSzPts val="1800"/>
              <a:buFont typeface="Fjalla One"/>
              <a:buNone/>
              <a:defRPr sz="1800">
                <a:latin typeface="Fjalla One"/>
                <a:ea typeface="Fjalla One"/>
                <a:cs typeface="Fjalla One"/>
                <a:sym typeface="Fjalla One"/>
              </a:defRPr>
            </a:lvl6pPr>
            <a:lvl7pPr lvl="6" rtl="0" algn="ctr">
              <a:lnSpc>
                <a:spcPct val="100000"/>
              </a:lnSpc>
              <a:spcBef>
                <a:spcPts val="0"/>
              </a:spcBef>
              <a:spcAft>
                <a:spcPts val="0"/>
              </a:spcAft>
              <a:buSzPts val="1800"/>
              <a:buFont typeface="Fjalla One"/>
              <a:buNone/>
              <a:defRPr sz="1800">
                <a:latin typeface="Fjalla One"/>
                <a:ea typeface="Fjalla One"/>
                <a:cs typeface="Fjalla One"/>
                <a:sym typeface="Fjalla One"/>
              </a:defRPr>
            </a:lvl7pPr>
            <a:lvl8pPr lvl="7" rtl="0" algn="ctr">
              <a:lnSpc>
                <a:spcPct val="100000"/>
              </a:lnSpc>
              <a:spcBef>
                <a:spcPts val="0"/>
              </a:spcBef>
              <a:spcAft>
                <a:spcPts val="0"/>
              </a:spcAft>
              <a:buSzPts val="1800"/>
              <a:buFont typeface="Fjalla One"/>
              <a:buNone/>
              <a:defRPr sz="1800">
                <a:latin typeface="Fjalla One"/>
                <a:ea typeface="Fjalla One"/>
                <a:cs typeface="Fjalla One"/>
                <a:sym typeface="Fjalla One"/>
              </a:defRPr>
            </a:lvl8pPr>
            <a:lvl9pPr lvl="8" rtl="0" algn="ctr">
              <a:lnSpc>
                <a:spcPct val="100000"/>
              </a:lnSpc>
              <a:spcBef>
                <a:spcPts val="0"/>
              </a:spcBef>
              <a:spcAft>
                <a:spcPts val="0"/>
              </a:spcAft>
              <a:buSzPts val="1800"/>
              <a:buFont typeface="Fjalla One"/>
              <a:buNone/>
              <a:defRPr sz="1800">
                <a:latin typeface="Fjalla One"/>
                <a:ea typeface="Fjalla One"/>
                <a:cs typeface="Fjalla One"/>
                <a:sym typeface="Fjalla One"/>
              </a:defRPr>
            </a:lvl9pPr>
          </a:lstStyle>
          <a:p/>
        </p:txBody>
      </p:sp>
      <p:sp>
        <p:nvSpPr>
          <p:cNvPr id="2928" name="Google Shape;2928;p43"/>
          <p:cNvSpPr txBox="1"/>
          <p:nvPr>
            <p:ph idx="5" type="subTitle"/>
          </p:nvPr>
        </p:nvSpPr>
        <p:spPr>
          <a:xfrm flipH="1">
            <a:off x="6965050" y="2539033"/>
            <a:ext cx="1426500" cy="1023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1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2929" name="Google Shape;2929;p43"/>
          <p:cNvSpPr txBox="1"/>
          <p:nvPr>
            <p:ph idx="6" type="subTitle"/>
          </p:nvPr>
        </p:nvSpPr>
        <p:spPr>
          <a:xfrm flipH="1">
            <a:off x="6799875" y="2248000"/>
            <a:ext cx="1756800" cy="356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800"/>
              <a:buFont typeface="Fjalla One"/>
              <a:buNone/>
              <a:defRPr sz="1400">
                <a:latin typeface="Saira SemiCondensed SemiBold"/>
                <a:ea typeface="Saira SemiCondensed SemiBold"/>
                <a:cs typeface="Saira SemiCondensed SemiBold"/>
                <a:sym typeface="Saira SemiCondensed SemiBold"/>
              </a:defRPr>
            </a:lvl1pPr>
            <a:lvl2pPr lvl="1" rtl="0" algn="ctr">
              <a:lnSpc>
                <a:spcPct val="100000"/>
              </a:lnSpc>
              <a:spcBef>
                <a:spcPts val="0"/>
              </a:spcBef>
              <a:spcAft>
                <a:spcPts val="0"/>
              </a:spcAft>
              <a:buSzPts val="1800"/>
              <a:buFont typeface="Fjalla One"/>
              <a:buNone/>
              <a:defRPr sz="1800">
                <a:latin typeface="Fjalla One"/>
                <a:ea typeface="Fjalla One"/>
                <a:cs typeface="Fjalla One"/>
                <a:sym typeface="Fjalla One"/>
              </a:defRPr>
            </a:lvl2pPr>
            <a:lvl3pPr lvl="2" rtl="0" algn="ctr">
              <a:lnSpc>
                <a:spcPct val="100000"/>
              </a:lnSpc>
              <a:spcBef>
                <a:spcPts val="0"/>
              </a:spcBef>
              <a:spcAft>
                <a:spcPts val="0"/>
              </a:spcAft>
              <a:buSzPts val="1800"/>
              <a:buFont typeface="Fjalla One"/>
              <a:buNone/>
              <a:defRPr sz="1800">
                <a:latin typeface="Fjalla One"/>
                <a:ea typeface="Fjalla One"/>
                <a:cs typeface="Fjalla One"/>
                <a:sym typeface="Fjalla One"/>
              </a:defRPr>
            </a:lvl3pPr>
            <a:lvl4pPr lvl="3" rtl="0" algn="ctr">
              <a:lnSpc>
                <a:spcPct val="100000"/>
              </a:lnSpc>
              <a:spcBef>
                <a:spcPts val="0"/>
              </a:spcBef>
              <a:spcAft>
                <a:spcPts val="0"/>
              </a:spcAft>
              <a:buSzPts val="1800"/>
              <a:buFont typeface="Fjalla One"/>
              <a:buNone/>
              <a:defRPr sz="1800">
                <a:latin typeface="Fjalla One"/>
                <a:ea typeface="Fjalla One"/>
                <a:cs typeface="Fjalla One"/>
                <a:sym typeface="Fjalla One"/>
              </a:defRPr>
            </a:lvl4pPr>
            <a:lvl5pPr lvl="4" rtl="0" algn="ctr">
              <a:lnSpc>
                <a:spcPct val="100000"/>
              </a:lnSpc>
              <a:spcBef>
                <a:spcPts val="0"/>
              </a:spcBef>
              <a:spcAft>
                <a:spcPts val="0"/>
              </a:spcAft>
              <a:buSzPts val="1800"/>
              <a:buFont typeface="Fjalla One"/>
              <a:buNone/>
              <a:defRPr sz="1800">
                <a:latin typeface="Fjalla One"/>
                <a:ea typeface="Fjalla One"/>
                <a:cs typeface="Fjalla One"/>
                <a:sym typeface="Fjalla One"/>
              </a:defRPr>
            </a:lvl5pPr>
            <a:lvl6pPr lvl="5" rtl="0" algn="ctr">
              <a:lnSpc>
                <a:spcPct val="100000"/>
              </a:lnSpc>
              <a:spcBef>
                <a:spcPts val="0"/>
              </a:spcBef>
              <a:spcAft>
                <a:spcPts val="0"/>
              </a:spcAft>
              <a:buSzPts val="1800"/>
              <a:buFont typeface="Fjalla One"/>
              <a:buNone/>
              <a:defRPr sz="1800">
                <a:latin typeface="Fjalla One"/>
                <a:ea typeface="Fjalla One"/>
                <a:cs typeface="Fjalla One"/>
                <a:sym typeface="Fjalla One"/>
              </a:defRPr>
            </a:lvl6pPr>
            <a:lvl7pPr lvl="6" rtl="0" algn="ctr">
              <a:lnSpc>
                <a:spcPct val="100000"/>
              </a:lnSpc>
              <a:spcBef>
                <a:spcPts val="0"/>
              </a:spcBef>
              <a:spcAft>
                <a:spcPts val="0"/>
              </a:spcAft>
              <a:buSzPts val="1800"/>
              <a:buFont typeface="Fjalla One"/>
              <a:buNone/>
              <a:defRPr sz="1800">
                <a:latin typeface="Fjalla One"/>
                <a:ea typeface="Fjalla One"/>
                <a:cs typeface="Fjalla One"/>
                <a:sym typeface="Fjalla One"/>
              </a:defRPr>
            </a:lvl7pPr>
            <a:lvl8pPr lvl="7" rtl="0" algn="ctr">
              <a:lnSpc>
                <a:spcPct val="100000"/>
              </a:lnSpc>
              <a:spcBef>
                <a:spcPts val="0"/>
              </a:spcBef>
              <a:spcAft>
                <a:spcPts val="0"/>
              </a:spcAft>
              <a:buSzPts val="1800"/>
              <a:buFont typeface="Fjalla One"/>
              <a:buNone/>
              <a:defRPr sz="1800">
                <a:latin typeface="Fjalla One"/>
                <a:ea typeface="Fjalla One"/>
                <a:cs typeface="Fjalla One"/>
                <a:sym typeface="Fjalla One"/>
              </a:defRPr>
            </a:lvl8pPr>
            <a:lvl9pPr lvl="8" rtl="0" algn="ctr">
              <a:lnSpc>
                <a:spcPct val="100000"/>
              </a:lnSpc>
              <a:spcBef>
                <a:spcPts val="0"/>
              </a:spcBef>
              <a:spcAft>
                <a:spcPts val="0"/>
              </a:spcAft>
              <a:buSzPts val="1800"/>
              <a:buFont typeface="Fjalla One"/>
              <a:buNone/>
              <a:defRPr sz="1800">
                <a:latin typeface="Fjalla One"/>
                <a:ea typeface="Fjalla One"/>
                <a:cs typeface="Fjalla One"/>
                <a:sym typeface="Fjalla One"/>
              </a:defRPr>
            </a:lvl9pPr>
          </a:lstStyle>
          <a:p/>
        </p:txBody>
      </p:sp>
      <p:sp>
        <p:nvSpPr>
          <p:cNvPr id="2930" name="Google Shape;2930;p43"/>
          <p:cNvSpPr/>
          <p:nvPr/>
        </p:nvSpPr>
        <p:spPr>
          <a:xfrm>
            <a:off x="0" y="0"/>
            <a:ext cx="722700" cy="5143500"/>
          </a:xfrm>
          <a:prstGeom prst="rect">
            <a:avLst/>
          </a:pr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1" name="Google Shape;2931;p43"/>
          <p:cNvSpPr txBox="1"/>
          <p:nvPr>
            <p:ph type="ctrTitle"/>
          </p:nvPr>
        </p:nvSpPr>
        <p:spPr>
          <a:xfrm flipH="1">
            <a:off x="973500" y="1951175"/>
            <a:ext cx="1245900" cy="1241400"/>
          </a:xfrm>
          <a:prstGeom prst="rect">
            <a:avLst/>
          </a:prstGeom>
          <a:noFill/>
          <a:ln>
            <a:noFill/>
          </a:ln>
        </p:spPr>
        <p:txBody>
          <a:bodyPr anchorCtr="0" anchor="ctr" bIns="34275" lIns="68575" spcFirstLastPara="1" rIns="68575" wrap="square" tIns="34275">
            <a:noAutofit/>
          </a:bodyPr>
          <a:lstStyle>
            <a:lvl1pPr lvl="0" rtl="0">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1pPr>
            <a:lvl2pPr lvl="1"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2pPr>
            <a:lvl3pPr lvl="2"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3pPr>
            <a:lvl4pPr lvl="3"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4pPr>
            <a:lvl5pPr lvl="4"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5pPr>
            <a:lvl6pPr lvl="5"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6pPr>
            <a:lvl7pPr lvl="6"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7pPr>
            <a:lvl8pPr lvl="7"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8pPr>
            <a:lvl9pPr lvl="8"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9pPr>
          </a:lstStyle>
          <a:p/>
        </p:txBody>
      </p:sp>
      <p:sp>
        <p:nvSpPr>
          <p:cNvPr id="2932" name="Google Shape;2932;p43"/>
          <p:cNvSpPr/>
          <p:nvPr/>
        </p:nvSpPr>
        <p:spPr>
          <a:xfrm>
            <a:off x="8636100" y="4635600"/>
            <a:ext cx="507900" cy="5079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DESIGN ">
  <p:cSld name="8_Título y objetos_2">
    <p:bg>
      <p:bgPr>
        <a:solidFill>
          <a:srgbClr val="F3F3F3"/>
        </a:solidFill>
      </p:bgPr>
    </p:bg>
    <p:spTree>
      <p:nvGrpSpPr>
        <p:cNvPr id="2933" name="Shape 2933"/>
        <p:cNvGrpSpPr/>
        <p:nvPr/>
      </p:nvGrpSpPr>
      <p:grpSpPr>
        <a:xfrm>
          <a:off x="0" y="0"/>
          <a:ext cx="0" cy="0"/>
          <a:chOff x="0" y="0"/>
          <a:chExt cx="0" cy="0"/>
        </a:xfrm>
      </p:grpSpPr>
      <p:sp>
        <p:nvSpPr>
          <p:cNvPr id="2934" name="Google Shape;2934;p44"/>
          <p:cNvSpPr/>
          <p:nvPr/>
        </p:nvSpPr>
        <p:spPr>
          <a:xfrm>
            <a:off x="0" y="125"/>
            <a:ext cx="722700" cy="5143500"/>
          </a:xfrm>
          <a:prstGeom prst="rect">
            <a:avLst/>
          </a:pr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5" name="Google Shape;2935;p44"/>
          <p:cNvSpPr txBox="1"/>
          <p:nvPr>
            <p:ph type="ctrTitle"/>
          </p:nvPr>
        </p:nvSpPr>
        <p:spPr>
          <a:xfrm flipH="1">
            <a:off x="973500" y="1951175"/>
            <a:ext cx="1245900" cy="1241400"/>
          </a:xfrm>
          <a:prstGeom prst="rect">
            <a:avLst/>
          </a:prstGeom>
          <a:noFill/>
          <a:ln>
            <a:noFill/>
          </a:ln>
        </p:spPr>
        <p:txBody>
          <a:bodyPr anchorCtr="0" anchor="ctr" bIns="34275" lIns="68575" spcFirstLastPara="1" rIns="68575" wrap="square" tIns="34275">
            <a:noAutofit/>
          </a:bodyPr>
          <a:lstStyle>
            <a:lvl1pPr lvl="0" rtl="0">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1pPr>
            <a:lvl2pPr lvl="1"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2pPr>
            <a:lvl3pPr lvl="2"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3pPr>
            <a:lvl4pPr lvl="3"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4pPr>
            <a:lvl5pPr lvl="4"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5pPr>
            <a:lvl6pPr lvl="5"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6pPr>
            <a:lvl7pPr lvl="6"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7pPr>
            <a:lvl8pPr lvl="7"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8pPr>
            <a:lvl9pPr lvl="8"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9pPr>
          </a:lstStyle>
          <a:p/>
        </p:txBody>
      </p:sp>
      <p:sp>
        <p:nvSpPr>
          <p:cNvPr id="2936" name="Google Shape;2936;p44"/>
          <p:cNvSpPr/>
          <p:nvPr/>
        </p:nvSpPr>
        <p:spPr>
          <a:xfrm>
            <a:off x="8636100" y="0"/>
            <a:ext cx="507900" cy="5079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1">
  <p:cSld name="1_Diapositiva de título_1">
    <p:bg>
      <p:bgPr>
        <a:solidFill>
          <a:srgbClr val="F3F3F3"/>
        </a:solidFill>
      </p:bgPr>
    </p:bg>
    <p:spTree>
      <p:nvGrpSpPr>
        <p:cNvPr id="2937" name="Shape 2937"/>
        <p:cNvGrpSpPr/>
        <p:nvPr/>
      </p:nvGrpSpPr>
      <p:grpSpPr>
        <a:xfrm>
          <a:off x="0" y="0"/>
          <a:ext cx="0" cy="0"/>
          <a:chOff x="0" y="0"/>
          <a:chExt cx="0" cy="0"/>
        </a:xfrm>
      </p:grpSpPr>
      <p:sp>
        <p:nvSpPr>
          <p:cNvPr id="2938" name="Google Shape;2938;p45"/>
          <p:cNvSpPr/>
          <p:nvPr/>
        </p:nvSpPr>
        <p:spPr>
          <a:xfrm>
            <a:off x="0" y="1269725"/>
            <a:ext cx="722700" cy="3873900"/>
          </a:xfrm>
          <a:prstGeom prst="rect">
            <a:avLst/>
          </a:pr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9" name="Google Shape;2939;p45"/>
          <p:cNvSpPr txBox="1"/>
          <p:nvPr>
            <p:ph type="ctrTitle"/>
          </p:nvPr>
        </p:nvSpPr>
        <p:spPr>
          <a:xfrm flipH="1">
            <a:off x="973175" y="1269725"/>
            <a:ext cx="4453500" cy="1241400"/>
          </a:xfrm>
          <a:prstGeom prst="rect">
            <a:avLst/>
          </a:prstGeom>
          <a:noFill/>
          <a:ln>
            <a:noFill/>
          </a:ln>
        </p:spPr>
        <p:txBody>
          <a:bodyPr anchorCtr="0" anchor="b" bIns="34275" lIns="68575" spcFirstLastPara="1" rIns="68575" wrap="square" tIns="34275">
            <a:noAutofit/>
          </a:bodyPr>
          <a:lstStyle>
            <a:lvl1pPr lvl="0" rtl="0">
              <a:spcBef>
                <a:spcPts val="0"/>
              </a:spcBef>
              <a:spcAft>
                <a:spcPts val="0"/>
              </a:spcAft>
              <a:buSzPts val="4800"/>
              <a:buFont typeface="Saira SemiCondensed SemiBold"/>
              <a:buNone/>
              <a:defRPr sz="4800">
                <a:latin typeface="Saira SemiCondensed SemiBold"/>
                <a:ea typeface="Saira SemiCondensed SemiBold"/>
                <a:cs typeface="Saira SemiCondensed SemiBold"/>
                <a:sym typeface="Saira SemiCondensed SemiBold"/>
              </a:defRPr>
            </a:lvl1pPr>
            <a:lvl2pPr lvl="1" rtl="0" algn="r">
              <a:spcBef>
                <a:spcPts val="0"/>
              </a:spcBef>
              <a:spcAft>
                <a:spcPts val="0"/>
              </a:spcAft>
              <a:buSzPts val="4800"/>
              <a:buFont typeface="Saira SemiCondensed SemiBold"/>
              <a:buNone/>
              <a:defRPr sz="4800">
                <a:latin typeface="Saira SemiCondensed SemiBold"/>
                <a:ea typeface="Saira SemiCondensed SemiBold"/>
                <a:cs typeface="Saira SemiCondensed SemiBold"/>
                <a:sym typeface="Saira SemiCondensed SemiBold"/>
              </a:defRPr>
            </a:lvl2pPr>
            <a:lvl3pPr lvl="2" rtl="0" algn="r">
              <a:spcBef>
                <a:spcPts val="0"/>
              </a:spcBef>
              <a:spcAft>
                <a:spcPts val="0"/>
              </a:spcAft>
              <a:buSzPts val="4800"/>
              <a:buFont typeface="Saira SemiCondensed SemiBold"/>
              <a:buNone/>
              <a:defRPr sz="4800">
                <a:latin typeface="Saira SemiCondensed SemiBold"/>
                <a:ea typeface="Saira SemiCondensed SemiBold"/>
                <a:cs typeface="Saira SemiCondensed SemiBold"/>
                <a:sym typeface="Saira SemiCondensed SemiBold"/>
              </a:defRPr>
            </a:lvl3pPr>
            <a:lvl4pPr lvl="3" rtl="0" algn="r">
              <a:spcBef>
                <a:spcPts val="0"/>
              </a:spcBef>
              <a:spcAft>
                <a:spcPts val="0"/>
              </a:spcAft>
              <a:buSzPts val="4800"/>
              <a:buFont typeface="Saira SemiCondensed SemiBold"/>
              <a:buNone/>
              <a:defRPr sz="4800">
                <a:latin typeface="Saira SemiCondensed SemiBold"/>
                <a:ea typeface="Saira SemiCondensed SemiBold"/>
                <a:cs typeface="Saira SemiCondensed SemiBold"/>
                <a:sym typeface="Saira SemiCondensed SemiBold"/>
              </a:defRPr>
            </a:lvl4pPr>
            <a:lvl5pPr lvl="4" rtl="0" algn="r">
              <a:spcBef>
                <a:spcPts val="0"/>
              </a:spcBef>
              <a:spcAft>
                <a:spcPts val="0"/>
              </a:spcAft>
              <a:buSzPts val="4800"/>
              <a:buFont typeface="Saira SemiCondensed SemiBold"/>
              <a:buNone/>
              <a:defRPr sz="4800">
                <a:latin typeface="Saira SemiCondensed SemiBold"/>
                <a:ea typeface="Saira SemiCondensed SemiBold"/>
                <a:cs typeface="Saira SemiCondensed SemiBold"/>
                <a:sym typeface="Saira SemiCondensed SemiBold"/>
              </a:defRPr>
            </a:lvl5pPr>
            <a:lvl6pPr lvl="5" rtl="0" algn="r">
              <a:spcBef>
                <a:spcPts val="0"/>
              </a:spcBef>
              <a:spcAft>
                <a:spcPts val="0"/>
              </a:spcAft>
              <a:buSzPts val="4800"/>
              <a:buFont typeface="Saira SemiCondensed SemiBold"/>
              <a:buNone/>
              <a:defRPr sz="4800">
                <a:latin typeface="Saira SemiCondensed SemiBold"/>
                <a:ea typeface="Saira SemiCondensed SemiBold"/>
                <a:cs typeface="Saira SemiCondensed SemiBold"/>
                <a:sym typeface="Saira SemiCondensed SemiBold"/>
              </a:defRPr>
            </a:lvl6pPr>
            <a:lvl7pPr lvl="6" rtl="0" algn="r">
              <a:spcBef>
                <a:spcPts val="0"/>
              </a:spcBef>
              <a:spcAft>
                <a:spcPts val="0"/>
              </a:spcAft>
              <a:buSzPts val="4800"/>
              <a:buFont typeface="Saira SemiCondensed SemiBold"/>
              <a:buNone/>
              <a:defRPr sz="4800">
                <a:latin typeface="Saira SemiCondensed SemiBold"/>
                <a:ea typeface="Saira SemiCondensed SemiBold"/>
                <a:cs typeface="Saira SemiCondensed SemiBold"/>
                <a:sym typeface="Saira SemiCondensed SemiBold"/>
              </a:defRPr>
            </a:lvl7pPr>
            <a:lvl8pPr lvl="7" rtl="0" algn="r">
              <a:spcBef>
                <a:spcPts val="0"/>
              </a:spcBef>
              <a:spcAft>
                <a:spcPts val="0"/>
              </a:spcAft>
              <a:buSzPts val="4800"/>
              <a:buFont typeface="Saira SemiCondensed SemiBold"/>
              <a:buNone/>
              <a:defRPr sz="4800">
                <a:latin typeface="Saira SemiCondensed SemiBold"/>
                <a:ea typeface="Saira SemiCondensed SemiBold"/>
                <a:cs typeface="Saira SemiCondensed SemiBold"/>
                <a:sym typeface="Saira SemiCondensed SemiBold"/>
              </a:defRPr>
            </a:lvl8pPr>
            <a:lvl9pPr lvl="8" rtl="0" algn="r">
              <a:spcBef>
                <a:spcPts val="0"/>
              </a:spcBef>
              <a:spcAft>
                <a:spcPts val="0"/>
              </a:spcAft>
              <a:buSzPts val="4800"/>
              <a:buFont typeface="Saira SemiCondensed SemiBold"/>
              <a:buNone/>
              <a:defRPr sz="4800">
                <a:latin typeface="Saira SemiCondensed SemiBold"/>
                <a:ea typeface="Saira SemiCondensed SemiBold"/>
                <a:cs typeface="Saira SemiCondensed SemiBold"/>
                <a:sym typeface="Saira SemiCondensed SemiBold"/>
              </a:defRPr>
            </a:lvl9pPr>
          </a:lstStyle>
          <a:p/>
        </p:txBody>
      </p:sp>
      <p:sp>
        <p:nvSpPr>
          <p:cNvPr id="2940" name="Google Shape;2940;p45"/>
          <p:cNvSpPr txBox="1"/>
          <p:nvPr>
            <p:ph idx="1" type="subTitle"/>
          </p:nvPr>
        </p:nvSpPr>
        <p:spPr>
          <a:xfrm flipH="1">
            <a:off x="973175" y="2561375"/>
            <a:ext cx="2372400" cy="1241400"/>
          </a:xfrm>
          <a:prstGeom prst="rect">
            <a:avLst/>
          </a:prstGeom>
          <a:noFill/>
          <a:ln>
            <a:noFill/>
          </a:ln>
        </p:spPr>
        <p:txBody>
          <a:bodyPr anchorCtr="0" anchor="t" bIns="34275" lIns="68575" spcFirstLastPara="1" rIns="68575" wrap="square" tIns="34275">
            <a:noAutofit/>
          </a:bodyPr>
          <a:lstStyle>
            <a:lvl1pPr lvl="0" rtl="0">
              <a:lnSpc>
                <a:spcPct val="90000"/>
              </a:lnSpc>
              <a:spcBef>
                <a:spcPts val="800"/>
              </a:spcBef>
              <a:spcAft>
                <a:spcPts val="0"/>
              </a:spcAft>
              <a:buSzPts val="1200"/>
              <a:buFont typeface="Abel"/>
              <a:buNone/>
              <a:defRPr sz="1200">
                <a:latin typeface="Abel"/>
                <a:ea typeface="Abel"/>
                <a:cs typeface="Abel"/>
                <a:sym typeface="Abel"/>
              </a:defRPr>
            </a:lvl1pPr>
            <a:lvl2pPr lvl="1" rtl="0" algn="r">
              <a:lnSpc>
                <a:spcPct val="90000"/>
              </a:lnSpc>
              <a:spcBef>
                <a:spcPts val="400"/>
              </a:spcBef>
              <a:spcAft>
                <a:spcPts val="0"/>
              </a:spcAft>
              <a:buSzPts val="1200"/>
              <a:buFont typeface="Abel"/>
              <a:buNone/>
              <a:defRPr sz="1200">
                <a:latin typeface="Abel"/>
                <a:ea typeface="Abel"/>
                <a:cs typeface="Abel"/>
                <a:sym typeface="Abel"/>
              </a:defRPr>
            </a:lvl2pPr>
            <a:lvl3pPr lvl="2" rtl="0" algn="r">
              <a:lnSpc>
                <a:spcPct val="90000"/>
              </a:lnSpc>
              <a:spcBef>
                <a:spcPts val="400"/>
              </a:spcBef>
              <a:spcAft>
                <a:spcPts val="0"/>
              </a:spcAft>
              <a:buSzPts val="1200"/>
              <a:buFont typeface="Abel"/>
              <a:buNone/>
              <a:defRPr sz="1200">
                <a:latin typeface="Abel"/>
                <a:ea typeface="Abel"/>
                <a:cs typeface="Abel"/>
                <a:sym typeface="Abel"/>
              </a:defRPr>
            </a:lvl3pPr>
            <a:lvl4pPr lvl="3" rtl="0" algn="r">
              <a:lnSpc>
                <a:spcPct val="90000"/>
              </a:lnSpc>
              <a:spcBef>
                <a:spcPts val="400"/>
              </a:spcBef>
              <a:spcAft>
                <a:spcPts val="0"/>
              </a:spcAft>
              <a:buSzPts val="1200"/>
              <a:buFont typeface="Abel"/>
              <a:buNone/>
              <a:defRPr sz="1200">
                <a:latin typeface="Abel"/>
                <a:ea typeface="Abel"/>
                <a:cs typeface="Abel"/>
                <a:sym typeface="Abel"/>
              </a:defRPr>
            </a:lvl4pPr>
            <a:lvl5pPr lvl="4" rtl="0" algn="r">
              <a:lnSpc>
                <a:spcPct val="90000"/>
              </a:lnSpc>
              <a:spcBef>
                <a:spcPts val="400"/>
              </a:spcBef>
              <a:spcAft>
                <a:spcPts val="0"/>
              </a:spcAft>
              <a:buSzPts val="1200"/>
              <a:buFont typeface="Abel"/>
              <a:buNone/>
              <a:defRPr sz="1200">
                <a:latin typeface="Abel"/>
                <a:ea typeface="Abel"/>
                <a:cs typeface="Abel"/>
                <a:sym typeface="Abel"/>
              </a:defRPr>
            </a:lvl5pPr>
            <a:lvl6pPr lvl="5" rtl="0" algn="r">
              <a:lnSpc>
                <a:spcPct val="90000"/>
              </a:lnSpc>
              <a:spcBef>
                <a:spcPts val="400"/>
              </a:spcBef>
              <a:spcAft>
                <a:spcPts val="0"/>
              </a:spcAft>
              <a:buSzPts val="1200"/>
              <a:buFont typeface="Abel"/>
              <a:buNone/>
              <a:defRPr sz="1200">
                <a:latin typeface="Abel"/>
                <a:ea typeface="Abel"/>
                <a:cs typeface="Abel"/>
                <a:sym typeface="Abel"/>
              </a:defRPr>
            </a:lvl6pPr>
            <a:lvl7pPr lvl="6" rtl="0" algn="r">
              <a:lnSpc>
                <a:spcPct val="90000"/>
              </a:lnSpc>
              <a:spcBef>
                <a:spcPts val="400"/>
              </a:spcBef>
              <a:spcAft>
                <a:spcPts val="0"/>
              </a:spcAft>
              <a:buSzPts val="1200"/>
              <a:buFont typeface="Abel"/>
              <a:buNone/>
              <a:defRPr sz="1200">
                <a:latin typeface="Abel"/>
                <a:ea typeface="Abel"/>
                <a:cs typeface="Abel"/>
                <a:sym typeface="Abel"/>
              </a:defRPr>
            </a:lvl7pPr>
            <a:lvl8pPr lvl="7" rtl="0" algn="r">
              <a:lnSpc>
                <a:spcPct val="90000"/>
              </a:lnSpc>
              <a:spcBef>
                <a:spcPts val="400"/>
              </a:spcBef>
              <a:spcAft>
                <a:spcPts val="0"/>
              </a:spcAft>
              <a:buSzPts val="1200"/>
              <a:buFont typeface="Abel"/>
              <a:buNone/>
              <a:defRPr sz="1200">
                <a:latin typeface="Abel"/>
                <a:ea typeface="Abel"/>
                <a:cs typeface="Abel"/>
                <a:sym typeface="Abel"/>
              </a:defRPr>
            </a:lvl8pPr>
            <a:lvl9pPr lvl="8" rtl="0" algn="r">
              <a:lnSpc>
                <a:spcPct val="90000"/>
              </a:lnSpc>
              <a:spcBef>
                <a:spcPts val="400"/>
              </a:spcBef>
              <a:spcAft>
                <a:spcPts val="0"/>
              </a:spcAft>
              <a:buSzPts val="1200"/>
              <a:buFont typeface="Abel"/>
              <a:buNone/>
              <a:defRPr sz="1200">
                <a:latin typeface="Abel"/>
                <a:ea typeface="Abel"/>
                <a:cs typeface="Abel"/>
                <a:sym typeface="Abel"/>
              </a:defRPr>
            </a:lvl9pPr>
          </a:lstStyle>
          <a:p/>
        </p:txBody>
      </p:sp>
      <p:sp>
        <p:nvSpPr>
          <p:cNvPr id="2941" name="Google Shape;2941;p45"/>
          <p:cNvSpPr/>
          <p:nvPr/>
        </p:nvSpPr>
        <p:spPr>
          <a:xfrm>
            <a:off x="8636100" y="4635600"/>
            <a:ext cx="507900" cy="5079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p:cSld name="Título y objetos_1">
    <p:bg>
      <p:bgPr>
        <a:solidFill>
          <a:srgbClr val="F3F3F3"/>
        </a:solidFill>
      </p:bgPr>
    </p:bg>
    <p:spTree>
      <p:nvGrpSpPr>
        <p:cNvPr id="2942" name="Shape 2942"/>
        <p:cNvGrpSpPr/>
        <p:nvPr/>
      </p:nvGrpSpPr>
      <p:grpSpPr>
        <a:xfrm>
          <a:off x="0" y="0"/>
          <a:ext cx="0" cy="0"/>
          <a:chOff x="0" y="0"/>
          <a:chExt cx="0" cy="0"/>
        </a:xfrm>
      </p:grpSpPr>
      <p:sp>
        <p:nvSpPr>
          <p:cNvPr id="2943" name="Google Shape;2943;p46"/>
          <p:cNvSpPr/>
          <p:nvPr/>
        </p:nvSpPr>
        <p:spPr>
          <a:xfrm>
            <a:off x="4946719" y="0"/>
            <a:ext cx="4196935" cy="5143530"/>
          </a:xfrm>
          <a:custGeom>
            <a:rect b="b" l="l" r="r" t="t"/>
            <a:pathLst>
              <a:path extrusionOk="0" h="65892" w="140542">
                <a:moveTo>
                  <a:pt x="0" y="0"/>
                </a:moveTo>
                <a:lnTo>
                  <a:pt x="0" y="65891"/>
                </a:lnTo>
                <a:lnTo>
                  <a:pt x="140541" y="65891"/>
                </a:lnTo>
                <a:lnTo>
                  <a:pt x="140541" y="0"/>
                </a:ln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4" name="Google Shape;2944;p46"/>
          <p:cNvSpPr/>
          <p:nvPr/>
        </p:nvSpPr>
        <p:spPr>
          <a:xfrm>
            <a:off x="4672150" y="0"/>
            <a:ext cx="1148100" cy="40857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5" name="Google Shape;2945;p46"/>
          <p:cNvSpPr txBox="1"/>
          <p:nvPr>
            <p:ph idx="1" type="subTitle"/>
          </p:nvPr>
        </p:nvSpPr>
        <p:spPr>
          <a:xfrm>
            <a:off x="5902894" y="3135671"/>
            <a:ext cx="2025000" cy="402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3F3F3"/>
              </a:buClr>
              <a:buSzPts val="1600"/>
              <a:buNone/>
              <a:defRPr sz="1200">
                <a:solidFill>
                  <a:srgbClr val="F3F3F3"/>
                </a:solidFill>
                <a:latin typeface="Abel"/>
                <a:ea typeface="Abel"/>
                <a:cs typeface="Abel"/>
                <a:sym typeface="Abel"/>
              </a:defRPr>
            </a:lvl1pPr>
            <a:lvl2pPr lvl="1" rtl="0">
              <a:lnSpc>
                <a:spcPct val="100000"/>
              </a:lnSpc>
              <a:spcBef>
                <a:spcPts val="0"/>
              </a:spcBef>
              <a:spcAft>
                <a:spcPts val="0"/>
              </a:spcAft>
              <a:buClr>
                <a:srgbClr val="F3F3F3"/>
              </a:buClr>
              <a:buSzPts val="1600"/>
              <a:buNone/>
              <a:defRPr>
                <a:solidFill>
                  <a:srgbClr val="F3F3F3"/>
                </a:solidFill>
              </a:defRPr>
            </a:lvl2pPr>
            <a:lvl3pPr lvl="2" rtl="0">
              <a:lnSpc>
                <a:spcPct val="100000"/>
              </a:lnSpc>
              <a:spcBef>
                <a:spcPts val="0"/>
              </a:spcBef>
              <a:spcAft>
                <a:spcPts val="0"/>
              </a:spcAft>
              <a:buClr>
                <a:srgbClr val="F3F3F3"/>
              </a:buClr>
              <a:buSzPts val="1600"/>
              <a:buNone/>
              <a:defRPr>
                <a:solidFill>
                  <a:srgbClr val="F3F3F3"/>
                </a:solidFill>
              </a:defRPr>
            </a:lvl3pPr>
            <a:lvl4pPr lvl="3" rtl="0">
              <a:lnSpc>
                <a:spcPct val="100000"/>
              </a:lnSpc>
              <a:spcBef>
                <a:spcPts val="0"/>
              </a:spcBef>
              <a:spcAft>
                <a:spcPts val="0"/>
              </a:spcAft>
              <a:buClr>
                <a:srgbClr val="F3F3F3"/>
              </a:buClr>
              <a:buSzPts val="1600"/>
              <a:buNone/>
              <a:defRPr>
                <a:solidFill>
                  <a:srgbClr val="F3F3F3"/>
                </a:solidFill>
              </a:defRPr>
            </a:lvl4pPr>
            <a:lvl5pPr lvl="4" rtl="0">
              <a:lnSpc>
                <a:spcPct val="100000"/>
              </a:lnSpc>
              <a:spcBef>
                <a:spcPts val="0"/>
              </a:spcBef>
              <a:spcAft>
                <a:spcPts val="0"/>
              </a:spcAft>
              <a:buClr>
                <a:srgbClr val="F3F3F3"/>
              </a:buClr>
              <a:buSzPts val="1600"/>
              <a:buNone/>
              <a:defRPr>
                <a:solidFill>
                  <a:srgbClr val="F3F3F3"/>
                </a:solidFill>
              </a:defRPr>
            </a:lvl5pPr>
            <a:lvl6pPr lvl="5" rtl="0">
              <a:lnSpc>
                <a:spcPct val="100000"/>
              </a:lnSpc>
              <a:spcBef>
                <a:spcPts val="0"/>
              </a:spcBef>
              <a:spcAft>
                <a:spcPts val="0"/>
              </a:spcAft>
              <a:buClr>
                <a:srgbClr val="F3F3F3"/>
              </a:buClr>
              <a:buSzPts val="900"/>
              <a:buNone/>
              <a:defRPr sz="900">
                <a:solidFill>
                  <a:srgbClr val="F3F3F3"/>
                </a:solidFill>
              </a:defRPr>
            </a:lvl6pPr>
            <a:lvl7pPr lvl="6" rtl="0">
              <a:lnSpc>
                <a:spcPct val="100000"/>
              </a:lnSpc>
              <a:spcBef>
                <a:spcPts val="0"/>
              </a:spcBef>
              <a:spcAft>
                <a:spcPts val="0"/>
              </a:spcAft>
              <a:buClr>
                <a:srgbClr val="F3F3F3"/>
              </a:buClr>
              <a:buSzPts val="900"/>
              <a:buNone/>
              <a:defRPr sz="900">
                <a:solidFill>
                  <a:srgbClr val="F3F3F3"/>
                </a:solidFill>
              </a:defRPr>
            </a:lvl7pPr>
            <a:lvl8pPr lvl="7" rtl="0">
              <a:lnSpc>
                <a:spcPct val="100000"/>
              </a:lnSpc>
              <a:spcBef>
                <a:spcPts val="0"/>
              </a:spcBef>
              <a:spcAft>
                <a:spcPts val="0"/>
              </a:spcAft>
              <a:buClr>
                <a:srgbClr val="F3F3F3"/>
              </a:buClr>
              <a:buSzPts val="900"/>
              <a:buNone/>
              <a:defRPr sz="900">
                <a:solidFill>
                  <a:srgbClr val="F3F3F3"/>
                </a:solidFill>
              </a:defRPr>
            </a:lvl8pPr>
            <a:lvl9pPr lvl="8" rtl="0">
              <a:lnSpc>
                <a:spcPct val="100000"/>
              </a:lnSpc>
              <a:spcBef>
                <a:spcPts val="0"/>
              </a:spcBef>
              <a:spcAft>
                <a:spcPts val="0"/>
              </a:spcAft>
              <a:buClr>
                <a:srgbClr val="F3F3F3"/>
              </a:buClr>
              <a:buSzPts val="900"/>
              <a:buNone/>
              <a:defRPr sz="900">
                <a:solidFill>
                  <a:srgbClr val="F3F3F3"/>
                </a:solidFill>
              </a:defRPr>
            </a:lvl9pPr>
          </a:lstStyle>
          <a:p/>
        </p:txBody>
      </p:sp>
      <p:sp>
        <p:nvSpPr>
          <p:cNvPr id="2946" name="Google Shape;2946;p46"/>
          <p:cNvSpPr txBox="1"/>
          <p:nvPr>
            <p:ph hasCustomPrompt="1" type="title"/>
          </p:nvPr>
        </p:nvSpPr>
        <p:spPr>
          <a:xfrm>
            <a:off x="4475975" y="2495925"/>
            <a:ext cx="1276800" cy="8646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Clr>
                <a:srgbClr val="F3F3F3"/>
              </a:buClr>
              <a:buSzPts val="4800"/>
              <a:buNone/>
              <a:defRPr sz="4800">
                <a:solidFill>
                  <a:srgbClr val="F3F3F3"/>
                </a:solidFill>
                <a:latin typeface="Saira SemiCondensed SemiBold"/>
                <a:ea typeface="Saira SemiCondensed SemiBold"/>
                <a:cs typeface="Saira SemiCondensed SemiBold"/>
                <a:sym typeface="Saira SemiCondensed SemiBold"/>
              </a:defRPr>
            </a:lvl1pPr>
            <a:lvl2pPr lvl="1" rtl="0" algn="r">
              <a:spcBef>
                <a:spcPts val="0"/>
              </a:spcBef>
              <a:spcAft>
                <a:spcPts val="0"/>
              </a:spcAft>
              <a:buClr>
                <a:srgbClr val="F3F3F3"/>
              </a:buClr>
              <a:buSzPts val="4800"/>
              <a:buFont typeface="Fjalla One"/>
              <a:buNone/>
              <a:defRPr sz="4800">
                <a:solidFill>
                  <a:srgbClr val="F3F3F3"/>
                </a:solidFill>
                <a:latin typeface="Fjalla One"/>
                <a:ea typeface="Fjalla One"/>
                <a:cs typeface="Fjalla One"/>
                <a:sym typeface="Fjalla One"/>
              </a:defRPr>
            </a:lvl2pPr>
            <a:lvl3pPr lvl="2" rtl="0" algn="r">
              <a:spcBef>
                <a:spcPts val="0"/>
              </a:spcBef>
              <a:spcAft>
                <a:spcPts val="0"/>
              </a:spcAft>
              <a:buClr>
                <a:srgbClr val="F3F3F3"/>
              </a:buClr>
              <a:buSzPts val="4800"/>
              <a:buFont typeface="Fjalla One"/>
              <a:buNone/>
              <a:defRPr sz="4800">
                <a:solidFill>
                  <a:srgbClr val="F3F3F3"/>
                </a:solidFill>
                <a:latin typeface="Fjalla One"/>
                <a:ea typeface="Fjalla One"/>
                <a:cs typeface="Fjalla One"/>
                <a:sym typeface="Fjalla One"/>
              </a:defRPr>
            </a:lvl3pPr>
            <a:lvl4pPr lvl="3" rtl="0" algn="r">
              <a:spcBef>
                <a:spcPts val="0"/>
              </a:spcBef>
              <a:spcAft>
                <a:spcPts val="0"/>
              </a:spcAft>
              <a:buClr>
                <a:srgbClr val="F3F3F3"/>
              </a:buClr>
              <a:buSzPts val="4800"/>
              <a:buFont typeface="Fjalla One"/>
              <a:buNone/>
              <a:defRPr sz="4800">
                <a:solidFill>
                  <a:srgbClr val="F3F3F3"/>
                </a:solidFill>
                <a:latin typeface="Fjalla One"/>
                <a:ea typeface="Fjalla One"/>
                <a:cs typeface="Fjalla One"/>
                <a:sym typeface="Fjalla One"/>
              </a:defRPr>
            </a:lvl4pPr>
            <a:lvl5pPr lvl="4" rtl="0" algn="r">
              <a:spcBef>
                <a:spcPts val="0"/>
              </a:spcBef>
              <a:spcAft>
                <a:spcPts val="0"/>
              </a:spcAft>
              <a:buClr>
                <a:srgbClr val="F3F3F3"/>
              </a:buClr>
              <a:buSzPts val="4800"/>
              <a:buFont typeface="Fjalla One"/>
              <a:buNone/>
              <a:defRPr sz="4800">
                <a:solidFill>
                  <a:srgbClr val="F3F3F3"/>
                </a:solidFill>
                <a:latin typeface="Fjalla One"/>
                <a:ea typeface="Fjalla One"/>
                <a:cs typeface="Fjalla One"/>
                <a:sym typeface="Fjalla One"/>
              </a:defRPr>
            </a:lvl5pPr>
            <a:lvl6pPr lvl="5" rtl="0" algn="r">
              <a:spcBef>
                <a:spcPts val="0"/>
              </a:spcBef>
              <a:spcAft>
                <a:spcPts val="0"/>
              </a:spcAft>
              <a:buClr>
                <a:srgbClr val="F3F3F3"/>
              </a:buClr>
              <a:buSzPts val="4800"/>
              <a:buFont typeface="Fjalla One"/>
              <a:buNone/>
              <a:defRPr sz="4800">
                <a:solidFill>
                  <a:srgbClr val="F3F3F3"/>
                </a:solidFill>
                <a:latin typeface="Fjalla One"/>
                <a:ea typeface="Fjalla One"/>
                <a:cs typeface="Fjalla One"/>
                <a:sym typeface="Fjalla One"/>
              </a:defRPr>
            </a:lvl6pPr>
            <a:lvl7pPr lvl="6" rtl="0" algn="r">
              <a:spcBef>
                <a:spcPts val="0"/>
              </a:spcBef>
              <a:spcAft>
                <a:spcPts val="0"/>
              </a:spcAft>
              <a:buClr>
                <a:srgbClr val="F3F3F3"/>
              </a:buClr>
              <a:buSzPts val="4800"/>
              <a:buFont typeface="Fjalla One"/>
              <a:buNone/>
              <a:defRPr sz="4800">
                <a:solidFill>
                  <a:srgbClr val="F3F3F3"/>
                </a:solidFill>
                <a:latin typeface="Fjalla One"/>
                <a:ea typeface="Fjalla One"/>
                <a:cs typeface="Fjalla One"/>
                <a:sym typeface="Fjalla One"/>
              </a:defRPr>
            </a:lvl7pPr>
            <a:lvl8pPr lvl="7" rtl="0" algn="r">
              <a:spcBef>
                <a:spcPts val="0"/>
              </a:spcBef>
              <a:spcAft>
                <a:spcPts val="0"/>
              </a:spcAft>
              <a:buClr>
                <a:srgbClr val="F3F3F3"/>
              </a:buClr>
              <a:buSzPts val="4800"/>
              <a:buFont typeface="Fjalla One"/>
              <a:buNone/>
              <a:defRPr sz="4800">
                <a:solidFill>
                  <a:srgbClr val="F3F3F3"/>
                </a:solidFill>
                <a:latin typeface="Fjalla One"/>
                <a:ea typeface="Fjalla One"/>
                <a:cs typeface="Fjalla One"/>
                <a:sym typeface="Fjalla One"/>
              </a:defRPr>
            </a:lvl8pPr>
            <a:lvl9pPr lvl="8" rtl="0" algn="r">
              <a:spcBef>
                <a:spcPts val="0"/>
              </a:spcBef>
              <a:spcAft>
                <a:spcPts val="0"/>
              </a:spcAft>
              <a:buClr>
                <a:srgbClr val="F3F3F3"/>
              </a:buClr>
              <a:buSzPts val="4800"/>
              <a:buFont typeface="Fjalla One"/>
              <a:buNone/>
              <a:defRPr sz="4800">
                <a:solidFill>
                  <a:srgbClr val="F3F3F3"/>
                </a:solidFill>
                <a:latin typeface="Fjalla One"/>
                <a:ea typeface="Fjalla One"/>
                <a:cs typeface="Fjalla One"/>
                <a:sym typeface="Fjalla One"/>
              </a:defRPr>
            </a:lvl9pPr>
          </a:lstStyle>
          <a:p>
            <a:r>
              <a:t>xx%</a:t>
            </a:r>
          </a:p>
        </p:txBody>
      </p:sp>
      <p:sp>
        <p:nvSpPr>
          <p:cNvPr id="2947" name="Google Shape;2947;p46"/>
          <p:cNvSpPr/>
          <p:nvPr/>
        </p:nvSpPr>
        <p:spPr>
          <a:xfrm>
            <a:off x="0" y="0"/>
            <a:ext cx="3109200" cy="4085700"/>
          </a:xfrm>
          <a:prstGeom prst="rect">
            <a:avLst/>
          </a:pr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8" name="Google Shape;2948;p46"/>
          <p:cNvSpPr txBox="1"/>
          <p:nvPr>
            <p:ph idx="2" type="ctrTitle"/>
          </p:nvPr>
        </p:nvSpPr>
        <p:spPr>
          <a:xfrm flipH="1">
            <a:off x="5902850" y="2049670"/>
            <a:ext cx="2472900" cy="1241400"/>
          </a:xfrm>
          <a:prstGeom prst="rect">
            <a:avLst/>
          </a:prstGeom>
          <a:noFill/>
          <a:ln>
            <a:noFill/>
          </a:ln>
        </p:spPr>
        <p:txBody>
          <a:bodyPr anchorCtr="0" anchor="b" bIns="34275" lIns="68575" spcFirstLastPara="1" rIns="68575" wrap="square" tIns="34275">
            <a:noAutofit/>
          </a:bodyPr>
          <a:lstStyle>
            <a:lvl1pPr lvl="0" rtl="0">
              <a:spcBef>
                <a:spcPts val="0"/>
              </a:spcBef>
              <a:spcAft>
                <a:spcPts val="0"/>
              </a:spcAft>
              <a:buClr>
                <a:srgbClr val="F3F3F3"/>
              </a:buClr>
              <a:buSzPts val="4800"/>
              <a:buFont typeface="Saira SemiCondensed SemiBold"/>
              <a:buNone/>
              <a:defRPr sz="4800">
                <a:solidFill>
                  <a:srgbClr val="F3F3F3"/>
                </a:solidFill>
                <a:latin typeface="Saira SemiCondensed SemiBold"/>
                <a:ea typeface="Saira SemiCondensed SemiBold"/>
                <a:cs typeface="Saira SemiCondensed SemiBold"/>
                <a:sym typeface="Saira SemiCondensed SemiBold"/>
              </a:defRPr>
            </a:lvl1pPr>
            <a:lvl2pPr lvl="1" rtl="0" algn="r">
              <a:spcBef>
                <a:spcPts val="0"/>
              </a:spcBef>
              <a:spcAft>
                <a:spcPts val="0"/>
              </a:spcAft>
              <a:buClr>
                <a:srgbClr val="F3F3F3"/>
              </a:buClr>
              <a:buSzPts val="4800"/>
              <a:buFont typeface="Saira SemiCondensed SemiBold"/>
              <a:buNone/>
              <a:defRPr sz="4800">
                <a:solidFill>
                  <a:srgbClr val="F3F3F3"/>
                </a:solidFill>
                <a:latin typeface="Saira SemiCondensed SemiBold"/>
                <a:ea typeface="Saira SemiCondensed SemiBold"/>
                <a:cs typeface="Saira SemiCondensed SemiBold"/>
                <a:sym typeface="Saira SemiCondensed SemiBold"/>
              </a:defRPr>
            </a:lvl2pPr>
            <a:lvl3pPr lvl="2" rtl="0" algn="r">
              <a:spcBef>
                <a:spcPts val="0"/>
              </a:spcBef>
              <a:spcAft>
                <a:spcPts val="0"/>
              </a:spcAft>
              <a:buClr>
                <a:srgbClr val="F3F3F3"/>
              </a:buClr>
              <a:buSzPts val="4800"/>
              <a:buFont typeface="Saira SemiCondensed SemiBold"/>
              <a:buNone/>
              <a:defRPr sz="4800">
                <a:solidFill>
                  <a:srgbClr val="F3F3F3"/>
                </a:solidFill>
                <a:latin typeface="Saira SemiCondensed SemiBold"/>
                <a:ea typeface="Saira SemiCondensed SemiBold"/>
                <a:cs typeface="Saira SemiCondensed SemiBold"/>
                <a:sym typeface="Saira SemiCondensed SemiBold"/>
              </a:defRPr>
            </a:lvl3pPr>
            <a:lvl4pPr lvl="3" rtl="0" algn="r">
              <a:spcBef>
                <a:spcPts val="0"/>
              </a:spcBef>
              <a:spcAft>
                <a:spcPts val="0"/>
              </a:spcAft>
              <a:buClr>
                <a:srgbClr val="F3F3F3"/>
              </a:buClr>
              <a:buSzPts val="4800"/>
              <a:buFont typeface="Saira SemiCondensed SemiBold"/>
              <a:buNone/>
              <a:defRPr sz="4800">
                <a:solidFill>
                  <a:srgbClr val="F3F3F3"/>
                </a:solidFill>
                <a:latin typeface="Saira SemiCondensed SemiBold"/>
                <a:ea typeface="Saira SemiCondensed SemiBold"/>
                <a:cs typeface="Saira SemiCondensed SemiBold"/>
                <a:sym typeface="Saira SemiCondensed SemiBold"/>
              </a:defRPr>
            </a:lvl4pPr>
            <a:lvl5pPr lvl="4" rtl="0" algn="r">
              <a:spcBef>
                <a:spcPts val="0"/>
              </a:spcBef>
              <a:spcAft>
                <a:spcPts val="0"/>
              </a:spcAft>
              <a:buClr>
                <a:srgbClr val="F3F3F3"/>
              </a:buClr>
              <a:buSzPts val="4800"/>
              <a:buFont typeface="Saira SemiCondensed SemiBold"/>
              <a:buNone/>
              <a:defRPr sz="4800">
                <a:solidFill>
                  <a:srgbClr val="F3F3F3"/>
                </a:solidFill>
                <a:latin typeface="Saira SemiCondensed SemiBold"/>
                <a:ea typeface="Saira SemiCondensed SemiBold"/>
                <a:cs typeface="Saira SemiCondensed SemiBold"/>
                <a:sym typeface="Saira SemiCondensed SemiBold"/>
              </a:defRPr>
            </a:lvl5pPr>
            <a:lvl6pPr lvl="5" rtl="0" algn="r">
              <a:spcBef>
                <a:spcPts val="0"/>
              </a:spcBef>
              <a:spcAft>
                <a:spcPts val="0"/>
              </a:spcAft>
              <a:buClr>
                <a:srgbClr val="F3F3F3"/>
              </a:buClr>
              <a:buSzPts val="4800"/>
              <a:buFont typeface="Saira SemiCondensed SemiBold"/>
              <a:buNone/>
              <a:defRPr sz="4800">
                <a:solidFill>
                  <a:srgbClr val="F3F3F3"/>
                </a:solidFill>
                <a:latin typeface="Saira SemiCondensed SemiBold"/>
                <a:ea typeface="Saira SemiCondensed SemiBold"/>
                <a:cs typeface="Saira SemiCondensed SemiBold"/>
                <a:sym typeface="Saira SemiCondensed SemiBold"/>
              </a:defRPr>
            </a:lvl6pPr>
            <a:lvl7pPr lvl="6" rtl="0" algn="r">
              <a:spcBef>
                <a:spcPts val="0"/>
              </a:spcBef>
              <a:spcAft>
                <a:spcPts val="0"/>
              </a:spcAft>
              <a:buClr>
                <a:srgbClr val="F3F3F3"/>
              </a:buClr>
              <a:buSzPts val="4800"/>
              <a:buFont typeface="Saira SemiCondensed SemiBold"/>
              <a:buNone/>
              <a:defRPr sz="4800">
                <a:solidFill>
                  <a:srgbClr val="F3F3F3"/>
                </a:solidFill>
                <a:latin typeface="Saira SemiCondensed SemiBold"/>
                <a:ea typeface="Saira SemiCondensed SemiBold"/>
                <a:cs typeface="Saira SemiCondensed SemiBold"/>
                <a:sym typeface="Saira SemiCondensed SemiBold"/>
              </a:defRPr>
            </a:lvl7pPr>
            <a:lvl8pPr lvl="7" rtl="0" algn="r">
              <a:spcBef>
                <a:spcPts val="0"/>
              </a:spcBef>
              <a:spcAft>
                <a:spcPts val="0"/>
              </a:spcAft>
              <a:buClr>
                <a:srgbClr val="F3F3F3"/>
              </a:buClr>
              <a:buSzPts val="4800"/>
              <a:buFont typeface="Saira SemiCondensed SemiBold"/>
              <a:buNone/>
              <a:defRPr sz="4800">
                <a:solidFill>
                  <a:srgbClr val="F3F3F3"/>
                </a:solidFill>
                <a:latin typeface="Saira SemiCondensed SemiBold"/>
                <a:ea typeface="Saira SemiCondensed SemiBold"/>
                <a:cs typeface="Saira SemiCondensed SemiBold"/>
                <a:sym typeface="Saira SemiCondensed SemiBold"/>
              </a:defRPr>
            </a:lvl8pPr>
            <a:lvl9pPr lvl="8" rtl="0" algn="r">
              <a:spcBef>
                <a:spcPts val="0"/>
              </a:spcBef>
              <a:spcAft>
                <a:spcPts val="0"/>
              </a:spcAft>
              <a:buClr>
                <a:srgbClr val="F3F3F3"/>
              </a:buClr>
              <a:buSzPts val="4800"/>
              <a:buFont typeface="Saira SemiCondensed SemiBold"/>
              <a:buNone/>
              <a:defRPr sz="4800">
                <a:solidFill>
                  <a:srgbClr val="F3F3F3"/>
                </a:solidFill>
                <a:latin typeface="Saira SemiCondensed SemiBold"/>
                <a:ea typeface="Saira SemiCondensed SemiBold"/>
                <a:cs typeface="Saira SemiCondensed SemiBold"/>
                <a:sym typeface="Saira SemiCondensed SemiBold"/>
              </a:defRPr>
            </a:lvl9pPr>
          </a:lstStyle>
          <a:p/>
        </p:txBody>
      </p:sp>
    </p:spTree>
  </p:cSld>
  <p:clrMapOvr>
    <a:masterClrMapping/>
  </p:clrMapOvr>
  <p:extLst>
    <p:ext uri="{DCECCB84-F9BA-43D5-87BE-67443E8EF086}">
      <p15:sldGuideLst>
        <p15:guide id="1" orient="horz" pos="986">
          <p15:clr>
            <a:srgbClr val="FA7B17"/>
          </p15:clr>
        </p15:guide>
      </p15:sldGuideLst>
    </p:ext>
  </p:extLst>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DESIGN 5">
  <p:cSld name="1_Título y objetos_4_2_1_2">
    <p:bg>
      <p:bgPr>
        <a:solidFill>
          <a:srgbClr val="F3F3F3"/>
        </a:solidFill>
      </p:bgPr>
    </p:bg>
    <p:spTree>
      <p:nvGrpSpPr>
        <p:cNvPr id="2949" name="Shape 2949"/>
        <p:cNvGrpSpPr/>
        <p:nvPr/>
      </p:nvGrpSpPr>
      <p:grpSpPr>
        <a:xfrm>
          <a:off x="0" y="0"/>
          <a:ext cx="0" cy="0"/>
          <a:chOff x="0" y="0"/>
          <a:chExt cx="0" cy="0"/>
        </a:xfrm>
      </p:grpSpPr>
      <p:sp>
        <p:nvSpPr>
          <p:cNvPr id="2950" name="Google Shape;2950;p47"/>
          <p:cNvSpPr txBox="1"/>
          <p:nvPr>
            <p:ph type="ctrTitle"/>
          </p:nvPr>
        </p:nvSpPr>
        <p:spPr>
          <a:xfrm>
            <a:off x="6924600" y="1951175"/>
            <a:ext cx="1245900" cy="1241400"/>
          </a:xfrm>
          <a:prstGeom prst="rect">
            <a:avLst/>
          </a:prstGeom>
          <a:noFill/>
          <a:ln>
            <a:noFill/>
          </a:ln>
        </p:spPr>
        <p:txBody>
          <a:bodyPr anchorCtr="0" anchor="ctr" bIns="34275" lIns="68575" spcFirstLastPara="1" rIns="68575" wrap="square" tIns="34275">
            <a:noAutofit/>
          </a:bodyPr>
          <a:lstStyle>
            <a:lvl1pPr lvl="0"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1pPr>
            <a:lvl2pPr lvl="1"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2pPr>
            <a:lvl3pPr lvl="2"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3pPr>
            <a:lvl4pPr lvl="3"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4pPr>
            <a:lvl5pPr lvl="4"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5pPr>
            <a:lvl6pPr lvl="5"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6pPr>
            <a:lvl7pPr lvl="6"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7pPr>
            <a:lvl8pPr lvl="7"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8pPr>
            <a:lvl9pPr lvl="8" rtl="0" algn="r">
              <a:spcBef>
                <a:spcPts val="0"/>
              </a:spcBef>
              <a:spcAft>
                <a:spcPts val="0"/>
              </a:spcAft>
              <a:buSzPts val="1800"/>
              <a:buFont typeface="Saira SemiCondensed SemiBold"/>
              <a:buNone/>
              <a:defRPr sz="1800">
                <a:latin typeface="Saira SemiCondensed SemiBold"/>
                <a:ea typeface="Saira SemiCondensed SemiBold"/>
                <a:cs typeface="Saira SemiCondensed SemiBold"/>
                <a:sym typeface="Saira SemiCondensed SemiBold"/>
              </a:defRPr>
            </a:lvl9pPr>
          </a:lstStyle>
          <a:p/>
        </p:txBody>
      </p:sp>
      <p:sp>
        <p:nvSpPr>
          <p:cNvPr id="2951" name="Google Shape;2951;p47"/>
          <p:cNvSpPr/>
          <p:nvPr/>
        </p:nvSpPr>
        <p:spPr>
          <a:xfrm flipH="1">
            <a:off x="8421300" y="0"/>
            <a:ext cx="722700" cy="3873900"/>
          </a:xfrm>
          <a:prstGeom prst="rect">
            <a:avLst/>
          </a:pr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2" name="Google Shape;2952;p47"/>
          <p:cNvSpPr/>
          <p:nvPr/>
        </p:nvSpPr>
        <p:spPr>
          <a:xfrm>
            <a:off x="0" y="0"/>
            <a:ext cx="507900" cy="5079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46" Type="http://schemas.openxmlformats.org/officeDocument/2006/relationships/slideLayout" Target="../slideLayouts/slideLayout46.xml"/><Relationship Id="rId23" Type="http://schemas.openxmlformats.org/officeDocument/2006/relationships/slideLayout" Target="../slideLayouts/slideLayout2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47" Type="http://schemas.openxmlformats.org/officeDocument/2006/relationships/theme" Target="../theme/theme2.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713225" y="530352"/>
            <a:ext cx="7717500" cy="365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Clr>
                <a:schemeClr val="dk1"/>
              </a:buClr>
              <a:buSzPts val="2800"/>
              <a:buFont typeface="Lexend Deca"/>
              <a:buNone/>
              <a:defRPr b="1" sz="2800">
                <a:solidFill>
                  <a:schemeClr val="dk1"/>
                </a:solidFill>
                <a:latin typeface="Lexend Deca"/>
                <a:ea typeface="Lexend Deca"/>
                <a:cs typeface="Lexend Deca"/>
                <a:sym typeface="Lexend Deca"/>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11" name="Google Shape;11;p1"/>
          <p:cNvSpPr txBox="1"/>
          <p:nvPr>
            <p:ph idx="1" type="body"/>
          </p:nvPr>
        </p:nvSpPr>
        <p:spPr>
          <a:xfrm>
            <a:off x="713225" y="1152475"/>
            <a:ext cx="7717500" cy="3447000"/>
          </a:xfrm>
          <a:prstGeom prst="rect">
            <a:avLst/>
          </a:prstGeom>
          <a:noFill/>
          <a:ln>
            <a:noFill/>
          </a:ln>
        </p:spPr>
        <p:txBody>
          <a:bodyPr anchorCtr="0" anchor="t" bIns="91425" lIns="91425" spcFirstLastPara="1" rIns="91425" wrap="square" tIns="91425">
            <a:noAutofit/>
          </a:bodyPr>
          <a:lstStyle>
            <a:lvl1pPr indent="-330200" lvl="0" marL="457200">
              <a:lnSpc>
                <a:spcPct val="100000"/>
              </a:lnSpc>
              <a:spcBef>
                <a:spcPts val="0"/>
              </a:spcBef>
              <a:spcAft>
                <a:spcPts val="0"/>
              </a:spcAft>
              <a:buClr>
                <a:schemeClr val="dk1"/>
              </a:buClr>
              <a:buSzPts val="1600"/>
              <a:buFont typeface="Raleway"/>
              <a:buChar char="●"/>
              <a:defRPr sz="1600">
                <a:solidFill>
                  <a:schemeClr val="dk1"/>
                </a:solidFill>
                <a:latin typeface="Raleway"/>
                <a:ea typeface="Raleway"/>
                <a:cs typeface="Raleway"/>
                <a:sym typeface="Raleway"/>
              </a:defRPr>
            </a:lvl1pPr>
            <a:lvl2pPr indent="-330200" lvl="1" marL="914400">
              <a:lnSpc>
                <a:spcPct val="100000"/>
              </a:lnSpc>
              <a:spcBef>
                <a:spcPts val="0"/>
              </a:spcBef>
              <a:spcAft>
                <a:spcPts val="0"/>
              </a:spcAft>
              <a:buClr>
                <a:schemeClr val="dk1"/>
              </a:buClr>
              <a:buSzPts val="1600"/>
              <a:buFont typeface="Raleway"/>
              <a:buChar char="○"/>
              <a:defRPr sz="1600">
                <a:solidFill>
                  <a:schemeClr val="dk1"/>
                </a:solidFill>
                <a:latin typeface="Raleway"/>
                <a:ea typeface="Raleway"/>
                <a:cs typeface="Raleway"/>
                <a:sym typeface="Raleway"/>
              </a:defRPr>
            </a:lvl2pPr>
            <a:lvl3pPr indent="-330200" lvl="2" marL="1371600">
              <a:lnSpc>
                <a:spcPct val="100000"/>
              </a:lnSpc>
              <a:spcBef>
                <a:spcPts val="0"/>
              </a:spcBef>
              <a:spcAft>
                <a:spcPts val="0"/>
              </a:spcAft>
              <a:buClr>
                <a:schemeClr val="dk1"/>
              </a:buClr>
              <a:buSzPts val="1600"/>
              <a:buFont typeface="Raleway"/>
              <a:buChar char="■"/>
              <a:defRPr sz="1600">
                <a:solidFill>
                  <a:schemeClr val="dk1"/>
                </a:solidFill>
                <a:latin typeface="Raleway"/>
                <a:ea typeface="Raleway"/>
                <a:cs typeface="Raleway"/>
                <a:sym typeface="Raleway"/>
              </a:defRPr>
            </a:lvl3pPr>
            <a:lvl4pPr indent="-330200" lvl="3" marL="1828800">
              <a:lnSpc>
                <a:spcPct val="100000"/>
              </a:lnSpc>
              <a:spcBef>
                <a:spcPts val="0"/>
              </a:spcBef>
              <a:spcAft>
                <a:spcPts val="0"/>
              </a:spcAft>
              <a:buClr>
                <a:schemeClr val="dk1"/>
              </a:buClr>
              <a:buSzPts val="1600"/>
              <a:buFont typeface="Raleway"/>
              <a:buChar char="●"/>
              <a:defRPr sz="1600">
                <a:solidFill>
                  <a:schemeClr val="dk1"/>
                </a:solidFill>
                <a:latin typeface="Raleway"/>
                <a:ea typeface="Raleway"/>
                <a:cs typeface="Raleway"/>
                <a:sym typeface="Raleway"/>
              </a:defRPr>
            </a:lvl4pPr>
            <a:lvl5pPr indent="-330200" lvl="4" marL="2286000">
              <a:lnSpc>
                <a:spcPct val="100000"/>
              </a:lnSpc>
              <a:spcBef>
                <a:spcPts val="0"/>
              </a:spcBef>
              <a:spcAft>
                <a:spcPts val="0"/>
              </a:spcAft>
              <a:buClr>
                <a:schemeClr val="dk1"/>
              </a:buClr>
              <a:buSzPts val="1600"/>
              <a:buFont typeface="Raleway"/>
              <a:buChar char="○"/>
              <a:defRPr sz="1600">
                <a:solidFill>
                  <a:schemeClr val="dk1"/>
                </a:solidFill>
                <a:latin typeface="Raleway"/>
                <a:ea typeface="Raleway"/>
                <a:cs typeface="Raleway"/>
                <a:sym typeface="Raleway"/>
              </a:defRPr>
            </a:lvl5pPr>
            <a:lvl6pPr indent="-330200" lvl="5" marL="2743200">
              <a:lnSpc>
                <a:spcPct val="100000"/>
              </a:lnSpc>
              <a:spcBef>
                <a:spcPts val="0"/>
              </a:spcBef>
              <a:spcAft>
                <a:spcPts val="0"/>
              </a:spcAft>
              <a:buClr>
                <a:schemeClr val="dk1"/>
              </a:buClr>
              <a:buSzPts val="1600"/>
              <a:buFont typeface="Raleway"/>
              <a:buChar char="■"/>
              <a:defRPr sz="1600">
                <a:solidFill>
                  <a:schemeClr val="dk1"/>
                </a:solidFill>
                <a:latin typeface="Raleway"/>
                <a:ea typeface="Raleway"/>
                <a:cs typeface="Raleway"/>
                <a:sym typeface="Raleway"/>
              </a:defRPr>
            </a:lvl6pPr>
            <a:lvl7pPr indent="-330200" lvl="6" marL="3200400">
              <a:lnSpc>
                <a:spcPct val="100000"/>
              </a:lnSpc>
              <a:spcBef>
                <a:spcPts val="0"/>
              </a:spcBef>
              <a:spcAft>
                <a:spcPts val="0"/>
              </a:spcAft>
              <a:buClr>
                <a:schemeClr val="dk1"/>
              </a:buClr>
              <a:buSzPts val="1600"/>
              <a:buFont typeface="Raleway"/>
              <a:buChar char="●"/>
              <a:defRPr sz="1600">
                <a:solidFill>
                  <a:schemeClr val="dk1"/>
                </a:solidFill>
                <a:latin typeface="Raleway"/>
                <a:ea typeface="Raleway"/>
                <a:cs typeface="Raleway"/>
                <a:sym typeface="Raleway"/>
              </a:defRPr>
            </a:lvl7pPr>
            <a:lvl8pPr indent="-330200" lvl="7" marL="3657600">
              <a:lnSpc>
                <a:spcPct val="100000"/>
              </a:lnSpc>
              <a:spcBef>
                <a:spcPts val="0"/>
              </a:spcBef>
              <a:spcAft>
                <a:spcPts val="0"/>
              </a:spcAft>
              <a:buClr>
                <a:schemeClr val="dk1"/>
              </a:buClr>
              <a:buSzPts val="1600"/>
              <a:buFont typeface="Raleway"/>
              <a:buChar char="○"/>
              <a:defRPr sz="1600">
                <a:solidFill>
                  <a:schemeClr val="dk1"/>
                </a:solidFill>
                <a:latin typeface="Raleway"/>
                <a:ea typeface="Raleway"/>
                <a:cs typeface="Raleway"/>
                <a:sym typeface="Raleway"/>
              </a:defRPr>
            </a:lvl8pPr>
            <a:lvl9pPr indent="-330200" lvl="8" marL="4114800">
              <a:lnSpc>
                <a:spcPct val="100000"/>
              </a:lnSpc>
              <a:spcBef>
                <a:spcPts val="0"/>
              </a:spcBef>
              <a:spcAft>
                <a:spcPts val="0"/>
              </a:spcAft>
              <a:buClr>
                <a:schemeClr val="dk1"/>
              </a:buClr>
              <a:buSzPts val="1600"/>
              <a:buFont typeface="Raleway"/>
              <a:buChar char="■"/>
              <a:defRPr sz="1600">
                <a:solidFill>
                  <a:schemeClr val="dk1"/>
                </a:solidFill>
                <a:latin typeface="Raleway"/>
                <a:ea typeface="Raleway"/>
                <a:cs typeface="Raleway"/>
                <a:sym typeface="Raleway"/>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Lst>
  <p:transition>
    <p:fade/>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6.xml"/><Relationship Id="rId3" Type="http://schemas.openxmlformats.org/officeDocument/2006/relationships/image" Target="../media/image3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3.xml"/><Relationship Id="rId3"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4.xml"/><Relationship Id="rId3"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6.xml"/><Relationship Id="rId3"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32.xml"/><Relationship Id="rId3"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36.xml"/><Relationship Id="rId3" Type="http://schemas.openxmlformats.org/officeDocument/2006/relationships/image" Target="../media/image1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37.xml"/><Relationship Id="rId3" Type="http://schemas.openxmlformats.org/officeDocument/2006/relationships/image" Target="../media/image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39.xml"/><Relationship Id="rId3" Type="http://schemas.openxmlformats.org/officeDocument/2006/relationships/slide" Target="/ppt/slides/slide43.xml"/><Relationship Id="rId4" Type="http://schemas.openxmlformats.org/officeDocument/2006/relationships/slide" Target="/ppt/slides/slide4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40.xml"/><Relationship Id="rId3" Type="http://schemas.openxmlformats.org/officeDocument/2006/relationships/slide" Target="/ppt/slides/slide43.xml"/><Relationship Id="rId4" Type="http://schemas.openxmlformats.org/officeDocument/2006/relationships/slide" Target="/ppt/slides/slide43.xml"/><Relationship Id="rId5" Type="http://schemas.openxmlformats.org/officeDocument/2006/relationships/image" Target="../media/image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3.xml"/><Relationship Id="rId3" Type="http://schemas.openxmlformats.org/officeDocument/2006/relationships/slide" Target="/ppt/slides/slide39.xml"/><Relationship Id="rId4" Type="http://schemas.openxmlformats.org/officeDocument/2006/relationships/slide" Target="/ppt/slides/slide3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4.xml"/><Relationship Id="rId3" Type="http://schemas.openxmlformats.org/officeDocument/2006/relationships/slide" Target="/ppt/slides/slide39.xml"/><Relationship Id="rId4" Type="http://schemas.openxmlformats.org/officeDocument/2006/relationships/slide" Target="/ppt/slides/slide3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5.xml"/><Relationship Id="rId3" Type="http://schemas.openxmlformats.org/officeDocument/2006/relationships/slide" Target="/ppt/slides/slide39.xml"/><Relationship Id="rId4" Type="http://schemas.openxmlformats.org/officeDocument/2006/relationships/slide" Target="/ppt/slides/slide39.xml"/><Relationship Id="rId5" Type="http://schemas.openxmlformats.org/officeDocument/2006/relationships/image" Target="../media/image1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6.xml"/><Relationship Id="rId3" Type="http://schemas.openxmlformats.org/officeDocument/2006/relationships/slide" Target="/ppt/slides/slide39.xml"/><Relationship Id="rId4" Type="http://schemas.openxmlformats.org/officeDocument/2006/relationships/slide" Target="/ppt/slides/slide39.xml"/><Relationship Id="rId5" Type="http://schemas.openxmlformats.org/officeDocument/2006/relationships/image" Target="../media/image1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7.xml"/><Relationship Id="rId3" Type="http://schemas.openxmlformats.org/officeDocument/2006/relationships/slide" Target="/ppt/slides/slide39.xml"/><Relationship Id="rId4" Type="http://schemas.openxmlformats.org/officeDocument/2006/relationships/slide" Target="/ppt/slides/slide3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8.xml"/><Relationship Id="rId3" Type="http://schemas.openxmlformats.org/officeDocument/2006/relationships/slide" Target="/ppt/slides/slide39.xml"/><Relationship Id="rId4" Type="http://schemas.openxmlformats.org/officeDocument/2006/relationships/slide" Target="/ppt/slides/slide3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9.xml"/><Relationship Id="rId3" Type="http://schemas.openxmlformats.org/officeDocument/2006/relationships/slide" Target="/ppt/slides/slide39.xml"/><Relationship Id="rId4" Type="http://schemas.openxmlformats.org/officeDocument/2006/relationships/slide" Target="/ppt/slides/slide3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50.xml"/><Relationship Id="rId3" Type="http://schemas.openxmlformats.org/officeDocument/2006/relationships/slide" Target="/ppt/slides/slide39.xml"/><Relationship Id="rId4" Type="http://schemas.openxmlformats.org/officeDocument/2006/relationships/slide" Target="/ppt/slides/slide39.xml"/><Relationship Id="rId5" Type="http://schemas.openxmlformats.org/officeDocument/2006/relationships/image" Target="../media/image1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51.xml"/><Relationship Id="rId3" Type="http://schemas.openxmlformats.org/officeDocument/2006/relationships/slide" Target="/ppt/slides/slide39.xml"/><Relationship Id="rId4" Type="http://schemas.openxmlformats.org/officeDocument/2006/relationships/slide" Target="/ppt/slides/slide3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52.xml"/><Relationship Id="rId3" Type="http://schemas.openxmlformats.org/officeDocument/2006/relationships/slide" Target="/ppt/slides/slide39.xml"/><Relationship Id="rId4" Type="http://schemas.openxmlformats.org/officeDocument/2006/relationships/slide" Target="/ppt/slides/slide39.xml"/><Relationship Id="rId5" Type="http://schemas.openxmlformats.org/officeDocument/2006/relationships/image" Target="../media/image2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53.xml"/><Relationship Id="rId3" Type="http://schemas.openxmlformats.org/officeDocument/2006/relationships/slide" Target="/ppt/slides/slide39.xml"/><Relationship Id="rId4" Type="http://schemas.openxmlformats.org/officeDocument/2006/relationships/slide" Target="/ppt/slides/slide3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58.xml"/><Relationship Id="rId3" Type="http://schemas.openxmlformats.org/officeDocument/2006/relationships/image" Target="../media/image1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62.xml"/><Relationship Id="rId3" Type="http://schemas.openxmlformats.org/officeDocument/2006/relationships/image" Target="../media/image29.png"/><Relationship Id="rId4" Type="http://schemas.openxmlformats.org/officeDocument/2006/relationships/image" Target="../media/image20.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63.xml"/><Relationship Id="rId3" Type="http://schemas.openxmlformats.org/officeDocument/2006/relationships/image" Target="../media/image2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68.xml"/><Relationship Id="rId3" Type="http://schemas.openxmlformats.org/officeDocument/2006/relationships/image" Target="../media/image2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69.xml"/><Relationship Id="rId3" Type="http://schemas.openxmlformats.org/officeDocument/2006/relationships/image" Target="../media/image25.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70.xml"/><Relationship Id="rId3" Type="http://schemas.openxmlformats.org/officeDocument/2006/relationships/image" Target="../media/image2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71.xml"/><Relationship Id="rId3" Type="http://schemas.openxmlformats.org/officeDocument/2006/relationships/image" Target="../media/image26.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72.xml"/><Relationship Id="rId3" Type="http://schemas.openxmlformats.org/officeDocument/2006/relationships/image" Target="../media/image23.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78.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6" name="Shape 2956"/>
        <p:cNvGrpSpPr/>
        <p:nvPr/>
      </p:nvGrpSpPr>
      <p:grpSpPr>
        <a:xfrm>
          <a:off x="0" y="0"/>
          <a:ext cx="0" cy="0"/>
          <a:chOff x="0" y="0"/>
          <a:chExt cx="0" cy="0"/>
        </a:xfrm>
      </p:grpSpPr>
      <p:sp>
        <p:nvSpPr>
          <p:cNvPr id="2957" name="Google Shape;2957;p48"/>
          <p:cNvSpPr txBox="1"/>
          <p:nvPr>
            <p:ph idx="1" type="subTitle"/>
          </p:nvPr>
        </p:nvSpPr>
        <p:spPr>
          <a:xfrm>
            <a:off x="4304753" y="3981274"/>
            <a:ext cx="3442200" cy="54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Present by </a:t>
            </a:r>
            <a:r>
              <a:rPr b="1" lang="en"/>
              <a:t>Chi Nguyen</a:t>
            </a:r>
            <a:endParaRPr b="1"/>
          </a:p>
        </p:txBody>
      </p:sp>
      <p:sp>
        <p:nvSpPr>
          <p:cNvPr id="2958" name="Google Shape;2958;p48"/>
          <p:cNvSpPr txBox="1"/>
          <p:nvPr>
            <p:ph type="ctrTitle"/>
          </p:nvPr>
        </p:nvSpPr>
        <p:spPr>
          <a:xfrm>
            <a:off x="4304753" y="1706651"/>
            <a:ext cx="4114800" cy="13716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sz="3800"/>
              <a:t>Human - Computer</a:t>
            </a:r>
            <a:endParaRPr sz="3800"/>
          </a:p>
          <a:p>
            <a:pPr indent="0" lvl="0" marL="0" rtl="0" algn="l">
              <a:spcBef>
                <a:spcPts val="0"/>
              </a:spcBef>
              <a:spcAft>
                <a:spcPts val="0"/>
              </a:spcAft>
              <a:buNone/>
            </a:pPr>
            <a:r>
              <a:rPr lang="en" sz="3800"/>
              <a:t>Interaction</a:t>
            </a:r>
            <a:endParaRPr sz="3800"/>
          </a:p>
        </p:txBody>
      </p:sp>
      <p:sp>
        <p:nvSpPr>
          <p:cNvPr id="2959" name="Google Shape;2959;p48"/>
          <p:cNvSpPr/>
          <p:nvPr/>
        </p:nvSpPr>
        <p:spPr>
          <a:xfrm>
            <a:off x="1252001" y="3089798"/>
            <a:ext cx="190181" cy="91179"/>
          </a:xfrm>
          <a:custGeom>
            <a:rect b="b" l="l" r="r" t="t"/>
            <a:pathLst>
              <a:path extrusionOk="0" h="1352" w="2820">
                <a:moveTo>
                  <a:pt x="2681" y="0"/>
                </a:moveTo>
                <a:cubicBezTo>
                  <a:pt x="1393" y="0"/>
                  <a:pt x="17" y="1299"/>
                  <a:pt x="0" y="1312"/>
                </a:cubicBezTo>
                <a:lnTo>
                  <a:pt x="37" y="1352"/>
                </a:lnTo>
                <a:cubicBezTo>
                  <a:pt x="53" y="1339"/>
                  <a:pt x="1410" y="56"/>
                  <a:pt x="2673" y="56"/>
                </a:cubicBezTo>
                <a:cubicBezTo>
                  <a:pt x="2719" y="56"/>
                  <a:pt x="2767" y="59"/>
                  <a:pt x="2813" y="63"/>
                </a:cubicBezTo>
                <a:lnTo>
                  <a:pt x="2820" y="6"/>
                </a:lnTo>
                <a:cubicBezTo>
                  <a:pt x="2774" y="2"/>
                  <a:pt x="2727" y="0"/>
                  <a:pt x="268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960" name="Google Shape;2960;p48"/>
          <p:cNvPicPr preferRelativeResize="0"/>
          <p:nvPr/>
        </p:nvPicPr>
        <p:blipFill rotWithShape="1">
          <a:blip r:embed="rId3">
            <a:alphaModFix/>
          </a:blip>
          <a:srcRect b="30194" l="16780" r="16793" t="30186"/>
          <a:stretch/>
        </p:blipFill>
        <p:spPr>
          <a:xfrm>
            <a:off x="4357300" y="362300"/>
            <a:ext cx="1279626" cy="763224"/>
          </a:xfrm>
          <a:prstGeom prst="rect">
            <a:avLst/>
          </a:prstGeom>
          <a:noFill/>
          <a:ln>
            <a:noFill/>
          </a:ln>
        </p:spPr>
      </p:pic>
      <p:pic>
        <p:nvPicPr>
          <p:cNvPr id="2961" name="Google Shape;2961;p48"/>
          <p:cNvPicPr preferRelativeResize="0"/>
          <p:nvPr/>
        </p:nvPicPr>
        <p:blipFill>
          <a:blip r:embed="rId4">
            <a:alphaModFix/>
          </a:blip>
          <a:stretch>
            <a:fillRect/>
          </a:stretch>
        </p:blipFill>
        <p:spPr>
          <a:xfrm>
            <a:off x="-131476" y="985750"/>
            <a:ext cx="4373200" cy="327990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965" name="Shape 2965"/>
        <p:cNvGrpSpPr/>
        <p:nvPr/>
      </p:nvGrpSpPr>
      <p:grpSpPr>
        <a:xfrm>
          <a:off x="0" y="0"/>
          <a:ext cx="0" cy="0"/>
          <a:chOff x="0" y="0"/>
          <a:chExt cx="0" cy="0"/>
        </a:xfrm>
      </p:grpSpPr>
      <p:sp>
        <p:nvSpPr>
          <p:cNvPr id="2966" name="Google Shape;2966;p49"/>
          <p:cNvSpPr txBox="1"/>
          <p:nvPr>
            <p:ph type="title"/>
          </p:nvPr>
        </p:nvSpPr>
        <p:spPr>
          <a:xfrm>
            <a:off x="3014400" y="943613"/>
            <a:ext cx="3115200" cy="411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200"/>
              <a:t>CONTENTS</a:t>
            </a:r>
            <a:endParaRPr sz="3200">
              <a:solidFill>
                <a:srgbClr val="F3F3F3"/>
              </a:solidFill>
            </a:endParaRPr>
          </a:p>
        </p:txBody>
      </p:sp>
      <p:sp>
        <p:nvSpPr>
          <p:cNvPr id="2967" name="Google Shape;2967;p49"/>
          <p:cNvSpPr txBox="1"/>
          <p:nvPr>
            <p:ph idx="1" type="subTitle"/>
          </p:nvPr>
        </p:nvSpPr>
        <p:spPr>
          <a:xfrm>
            <a:off x="3269900" y="1852225"/>
            <a:ext cx="2836800" cy="1705200"/>
          </a:xfrm>
          <a:prstGeom prst="rect">
            <a:avLst/>
          </a:prstGeom>
        </p:spPr>
        <p:txBody>
          <a:bodyPr anchorCtr="0" anchor="ctr" bIns="91425" lIns="91425" spcFirstLastPara="1" rIns="91425" wrap="square" tIns="91425">
            <a:noAutofit/>
          </a:bodyPr>
          <a:lstStyle/>
          <a:p>
            <a:pPr indent="-342900" lvl="0" marL="457200" rtl="0" algn="l">
              <a:lnSpc>
                <a:spcPct val="150000"/>
              </a:lnSpc>
              <a:spcBef>
                <a:spcPts val="0"/>
              </a:spcBef>
              <a:spcAft>
                <a:spcPts val="0"/>
              </a:spcAft>
              <a:buClr>
                <a:srgbClr val="49476E"/>
              </a:buClr>
              <a:buSzPts val="1800"/>
              <a:buAutoNum type="arabicPeriod"/>
            </a:pPr>
            <a:r>
              <a:rPr lang="en" sz="1800">
                <a:solidFill>
                  <a:srgbClr val="49476E"/>
                </a:solidFill>
              </a:rPr>
              <a:t>The human</a:t>
            </a:r>
            <a:endParaRPr sz="1800">
              <a:solidFill>
                <a:srgbClr val="49476E"/>
              </a:solidFill>
            </a:endParaRPr>
          </a:p>
          <a:p>
            <a:pPr indent="-342900" lvl="0" marL="457200" rtl="0" algn="l">
              <a:lnSpc>
                <a:spcPct val="150000"/>
              </a:lnSpc>
              <a:spcBef>
                <a:spcPts val="0"/>
              </a:spcBef>
              <a:spcAft>
                <a:spcPts val="0"/>
              </a:spcAft>
              <a:buClr>
                <a:srgbClr val="49476E"/>
              </a:buClr>
              <a:buSzPts val="1800"/>
              <a:buAutoNum type="arabicPeriod"/>
            </a:pPr>
            <a:r>
              <a:rPr lang="en" sz="1800">
                <a:solidFill>
                  <a:srgbClr val="49476E"/>
                </a:solidFill>
              </a:rPr>
              <a:t>The computer</a:t>
            </a:r>
            <a:endParaRPr sz="1800">
              <a:solidFill>
                <a:srgbClr val="49476E"/>
              </a:solidFill>
            </a:endParaRPr>
          </a:p>
          <a:p>
            <a:pPr indent="-342900" lvl="0" marL="457200" rtl="0" algn="l">
              <a:lnSpc>
                <a:spcPct val="150000"/>
              </a:lnSpc>
              <a:spcBef>
                <a:spcPts val="0"/>
              </a:spcBef>
              <a:spcAft>
                <a:spcPts val="0"/>
              </a:spcAft>
              <a:buClr>
                <a:srgbClr val="49476E"/>
              </a:buClr>
              <a:buSzPts val="1800"/>
              <a:buAutoNum type="arabicPeriod"/>
            </a:pPr>
            <a:r>
              <a:rPr b="1" lang="en" sz="1800">
                <a:solidFill>
                  <a:srgbClr val="49476E"/>
                </a:solidFill>
              </a:rPr>
              <a:t>The interaction</a:t>
            </a:r>
            <a:endParaRPr b="1" sz="1800">
              <a:solidFill>
                <a:srgbClr val="49476E"/>
              </a:solidFill>
            </a:endParaRPr>
          </a:p>
          <a:p>
            <a:pPr indent="-342900" lvl="0" marL="457200" rtl="0" algn="l">
              <a:lnSpc>
                <a:spcPct val="150000"/>
              </a:lnSpc>
              <a:spcBef>
                <a:spcPts val="0"/>
              </a:spcBef>
              <a:spcAft>
                <a:spcPts val="0"/>
              </a:spcAft>
              <a:buClr>
                <a:srgbClr val="49476E"/>
              </a:buClr>
              <a:buSzPts val="1800"/>
              <a:buAutoNum type="arabicPeriod"/>
            </a:pPr>
            <a:r>
              <a:rPr lang="en" sz="1800">
                <a:solidFill>
                  <a:srgbClr val="49476E"/>
                </a:solidFill>
              </a:rPr>
              <a:t>Paradigms</a:t>
            </a:r>
            <a:endParaRPr sz="1800">
              <a:solidFill>
                <a:srgbClr val="49476E"/>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2" name="Shape 2972"/>
        <p:cNvGrpSpPr/>
        <p:nvPr/>
      </p:nvGrpSpPr>
      <p:grpSpPr>
        <a:xfrm>
          <a:off x="0" y="0"/>
          <a:ext cx="0" cy="0"/>
          <a:chOff x="0" y="0"/>
          <a:chExt cx="0" cy="0"/>
        </a:xfrm>
      </p:grpSpPr>
      <p:sp>
        <p:nvSpPr>
          <p:cNvPr id="2973" name="Google Shape;2973;p50"/>
          <p:cNvSpPr txBox="1"/>
          <p:nvPr>
            <p:ph type="title"/>
          </p:nvPr>
        </p:nvSpPr>
        <p:spPr>
          <a:xfrm>
            <a:off x="2148900" y="403048"/>
            <a:ext cx="4846200" cy="411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500"/>
              <a:t>THE INTERACTION</a:t>
            </a:r>
            <a:endParaRPr sz="3500"/>
          </a:p>
        </p:txBody>
      </p:sp>
      <p:sp>
        <p:nvSpPr>
          <p:cNvPr id="2974" name="Google Shape;2974;p50"/>
          <p:cNvSpPr txBox="1"/>
          <p:nvPr>
            <p:ph idx="4294967295" type="subTitle"/>
          </p:nvPr>
        </p:nvSpPr>
        <p:spPr>
          <a:xfrm flipH="1">
            <a:off x="933684" y="2431862"/>
            <a:ext cx="3613800" cy="46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t>MODELS OF INTERACTION</a:t>
            </a:r>
            <a:endParaRPr b="1" sz="1400"/>
          </a:p>
          <a:p>
            <a:pPr indent="-304800" lvl="0" marL="457200" rtl="0" algn="l">
              <a:spcBef>
                <a:spcPts val="0"/>
              </a:spcBef>
              <a:spcAft>
                <a:spcPts val="0"/>
              </a:spcAft>
              <a:buClr>
                <a:schemeClr val="dk1"/>
              </a:buClr>
              <a:buSzPts val="1200"/>
              <a:buChar char="●"/>
            </a:pPr>
            <a:r>
              <a:rPr lang="en" sz="1200">
                <a:solidFill>
                  <a:schemeClr val="dk1"/>
                </a:solidFill>
              </a:rPr>
              <a:t>SOME TERMS OF INTERACTION</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NORMAN’S MODEL</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INTERACTION FRAMEWORK</a:t>
            </a:r>
            <a:endParaRPr sz="1200">
              <a:solidFill>
                <a:schemeClr val="dk1"/>
              </a:solidFill>
            </a:endParaRPr>
          </a:p>
        </p:txBody>
      </p:sp>
      <p:sp>
        <p:nvSpPr>
          <p:cNvPr id="2975" name="Google Shape;2975;p50"/>
          <p:cNvSpPr txBox="1"/>
          <p:nvPr>
            <p:ph idx="1" type="subTitle"/>
          </p:nvPr>
        </p:nvSpPr>
        <p:spPr>
          <a:xfrm>
            <a:off x="933675" y="2024900"/>
            <a:ext cx="3613800" cy="46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1800"/>
              <a:t>WHAT IS THE INTERACTION?</a:t>
            </a:r>
            <a:endParaRPr b="1" sz="1800"/>
          </a:p>
        </p:txBody>
      </p:sp>
      <p:sp>
        <p:nvSpPr>
          <p:cNvPr id="2976" name="Google Shape;2976;p50"/>
          <p:cNvSpPr txBox="1"/>
          <p:nvPr>
            <p:ph idx="4294967295" type="subTitle"/>
          </p:nvPr>
        </p:nvSpPr>
        <p:spPr>
          <a:xfrm flipH="1">
            <a:off x="933684" y="3564291"/>
            <a:ext cx="3613800" cy="46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t>ERGONOMICS</a:t>
            </a:r>
            <a:endParaRPr b="1" sz="1400"/>
          </a:p>
          <a:p>
            <a:pPr indent="-304800" lvl="0" marL="457200" rtl="0" algn="l">
              <a:spcBef>
                <a:spcPts val="0"/>
              </a:spcBef>
              <a:spcAft>
                <a:spcPts val="0"/>
              </a:spcAft>
              <a:buClr>
                <a:schemeClr val="dk1"/>
              </a:buClr>
              <a:buSzPts val="1200"/>
              <a:buChar char="●"/>
            </a:pPr>
            <a:r>
              <a:rPr lang="en" sz="1200">
                <a:solidFill>
                  <a:schemeClr val="dk1"/>
                </a:solidFill>
              </a:rPr>
              <a:t>PHYSICAL ASPECTS OF INTERFACES</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INDUSTRIAL INTERFACES</a:t>
            </a:r>
            <a:endParaRPr sz="1200">
              <a:solidFill>
                <a:schemeClr val="dk1"/>
              </a:solidFill>
            </a:endParaRPr>
          </a:p>
        </p:txBody>
      </p:sp>
      <p:sp>
        <p:nvSpPr>
          <p:cNvPr id="2977" name="Google Shape;2977;p50"/>
          <p:cNvSpPr txBox="1"/>
          <p:nvPr>
            <p:ph idx="4294967295" type="subTitle"/>
          </p:nvPr>
        </p:nvSpPr>
        <p:spPr>
          <a:xfrm flipH="1">
            <a:off x="4806809" y="2024894"/>
            <a:ext cx="3613800" cy="46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INTERACTION STYLES</a:t>
            </a:r>
            <a:endParaRPr b="1" sz="18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DIALOGUE … COMPUTER AND USER</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DISTINCT STYLES OF INTERACTION</a:t>
            </a:r>
            <a:endParaRPr sz="1200">
              <a:solidFill>
                <a:schemeClr val="dk1"/>
              </a:solidFill>
            </a:endParaRPr>
          </a:p>
        </p:txBody>
      </p:sp>
      <p:sp>
        <p:nvSpPr>
          <p:cNvPr id="2978" name="Google Shape;2978;p50"/>
          <p:cNvSpPr txBox="1"/>
          <p:nvPr>
            <p:ph idx="1" type="subTitle"/>
          </p:nvPr>
        </p:nvSpPr>
        <p:spPr>
          <a:xfrm flipH="1">
            <a:off x="4806809" y="2983424"/>
            <a:ext cx="3613800" cy="46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1800"/>
              <a:t>CONTEXT</a:t>
            </a:r>
            <a:endParaRPr b="1" sz="1800"/>
          </a:p>
        </p:txBody>
      </p:sp>
      <p:pic>
        <p:nvPicPr>
          <p:cNvPr id="2979" name="Google Shape;2979;p50"/>
          <p:cNvPicPr preferRelativeResize="0"/>
          <p:nvPr/>
        </p:nvPicPr>
        <p:blipFill>
          <a:blip r:embed="rId3">
            <a:alphaModFix/>
          </a:blip>
          <a:stretch>
            <a:fillRect/>
          </a:stretch>
        </p:blipFill>
        <p:spPr>
          <a:xfrm rot="-1036345">
            <a:off x="3274584" y="419012"/>
            <a:ext cx="2164102" cy="16230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5"/>
                                        </p:tgtEl>
                                        <p:attrNameLst>
                                          <p:attrName>style.visibility</p:attrName>
                                        </p:attrNameLst>
                                      </p:cBhvr>
                                      <p:to>
                                        <p:strVal val="visible"/>
                                      </p:to>
                                    </p:set>
                                    <p:animEffect filter="fade" transition="in">
                                      <p:cBhvr>
                                        <p:cTn dur="1000"/>
                                        <p:tgtEl>
                                          <p:spTgt spid="29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4"/>
                                        </p:tgtEl>
                                        <p:attrNameLst>
                                          <p:attrName>style.visibility</p:attrName>
                                        </p:attrNameLst>
                                      </p:cBhvr>
                                      <p:to>
                                        <p:strVal val="visible"/>
                                      </p:to>
                                    </p:set>
                                    <p:animEffect filter="fade" transition="in">
                                      <p:cBhvr>
                                        <p:cTn dur="1000"/>
                                        <p:tgtEl>
                                          <p:spTgt spid="29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3" name="Shape 2983"/>
        <p:cNvGrpSpPr/>
        <p:nvPr/>
      </p:nvGrpSpPr>
      <p:grpSpPr>
        <a:xfrm>
          <a:off x="0" y="0"/>
          <a:ext cx="0" cy="0"/>
          <a:chOff x="0" y="0"/>
          <a:chExt cx="0" cy="0"/>
        </a:xfrm>
      </p:grpSpPr>
      <p:sp>
        <p:nvSpPr>
          <p:cNvPr id="2984" name="Google Shape;2984;p51"/>
          <p:cNvSpPr txBox="1"/>
          <p:nvPr>
            <p:ph type="title"/>
          </p:nvPr>
        </p:nvSpPr>
        <p:spPr>
          <a:xfrm>
            <a:off x="1808325" y="1773875"/>
            <a:ext cx="5527500" cy="1309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WHAT IS INTERACTION?</a:t>
            </a:r>
            <a:endParaRPr/>
          </a:p>
        </p:txBody>
      </p:sp>
      <p:sp>
        <p:nvSpPr>
          <p:cNvPr id="2985" name="Google Shape;2985;p51"/>
          <p:cNvSpPr txBox="1"/>
          <p:nvPr>
            <p:ph idx="1" type="subTitle"/>
          </p:nvPr>
        </p:nvSpPr>
        <p:spPr>
          <a:xfrm>
            <a:off x="2459000" y="3288050"/>
            <a:ext cx="4226100" cy="395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Communication between user vs system</a:t>
            </a:r>
            <a:endParaRPr/>
          </a:p>
        </p:txBody>
      </p:sp>
      <p:pic>
        <p:nvPicPr>
          <p:cNvPr id="2986" name="Google Shape;2986;p51"/>
          <p:cNvPicPr preferRelativeResize="0"/>
          <p:nvPr/>
        </p:nvPicPr>
        <p:blipFill>
          <a:blip r:embed="rId3">
            <a:alphaModFix/>
          </a:blip>
          <a:stretch>
            <a:fillRect/>
          </a:stretch>
        </p:blipFill>
        <p:spPr>
          <a:xfrm>
            <a:off x="819000" y="804950"/>
            <a:ext cx="4069352" cy="3052026"/>
          </a:xfrm>
          <a:prstGeom prst="rect">
            <a:avLst/>
          </a:prstGeom>
          <a:noFill/>
          <a:ln>
            <a:noFill/>
          </a:ln>
        </p:spPr>
      </p:pic>
      <p:pic>
        <p:nvPicPr>
          <p:cNvPr id="2987" name="Google Shape;2987;p51"/>
          <p:cNvPicPr preferRelativeResize="0"/>
          <p:nvPr/>
        </p:nvPicPr>
        <p:blipFill>
          <a:blip r:embed="rId4">
            <a:alphaModFix/>
          </a:blip>
          <a:stretch>
            <a:fillRect/>
          </a:stretch>
        </p:blipFill>
        <p:spPr>
          <a:xfrm>
            <a:off x="4664225" y="1626025"/>
            <a:ext cx="4069352" cy="30520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2" name="Shape 2992"/>
        <p:cNvGrpSpPr/>
        <p:nvPr/>
      </p:nvGrpSpPr>
      <p:grpSpPr>
        <a:xfrm>
          <a:off x="0" y="0"/>
          <a:ext cx="0" cy="0"/>
          <a:chOff x="0" y="0"/>
          <a:chExt cx="0" cy="0"/>
        </a:xfrm>
      </p:grpSpPr>
      <p:sp>
        <p:nvSpPr>
          <p:cNvPr id="2993" name="Google Shape;2993;p52"/>
          <p:cNvSpPr txBox="1"/>
          <p:nvPr>
            <p:ph idx="1" type="body"/>
          </p:nvPr>
        </p:nvSpPr>
        <p:spPr>
          <a:xfrm>
            <a:off x="2413800" y="1369975"/>
            <a:ext cx="4316400" cy="2636700"/>
          </a:xfrm>
          <a:prstGeom prst="rect">
            <a:avLst/>
          </a:prstGeom>
        </p:spPr>
        <p:txBody>
          <a:bodyPr anchorCtr="0" anchor="ctr" bIns="91425" lIns="91425" spcFirstLastPara="1" rIns="91425" wrap="square" tIns="91425">
            <a:noAutofit/>
          </a:bodyPr>
          <a:lstStyle/>
          <a:p>
            <a:pPr indent="-323850" lvl="0" marL="457200" marR="0" rtl="0" algn="l">
              <a:lnSpc>
                <a:spcPct val="150000"/>
              </a:lnSpc>
              <a:spcBef>
                <a:spcPts val="0"/>
              </a:spcBef>
              <a:spcAft>
                <a:spcPts val="0"/>
              </a:spcAft>
              <a:buClr>
                <a:srgbClr val="49476E"/>
              </a:buClr>
              <a:buSzPts val="1500"/>
              <a:buChar char="●"/>
            </a:pPr>
            <a:r>
              <a:rPr b="1" lang="en" sz="1500">
                <a:solidFill>
                  <a:srgbClr val="49476E"/>
                </a:solidFill>
              </a:rPr>
              <a:t>DOMAIN</a:t>
            </a:r>
            <a:endParaRPr b="1" sz="1500">
              <a:solidFill>
                <a:srgbClr val="49476E"/>
              </a:solidFill>
            </a:endParaRPr>
          </a:p>
          <a:p>
            <a:pPr indent="-311150" lvl="1" marL="914400" marR="0" rtl="0" algn="l">
              <a:lnSpc>
                <a:spcPct val="100000"/>
              </a:lnSpc>
              <a:spcBef>
                <a:spcPts val="0"/>
              </a:spcBef>
              <a:spcAft>
                <a:spcPts val="0"/>
              </a:spcAft>
              <a:buClr>
                <a:srgbClr val="49476E"/>
              </a:buClr>
              <a:buSzPts val="1300"/>
              <a:buChar char="○"/>
            </a:pPr>
            <a:r>
              <a:rPr lang="en" sz="1300">
                <a:solidFill>
                  <a:srgbClr val="49476E"/>
                </a:solidFill>
              </a:rPr>
              <a:t>the area of work under study</a:t>
            </a:r>
            <a:endParaRPr sz="1300">
              <a:solidFill>
                <a:srgbClr val="49476E"/>
              </a:solidFill>
            </a:endParaRPr>
          </a:p>
          <a:p>
            <a:pPr indent="-323850" lvl="0" marL="457200" marR="0" rtl="0" algn="l">
              <a:lnSpc>
                <a:spcPct val="150000"/>
              </a:lnSpc>
              <a:spcBef>
                <a:spcPts val="1000"/>
              </a:spcBef>
              <a:spcAft>
                <a:spcPts val="0"/>
              </a:spcAft>
              <a:buClr>
                <a:srgbClr val="49476E"/>
              </a:buClr>
              <a:buSzPts val="1500"/>
              <a:buChar char="●"/>
            </a:pPr>
            <a:r>
              <a:rPr b="1" lang="en" sz="1500">
                <a:solidFill>
                  <a:srgbClr val="49476E"/>
                </a:solidFill>
              </a:rPr>
              <a:t>GOAL</a:t>
            </a:r>
            <a:endParaRPr b="1" sz="1500">
              <a:solidFill>
                <a:srgbClr val="49476E"/>
              </a:solidFill>
            </a:endParaRPr>
          </a:p>
          <a:p>
            <a:pPr indent="-311150" lvl="1" marL="914400" rtl="0" algn="l">
              <a:lnSpc>
                <a:spcPct val="100000"/>
              </a:lnSpc>
              <a:spcBef>
                <a:spcPts val="0"/>
              </a:spcBef>
              <a:spcAft>
                <a:spcPts val="0"/>
              </a:spcAft>
              <a:buClr>
                <a:srgbClr val="49476E"/>
              </a:buClr>
              <a:buSzPts val="1300"/>
              <a:buChar char="○"/>
            </a:pPr>
            <a:r>
              <a:rPr lang="en" sz="1300">
                <a:solidFill>
                  <a:srgbClr val="49476E"/>
                </a:solidFill>
              </a:rPr>
              <a:t>what you want to achieve</a:t>
            </a:r>
            <a:endParaRPr sz="1300">
              <a:solidFill>
                <a:srgbClr val="49476E"/>
              </a:solidFill>
            </a:endParaRPr>
          </a:p>
          <a:p>
            <a:pPr indent="-323850" lvl="0" marL="457200" rtl="0" algn="l">
              <a:lnSpc>
                <a:spcPct val="150000"/>
              </a:lnSpc>
              <a:spcBef>
                <a:spcPts val="1000"/>
              </a:spcBef>
              <a:spcAft>
                <a:spcPts val="0"/>
              </a:spcAft>
              <a:buClr>
                <a:srgbClr val="49476E"/>
              </a:buClr>
              <a:buSzPts val="1500"/>
              <a:buChar char="●"/>
            </a:pPr>
            <a:r>
              <a:rPr b="1" lang="en" sz="1500">
                <a:solidFill>
                  <a:srgbClr val="49476E"/>
                </a:solidFill>
              </a:rPr>
              <a:t>TASK</a:t>
            </a:r>
            <a:endParaRPr b="1" sz="1500">
              <a:solidFill>
                <a:srgbClr val="49476E"/>
              </a:solidFill>
            </a:endParaRPr>
          </a:p>
          <a:p>
            <a:pPr indent="-311150" lvl="1" marL="914400" rtl="0" algn="l">
              <a:lnSpc>
                <a:spcPct val="100000"/>
              </a:lnSpc>
              <a:spcBef>
                <a:spcPts val="0"/>
              </a:spcBef>
              <a:spcAft>
                <a:spcPts val="0"/>
              </a:spcAft>
              <a:buClr>
                <a:srgbClr val="49476E"/>
              </a:buClr>
              <a:buSzPts val="1300"/>
              <a:buChar char="○"/>
            </a:pPr>
            <a:r>
              <a:rPr lang="en" sz="1300">
                <a:solidFill>
                  <a:srgbClr val="49476E"/>
                </a:solidFill>
              </a:rPr>
              <a:t>how you go about doing it </a:t>
            </a:r>
            <a:endParaRPr sz="1300">
              <a:solidFill>
                <a:srgbClr val="49476E"/>
              </a:solidFill>
            </a:endParaRPr>
          </a:p>
          <a:p>
            <a:pPr indent="-311150" lvl="1" marL="914400" rtl="0" algn="l">
              <a:lnSpc>
                <a:spcPct val="100000"/>
              </a:lnSpc>
              <a:spcBef>
                <a:spcPts val="0"/>
              </a:spcBef>
              <a:spcAft>
                <a:spcPts val="0"/>
              </a:spcAft>
              <a:buClr>
                <a:srgbClr val="49476E"/>
              </a:buClr>
              <a:buSzPts val="1300"/>
              <a:buChar char="○"/>
            </a:pPr>
            <a:r>
              <a:rPr lang="en" sz="1300">
                <a:solidFill>
                  <a:srgbClr val="49476E"/>
                </a:solidFill>
              </a:rPr>
              <a:t>ultimately in terms of operations or actions </a:t>
            </a:r>
            <a:endParaRPr sz="1300">
              <a:solidFill>
                <a:srgbClr val="49476E"/>
              </a:solidFill>
            </a:endParaRPr>
          </a:p>
          <a:p>
            <a:pPr indent="-323850" lvl="0" marL="457200" rtl="0" algn="l">
              <a:lnSpc>
                <a:spcPct val="150000"/>
              </a:lnSpc>
              <a:spcBef>
                <a:spcPts val="1000"/>
              </a:spcBef>
              <a:spcAft>
                <a:spcPts val="0"/>
              </a:spcAft>
              <a:buClr>
                <a:srgbClr val="49476E"/>
              </a:buClr>
              <a:buSzPts val="1500"/>
              <a:buChar char="●"/>
            </a:pPr>
            <a:r>
              <a:rPr b="1" lang="en" sz="1500">
                <a:solidFill>
                  <a:srgbClr val="49476E"/>
                </a:solidFill>
              </a:rPr>
              <a:t>note</a:t>
            </a:r>
            <a:endParaRPr b="1" sz="1500">
              <a:solidFill>
                <a:srgbClr val="49476E"/>
              </a:solidFill>
            </a:endParaRPr>
          </a:p>
          <a:p>
            <a:pPr indent="-311150" lvl="1" marL="914400" rtl="0" algn="l">
              <a:lnSpc>
                <a:spcPct val="100000"/>
              </a:lnSpc>
              <a:spcBef>
                <a:spcPts val="0"/>
              </a:spcBef>
              <a:spcAft>
                <a:spcPts val="0"/>
              </a:spcAft>
              <a:buClr>
                <a:srgbClr val="49476E"/>
              </a:buClr>
              <a:buSzPts val="1300"/>
              <a:buChar char="○"/>
            </a:pPr>
            <a:r>
              <a:rPr lang="en" sz="1300">
                <a:solidFill>
                  <a:srgbClr val="49476E"/>
                </a:solidFill>
              </a:rPr>
              <a:t>traditional interaction … </a:t>
            </a:r>
            <a:endParaRPr sz="1300">
              <a:solidFill>
                <a:srgbClr val="49476E"/>
              </a:solidFill>
            </a:endParaRPr>
          </a:p>
          <a:p>
            <a:pPr indent="-311150" lvl="1" marL="914400" rtl="0" algn="l">
              <a:lnSpc>
                <a:spcPct val="100000"/>
              </a:lnSpc>
              <a:spcBef>
                <a:spcPts val="0"/>
              </a:spcBef>
              <a:spcAft>
                <a:spcPts val="0"/>
              </a:spcAft>
              <a:buClr>
                <a:srgbClr val="49476E"/>
              </a:buClr>
              <a:buSzPts val="1300"/>
              <a:buChar char="○"/>
            </a:pPr>
            <a:r>
              <a:rPr lang="en" sz="1300">
                <a:solidFill>
                  <a:srgbClr val="49476E"/>
                </a:solidFill>
              </a:rPr>
              <a:t>use of terms differs a lot especially task/goal !!!</a:t>
            </a:r>
            <a:endParaRPr sz="1300">
              <a:solidFill>
                <a:srgbClr val="49476E"/>
              </a:solidFill>
            </a:endParaRPr>
          </a:p>
        </p:txBody>
      </p:sp>
      <p:sp>
        <p:nvSpPr>
          <p:cNvPr id="2994" name="Google Shape;2994;p52"/>
          <p:cNvSpPr txBox="1"/>
          <p:nvPr>
            <p:ph idx="4294967295" type="subTitle"/>
          </p:nvPr>
        </p:nvSpPr>
        <p:spPr>
          <a:xfrm flipH="1">
            <a:off x="0" y="1934850"/>
            <a:ext cx="2413800" cy="460800"/>
          </a:xfrm>
          <a:prstGeom prst="rect">
            <a:avLst/>
          </a:prstGeom>
        </p:spPr>
        <p:txBody>
          <a:bodyPr anchorCtr="0" anchor="t" bIns="91425" lIns="91425" spcFirstLastPara="1" rIns="91425" wrap="square" tIns="91425">
            <a:noAutofit/>
          </a:bodyPr>
          <a:lstStyle/>
          <a:p>
            <a:pPr indent="0" lvl="0" marL="0" marR="0" rtl="0" algn="l">
              <a:lnSpc>
                <a:spcPct val="90000"/>
              </a:lnSpc>
              <a:spcBef>
                <a:spcPts val="0"/>
              </a:spcBef>
              <a:spcAft>
                <a:spcPts val="0"/>
              </a:spcAft>
              <a:buNone/>
            </a:pPr>
            <a:r>
              <a:rPr lang="en" sz="2400">
                <a:solidFill>
                  <a:srgbClr val="F3F3F3"/>
                </a:solidFill>
                <a:latin typeface="Saira SemiCondensed SemiBold"/>
                <a:ea typeface="Saira SemiCondensed SemiBold"/>
                <a:cs typeface="Saira SemiCondensed SemiBold"/>
                <a:sym typeface="Saira SemiCondensed SemiBold"/>
              </a:rPr>
              <a:t>MODELS OF INTERACTION</a:t>
            </a:r>
            <a:endParaRPr sz="1400"/>
          </a:p>
          <a:p>
            <a:pPr indent="-304800" lvl="0" marL="457200" rtl="0" algn="l">
              <a:spcBef>
                <a:spcPts val="0"/>
              </a:spcBef>
              <a:spcAft>
                <a:spcPts val="0"/>
              </a:spcAft>
              <a:buClr>
                <a:schemeClr val="dk1"/>
              </a:buClr>
              <a:buSzPts val="1200"/>
              <a:buChar char="●"/>
            </a:pPr>
            <a:r>
              <a:rPr lang="en" sz="1200">
                <a:solidFill>
                  <a:schemeClr val="dk1"/>
                </a:solidFill>
              </a:rPr>
              <a:t>SOME TERMS OF INTERACTION</a:t>
            </a:r>
            <a:endParaRPr sz="1200">
              <a:solidFill>
                <a:schemeClr val="dk1"/>
              </a:solidFill>
            </a:endParaRPr>
          </a:p>
          <a:p>
            <a:pPr indent="-304800" lvl="0" marL="457200" rtl="0" algn="l">
              <a:spcBef>
                <a:spcPts val="0"/>
              </a:spcBef>
              <a:spcAft>
                <a:spcPts val="0"/>
              </a:spcAft>
              <a:buClr>
                <a:srgbClr val="71B6FF"/>
              </a:buClr>
              <a:buSzPts val="1200"/>
              <a:buChar char="●"/>
            </a:pPr>
            <a:r>
              <a:rPr lang="en" sz="1200">
                <a:solidFill>
                  <a:srgbClr val="71B6FF"/>
                </a:solidFill>
              </a:rPr>
              <a:t>NORMAN’S MODEL</a:t>
            </a:r>
            <a:endParaRPr sz="1200">
              <a:solidFill>
                <a:srgbClr val="71B6FF"/>
              </a:solidFill>
            </a:endParaRPr>
          </a:p>
          <a:p>
            <a:pPr indent="-304800" lvl="0" marL="457200" rtl="0" algn="l">
              <a:spcBef>
                <a:spcPts val="0"/>
              </a:spcBef>
              <a:spcAft>
                <a:spcPts val="0"/>
              </a:spcAft>
              <a:buClr>
                <a:srgbClr val="71B6FF"/>
              </a:buClr>
              <a:buSzPts val="1200"/>
              <a:buChar char="●"/>
            </a:pPr>
            <a:r>
              <a:rPr lang="en" sz="1200">
                <a:solidFill>
                  <a:srgbClr val="71B6FF"/>
                </a:solidFill>
              </a:rPr>
              <a:t>INTERACTION FRAMEWORK</a:t>
            </a:r>
            <a:endParaRPr sz="1200">
              <a:solidFill>
                <a:srgbClr val="71B6F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9" name="Shape 2999"/>
        <p:cNvGrpSpPr/>
        <p:nvPr/>
      </p:nvGrpSpPr>
      <p:grpSpPr>
        <a:xfrm>
          <a:off x="0" y="0"/>
          <a:ext cx="0" cy="0"/>
          <a:chOff x="0" y="0"/>
          <a:chExt cx="0" cy="0"/>
        </a:xfrm>
      </p:grpSpPr>
      <p:sp>
        <p:nvSpPr>
          <p:cNvPr id="3000" name="Google Shape;3000;p53"/>
          <p:cNvSpPr txBox="1"/>
          <p:nvPr>
            <p:ph idx="1" type="body"/>
          </p:nvPr>
        </p:nvSpPr>
        <p:spPr>
          <a:xfrm>
            <a:off x="2413800" y="1369975"/>
            <a:ext cx="5506200" cy="2636700"/>
          </a:xfrm>
          <a:prstGeom prst="rect">
            <a:avLst/>
          </a:prstGeom>
        </p:spPr>
        <p:txBody>
          <a:bodyPr anchorCtr="0" anchor="ctr" bIns="91425" lIns="91425" spcFirstLastPara="1" rIns="91425" wrap="square" tIns="91425">
            <a:noAutofit/>
          </a:bodyPr>
          <a:lstStyle/>
          <a:p>
            <a:pPr indent="-323850" lvl="0" marL="457200" marR="0" rtl="0" algn="l">
              <a:lnSpc>
                <a:spcPct val="150000"/>
              </a:lnSpc>
              <a:spcBef>
                <a:spcPts val="0"/>
              </a:spcBef>
              <a:spcAft>
                <a:spcPts val="0"/>
              </a:spcAft>
              <a:buClr>
                <a:srgbClr val="49476E"/>
              </a:buClr>
              <a:buSzPts val="1500"/>
              <a:buChar char="●"/>
            </a:pPr>
            <a:r>
              <a:rPr b="1" lang="en" sz="1500">
                <a:solidFill>
                  <a:srgbClr val="49476E"/>
                </a:solidFill>
              </a:rPr>
              <a:t>Donald Norman</a:t>
            </a:r>
            <a:endParaRPr b="1" sz="1500">
              <a:solidFill>
                <a:srgbClr val="49476E"/>
              </a:solidFill>
            </a:endParaRPr>
          </a:p>
          <a:p>
            <a:pPr indent="-311150" lvl="1" marL="914400" rtl="0" algn="l">
              <a:lnSpc>
                <a:spcPct val="100000"/>
              </a:lnSpc>
              <a:spcBef>
                <a:spcPts val="0"/>
              </a:spcBef>
              <a:spcAft>
                <a:spcPts val="0"/>
              </a:spcAft>
              <a:buClr>
                <a:srgbClr val="49476E"/>
              </a:buClr>
              <a:buSzPts val="1300"/>
              <a:buChar char="○"/>
            </a:pPr>
            <a:r>
              <a:rPr lang="en" sz="1300">
                <a:solidFill>
                  <a:srgbClr val="49476E"/>
                </a:solidFill>
              </a:rPr>
              <a:t>Donald Arthur Norman (born December 25, 1935)</a:t>
            </a:r>
            <a:endParaRPr sz="1300">
              <a:solidFill>
                <a:srgbClr val="49476E"/>
              </a:solidFill>
            </a:endParaRPr>
          </a:p>
          <a:p>
            <a:pPr indent="-311150" lvl="1" marL="914400" rtl="0" algn="l">
              <a:lnSpc>
                <a:spcPct val="100000"/>
              </a:lnSpc>
              <a:spcBef>
                <a:spcPts val="0"/>
              </a:spcBef>
              <a:spcAft>
                <a:spcPts val="0"/>
              </a:spcAft>
              <a:buClr>
                <a:srgbClr val="49476E"/>
              </a:buClr>
              <a:buSzPts val="1300"/>
              <a:buChar char="○"/>
            </a:pPr>
            <a:r>
              <a:rPr lang="en" sz="1300">
                <a:solidFill>
                  <a:srgbClr val="49476E"/>
                </a:solidFill>
              </a:rPr>
              <a:t>an American researcher, professor, and author</a:t>
            </a:r>
            <a:endParaRPr sz="1300">
              <a:solidFill>
                <a:srgbClr val="49476E"/>
              </a:solidFill>
            </a:endParaRPr>
          </a:p>
          <a:p>
            <a:pPr indent="-311150" lvl="1" marL="914400" rtl="0" algn="l">
              <a:lnSpc>
                <a:spcPct val="100000"/>
              </a:lnSpc>
              <a:spcBef>
                <a:spcPts val="0"/>
              </a:spcBef>
              <a:spcAft>
                <a:spcPts val="0"/>
              </a:spcAft>
              <a:buClr>
                <a:srgbClr val="49476E"/>
              </a:buClr>
              <a:buSzPts val="1300"/>
              <a:buChar char="○"/>
            </a:pPr>
            <a:r>
              <a:rPr lang="en" sz="1300">
                <a:solidFill>
                  <a:srgbClr val="49476E"/>
                </a:solidFill>
              </a:rPr>
              <a:t>He is widely regarded for his expertise in the fields of design, usability engineering, and cognitive science.</a:t>
            </a:r>
            <a:endParaRPr sz="1300">
              <a:solidFill>
                <a:srgbClr val="49476E"/>
              </a:solidFill>
            </a:endParaRPr>
          </a:p>
          <a:p>
            <a:pPr indent="-323850" lvl="0" marL="457200" marR="0" rtl="0" algn="l">
              <a:lnSpc>
                <a:spcPct val="150000"/>
              </a:lnSpc>
              <a:spcBef>
                <a:spcPts val="1000"/>
              </a:spcBef>
              <a:spcAft>
                <a:spcPts val="0"/>
              </a:spcAft>
              <a:buClr>
                <a:srgbClr val="49476E"/>
              </a:buClr>
              <a:buSzPts val="1500"/>
              <a:buChar char="●"/>
            </a:pPr>
            <a:r>
              <a:rPr b="1" lang="en" sz="1500">
                <a:solidFill>
                  <a:srgbClr val="49476E"/>
                </a:solidFill>
              </a:rPr>
              <a:t>Seven stages </a:t>
            </a:r>
            <a:endParaRPr b="1" sz="1500">
              <a:solidFill>
                <a:srgbClr val="49476E"/>
              </a:solidFill>
            </a:endParaRPr>
          </a:p>
          <a:p>
            <a:pPr indent="-311150" lvl="1" marL="914400" marR="0" rtl="0" algn="l">
              <a:lnSpc>
                <a:spcPct val="100000"/>
              </a:lnSpc>
              <a:spcBef>
                <a:spcPts val="0"/>
              </a:spcBef>
              <a:spcAft>
                <a:spcPts val="0"/>
              </a:spcAft>
              <a:buClr>
                <a:srgbClr val="49476E"/>
              </a:buClr>
              <a:buSzPts val="1300"/>
              <a:buChar char="○"/>
            </a:pPr>
            <a:r>
              <a:rPr lang="en" sz="1300">
                <a:solidFill>
                  <a:srgbClr val="49476E"/>
                </a:solidFill>
              </a:rPr>
              <a:t>user establishes the goal </a:t>
            </a:r>
            <a:endParaRPr sz="1300">
              <a:solidFill>
                <a:srgbClr val="49476E"/>
              </a:solidFill>
            </a:endParaRPr>
          </a:p>
          <a:p>
            <a:pPr indent="-311150" lvl="1" marL="914400" marR="0" rtl="0" algn="l">
              <a:lnSpc>
                <a:spcPct val="100000"/>
              </a:lnSpc>
              <a:spcBef>
                <a:spcPts val="0"/>
              </a:spcBef>
              <a:spcAft>
                <a:spcPts val="0"/>
              </a:spcAft>
              <a:buClr>
                <a:srgbClr val="49476E"/>
              </a:buClr>
              <a:buSzPts val="1300"/>
              <a:buChar char="○"/>
            </a:pPr>
            <a:r>
              <a:rPr lang="en" sz="1300">
                <a:solidFill>
                  <a:srgbClr val="49476E"/>
                </a:solidFill>
              </a:rPr>
              <a:t>formulates intention </a:t>
            </a:r>
            <a:endParaRPr sz="1300">
              <a:solidFill>
                <a:srgbClr val="49476E"/>
              </a:solidFill>
            </a:endParaRPr>
          </a:p>
          <a:p>
            <a:pPr indent="-311150" lvl="1" marL="914400" marR="0" rtl="0" algn="l">
              <a:lnSpc>
                <a:spcPct val="100000"/>
              </a:lnSpc>
              <a:spcBef>
                <a:spcPts val="0"/>
              </a:spcBef>
              <a:spcAft>
                <a:spcPts val="0"/>
              </a:spcAft>
              <a:buClr>
                <a:srgbClr val="49476E"/>
              </a:buClr>
              <a:buSzPts val="1300"/>
              <a:buChar char="○"/>
            </a:pPr>
            <a:r>
              <a:rPr lang="en" sz="1300">
                <a:solidFill>
                  <a:srgbClr val="49476E"/>
                </a:solidFill>
              </a:rPr>
              <a:t>specifies actions at interface </a:t>
            </a:r>
            <a:endParaRPr sz="1300">
              <a:solidFill>
                <a:srgbClr val="49476E"/>
              </a:solidFill>
            </a:endParaRPr>
          </a:p>
          <a:p>
            <a:pPr indent="-311150" lvl="1" marL="914400" marR="0" rtl="0" algn="l">
              <a:lnSpc>
                <a:spcPct val="100000"/>
              </a:lnSpc>
              <a:spcBef>
                <a:spcPts val="0"/>
              </a:spcBef>
              <a:spcAft>
                <a:spcPts val="0"/>
              </a:spcAft>
              <a:buClr>
                <a:srgbClr val="49476E"/>
              </a:buClr>
              <a:buSzPts val="1300"/>
              <a:buChar char="○"/>
            </a:pPr>
            <a:r>
              <a:rPr lang="en" sz="1300">
                <a:solidFill>
                  <a:srgbClr val="49476E"/>
                </a:solidFill>
              </a:rPr>
              <a:t>executes action </a:t>
            </a:r>
            <a:endParaRPr sz="1300">
              <a:solidFill>
                <a:srgbClr val="49476E"/>
              </a:solidFill>
            </a:endParaRPr>
          </a:p>
          <a:p>
            <a:pPr indent="-311150" lvl="1" marL="914400" marR="0" rtl="0" algn="l">
              <a:lnSpc>
                <a:spcPct val="100000"/>
              </a:lnSpc>
              <a:spcBef>
                <a:spcPts val="0"/>
              </a:spcBef>
              <a:spcAft>
                <a:spcPts val="0"/>
              </a:spcAft>
              <a:buClr>
                <a:srgbClr val="49476E"/>
              </a:buClr>
              <a:buSzPts val="1300"/>
              <a:buChar char="○"/>
            </a:pPr>
            <a:r>
              <a:rPr lang="en" sz="1300">
                <a:solidFill>
                  <a:srgbClr val="49476E"/>
                </a:solidFill>
              </a:rPr>
              <a:t>perceives system state </a:t>
            </a:r>
            <a:endParaRPr sz="1300">
              <a:solidFill>
                <a:srgbClr val="49476E"/>
              </a:solidFill>
            </a:endParaRPr>
          </a:p>
          <a:p>
            <a:pPr indent="-311150" lvl="1" marL="914400" marR="0" rtl="0" algn="l">
              <a:lnSpc>
                <a:spcPct val="100000"/>
              </a:lnSpc>
              <a:spcBef>
                <a:spcPts val="0"/>
              </a:spcBef>
              <a:spcAft>
                <a:spcPts val="0"/>
              </a:spcAft>
              <a:buClr>
                <a:srgbClr val="49476E"/>
              </a:buClr>
              <a:buSzPts val="1300"/>
              <a:buChar char="○"/>
            </a:pPr>
            <a:r>
              <a:rPr lang="en" sz="1300">
                <a:solidFill>
                  <a:srgbClr val="49476E"/>
                </a:solidFill>
              </a:rPr>
              <a:t>interprets system state </a:t>
            </a:r>
            <a:endParaRPr sz="1300">
              <a:solidFill>
                <a:srgbClr val="49476E"/>
              </a:solidFill>
            </a:endParaRPr>
          </a:p>
          <a:p>
            <a:pPr indent="-311150" lvl="1" marL="914400" marR="0" rtl="0" algn="l">
              <a:lnSpc>
                <a:spcPct val="100000"/>
              </a:lnSpc>
              <a:spcBef>
                <a:spcPts val="0"/>
              </a:spcBef>
              <a:spcAft>
                <a:spcPts val="0"/>
              </a:spcAft>
              <a:buClr>
                <a:srgbClr val="49476E"/>
              </a:buClr>
              <a:buSzPts val="1300"/>
              <a:buChar char="○"/>
            </a:pPr>
            <a:r>
              <a:rPr lang="en" sz="1300">
                <a:solidFill>
                  <a:srgbClr val="49476E"/>
                </a:solidFill>
              </a:rPr>
              <a:t>evaluates system state with respect to goal </a:t>
            </a:r>
            <a:endParaRPr sz="1300">
              <a:solidFill>
                <a:srgbClr val="49476E"/>
              </a:solidFill>
            </a:endParaRPr>
          </a:p>
          <a:p>
            <a:pPr indent="-323850" lvl="0" marL="457200" marR="0" rtl="0" algn="l">
              <a:lnSpc>
                <a:spcPct val="150000"/>
              </a:lnSpc>
              <a:spcBef>
                <a:spcPts val="1000"/>
              </a:spcBef>
              <a:spcAft>
                <a:spcPts val="0"/>
              </a:spcAft>
              <a:buClr>
                <a:srgbClr val="49476E"/>
              </a:buClr>
              <a:buSzPts val="1500"/>
              <a:buChar char="●"/>
            </a:pPr>
            <a:r>
              <a:rPr b="1" lang="en" sz="1500">
                <a:solidFill>
                  <a:srgbClr val="49476E"/>
                </a:solidFill>
              </a:rPr>
              <a:t>Norman’s model concentrates on user’s view of the interface</a:t>
            </a:r>
            <a:endParaRPr sz="1300">
              <a:solidFill>
                <a:srgbClr val="49476E"/>
              </a:solidFill>
            </a:endParaRPr>
          </a:p>
        </p:txBody>
      </p:sp>
      <p:sp>
        <p:nvSpPr>
          <p:cNvPr id="3001" name="Google Shape;3001;p53"/>
          <p:cNvSpPr txBox="1"/>
          <p:nvPr>
            <p:ph idx="4294967295" type="subTitle"/>
          </p:nvPr>
        </p:nvSpPr>
        <p:spPr>
          <a:xfrm flipH="1">
            <a:off x="0" y="1934850"/>
            <a:ext cx="2413800" cy="460800"/>
          </a:xfrm>
          <a:prstGeom prst="rect">
            <a:avLst/>
          </a:prstGeom>
        </p:spPr>
        <p:txBody>
          <a:bodyPr anchorCtr="0" anchor="t" bIns="91425" lIns="91425" spcFirstLastPara="1" rIns="91425" wrap="square" tIns="91425">
            <a:noAutofit/>
          </a:bodyPr>
          <a:lstStyle/>
          <a:p>
            <a:pPr indent="0" lvl="0" marL="0" marR="0" rtl="0" algn="l">
              <a:lnSpc>
                <a:spcPct val="90000"/>
              </a:lnSpc>
              <a:spcBef>
                <a:spcPts val="0"/>
              </a:spcBef>
              <a:spcAft>
                <a:spcPts val="0"/>
              </a:spcAft>
              <a:buNone/>
            </a:pPr>
            <a:r>
              <a:rPr lang="en" sz="2400">
                <a:solidFill>
                  <a:srgbClr val="F3F3F3"/>
                </a:solidFill>
                <a:latin typeface="Saira SemiCondensed SemiBold"/>
                <a:ea typeface="Saira SemiCondensed SemiBold"/>
                <a:cs typeface="Saira SemiCondensed SemiBold"/>
                <a:sym typeface="Saira SemiCondensed SemiBold"/>
              </a:rPr>
              <a:t>MODELS OF INTERACTION</a:t>
            </a:r>
            <a:endParaRPr sz="1400"/>
          </a:p>
          <a:p>
            <a:pPr indent="-304800" lvl="0" marL="457200" rtl="0" algn="l">
              <a:spcBef>
                <a:spcPts val="0"/>
              </a:spcBef>
              <a:spcAft>
                <a:spcPts val="0"/>
              </a:spcAft>
              <a:buClr>
                <a:srgbClr val="71B6FF"/>
              </a:buClr>
              <a:buSzPts val="1200"/>
              <a:buChar char="●"/>
            </a:pPr>
            <a:r>
              <a:rPr lang="en" sz="1200">
                <a:solidFill>
                  <a:srgbClr val="71B6FF"/>
                </a:solidFill>
              </a:rPr>
              <a:t>SOME TERMS OF INTERACTION</a:t>
            </a:r>
            <a:endParaRPr sz="1200">
              <a:solidFill>
                <a:srgbClr val="71B6FF"/>
              </a:solidFill>
            </a:endParaRPr>
          </a:p>
          <a:p>
            <a:pPr indent="-304800" lvl="0" marL="457200" rtl="0" algn="l">
              <a:spcBef>
                <a:spcPts val="0"/>
              </a:spcBef>
              <a:spcAft>
                <a:spcPts val="0"/>
              </a:spcAft>
              <a:buClr>
                <a:schemeClr val="dk1"/>
              </a:buClr>
              <a:buSzPts val="1200"/>
              <a:buChar char="●"/>
            </a:pPr>
            <a:r>
              <a:rPr lang="en" sz="1200">
                <a:solidFill>
                  <a:schemeClr val="dk1"/>
                </a:solidFill>
              </a:rPr>
              <a:t>NORMAN’S MODEL</a:t>
            </a:r>
            <a:endParaRPr sz="1200">
              <a:solidFill>
                <a:schemeClr val="dk1"/>
              </a:solidFill>
            </a:endParaRPr>
          </a:p>
          <a:p>
            <a:pPr indent="-304800" lvl="0" marL="457200" rtl="0" algn="l">
              <a:spcBef>
                <a:spcPts val="0"/>
              </a:spcBef>
              <a:spcAft>
                <a:spcPts val="0"/>
              </a:spcAft>
              <a:buClr>
                <a:srgbClr val="71B6FF"/>
              </a:buClr>
              <a:buSzPts val="1200"/>
              <a:buChar char="●"/>
            </a:pPr>
            <a:r>
              <a:rPr lang="en" sz="1200">
                <a:solidFill>
                  <a:srgbClr val="71B6FF"/>
                </a:solidFill>
              </a:rPr>
              <a:t>INTERACTION FRAMEWORK</a:t>
            </a:r>
            <a:endParaRPr sz="1200">
              <a:solidFill>
                <a:srgbClr val="71B6FF"/>
              </a:solidFill>
            </a:endParaRPr>
          </a:p>
        </p:txBody>
      </p:sp>
      <p:pic>
        <p:nvPicPr>
          <p:cNvPr id="3002" name="Google Shape;3002;p53"/>
          <p:cNvPicPr preferRelativeResize="0"/>
          <p:nvPr/>
        </p:nvPicPr>
        <p:blipFill>
          <a:blip r:embed="rId3">
            <a:alphaModFix/>
          </a:blip>
          <a:stretch>
            <a:fillRect/>
          </a:stretch>
        </p:blipFill>
        <p:spPr>
          <a:xfrm>
            <a:off x="6871882" y="1962400"/>
            <a:ext cx="2182420" cy="145184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006" name="Shape 3006"/>
        <p:cNvGrpSpPr/>
        <p:nvPr/>
      </p:nvGrpSpPr>
      <p:grpSpPr>
        <a:xfrm>
          <a:off x="0" y="0"/>
          <a:ext cx="0" cy="0"/>
          <a:chOff x="0" y="0"/>
          <a:chExt cx="0" cy="0"/>
        </a:xfrm>
      </p:grpSpPr>
      <p:sp>
        <p:nvSpPr>
          <p:cNvPr id="3007" name="Google Shape;3007;p54"/>
          <p:cNvSpPr/>
          <p:nvPr/>
        </p:nvSpPr>
        <p:spPr>
          <a:xfrm rot="10800000">
            <a:off x="6452800" y="1638231"/>
            <a:ext cx="912600" cy="1926000"/>
          </a:xfrm>
          <a:prstGeom prst="curvedRightArrow">
            <a:avLst>
              <a:gd fmla="val 25000" name="adj1"/>
              <a:gd fmla="val 50000" name="adj2"/>
              <a:gd fmla="val 25000" name="adj3"/>
            </a:avLst>
          </a:prstGeom>
          <a:solidFill>
            <a:srgbClr val="FFD4E0"/>
          </a:solidFill>
          <a:ln cap="flat" cmpd="sng" w="952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8" name="Google Shape;3008;p54"/>
          <p:cNvSpPr/>
          <p:nvPr/>
        </p:nvSpPr>
        <p:spPr>
          <a:xfrm>
            <a:off x="4472400" y="1638231"/>
            <a:ext cx="912600" cy="1926000"/>
          </a:xfrm>
          <a:prstGeom prst="curvedRightArrow">
            <a:avLst>
              <a:gd fmla="val 25000" name="adj1"/>
              <a:gd fmla="val 50000" name="adj2"/>
              <a:gd fmla="val 25000" name="adj3"/>
            </a:avLst>
          </a:prstGeom>
          <a:solidFill>
            <a:srgbClr val="FFD4E0"/>
          </a:solidFill>
          <a:ln cap="flat" cmpd="sng" w="952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9" name="Google Shape;3009;p54"/>
          <p:cNvSpPr/>
          <p:nvPr/>
        </p:nvSpPr>
        <p:spPr>
          <a:xfrm rot="-2700000">
            <a:off x="5080236" y="108822"/>
            <a:ext cx="1778091" cy="1794213"/>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0" name="Google Shape;3010;p54"/>
          <p:cNvSpPr/>
          <p:nvPr/>
        </p:nvSpPr>
        <p:spPr>
          <a:xfrm rot="-2700000">
            <a:off x="5077230" y="3240385"/>
            <a:ext cx="1778091" cy="1794213"/>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1" name="Google Shape;3011;p54"/>
          <p:cNvSpPr/>
          <p:nvPr/>
        </p:nvSpPr>
        <p:spPr>
          <a:xfrm rot="-2700000">
            <a:off x="3512951" y="1676106"/>
            <a:ext cx="1778091" cy="1794213"/>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2" name="Google Shape;3012;p54"/>
          <p:cNvSpPr/>
          <p:nvPr/>
        </p:nvSpPr>
        <p:spPr>
          <a:xfrm rot="-2700000">
            <a:off x="6644515" y="1673101"/>
            <a:ext cx="1778091" cy="1794213"/>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3" name="Google Shape;3013;p54"/>
          <p:cNvSpPr txBox="1"/>
          <p:nvPr>
            <p:ph idx="3" type="subTitle"/>
          </p:nvPr>
        </p:nvSpPr>
        <p:spPr>
          <a:xfrm flipH="1">
            <a:off x="6793250" y="2266158"/>
            <a:ext cx="1426500" cy="34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EVALUATION</a:t>
            </a:r>
            <a:endParaRPr/>
          </a:p>
        </p:txBody>
      </p:sp>
      <p:sp>
        <p:nvSpPr>
          <p:cNvPr id="3014" name="Google Shape;3014;p54"/>
          <p:cNvSpPr txBox="1"/>
          <p:nvPr>
            <p:ph idx="4" type="subTitle"/>
          </p:nvPr>
        </p:nvSpPr>
        <p:spPr>
          <a:xfrm flipH="1">
            <a:off x="5256025" y="3840320"/>
            <a:ext cx="1426500" cy="34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SYSTEM</a:t>
            </a:r>
            <a:endParaRPr/>
          </a:p>
        </p:txBody>
      </p:sp>
      <p:sp>
        <p:nvSpPr>
          <p:cNvPr id="3015" name="Google Shape;3015;p54"/>
          <p:cNvSpPr/>
          <p:nvPr/>
        </p:nvSpPr>
        <p:spPr>
          <a:xfrm>
            <a:off x="4148050" y="1761413"/>
            <a:ext cx="507900" cy="507900"/>
          </a:xfrm>
          <a:prstGeom prst="rect">
            <a:avLst/>
          </a:pr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6" name="Google Shape;3016;p54"/>
          <p:cNvSpPr/>
          <p:nvPr/>
        </p:nvSpPr>
        <p:spPr>
          <a:xfrm>
            <a:off x="5715325" y="194125"/>
            <a:ext cx="507900" cy="507900"/>
          </a:xfrm>
          <a:prstGeom prst="rect">
            <a:avLst/>
          </a:pr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7" name="Google Shape;3017;p54"/>
          <p:cNvSpPr/>
          <p:nvPr/>
        </p:nvSpPr>
        <p:spPr>
          <a:xfrm>
            <a:off x="5715325" y="3331350"/>
            <a:ext cx="507900" cy="507900"/>
          </a:xfrm>
          <a:prstGeom prst="rect">
            <a:avLst/>
          </a:pr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8" name="Google Shape;3018;p54"/>
          <p:cNvSpPr/>
          <p:nvPr/>
        </p:nvSpPr>
        <p:spPr>
          <a:xfrm>
            <a:off x="7252550" y="1764063"/>
            <a:ext cx="507900" cy="507900"/>
          </a:xfrm>
          <a:prstGeom prst="rect">
            <a:avLst/>
          </a:pr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9" name="Google Shape;3019;p54"/>
          <p:cNvSpPr txBox="1"/>
          <p:nvPr>
            <p:ph idx="5" type="subTitle"/>
          </p:nvPr>
        </p:nvSpPr>
        <p:spPr>
          <a:xfrm flipH="1">
            <a:off x="5256025" y="711307"/>
            <a:ext cx="1426500" cy="34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GOAL</a:t>
            </a:r>
            <a:endParaRPr/>
          </a:p>
        </p:txBody>
      </p:sp>
      <p:sp>
        <p:nvSpPr>
          <p:cNvPr id="3020" name="Google Shape;3020;p54"/>
          <p:cNvSpPr txBox="1"/>
          <p:nvPr>
            <p:ph idx="6" type="subTitle"/>
          </p:nvPr>
        </p:nvSpPr>
        <p:spPr>
          <a:xfrm flipH="1">
            <a:off x="3688750" y="2278594"/>
            <a:ext cx="1426500" cy="34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EXECUTION</a:t>
            </a:r>
            <a:endParaRPr/>
          </a:p>
        </p:txBody>
      </p:sp>
      <p:sp>
        <p:nvSpPr>
          <p:cNvPr id="3021" name="Google Shape;3021;p54"/>
          <p:cNvSpPr/>
          <p:nvPr/>
        </p:nvSpPr>
        <p:spPr>
          <a:xfrm>
            <a:off x="5790435" y="269402"/>
            <a:ext cx="357688" cy="357339"/>
          </a:xfrm>
          <a:custGeom>
            <a:rect b="b" l="l" r="r" t="t"/>
            <a:pathLst>
              <a:path extrusionOk="0" h="11253" w="11264">
                <a:moveTo>
                  <a:pt x="9847" y="548"/>
                </a:moveTo>
                <a:lnTo>
                  <a:pt x="9847" y="1203"/>
                </a:lnTo>
                <a:cubicBezTo>
                  <a:pt x="9847" y="1299"/>
                  <a:pt x="9930" y="1370"/>
                  <a:pt x="10014" y="1370"/>
                </a:cubicBezTo>
                <a:lnTo>
                  <a:pt x="10669" y="1370"/>
                </a:lnTo>
                <a:lnTo>
                  <a:pt x="9252" y="2811"/>
                </a:lnTo>
                <a:lnTo>
                  <a:pt x="8656" y="2811"/>
                </a:lnTo>
                <a:lnTo>
                  <a:pt x="9609" y="1858"/>
                </a:lnTo>
                <a:cubicBezTo>
                  <a:pt x="9668" y="1799"/>
                  <a:pt x="9668" y="1703"/>
                  <a:pt x="9609" y="1620"/>
                </a:cubicBezTo>
                <a:cubicBezTo>
                  <a:pt x="9579" y="1590"/>
                  <a:pt x="9537" y="1575"/>
                  <a:pt x="9494" y="1575"/>
                </a:cubicBezTo>
                <a:cubicBezTo>
                  <a:pt x="9451" y="1575"/>
                  <a:pt x="9406" y="1590"/>
                  <a:pt x="9371" y="1620"/>
                </a:cubicBezTo>
                <a:lnTo>
                  <a:pt x="8418" y="2572"/>
                </a:lnTo>
                <a:lnTo>
                  <a:pt x="8418" y="1977"/>
                </a:lnTo>
                <a:lnTo>
                  <a:pt x="9847" y="548"/>
                </a:lnTo>
                <a:close/>
                <a:moveTo>
                  <a:pt x="4549" y="2442"/>
                </a:moveTo>
                <a:cubicBezTo>
                  <a:pt x="5668" y="2442"/>
                  <a:pt x="6680" y="2870"/>
                  <a:pt x="7430" y="3573"/>
                </a:cubicBezTo>
                <a:lnTo>
                  <a:pt x="4430" y="6561"/>
                </a:lnTo>
                <a:cubicBezTo>
                  <a:pt x="4370" y="6621"/>
                  <a:pt x="4370" y="6728"/>
                  <a:pt x="4430" y="6799"/>
                </a:cubicBezTo>
                <a:cubicBezTo>
                  <a:pt x="4465" y="6835"/>
                  <a:pt x="4513" y="6847"/>
                  <a:pt x="4549" y="6847"/>
                </a:cubicBezTo>
                <a:cubicBezTo>
                  <a:pt x="4596" y="6847"/>
                  <a:pt x="4644" y="6835"/>
                  <a:pt x="4668" y="6799"/>
                </a:cubicBezTo>
                <a:lnTo>
                  <a:pt x="5418" y="6061"/>
                </a:lnTo>
                <a:cubicBezTo>
                  <a:pt x="5549" y="6240"/>
                  <a:pt x="5620" y="6466"/>
                  <a:pt x="5620" y="6680"/>
                </a:cubicBezTo>
                <a:cubicBezTo>
                  <a:pt x="5620" y="7275"/>
                  <a:pt x="5144" y="7752"/>
                  <a:pt x="4549" y="7752"/>
                </a:cubicBezTo>
                <a:cubicBezTo>
                  <a:pt x="3953" y="7752"/>
                  <a:pt x="3477" y="7275"/>
                  <a:pt x="3477" y="6680"/>
                </a:cubicBezTo>
                <a:cubicBezTo>
                  <a:pt x="3477" y="6085"/>
                  <a:pt x="3953" y="5609"/>
                  <a:pt x="4549" y="5609"/>
                </a:cubicBezTo>
                <a:cubicBezTo>
                  <a:pt x="4608" y="5609"/>
                  <a:pt x="4680" y="5609"/>
                  <a:pt x="4739" y="5632"/>
                </a:cubicBezTo>
                <a:cubicBezTo>
                  <a:pt x="4747" y="5633"/>
                  <a:pt x="4755" y="5634"/>
                  <a:pt x="4763" y="5634"/>
                </a:cubicBezTo>
                <a:cubicBezTo>
                  <a:pt x="4848" y="5634"/>
                  <a:pt x="4920" y="5577"/>
                  <a:pt x="4942" y="5490"/>
                </a:cubicBezTo>
                <a:cubicBezTo>
                  <a:pt x="4954" y="5406"/>
                  <a:pt x="4894" y="5311"/>
                  <a:pt x="4799" y="5299"/>
                </a:cubicBezTo>
                <a:cubicBezTo>
                  <a:pt x="4715" y="5287"/>
                  <a:pt x="4620" y="5275"/>
                  <a:pt x="4549" y="5275"/>
                </a:cubicBezTo>
                <a:cubicBezTo>
                  <a:pt x="3775" y="5275"/>
                  <a:pt x="3156" y="5894"/>
                  <a:pt x="3156" y="6668"/>
                </a:cubicBezTo>
                <a:cubicBezTo>
                  <a:pt x="3156" y="7442"/>
                  <a:pt x="3775" y="8073"/>
                  <a:pt x="4549" y="8073"/>
                </a:cubicBezTo>
                <a:cubicBezTo>
                  <a:pt x="5323" y="8073"/>
                  <a:pt x="5954" y="7442"/>
                  <a:pt x="5954" y="6668"/>
                </a:cubicBezTo>
                <a:cubicBezTo>
                  <a:pt x="5954" y="6359"/>
                  <a:pt x="5847" y="6049"/>
                  <a:pt x="5656" y="5811"/>
                </a:cubicBezTo>
                <a:lnTo>
                  <a:pt x="6168" y="5287"/>
                </a:lnTo>
                <a:cubicBezTo>
                  <a:pt x="6501" y="5668"/>
                  <a:pt x="6680" y="6168"/>
                  <a:pt x="6680" y="6668"/>
                </a:cubicBezTo>
                <a:cubicBezTo>
                  <a:pt x="6680" y="7847"/>
                  <a:pt x="5727" y="8799"/>
                  <a:pt x="4549" y="8799"/>
                </a:cubicBezTo>
                <a:cubicBezTo>
                  <a:pt x="3370" y="8799"/>
                  <a:pt x="2418" y="7847"/>
                  <a:pt x="2418" y="6668"/>
                </a:cubicBezTo>
                <a:cubicBezTo>
                  <a:pt x="2418" y="5490"/>
                  <a:pt x="3370" y="4537"/>
                  <a:pt x="4549" y="4537"/>
                </a:cubicBezTo>
                <a:cubicBezTo>
                  <a:pt x="4906" y="4537"/>
                  <a:pt x="5251" y="4632"/>
                  <a:pt x="5561" y="4799"/>
                </a:cubicBezTo>
                <a:cubicBezTo>
                  <a:pt x="5583" y="4810"/>
                  <a:pt x="5608" y="4815"/>
                  <a:pt x="5635" y="4815"/>
                </a:cubicBezTo>
                <a:cubicBezTo>
                  <a:pt x="5693" y="4815"/>
                  <a:pt x="5754" y="4789"/>
                  <a:pt x="5787" y="4739"/>
                </a:cubicBezTo>
                <a:cubicBezTo>
                  <a:pt x="5835" y="4656"/>
                  <a:pt x="5799" y="4561"/>
                  <a:pt x="5727" y="4513"/>
                </a:cubicBezTo>
                <a:cubicBezTo>
                  <a:pt x="5370" y="4323"/>
                  <a:pt x="4965" y="4216"/>
                  <a:pt x="4561" y="4216"/>
                </a:cubicBezTo>
                <a:cubicBezTo>
                  <a:pt x="3215" y="4216"/>
                  <a:pt x="2108" y="5311"/>
                  <a:pt x="2108" y="6668"/>
                </a:cubicBezTo>
                <a:cubicBezTo>
                  <a:pt x="2108" y="8026"/>
                  <a:pt x="3215" y="9121"/>
                  <a:pt x="4561" y="9121"/>
                </a:cubicBezTo>
                <a:cubicBezTo>
                  <a:pt x="5918" y="9121"/>
                  <a:pt x="7025" y="8026"/>
                  <a:pt x="7025" y="6668"/>
                </a:cubicBezTo>
                <a:cubicBezTo>
                  <a:pt x="7025" y="6073"/>
                  <a:pt x="6811" y="5490"/>
                  <a:pt x="6406" y="5049"/>
                </a:cubicBezTo>
                <a:lnTo>
                  <a:pt x="6930" y="4525"/>
                </a:lnTo>
                <a:cubicBezTo>
                  <a:pt x="7466" y="5109"/>
                  <a:pt x="7752" y="5871"/>
                  <a:pt x="7752" y="6656"/>
                </a:cubicBezTo>
                <a:cubicBezTo>
                  <a:pt x="7752" y="8407"/>
                  <a:pt x="6323" y="9835"/>
                  <a:pt x="4561" y="9835"/>
                </a:cubicBezTo>
                <a:cubicBezTo>
                  <a:pt x="2810" y="9835"/>
                  <a:pt x="1382" y="8407"/>
                  <a:pt x="1382" y="6656"/>
                </a:cubicBezTo>
                <a:cubicBezTo>
                  <a:pt x="1382" y="4894"/>
                  <a:pt x="2810" y="3465"/>
                  <a:pt x="4561" y="3465"/>
                </a:cubicBezTo>
                <a:cubicBezTo>
                  <a:pt x="5180" y="3465"/>
                  <a:pt x="5775" y="3644"/>
                  <a:pt x="6275" y="3977"/>
                </a:cubicBezTo>
                <a:cubicBezTo>
                  <a:pt x="6300" y="3994"/>
                  <a:pt x="6330" y="4002"/>
                  <a:pt x="6360" y="4002"/>
                </a:cubicBezTo>
                <a:cubicBezTo>
                  <a:pt x="6415" y="4002"/>
                  <a:pt x="6471" y="3976"/>
                  <a:pt x="6501" y="3930"/>
                </a:cubicBezTo>
                <a:cubicBezTo>
                  <a:pt x="6549" y="3858"/>
                  <a:pt x="6525" y="3751"/>
                  <a:pt x="6454" y="3704"/>
                </a:cubicBezTo>
                <a:cubicBezTo>
                  <a:pt x="5894" y="3346"/>
                  <a:pt x="5239" y="3156"/>
                  <a:pt x="4561" y="3156"/>
                </a:cubicBezTo>
                <a:cubicBezTo>
                  <a:pt x="2632" y="3156"/>
                  <a:pt x="1048" y="4739"/>
                  <a:pt x="1048" y="6668"/>
                </a:cubicBezTo>
                <a:cubicBezTo>
                  <a:pt x="1048" y="8609"/>
                  <a:pt x="2632" y="10181"/>
                  <a:pt x="4561" y="10181"/>
                </a:cubicBezTo>
                <a:cubicBezTo>
                  <a:pt x="6501" y="10181"/>
                  <a:pt x="8073" y="8609"/>
                  <a:pt x="8073" y="6668"/>
                </a:cubicBezTo>
                <a:cubicBezTo>
                  <a:pt x="8073" y="5787"/>
                  <a:pt x="7752" y="4954"/>
                  <a:pt x="7156" y="4299"/>
                </a:cubicBezTo>
                <a:lnTo>
                  <a:pt x="7680" y="3787"/>
                </a:lnTo>
                <a:cubicBezTo>
                  <a:pt x="8383" y="4561"/>
                  <a:pt x="8799" y="5573"/>
                  <a:pt x="8799" y="6680"/>
                </a:cubicBezTo>
                <a:cubicBezTo>
                  <a:pt x="8799" y="9026"/>
                  <a:pt x="6894" y="10931"/>
                  <a:pt x="4549" y="10931"/>
                </a:cubicBezTo>
                <a:cubicBezTo>
                  <a:pt x="2215" y="10931"/>
                  <a:pt x="310" y="9026"/>
                  <a:pt x="310" y="6680"/>
                </a:cubicBezTo>
                <a:cubicBezTo>
                  <a:pt x="310" y="4347"/>
                  <a:pt x="2215" y="2442"/>
                  <a:pt x="4549" y="2442"/>
                </a:cubicBezTo>
                <a:close/>
                <a:moveTo>
                  <a:pt x="10023" y="1"/>
                </a:moveTo>
                <a:cubicBezTo>
                  <a:pt x="9981" y="1"/>
                  <a:pt x="9938" y="17"/>
                  <a:pt x="9907" y="48"/>
                </a:cubicBezTo>
                <a:lnTo>
                  <a:pt x="8156" y="1799"/>
                </a:lnTo>
                <a:cubicBezTo>
                  <a:pt x="8121" y="1834"/>
                  <a:pt x="8109" y="1882"/>
                  <a:pt x="8109" y="1918"/>
                </a:cubicBezTo>
                <a:lnTo>
                  <a:pt x="8109" y="2906"/>
                </a:lnTo>
                <a:lnTo>
                  <a:pt x="7680" y="3334"/>
                </a:lnTo>
                <a:cubicBezTo>
                  <a:pt x="6859" y="2572"/>
                  <a:pt x="5775" y="2120"/>
                  <a:pt x="4573" y="2120"/>
                </a:cubicBezTo>
                <a:cubicBezTo>
                  <a:pt x="2048" y="2120"/>
                  <a:pt x="1" y="4168"/>
                  <a:pt x="1" y="6680"/>
                </a:cubicBezTo>
                <a:cubicBezTo>
                  <a:pt x="1" y="9204"/>
                  <a:pt x="2048" y="11252"/>
                  <a:pt x="4573" y="11252"/>
                </a:cubicBezTo>
                <a:cubicBezTo>
                  <a:pt x="7085" y="11252"/>
                  <a:pt x="9133" y="9204"/>
                  <a:pt x="9133" y="6680"/>
                </a:cubicBezTo>
                <a:cubicBezTo>
                  <a:pt x="9133" y="5478"/>
                  <a:pt x="8680" y="4394"/>
                  <a:pt x="7918" y="3573"/>
                </a:cubicBezTo>
                <a:lnTo>
                  <a:pt x="8347" y="3144"/>
                </a:lnTo>
                <a:lnTo>
                  <a:pt x="9335" y="3144"/>
                </a:lnTo>
                <a:cubicBezTo>
                  <a:pt x="9371" y="3144"/>
                  <a:pt x="9418" y="3132"/>
                  <a:pt x="9454" y="3096"/>
                </a:cubicBezTo>
                <a:lnTo>
                  <a:pt x="11204" y="1346"/>
                </a:lnTo>
                <a:cubicBezTo>
                  <a:pt x="11252" y="1287"/>
                  <a:pt x="11264" y="1227"/>
                  <a:pt x="11240" y="1168"/>
                </a:cubicBezTo>
                <a:cubicBezTo>
                  <a:pt x="11204" y="1108"/>
                  <a:pt x="11145" y="1060"/>
                  <a:pt x="11085" y="1060"/>
                </a:cubicBezTo>
                <a:lnTo>
                  <a:pt x="10192" y="1060"/>
                </a:lnTo>
                <a:lnTo>
                  <a:pt x="10192" y="167"/>
                </a:lnTo>
                <a:cubicBezTo>
                  <a:pt x="10192" y="108"/>
                  <a:pt x="10145" y="36"/>
                  <a:pt x="10085" y="13"/>
                </a:cubicBezTo>
                <a:cubicBezTo>
                  <a:pt x="10065" y="5"/>
                  <a:pt x="10044" y="1"/>
                  <a:pt x="1002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22" name="Google Shape;3022;p54"/>
          <p:cNvGrpSpPr/>
          <p:nvPr/>
        </p:nvGrpSpPr>
        <p:grpSpPr>
          <a:xfrm>
            <a:off x="7315250" y="1840032"/>
            <a:ext cx="382519" cy="350682"/>
            <a:chOff x="2903337" y="4279032"/>
            <a:chExt cx="382519" cy="350682"/>
          </a:xfrm>
        </p:grpSpPr>
        <p:sp>
          <p:nvSpPr>
            <p:cNvPr id="3023" name="Google Shape;3023;p54"/>
            <p:cNvSpPr/>
            <p:nvPr/>
          </p:nvSpPr>
          <p:spPr>
            <a:xfrm>
              <a:off x="2966979" y="4320570"/>
              <a:ext cx="202248" cy="184183"/>
            </a:xfrm>
            <a:custGeom>
              <a:rect b="b" l="l" r="r" t="t"/>
              <a:pathLst>
                <a:path extrusionOk="0" h="5791" w="6359">
                  <a:moveTo>
                    <a:pt x="3179" y="361"/>
                  </a:moveTo>
                  <a:cubicBezTo>
                    <a:pt x="3834" y="361"/>
                    <a:pt x="4477" y="611"/>
                    <a:pt x="4989" y="1099"/>
                  </a:cubicBezTo>
                  <a:cubicBezTo>
                    <a:pt x="5965" y="2087"/>
                    <a:pt x="5965" y="3707"/>
                    <a:pt x="4965" y="4683"/>
                  </a:cubicBezTo>
                  <a:cubicBezTo>
                    <a:pt x="4465" y="5183"/>
                    <a:pt x="3813" y="5433"/>
                    <a:pt x="3164" y="5433"/>
                  </a:cubicBezTo>
                  <a:cubicBezTo>
                    <a:pt x="2515" y="5433"/>
                    <a:pt x="1870" y="5183"/>
                    <a:pt x="1381" y="4683"/>
                  </a:cubicBezTo>
                  <a:cubicBezTo>
                    <a:pt x="393" y="3695"/>
                    <a:pt x="381" y="2087"/>
                    <a:pt x="1381" y="1099"/>
                  </a:cubicBezTo>
                  <a:cubicBezTo>
                    <a:pt x="1870" y="611"/>
                    <a:pt x="2524" y="361"/>
                    <a:pt x="3179" y="361"/>
                  </a:cubicBezTo>
                  <a:close/>
                  <a:moveTo>
                    <a:pt x="3179" y="1"/>
                  </a:moveTo>
                  <a:cubicBezTo>
                    <a:pt x="2438" y="1"/>
                    <a:pt x="1697" y="284"/>
                    <a:pt x="1131" y="849"/>
                  </a:cubicBezTo>
                  <a:cubicBezTo>
                    <a:pt x="0" y="1980"/>
                    <a:pt x="0" y="3814"/>
                    <a:pt x="1131" y="4945"/>
                  </a:cubicBezTo>
                  <a:cubicBezTo>
                    <a:pt x="1691" y="5504"/>
                    <a:pt x="2441" y="5790"/>
                    <a:pt x="3167" y="5790"/>
                  </a:cubicBezTo>
                  <a:cubicBezTo>
                    <a:pt x="3917" y="5790"/>
                    <a:pt x="4644" y="5504"/>
                    <a:pt x="5203" y="4945"/>
                  </a:cubicBezTo>
                  <a:cubicBezTo>
                    <a:pt x="6358" y="3814"/>
                    <a:pt x="6358" y="1980"/>
                    <a:pt x="5227" y="849"/>
                  </a:cubicBezTo>
                  <a:cubicBezTo>
                    <a:pt x="4662" y="284"/>
                    <a:pt x="3920" y="1"/>
                    <a:pt x="31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4" name="Google Shape;3024;p54"/>
            <p:cNvSpPr/>
            <p:nvPr/>
          </p:nvSpPr>
          <p:spPr>
            <a:xfrm>
              <a:off x="2903337" y="4279032"/>
              <a:ext cx="382519" cy="350682"/>
            </a:xfrm>
            <a:custGeom>
              <a:rect b="b" l="l" r="r" t="t"/>
              <a:pathLst>
                <a:path extrusionOk="0" h="11026" w="12027">
                  <a:moveTo>
                    <a:pt x="5168" y="1072"/>
                  </a:moveTo>
                  <a:cubicBezTo>
                    <a:pt x="5966" y="1072"/>
                    <a:pt x="6776" y="1381"/>
                    <a:pt x="7383" y="1988"/>
                  </a:cubicBezTo>
                  <a:cubicBezTo>
                    <a:pt x="8609" y="3215"/>
                    <a:pt x="8609" y="5203"/>
                    <a:pt x="7383" y="6429"/>
                  </a:cubicBezTo>
                  <a:cubicBezTo>
                    <a:pt x="6776" y="7037"/>
                    <a:pt x="5966" y="7346"/>
                    <a:pt x="5168" y="7346"/>
                  </a:cubicBezTo>
                  <a:cubicBezTo>
                    <a:pt x="4359" y="7334"/>
                    <a:pt x="3561" y="7037"/>
                    <a:pt x="2954" y="6429"/>
                  </a:cubicBezTo>
                  <a:cubicBezTo>
                    <a:pt x="1727" y="5203"/>
                    <a:pt x="1727" y="3215"/>
                    <a:pt x="2954" y="1988"/>
                  </a:cubicBezTo>
                  <a:cubicBezTo>
                    <a:pt x="3561" y="1381"/>
                    <a:pt x="4359" y="1072"/>
                    <a:pt x="5168" y="1072"/>
                  </a:cubicBezTo>
                  <a:close/>
                  <a:moveTo>
                    <a:pt x="7788" y="6513"/>
                  </a:moveTo>
                  <a:lnTo>
                    <a:pt x="8538" y="7263"/>
                  </a:lnTo>
                  <a:lnTo>
                    <a:pt x="8240" y="7561"/>
                  </a:lnTo>
                  <a:lnTo>
                    <a:pt x="7490" y="6810"/>
                  </a:lnTo>
                  <a:cubicBezTo>
                    <a:pt x="7550" y="6763"/>
                    <a:pt x="7597" y="6727"/>
                    <a:pt x="7633" y="6668"/>
                  </a:cubicBezTo>
                  <a:lnTo>
                    <a:pt x="7788" y="6513"/>
                  </a:lnTo>
                  <a:close/>
                  <a:moveTo>
                    <a:pt x="9038" y="7251"/>
                  </a:moveTo>
                  <a:cubicBezTo>
                    <a:pt x="9050" y="7251"/>
                    <a:pt x="9050" y="7251"/>
                    <a:pt x="9074" y="7275"/>
                  </a:cubicBezTo>
                  <a:lnTo>
                    <a:pt x="11276" y="9477"/>
                  </a:lnTo>
                  <a:lnTo>
                    <a:pt x="10455" y="10287"/>
                  </a:lnTo>
                  <a:lnTo>
                    <a:pt x="8252" y="8084"/>
                  </a:lnTo>
                  <a:cubicBezTo>
                    <a:pt x="8240" y="8073"/>
                    <a:pt x="8240" y="8061"/>
                    <a:pt x="8240" y="8061"/>
                  </a:cubicBezTo>
                  <a:cubicBezTo>
                    <a:pt x="8240" y="8049"/>
                    <a:pt x="8240" y="8049"/>
                    <a:pt x="8252" y="8037"/>
                  </a:cubicBezTo>
                  <a:lnTo>
                    <a:pt x="9014" y="7275"/>
                  </a:lnTo>
                  <a:cubicBezTo>
                    <a:pt x="9026" y="7251"/>
                    <a:pt x="9026" y="7251"/>
                    <a:pt x="9038" y="7251"/>
                  </a:cubicBezTo>
                  <a:close/>
                  <a:moveTo>
                    <a:pt x="11514" y="9716"/>
                  </a:moveTo>
                  <a:lnTo>
                    <a:pt x="11621" y="9835"/>
                  </a:lnTo>
                  <a:cubicBezTo>
                    <a:pt x="11645" y="9847"/>
                    <a:pt x="11645" y="9882"/>
                    <a:pt x="11633" y="9894"/>
                  </a:cubicBezTo>
                  <a:lnTo>
                    <a:pt x="10871" y="10656"/>
                  </a:lnTo>
                  <a:cubicBezTo>
                    <a:pt x="10859" y="10668"/>
                    <a:pt x="10859" y="10668"/>
                    <a:pt x="10836" y="10668"/>
                  </a:cubicBezTo>
                  <a:cubicBezTo>
                    <a:pt x="10824" y="10668"/>
                    <a:pt x="10824" y="10668"/>
                    <a:pt x="10812" y="10656"/>
                  </a:cubicBezTo>
                  <a:lnTo>
                    <a:pt x="10693" y="10537"/>
                  </a:lnTo>
                  <a:lnTo>
                    <a:pt x="11514" y="9716"/>
                  </a:lnTo>
                  <a:close/>
                  <a:moveTo>
                    <a:pt x="656" y="0"/>
                  </a:moveTo>
                  <a:cubicBezTo>
                    <a:pt x="299" y="0"/>
                    <a:pt x="1" y="298"/>
                    <a:pt x="1" y="655"/>
                  </a:cubicBezTo>
                  <a:lnTo>
                    <a:pt x="1" y="8715"/>
                  </a:lnTo>
                  <a:cubicBezTo>
                    <a:pt x="1" y="8942"/>
                    <a:pt x="180" y="9132"/>
                    <a:pt x="418" y="9132"/>
                  </a:cubicBezTo>
                  <a:lnTo>
                    <a:pt x="5859" y="9132"/>
                  </a:lnTo>
                  <a:cubicBezTo>
                    <a:pt x="5954" y="9132"/>
                    <a:pt x="6037" y="9061"/>
                    <a:pt x="6037" y="8954"/>
                  </a:cubicBezTo>
                  <a:cubicBezTo>
                    <a:pt x="6037" y="8846"/>
                    <a:pt x="5954" y="8775"/>
                    <a:pt x="5859" y="8775"/>
                  </a:cubicBezTo>
                  <a:lnTo>
                    <a:pt x="418" y="8775"/>
                  </a:lnTo>
                  <a:cubicBezTo>
                    <a:pt x="394" y="8775"/>
                    <a:pt x="358" y="8739"/>
                    <a:pt x="358" y="8715"/>
                  </a:cubicBezTo>
                  <a:lnTo>
                    <a:pt x="358" y="1631"/>
                  </a:lnTo>
                  <a:lnTo>
                    <a:pt x="2787" y="1631"/>
                  </a:lnTo>
                  <a:lnTo>
                    <a:pt x="2704" y="1727"/>
                  </a:lnTo>
                  <a:cubicBezTo>
                    <a:pt x="1346" y="3072"/>
                    <a:pt x="1346" y="5298"/>
                    <a:pt x="2704" y="6668"/>
                  </a:cubicBezTo>
                  <a:cubicBezTo>
                    <a:pt x="3382" y="7346"/>
                    <a:pt x="4275" y="7692"/>
                    <a:pt x="5168" y="7692"/>
                  </a:cubicBezTo>
                  <a:cubicBezTo>
                    <a:pt x="5883" y="7692"/>
                    <a:pt x="6597" y="7465"/>
                    <a:pt x="7204" y="7037"/>
                  </a:cubicBezTo>
                  <a:lnTo>
                    <a:pt x="7978" y="7811"/>
                  </a:lnTo>
                  <a:cubicBezTo>
                    <a:pt x="7919" y="7882"/>
                    <a:pt x="7883" y="7977"/>
                    <a:pt x="7883" y="8061"/>
                  </a:cubicBezTo>
                  <a:cubicBezTo>
                    <a:pt x="7883" y="8168"/>
                    <a:pt x="7919" y="8275"/>
                    <a:pt x="8002" y="8346"/>
                  </a:cubicBezTo>
                  <a:lnTo>
                    <a:pt x="8443" y="8787"/>
                  </a:lnTo>
                  <a:lnTo>
                    <a:pt x="6609" y="8787"/>
                  </a:lnTo>
                  <a:cubicBezTo>
                    <a:pt x="6514" y="8787"/>
                    <a:pt x="6430" y="8870"/>
                    <a:pt x="6430" y="8966"/>
                  </a:cubicBezTo>
                  <a:cubicBezTo>
                    <a:pt x="6430" y="9073"/>
                    <a:pt x="6514" y="9144"/>
                    <a:pt x="6609" y="9144"/>
                  </a:cubicBezTo>
                  <a:lnTo>
                    <a:pt x="8800" y="9144"/>
                  </a:lnTo>
                  <a:lnTo>
                    <a:pt x="10562" y="10906"/>
                  </a:lnTo>
                  <a:cubicBezTo>
                    <a:pt x="10633" y="10978"/>
                    <a:pt x="10740" y="11025"/>
                    <a:pt x="10836" y="11025"/>
                  </a:cubicBezTo>
                  <a:cubicBezTo>
                    <a:pt x="10943" y="11025"/>
                    <a:pt x="11050" y="10978"/>
                    <a:pt x="11121" y="10906"/>
                  </a:cubicBezTo>
                  <a:lnTo>
                    <a:pt x="11883" y="10144"/>
                  </a:lnTo>
                  <a:cubicBezTo>
                    <a:pt x="12026" y="9978"/>
                    <a:pt x="12026" y="9728"/>
                    <a:pt x="11872" y="9585"/>
                  </a:cubicBezTo>
                  <a:lnTo>
                    <a:pt x="11062" y="8775"/>
                  </a:lnTo>
                  <a:lnTo>
                    <a:pt x="11062" y="8727"/>
                  </a:lnTo>
                  <a:lnTo>
                    <a:pt x="11062" y="7025"/>
                  </a:lnTo>
                  <a:cubicBezTo>
                    <a:pt x="11062" y="6918"/>
                    <a:pt x="10990" y="6846"/>
                    <a:pt x="10883" y="6846"/>
                  </a:cubicBezTo>
                  <a:cubicBezTo>
                    <a:pt x="10776" y="6846"/>
                    <a:pt x="10705" y="6918"/>
                    <a:pt x="10705" y="7025"/>
                  </a:cubicBezTo>
                  <a:lnTo>
                    <a:pt x="10705" y="8430"/>
                  </a:lnTo>
                  <a:lnTo>
                    <a:pt x="9312" y="7037"/>
                  </a:lnTo>
                  <a:cubicBezTo>
                    <a:pt x="9233" y="6958"/>
                    <a:pt x="9132" y="6919"/>
                    <a:pt x="9034" y="6919"/>
                  </a:cubicBezTo>
                  <a:cubicBezTo>
                    <a:pt x="8939" y="6919"/>
                    <a:pt x="8846" y="6955"/>
                    <a:pt x="8776" y="7025"/>
                  </a:cubicBezTo>
                  <a:lnTo>
                    <a:pt x="8002" y="6251"/>
                  </a:lnTo>
                  <a:cubicBezTo>
                    <a:pt x="8978" y="4882"/>
                    <a:pt x="8859" y="2953"/>
                    <a:pt x="7633" y="1738"/>
                  </a:cubicBezTo>
                  <a:lnTo>
                    <a:pt x="7550" y="1643"/>
                  </a:lnTo>
                  <a:lnTo>
                    <a:pt x="10705" y="1643"/>
                  </a:lnTo>
                  <a:lnTo>
                    <a:pt x="10705" y="6251"/>
                  </a:lnTo>
                  <a:cubicBezTo>
                    <a:pt x="10705" y="6346"/>
                    <a:pt x="10776" y="6429"/>
                    <a:pt x="10883" y="6429"/>
                  </a:cubicBezTo>
                  <a:cubicBezTo>
                    <a:pt x="10990" y="6429"/>
                    <a:pt x="11062" y="6346"/>
                    <a:pt x="11062" y="6251"/>
                  </a:cubicBezTo>
                  <a:lnTo>
                    <a:pt x="11062" y="655"/>
                  </a:lnTo>
                  <a:cubicBezTo>
                    <a:pt x="11062" y="298"/>
                    <a:pt x="10764" y="0"/>
                    <a:pt x="10407" y="0"/>
                  </a:cubicBezTo>
                  <a:lnTo>
                    <a:pt x="8812" y="0"/>
                  </a:lnTo>
                  <a:cubicBezTo>
                    <a:pt x="8716" y="0"/>
                    <a:pt x="8633" y="72"/>
                    <a:pt x="8633" y="179"/>
                  </a:cubicBezTo>
                  <a:cubicBezTo>
                    <a:pt x="8633" y="274"/>
                    <a:pt x="8716" y="357"/>
                    <a:pt x="8812" y="357"/>
                  </a:cubicBezTo>
                  <a:lnTo>
                    <a:pt x="10407" y="357"/>
                  </a:lnTo>
                  <a:cubicBezTo>
                    <a:pt x="10574" y="357"/>
                    <a:pt x="10705" y="488"/>
                    <a:pt x="10705" y="655"/>
                  </a:cubicBezTo>
                  <a:lnTo>
                    <a:pt x="10705" y="1286"/>
                  </a:lnTo>
                  <a:lnTo>
                    <a:pt x="7109" y="1286"/>
                  </a:lnTo>
                  <a:cubicBezTo>
                    <a:pt x="6520" y="899"/>
                    <a:pt x="5841" y="706"/>
                    <a:pt x="5165" y="706"/>
                  </a:cubicBezTo>
                  <a:cubicBezTo>
                    <a:pt x="4490" y="706"/>
                    <a:pt x="3817" y="899"/>
                    <a:pt x="3239" y="1286"/>
                  </a:cubicBezTo>
                  <a:lnTo>
                    <a:pt x="358" y="1286"/>
                  </a:lnTo>
                  <a:lnTo>
                    <a:pt x="358" y="655"/>
                  </a:lnTo>
                  <a:cubicBezTo>
                    <a:pt x="358" y="488"/>
                    <a:pt x="501" y="357"/>
                    <a:pt x="656" y="357"/>
                  </a:cubicBezTo>
                  <a:lnTo>
                    <a:pt x="8062" y="357"/>
                  </a:lnTo>
                  <a:cubicBezTo>
                    <a:pt x="8157" y="357"/>
                    <a:pt x="8240" y="274"/>
                    <a:pt x="8240" y="179"/>
                  </a:cubicBezTo>
                  <a:cubicBezTo>
                    <a:pt x="8240" y="72"/>
                    <a:pt x="8157" y="0"/>
                    <a:pt x="806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5" name="Google Shape;3025;p54"/>
            <p:cNvSpPr/>
            <p:nvPr/>
          </p:nvSpPr>
          <p:spPr>
            <a:xfrm>
              <a:off x="2937814" y="4300215"/>
              <a:ext cx="11768" cy="11418"/>
            </a:xfrm>
            <a:custGeom>
              <a:rect b="b" l="l" r="r" t="t"/>
              <a:pathLst>
                <a:path extrusionOk="0" h="359" w="370">
                  <a:moveTo>
                    <a:pt x="191" y="1"/>
                  </a:moveTo>
                  <a:cubicBezTo>
                    <a:pt x="84" y="1"/>
                    <a:pt x="0" y="72"/>
                    <a:pt x="0" y="179"/>
                  </a:cubicBezTo>
                  <a:cubicBezTo>
                    <a:pt x="0" y="263"/>
                    <a:pt x="84" y="358"/>
                    <a:pt x="191" y="358"/>
                  </a:cubicBezTo>
                  <a:cubicBezTo>
                    <a:pt x="286" y="358"/>
                    <a:pt x="370" y="287"/>
                    <a:pt x="370" y="179"/>
                  </a:cubicBezTo>
                  <a:cubicBezTo>
                    <a:pt x="370" y="72"/>
                    <a:pt x="286" y="1"/>
                    <a:pt x="19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6" name="Google Shape;3026;p54"/>
            <p:cNvSpPr/>
            <p:nvPr/>
          </p:nvSpPr>
          <p:spPr>
            <a:xfrm>
              <a:off x="2952572" y="4300215"/>
              <a:ext cx="11386" cy="11418"/>
            </a:xfrm>
            <a:custGeom>
              <a:rect b="b" l="l" r="r" t="t"/>
              <a:pathLst>
                <a:path extrusionOk="0" h="359" w="358">
                  <a:moveTo>
                    <a:pt x="179" y="1"/>
                  </a:moveTo>
                  <a:cubicBezTo>
                    <a:pt x="84" y="1"/>
                    <a:pt x="1" y="72"/>
                    <a:pt x="1" y="179"/>
                  </a:cubicBezTo>
                  <a:cubicBezTo>
                    <a:pt x="1" y="263"/>
                    <a:pt x="84" y="358"/>
                    <a:pt x="179" y="358"/>
                  </a:cubicBezTo>
                  <a:cubicBezTo>
                    <a:pt x="287" y="358"/>
                    <a:pt x="358" y="287"/>
                    <a:pt x="358" y="179"/>
                  </a:cubicBezTo>
                  <a:cubicBezTo>
                    <a:pt x="358" y="72"/>
                    <a:pt x="275" y="1"/>
                    <a:pt x="1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7" name="Google Shape;3027;p54"/>
            <p:cNvSpPr/>
            <p:nvPr/>
          </p:nvSpPr>
          <p:spPr>
            <a:xfrm>
              <a:off x="2967361" y="4300215"/>
              <a:ext cx="11386" cy="11418"/>
            </a:xfrm>
            <a:custGeom>
              <a:rect b="b" l="l" r="r" t="t"/>
              <a:pathLst>
                <a:path extrusionOk="0" h="359" w="358">
                  <a:moveTo>
                    <a:pt x="179" y="1"/>
                  </a:moveTo>
                  <a:cubicBezTo>
                    <a:pt x="72" y="1"/>
                    <a:pt x="0" y="72"/>
                    <a:pt x="0" y="179"/>
                  </a:cubicBezTo>
                  <a:cubicBezTo>
                    <a:pt x="0" y="263"/>
                    <a:pt x="72" y="358"/>
                    <a:pt x="179" y="358"/>
                  </a:cubicBezTo>
                  <a:cubicBezTo>
                    <a:pt x="286" y="358"/>
                    <a:pt x="357" y="287"/>
                    <a:pt x="357" y="179"/>
                  </a:cubicBezTo>
                  <a:cubicBezTo>
                    <a:pt x="345" y="72"/>
                    <a:pt x="262" y="1"/>
                    <a:pt x="1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8" name="Google Shape;3028;p54"/>
            <p:cNvSpPr/>
            <p:nvPr/>
          </p:nvSpPr>
          <p:spPr>
            <a:xfrm>
              <a:off x="3016563" y="4424063"/>
              <a:ext cx="11418" cy="11386"/>
            </a:xfrm>
            <a:custGeom>
              <a:rect b="b" l="l" r="r" t="t"/>
              <a:pathLst>
                <a:path extrusionOk="0" h="358" w="359">
                  <a:moveTo>
                    <a:pt x="180" y="0"/>
                  </a:moveTo>
                  <a:cubicBezTo>
                    <a:pt x="72" y="0"/>
                    <a:pt x="1" y="84"/>
                    <a:pt x="1" y="179"/>
                  </a:cubicBezTo>
                  <a:cubicBezTo>
                    <a:pt x="1" y="286"/>
                    <a:pt x="72" y="357"/>
                    <a:pt x="180" y="357"/>
                  </a:cubicBezTo>
                  <a:cubicBezTo>
                    <a:pt x="287" y="357"/>
                    <a:pt x="358" y="286"/>
                    <a:pt x="358" y="179"/>
                  </a:cubicBezTo>
                  <a:cubicBezTo>
                    <a:pt x="358" y="84"/>
                    <a:pt x="287" y="0"/>
                    <a:pt x="18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9" name="Google Shape;3029;p54"/>
            <p:cNvSpPr/>
            <p:nvPr/>
          </p:nvSpPr>
          <p:spPr>
            <a:xfrm>
              <a:off x="3016563" y="4442606"/>
              <a:ext cx="11418" cy="11386"/>
            </a:xfrm>
            <a:custGeom>
              <a:rect b="b" l="l" r="r" t="t"/>
              <a:pathLst>
                <a:path extrusionOk="0" h="358" w="359">
                  <a:moveTo>
                    <a:pt x="180" y="1"/>
                  </a:moveTo>
                  <a:cubicBezTo>
                    <a:pt x="72" y="1"/>
                    <a:pt x="1" y="72"/>
                    <a:pt x="1" y="179"/>
                  </a:cubicBezTo>
                  <a:cubicBezTo>
                    <a:pt x="1" y="286"/>
                    <a:pt x="72" y="358"/>
                    <a:pt x="180" y="358"/>
                  </a:cubicBezTo>
                  <a:cubicBezTo>
                    <a:pt x="287" y="358"/>
                    <a:pt x="358" y="286"/>
                    <a:pt x="358" y="179"/>
                  </a:cubicBezTo>
                  <a:cubicBezTo>
                    <a:pt x="358" y="72"/>
                    <a:pt x="287" y="1"/>
                    <a:pt x="18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0" name="Google Shape;3030;p54"/>
            <p:cNvSpPr/>
            <p:nvPr/>
          </p:nvSpPr>
          <p:spPr>
            <a:xfrm>
              <a:off x="3032498" y="4424063"/>
              <a:ext cx="11768" cy="11386"/>
            </a:xfrm>
            <a:custGeom>
              <a:rect b="b" l="l" r="r" t="t"/>
              <a:pathLst>
                <a:path extrusionOk="0" h="358" w="370">
                  <a:moveTo>
                    <a:pt x="191" y="0"/>
                  </a:moveTo>
                  <a:cubicBezTo>
                    <a:pt x="83" y="0"/>
                    <a:pt x="0" y="84"/>
                    <a:pt x="0" y="179"/>
                  </a:cubicBezTo>
                  <a:cubicBezTo>
                    <a:pt x="0" y="286"/>
                    <a:pt x="83" y="357"/>
                    <a:pt x="191" y="357"/>
                  </a:cubicBezTo>
                  <a:cubicBezTo>
                    <a:pt x="286" y="357"/>
                    <a:pt x="369" y="286"/>
                    <a:pt x="369" y="179"/>
                  </a:cubicBezTo>
                  <a:cubicBezTo>
                    <a:pt x="369" y="84"/>
                    <a:pt x="274" y="0"/>
                    <a:pt x="19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1" name="Google Shape;3031;p54"/>
            <p:cNvSpPr/>
            <p:nvPr/>
          </p:nvSpPr>
          <p:spPr>
            <a:xfrm>
              <a:off x="3032498" y="4442606"/>
              <a:ext cx="11768" cy="11386"/>
            </a:xfrm>
            <a:custGeom>
              <a:rect b="b" l="l" r="r" t="t"/>
              <a:pathLst>
                <a:path extrusionOk="0" h="358" w="370">
                  <a:moveTo>
                    <a:pt x="191" y="1"/>
                  </a:moveTo>
                  <a:cubicBezTo>
                    <a:pt x="83" y="1"/>
                    <a:pt x="0" y="72"/>
                    <a:pt x="0" y="179"/>
                  </a:cubicBezTo>
                  <a:cubicBezTo>
                    <a:pt x="0" y="286"/>
                    <a:pt x="83" y="358"/>
                    <a:pt x="191" y="358"/>
                  </a:cubicBezTo>
                  <a:cubicBezTo>
                    <a:pt x="286" y="358"/>
                    <a:pt x="369" y="286"/>
                    <a:pt x="369" y="179"/>
                  </a:cubicBezTo>
                  <a:cubicBezTo>
                    <a:pt x="369" y="72"/>
                    <a:pt x="274" y="1"/>
                    <a:pt x="19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2" name="Google Shape;3032;p54"/>
            <p:cNvSpPr/>
            <p:nvPr/>
          </p:nvSpPr>
          <p:spPr>
            <a:xfrm>
              <a:off x="3016213" y="4357527"/>
              <a:ext cx="112494" cy="111636"/>
            </a:xfrm>
            <a:custGeom>
              <a:rect b="b" l="l" r="r" t="t"/>
              <a:pathLst>
                <a:path extrusionOk="0" h="3510" w="3537">
                  <a:moveTo>
                    <a:pt x="2250" y="354"/>
                  </a:moveTo>
                  <a:lnTo>
                    <a:pt x="2096" y="1080"/>
                  </a:lnTo>
                  <a:lnTo>
                    <a:pt x="1357" y="913"/>
                  </a:lnTo>
                  <a:cubicBezTo>
                    <a:pt x="1336" y="909"/>
                    <a:pt x="1315" y="907"/>
                    <a:pt x="1293" y="907"/>
                  </a:cubicBezTo>
                  <a:cubicBezTo>
                    <a:pt x="1193" y="907"/>
                    <a:pt x="1093" y="950"/>
                    <a:pt x="1024" y="1009"/>
                  </a:cubicBezTo>
                  <a:cubicBezTo>
                    <a:pt x="929" y="1104"/>
                    <a:pt x="905" y="1211"/>
                    <a:pt x="929" y="1342"/>
                  </a:cubicBezTo>
                  <a:lnTo>
                    <a:pt x="953" y="1366"/>
                  </a:lnTo>
                  <a:lnTo>
                    <a:pt x="369" y="818"/>
                  </a:lnTo>
                  <a:lnTo>
                    <a:pt x="2250" y="354"/>
                  </a:lnTo>
                  <a:close/>
                  <a:moveTo>
                    <a:pt x="1274" y="1259"/>
                  </a:moveTo>
                  <a:lnTo>
                    <a:pt x="2036" y="1425"/>
                  </a:lnTo>
                  <a:lnTo>
                    <a:pt x="1869" y="2259"/>
                  </a:lnTo>
                  <a:lnTo>
                    <a:pt x="1429" y="1830"/>
                  </a:lnTo>
                  <a:lnTo>
                    <a:pt x="1274" y="1259"/>
                  </a:lnTo>
                  <a:close/>
                  <a:moveTo>
                    <a:pt x="2369" y="1521"/>
                  </a:moveTo>
                  <a:lnTo>
                    <a:pt x="3167" y="1699"/>
                  </a:lnTo>
                  <a:lnTo>
                    <a:pt x="1715" y="3152"/>
                  </a:lnTo>
                  <a:lnTo>
                    <a:pt x="1548" y="2449"/>
                  </a:lnTo>
                  <a:lnTo>
                    <a:pt x="1607" y="2509"/>
                  </a:lnTo>
                  <a:cubicBezTo>
                    <a:pt x="1679" y="2568"/>
                    <a:pt x="1774" y="2616"/>
                    <a:pt x="1857" y="2616"/>
                  </a:cubicBezTo>
                  <a:cubicBezTo>
                    <a:pt x="1893" y="2616"/>
                    <a:pt x="1929" y="2616"/>
                    <a:pt x="1965" y="2604"/>
                  </a:cubicBezTo>
                  <a:cubicBezTo>
                    <a:pt x="2084" y="2557"/>
                    <a:pt x="2191" y="2473"/>
                    <a:pt x="2203" y="2330"/>
                  </a:cubicBezTo>
                  <a:lnTo>
                    <a:pt x="2369" y="1521"/>
                  </a:lnTo>
                  <a:close/>
                  <a:moveTo>
                    <a:pt x="2239" y="0"/>
                  </a:moveTo>
                  <a:cubicBezTo>
                    <a:pt x="2211" y="0"/>
                    <a:pt x="2183" y="3"/>
                    <a:pt x="2155" y="9"/>
                  </a:cubicBezTo>
                  <a:lnTo>
                    <a:pt x="274" y="473"/>
                  </a:lnTo>
                  <a:cubicBezTo>
                    <a:pt x="167" y="509"/>
                    <a:pt x="60" y="604"/>
                    <a:pt x="24" y="723"/>
                  </a:cubicBezTo>
                  <a:cubicBezTo>
                    <a:pt x="0" y="842"/>
                    <a:pt x="24" y="985"/>
                    <a:pt x="119" y="1068"/>
                  </a:cubicBezTo>
                  <a:lnTo>
                    <a:pt x="1084" y="2009"/>
                  </a:lnTo>
                  <a:lnTo>
                    <a:pt x="1369" y="3223"/>
                  </a:lnTo>
                  <a:cubicBezTo>
                    <a:pt x="1393" y="3342"/>
                    <a:pt x="1488" y="3450"/>
                    <a:pt x="1619" y="3497"/>
                  </a:cubicBezTo>
                  <a:cubicBezTo>
                    <a:pt x="1655" y="3509"/>
                    <a:pt x="1679" y="3509"/>
                    <a:pt x="1726" y="3509"/>
                  </a:cubicBezTo>
                  <a:cubicBezTo>
                    <a:pt x="1810" y="3509"/>
                    <a:pt x="1905" y="3473"/>
                    <a:pt x="1976" y="3402"/>
                  </a:cubicBezTo>
                  <a:lnTo>
                    <a:pt x="3441" y="1949"/>
                  </a:lnTo>
                  <a:cubicBezTo>
                    <a:pt x="3512" y="1842"/>
                    <a:pt x="3536" y="1711"/>
                    <a:pt x="3512" y="1592"/>
                  </a:cubicBezTo>
                  <a:cubicBezTo>
                    <a:pt x="3477" y="1473"/>
                    <a:pt x="3381" y="1366"/>
                    <a:pt x="3239" y="1342"/>
                  </a:cubicBezTo>
                  <a:lnTo>
                    <a:pt x="2441" y="1152"/>
                  </a:lnTo>
                  <a:lnTo>
                    <a:pt x="2584" y="425"/>
                  </a:lnTo>
                  <a:cubicBezTo>
                    <a:pt x="2619" y="306"/>
                    <a:pt x="2572" y="187"/>
                    <a:pt x="2488" y="104"/>
                  </a:cubicBezTo>
                  <a:cubicBezTo>
                    <a:pt x="2416" y="31"/>
                    <a:pt x="2329" y="0"/>
                    <a:pt x="223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3" name="Google Shape;3033;p54"/>
            <p:cNvSpPr/>
            <p:nvPr/>
          </p:nvSpPr>
          <p:spPr>
            <a:xfrm>
              <a:off x="2937051" y="4499791"/>
              <a:ext cx="14439" cy="11386"/>
            </a:xfrm>
            <a:custGeom>
              <a:rect b="b" l="l" r="r" t="t"/>
              <a:pathLst>
                <a:path extrusionOk="0" h="358" w="454">
                  <a:moveTo>
                    <a:pt x="179" y="0"/>
                  </a:moveTo>
                  <a:cubicBezTo>
                    <a:pt x="72" y="0"/>
                    <a:pt x="1" y="72"/>
                    <a:pt x="1" y="179"/>
                  </a:cubicBezTo>
                  <a:cubicBezTo>
                    <a:pt x="1" y="286"/>
                    <a:pt x="96" y="358"/>
                    <a:pt x="179" y="358"/>
                  </a:cubicBezTo>
                  <a:lnTo>
                    <a:pt x="274" y="358"/>
                  </a:lnTo>
                  <a:cubicBezTo>
                    <a:pt x="370" y="358"/>
                    <a:pt x="453" y="286"/>
                    <a:pt x="453" y="179"/>
                  </a:cubicBezTo>
                  <a:cubicBezTo>
                    <a:pt x="453" y="72"/>
                    <a:pt x="370" y="0"/>
                    <a:pt x="27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4" name="Google Shape;3034;p54"/>
            <p:cNvSpPr/>
            <p:nvPr/>
          </p:nvSpPr>
          <p:spPr>
            <a:xfrm>
              <a:off x="2953717" y="4499791"/>
              <a:ext cx="30310" cy="11386"/>
            </a:xfrm>
            <a:custGeom>
              <a:rect b="b" l="l" r="r" t="t"/>
              <a:pathLst>
                <a:path extrusionOk="0" h="358" w="953">
                  <a:moveTo>
                    <a:pt x="179" y="0"/>
                  </a:moveTo>
                  <a:cubicBezTo>
                    <a:pt x="72" y="0"/>
                    <a:pt x="1" y="84"/>
                    <a:pt x="1" y="179"/>
                  </a:cubicBezTo>
                  <a:cubicBezTo>
                    <a:pt x="1" y="286"/>
                    <a:pt x="72" y="358"/>
                    <a:pt x="179" y="358"/>
                  </a:cubicBezTo>
                  <a:lnTo>
                    <a:pt x="774" y="358"/>
                  </a:lnTo>
                  <a:cubicBezTo>
                    <a:pt x="882" y="358"/>
                    <a:pt x="953" y="286"/>
                    <a:pt x="953" y="179"/>
                  </a:cubicBezTo>
                  <a:cubicBezTo>
                    <a:pt x="953" y="96"/>
                    <a:pt x="858" y="0"/>
                    <a:pt x="77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5" name="Google Shape;3035;p54"/>
            <p:cNvSpPr/>
            <p:nvPr/>
          </p:nvSpPr>
          <p:spPr>
            <a:xfrm>
              <a:off x="2937051" y="4514930"/>
              <a:ext cx="46976" cy="11386"/>
            </a:xfrm>
            <a:custGeom>
              <a:rect b="b" l="l" r="r" t="t"/>
              <a:pathLst>
                <a:path extrusionOk="0" h="358" w="1477">
                  <a:moveTo>
                    <a:pt x="179" y="1"/>
                  </a:moveTo>
                  <a:cubicBezTo>
                    <a:pt x="72" y="1"/>
                    <a:pt x="1" y="84"/>
                    <a:pt x="1" y="179"/>
                  </a:cubicBezTo>
                  <a:cubicBezTo>
                    <a:pt x="1" y="286"/>
                    <a:pt x="72" y="358"/>
                    <a:pt x="179" y="358"/>
                  </a:cubicBezTo>
                  <a:lnTo>
                    <a:pt x="1298" y="358"/>
                  </a:lnTo>
                  <a:cubicBezTo>
                    <a:pt x="1406" y="358"/>
                    <a:pt x="1477" y="286"/>
                    <a:pt x="1477" y="179"/>
                  </a:cubicBezTo>
                  <a:cubicBezTo>
                    <a:pt x="1477" y="84"/>
                    <a:pt x="1382" y="1"/>
                    <a:pt x="129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6" name="Google Shape;3036;p54"/>
            <p:cNvSpPr/>
            <p:nvPr/>
          </p:nvSpPr>
          <p:spPr>
            <a:xfrm>
              <a:off x="2937051" y="4529719"/>
              <a:ext cx="46976" cy="11386"/>
            </a:xfrm>
            <a:custGeom>
              <a:rect b="b" l="l" r="r" t="t"/>
              <a:pathLst>
                <a:path extrusionOk="0" h="358" w="1477">
                  <a:moveTo>
                    <a:pt x="179" y="0"/>
                  </a:moveTo>
                  <a:cubicBezTo>
                    <a:pt x="72" y="0"/>
                    <a:pt x="1" y="71"/>
                    <a:pt x="1" y="179"/>
                  </a:cubicBezTo>
                  <a:cubicBezTo>
                    <a:pt x="1" y="286"/>
                    <a:pt x="72" y="357"/>
                    <a:pt x="179" y="357"/>
                  </a:cubicBezTo>
                  <a:lnTo>
                    <a:pt x="1298" y="357"/>
                  </a:lnTo>
                  <a:cubicBezTo>
                    <a:pt x="1406" y="357"/>
                    <a:pt x="1477" y="286"/>
                    <a:pt x="1477" y="179"/>
                  </a:cubicBezTo>
                  <a:cubicBezTo>
                    <a:pt x="1477" y="71"/>
                    <a:pt x="1382" y="0"/>
                    <a:pt x="129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7" name="Google Shape;3037;p54"/>
            <p:cNvSpPr/>
            <p:nvPr/>
          </p:nvSpPr>
          <p:spPr>
            <a:xfrm>
              <a:off x="3213881" y="4343787"/>
              <a:ext cx="11386" cy="126488"/>
            </a:xfrm>
            <a:custGeom>
              <a:rect b="b" l="l" r="r" t="t"/>
              <a:pathLst>
                <a:path extrusionOk="0" h="3977" w="358">
                  <a:moveTo>
                    <a:pt x="179" y="0"/>
                  </a:moveTo>
                  <a:cubicBezTo>
                    <a:pt x="83" y="0"/>
                    <a:pt x="0" y="83"/>
                    <a:pt x="0" y="179"/>
                  </a:cubicBezTo>
                  <a:lnTo>
                    <a:pt x="0" y="3798"/>
                  </a:lnTo>
                  <a:cubicBezTo>
                    <a:pt x="0" y="3893"/>
                    <a:pt x="83" y="3977"/>
                    <a:pt x="179" y="3977"/>
                  </a:cubicBezTo>
                  <a:cubicBezTo>
                    <a:pt x="286" y="3977"/>
                    <a:pt x="357" y="3893"/>
                    <a:pt x="357" y="3798"/>
                  </a:cubicBezTo>
                  <a:lnTo>
                    <a:pt x="357" y="179"/>
                  </a:lnTo>
                  <a:cubicBezTo>
                    <a:pt x="357" y="72"/>
                    <a:pt x="286" y="0"/>
                    <a:pt x="17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38" name="Google Shape;3038;p54"/>
          <p:cNvGrpSpPr/>
          <p:nvPr/>
        </p:nvGrpSpPr>
        <p:grpSpPr>
          <a:xfrm>
            <a:off x="4221051" y="1839329"/>
            <a:ext cx="352103" cy="352103"/>
            <a:chOff x="1819576" y="1511679"/>
            <a:chExt cx="352103" cy="352103"/>
          </a:xfrm>
        </p:grpSpPr>
        <p:sp>
          <p:nvSpPr>
            <p:cNvPr id="3039" name="Google Shape;3039;p54"/>
            <p:cNvSpPr/>
            <p:nvPr/>
          </p:nvSpPr>
          <p:spPr>
            <a:xfrm>
              <a:off x="1819576" y="1511679"/>
              <a:ext cx="352103" cy="352103"/>
            </a:xfrm>
            <a:custGeom>
              <a:rect b="b" l="l" r="r" t="t"/>
              <a:pathLst>
                <a:path extrusionOk="0" h="11062" w="11062">
                  <a:moveTo>
                    <a:pt x="6216" y="310"/>
                  </a:moveTo>
                  <a:cubicBezTo>
                    <a:pt x="6216" y="310"/>
                    <a:pt x="6240" y="310"/>
                    <a:pt x="6240" y="322"/>
                  </a:cubicBezTo>
                  <a:lnTo>
                    <a:pt x="6240" y="786"/>
                  </a:lnTo>
                  <a:cubicBezTo>
                    <a:pt x="6240" y="953"/>
                    <a:pt x="6335" y="1084"/>
                    <a:pt x="6502" y="1108"/>
                  </a:cubicBezTo>
                  <a:cubicBezTo>
                    <a:pt x="7025" y="1227"/>
                    <a:pt x="7514" y="1429"/>
                    <a:pt x="7966" y="1727"/>
                  </a:cubicBezTo>
                  <a:cubicBezTo>
                    <a:pt x="8022" y="1762"/>
                    <a:pt x="8086" y="1780"/>
                    <a:pt x="8150" y="1780"/>
                  </a:cubicBezTo>
                  <a:cubicBezTo>
                    <a:pt x="8236" y="1780"/>
                    <a:pt x="8321" y="1747"/>
                    <a:pt x="8383" y="1679"/>
                  </a:cubicBezTo>
                  <a:lnTo>
                    <a:pt x="8704" y="1346"/>
                  </a:lnTo>
                  <a:lnTo>
                    <a:pt x="8716" y="1346"/>
                  </a:lnTo>
                  <a:lnTo>
                    <a:pt x="9704" y="2334"/>
                  </a:lnTo>
                  <a:lnTo>
                    <a:pt x="9704" y="2346"/>
                  </a:lnTo>
                  <a:lnTo>
                    <a:pt x="9371" y="2679"/>
                  </a:lnTo>
                  <a:cubicBezTo>
                    <a:pt x="9252" y="2798"/>
                    <a:pt x="9240" y="2953"/>
                    <a:pt x="9335" y="3096"/>
                  </a:cubicBezTo>
                  <a:cubicBezTo>
                    <a:pt x="9609" y="3536"/>
                    <a:pt x="9823" y="4025"/>
                    <a:pt x="9943" y="4548"/>
                  </a:cubicBezTo>
                  <a:cubicBezTo>
                    <a:pt x="9966" y="4703"/>
                    <a:pt x="10109" y="4822"/>
                    <a:pt x="10264" y="4822"/>
                  </a:cubicBezTo>
                  <a:lnTo>
                    <a:pt x="10728" y="4822"/>
                  </a:lnTo>
                  <a:cubicBezTo>
                    <a:pt x="10728" y="4822"/>
                    <a:pt x="10752" y="4822"/>
                    <a:pt x="10752" y="4834"/>
                  </a:cubicBezTo>
                  <a:lnTo>
                    <a:pt x="10728" y="6239"/>
                  </a:lnTo>
                  <a:lnTo>
                    <a:pt x="10264" y="6239"/>
                  </a:lnTo>
                  <a:cubicBezTo>
                    <a:pt x="10109" y="6239"/>
                    <a:pt x="9966" y="6334"/>
                    <a:pt x="9943" y="6501"/>
                  </a:cubicBezTo>
                  <a:cubicBezTo>
                    <a:pt x="9823" y="7025"/>
                    <a:pt x="9633" y="7513"/>
                    <a:pt x="9335" y="7966"/>
                  </a:cubicBezTo>
                  <a:cubicBezTo>
                    <a:pt x="9240" y="8097"/>
                    <a:pt x="9252" y="8275"/>
                    <a:pt x="9371" y="8382"/>
                  </a:cubicBezTo>
                  <a:lnTo>
                    <a:pt x="9704" y="8704"/>
                  </a:lnTo>
                  <a:lnTo>
                    <a:pt x="9704" y="8716"/>
                  </a:lnTo>
                  <a:lnTo>
                    <a:pt x="8716" y="9704"/>
                  </a:lnTo>
                  <a:lnTo>
                    <a:pt x="8704" y="9704"/>
                  </a:lnTo>
                  <a:lnTo>
                    <a:pt x="8383" y="9370"/>
                  </a:lnTo>
                  <a:cubicBezTo>
                    <a:pt x="8317" y="9304"/>
                    <a:pt x="8236" y="9271"/>
                    <a:pt x="8155" y="9271"/>
                  </a:cubicBezTo>
                  <a:cubicBezTo>
                    <a:pt x="8090" y="9271"/>
                    <a:pt x="8024" y="9292"/>
                    <a:pt x="7966" y="9335"/>
                  </a:cubicBezTo>
                  <a:cubicBezTo>
                    <a:pt x="7514" y="9609"/>
                    <a:pt x="7025" y="9823"/>
                    <a:pt x="6502" y="9942"/>
                  </a:cubicBezTo>
                  <a:cubicBezTo>
                    <a:pt x="6359" y="9966"/>
                    <a:pt x="6240" y="10109"/>
                    <a:pt x="6240" y="10263"/>
                  </a:cubicBezTo>
                  <a:lnTo>
                    <a:pt x="6240" y="10728"/>
                  </a:lnTo>
                  <a:cubicBezTo>
                    <a:pt x="6240" y="10728"/>
                    <a:pt x="6240" y="10740"/>
                    <a:pt x="6216" y="10740"/>
                  </a:cubicBezTo>
                  <a:lnTo>
                    <a:pt x="4835" y="10740"/>
                  </a:lnTo>
                  <a:cubicBezTo>
                    <a:pt x="4835" y="10740"/>
                    <a:pt x="4823" y="10740"/>
                    <a:pt x="4823" y="10728"/>
                  </a:cubicBezTo>
                  <a:lnTo>
                    <a:pt x="4823" y="10263"/>
                  </a:lnTo>
                  <a:cubicBezTo>
                    <a:pt x="4823" y="10109"/>
                    <a:pt x="4716" y="9966"/>
                    <a:pt x="4549" y="9942"/>
                  </a:cubicBezTo>
                  <a:cubicBezTo>
                    <a:pt x="4037" y="9823"/>
                    <a:pt x="3537" y="9632"/>
                    <a:pt x="3096" y="9335"/>
                  </a:cubicBezTo>
                  <a:cubicBezTo>
                    <a:pt x="3037" y="9299"/>
                    <a:pt x="2977" y="9275"/>
                    <a:pt x="2918" y="9275"/>
                  </a:cubicBezTo>
                  <a:cubicBezTo>
                    <a:pt x="2823" y="9275"/>
                    <a:pt x="2751" y="9299"/>
                    <a:pt x="2680" y="9370"/>
                  </a:cubicBezTo>
                  <a:lnTo>
                    <a:pt x="2346" y="9704"/>
                  </a:lnTo>
                  <a:lnTo>
                    <a:pt x="2334" y="9704"/>
                  </a:lnTo>
                  <a:lnTo>
                    <a:pt x="1358" y="8716"/>
                  </a:lnTo>
                  <a:lnTo>
                    <a:pt x="1358" y="8704"/>
                  </a:lnTo>
                  <a:lnTo>
                    <a:pt x="1680" y="8382"/>
                  </a:lnTo>
                  <a:cubicBezTo>
                    <a:pt x="1799" y="8263"/>
                    <a:pt x="1811" y="8097"/>
                    <a:pt x="1727" y="7966"/>
                  </a:cubicBezTo>
                  <a:cubicBezTo>
                    <a:pt x="1441" y="7513"/>
                    <a:pt x="1239" y="7025"/>
                    <a:pt x="1120" y="6501"/>
                  </a:cubicBezTo>
                  <a:cubicBezTo>
                    <a:pt x="1084" y="6358"/>
                    <a:pt x="953" y="6239"/>
                    <a:pt x="787" y="6239"/>
                  </a:cubicBezTo>
                  <a:lnTo>
                    <a:pt x="322" y="6239"/>
                  </a:lnTo>
                  <a:cubicBezTo>
                    <a:pt x="322" y="6239"/>
                    <a:pt x="310" y="6239"/>
                    <a:pt x="310" y="6215"/>
                  </a:cubicBezTo>
                  <a:lnTo>
                    <a:pt x="310" y="4834"/>
                  </a:lnTo>
                  <a:cubicBezTo>
                    <a:pt x="310" y="4834"/>
                    <a:pt x="310" y="4822"/>
                    <a:pt x="322" y="4822"/>
                  </a:cubicBezTo>
                  <a:lnTo>
                    <a:pt x="787" y="4822"/>
                  </a:lnTo>
                  <a:cubicBezTo>
                    <a:pt x="953" y="4822"/>
                    <a:pt x="1084" y="4715"/>
                    <a:pt x="1120" y="4548"/>
                  </a:cubicBezTo>
                  <a:cubicBezTo>
                    <a:pt x="1239" y="4025"/>
                    <a:pt x="1430" y="3536"/>
                    <a:pt x="1727" y="3096"/>
                  </a:cubicBezTo>
                  <a:cubicBezTo>
                    <a:pt x="1811" y="2953"/>
                    <a:pt x="1799" y="2774"/>
                    <a:pt x="1680" y="2679"/>
                  </a:cubicBezTo>
                  <a:lnTo>
                    <a:pt x="1358" y="2346"/>
                  </a:lnTo>
                  <a:lnTo>
                    <a:pt x="1358" y="2334"/>
                  </a:lnTo>
                  <a:lnTo>
                    <a:pt x="2334" y="1346"/>
                  </a:lnTo>
                  <a:lnTo>
                    <a:pt x="2346" y="1346"/>
                  </a:lnTo>
                  <a:lnTo>
                    <a:pt x="2680" y="1679"/>
                  </a:lnTo>
                  <a:cubicBezTo>
                    <a:pt x="2748" y="1747"/>
                    <a:pt x="2832" y="1780"/>
                    <a:pt x="2916" y="1780"/>
                  </a:cubicBezTo>
                  <a:cubicBezTo>
                    <a:pt x="2978" y="1780"/>
                    <a:pt x="3041" y="1762"/>
                    <a:pt x="3096" y="1727"/>
                  </a:cubicBezTo>
                  <a:cubicBezTo>
                    <a:pt x="3537" y="1441"/>
                    <a:pt x="4037" y="1227"/>
                    <a:pt x="4549" y="1108"/>
                  </a:cubicBezTo>
                  <a:cubicBezTo>
                    <a:pt x="4704" y="1084"/>
                    <a:pt x="4823" y="953"/>
                    <a:pt x="4823" y="786"/>
                  </a:cubicBezTo>
                  <a:lnTo>
                    <a:pt x="4823" y="322"/>
                  </a:lnTo>
                  <a:cubicBezTo>
                    <a:pt x="4823" y="322"/>
                    <a:pt x="4823" y="310"/>
                    <a:pt x="4835" y="310"/>
                  </a:cubicBezTo>
                  <a:close/>
                  <a:moveTo>
                    <a:pt x="4835" y="0"/>
                  </a:moveTo>
                  <a:cubicBezTo>
                    <a:pt x="4656" y="0"/>
                    <a:pt x="4513" y="143"/>
                    <a:pt x="4513" y="322"/>
                  </a:cubicBezTo>
                  <a:lnTo>
                    <a:pt x="4513" y="786"/>
                  </a:lnTo>
                  <a:cubicBezTo>
                    <a:pt x="4513" y="786"/>
                    <a:pt x="4513" y="798"/>
                    <a:pt x="4489" y="798"/>
                  </a:cubicBezTo>
                  <a:cubicBezTo>
                    <a:pt x="3930" y="917"/>
                    <a:pt x="3406" y="1143"/>
                    <a:pt x="2930" y="1453"/>
                  </a:cubicBezTo>
                  <a:lnTo>
                    <a:pt x="2918" y="1453"/>
                  </a:lnTo>
                  <a:lnTo>
                    <a:pt x="2584" y="1131"/>
                  </a:lnTo>
                  <a:cubicBezTo>
                    <a:pt x="2519" y="1066"/>
                    <a:pt x="2436" y="1033"/>
                    <a:pt x="2351" y="1033"/>
                  </a:cubicBezTo>
                  <a:cubicBezTo>
                    <a:pt x="2266" y="1033"/>
                    <a:pt x="2180" y="1066"/>
                    <a:pt x="2108" y="1131"/>
                  </a:cubicBezTo>
                  <a:lnTo>
                    <a:pt x="1132" y="2108"/>
                  </a:lnTo>
                  <a:cubicBezTo>
                    <a:pt x="1001" y="2251"/>
                    <a:pt x="1001" y="2453"/>
                    <a:pt x="1132" y="2584"/>
                  </a:cubicBezTo>
                  <a:lnTo>
                    <a:pt x="1453" y="2917"/>
                  </a:lnTo>
                  <a:lnTo>
                    <a:pt x="1453" y="2929"/>
                  </a:lnTo>
                  <a:cubicBezTo>
                    <a:pt x="1144" y="3405"/>
                    <a:pt x="941" y="3941"/>
                    <a:pt x="799" y="4489"/>
                  </a:cubicBezTo>
                  <a:cubicBezTo>
                    <a:pt x="799" y="4489"/>
                    <a:pt x="799" y="4513"/>
                    <a:pt x="787" y="4513"/>
                  </a:cubicBezTo>
                  <a:lnTo>
                    <a:pt x="322" y="4513"/>
                  </a:lnTo>
                  <a:cubicBezTo>
                    <a:pt x="144" y="4513"/>
                    <a:pt x="1" y="4656"/>
                    <a:pt x="1" y="4834"/>
                  </a:cubicBezTo>
                  <a:lnTo>
                    <a:pt x="1" y="6215"/>
                  </a:lnTo>
                  <a:cubicBezTo>
                    <a:pt x="1" y="6394"/>
                    <a:pt x="144" y="6549"/>
                    <a:pt x="322" y="6549"/>
                  </a:cubicBezTo>
                  <a:lnTo>
                    <a:pt x="787" y="6549"/>
                  </a:lnTo>
                  <a:cubicBezTo>
                    <a:pt x="787" y="6549"/>
                    <a:pt x="799" y="6549"/>
                    <a:pt x="799" y="6561"/>
                  </a:cubicBezTo>
                  <a:cubicBezTo>
                    <a:pt x="918" y="7132"/>
                    <a:pt x="1144" y="7644"/>
                    <a:pt x="1453" y="8120"/>
                  </a:cubicBezTo>
                  <a:lnTo>
                    <a:pt x="1453" y="8144"/>
                  </a:lnTo>
                  <a:lnTo>
                    <a:pt x="1132" y="8466"/>
                  </a:lnTo>
                  <a:cubicBezTo>
                    <a:pt x="1001" y="8597"/>
                    <a:pt x="1001" y="8811"/>
                    <a:pt x="1132" y="8942"/>
                  </a:cubicBezTo>
                  <a:lnTo>
                    <a:pt x="2108" y="9930"/>
                  </a:lnTo>
                  <a:cubicBezTo>
                    <a:pt x="2180" y="9996"/>
                    <a:pt x="2266" y="10028"/>
                    <a:pt x="2351" y="10028"/>
                  </a:cubicBezTo>
                  <a:cubicBezTo>
                    <a:pt x="2436" y="10028"/>
                    <a:pt x="2519" y="9996"/>
                    <a:pt x="2584" y="9930"/>
                  </a:cubicBezTo>
                  <a:lnTo>
                    <a:pt x="2918" y="9597"/>
                  </a:lnTo>
                  <a:lnTo>
                    <a:pt x="2930" y="9597"/>
                  </a:lnTo>
                  <a:cubicBezTo>
                    <a:pt x="3406" y="9906"/>
                    <a:pt x="3942" y="10121"/>
                    <a:pt x="4489" y="10252"/>
                  </a:cubicBezTo>
                  <a:cubicBezTo>
                    <a:pt x="4489" y="10252"/>
                    <a:pt x="4513" y="10252"/>
                    <a:pt x="4513" y="10263"/>
                  </a:cubicBezTo>
                  <a:lnTo>
                    <a:pt x="4513" y="10728"/>
                  </a:lnTo>
                  <a:cubicBezTo>
                    <a:pt x="4513" y="10906"/>
                    <a:pt x="4656" y="11061"/>
                    <a:pt x="4835" y="11061"/>
                  </a:cubicBezTo>
                  <a:lnTo>
                    <a:pt x="6216" y="11061"/>
                  </a:lnTo>
                  <a:cubicBezTo>
                    <a:pt x="6394" y="11061"/>
                    <a:pt x="6549" y="10906"/>
                    <a:pt x="6549" y="10728"/>
                  </a:cubicBezTo>
                  <a:lnTo>
                    <a:pt x="6549" y="10263"/>
                  </a:lnTo>
                  <a:cubicBezTo>
                    <a:pt x="6549" y="10263"/>
                    <a:pt x="6549" y="10252"/>
                    <a:pt x="6561" y="10252"/>
                  </a:cubicBezTo>
                  <a:cubicBezTo>
                    <a:pt x="7133" y="10132"/>
                    <a:pt x="7645" y="9906"/>
                    <a:pt x="8121" y="9597"/>
                  </a:cubicBezTo>
                  <a:lnTo>
                    <a:pt x="8145" y="9597"/>
                  </a:lnTo>
                  <a:lnTo>
                    <a:pt x="8466" y="9930"/>
                  </a:lnTo>
                  <a:cubicBezTo>
                    <a:pt x="8532" y="9996"/>
                    <a:pt x="8618" y="10028"/>
                    <a:pt x="8704" y="10028"/>
                  </a:cubicBezTo>
                  <a:cubicBezTo>
                    <a:pt x="8791" y="10028"/>
                    <a:pt x="8877" y="9996"/>
                    <a:pt x="8942" y="9930"/>
                  </a:cubicBezTo>
                  <a:lnTo>
                    <a:pt x="9931" y="8942"/>
                  </a:lnTo>
                  <a:cubicBezTo>
                    <a:pt x="10062" y="8811"/>
                    <a:pt x="10062" y="8597"/>
                    <a:pt x="9931" y="8466"/>
                  </a:cubicBezTo>
                  <a:lnTo>
                    <a:pt x="9597" y="8144"/>
                  </a:lnTo>
                  <a:lnTo>
                    <a:pt x="9597" y="8120"/>
                  </a:lnTo>
                  <a:cubicBezTo>
                    <a:pt x="9919" y="7644"/>
                    <a:pt x="10121" y="7108"/>
                    <a:pt x="10252" y="6561"/>
                  </a:cubicBezTo>
                  <a:cubicBezTo>
                    <a:pt x="10252" y="6561"/>
                    <a:pt x="10252" y="6549"/>
                    <a:pt x="10264" y="6549"/>
                  </a:cubicBezTo>
                  <a:lnTo>
                    <a:pt x="10728" y="6549"/>
                  </a:lnTo>
                  <a:cubicBezTo>
                    <a:pt x="10907" y="6549"/>
                    <a:pt x="11062" y="6394"/>
                    <a:pt x="11062" y="6215"/>
                  </a:cubicBezTo>
                  <a:lnTo>
                    <a:pt x="11062" y="4834"/>
                  </a:lnTo>
                  <a:cubicBezTo>
                    <a:pt x="11062" y="4656"/>
                    <a:pt x="10907" y="4513"/>
                    <a:pt x="10728" y="4513"/>
                  </a:cubicBezTo>
                  <a:lnTo>
                    <a:pt x="10264" y="4513"/>
                  </a:lnTo>
                  <a:cubicBezTo>
                    <a:pt x="10264" y="4513"/>
                    <a:pt x="10252" y="4513"/>
                    <a:pt x="10252" y="4489"/>
                  </a:cubicBezTo>
                  <a:cubicBezTo>
                    <a:pt x="10133" y="3929"/>
                    <a:pt x="9907" y="3405"/>
                    <a:pt x="9597" y="2929"/>
                  </a:cubicBezTo>
                  <a:lnTo>
                    <a:pt x="9597" y="2917"/>
                  </a:lnTo>
                  <a:lnTo>
                    <a:pt x="9931" y="2584"/>
                  </a:lnTo>
                  <a:cubicBezTo>
                    <a:pt x="10062" y="2453"/>
                    <a:pt x="10062" y="2239"/>
                    <a:pt x="9931" y="2108"/>
                  </a:cubicBezTo>
                  <a:lnTo>
                    <a:pt x="8942" y="1131"/>
                  </a:lnTo>
                  <a:cubicBezTo>
                    <a:pt x="8877" y="1066"/>
                    <a:pt x="8791" y="1033"/>
                    <a:pt x="8704" y="1033"/>
                  </a:cubicBezTo>
                  <a:cubicBezTo>
                    <a:pt x="8618" y="1033"/>
                    <a:pt x="8532" y="1066"/>
                    <a:pt x="8466" y="1131"/>
                  </a:cubicBezTo>
                  <a:lnTo>
                    <a:pt x="8145" y="1453"/>
                  </a:lnTo>
                  <a:lnTo>
                    <a:pt x="8121" y="1453"/>
                  </a:lnTo>
                  <a:cubicBezTo>
                    <a:pt x="7645" y="1143"/>
                    <a:pt x="7109" y="941"/>
                    <a:pt x="6561" y="798"/>
                  </a:cubicBezTo>
                  <a:cubicBezTo>
                    <a:pt x="6561" y="798"/>
                    <a:pt x="6549" y="798"/>
                    <a:pt x="6549" y="786"/>
                  </a:cubicBezTo>
                  <a:lnTo>
                    <a:pt x="6549" y="322"/>
                  </a:lnTo>
                  <a:cubicBezTo>
                    <a:pt x="6549" y="143"/>
                    <a:pt x="6394" y="0"/>
                    <a:pt x="621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0" name="Google Shape;3040;p54"/>
            <p:cNvSpPr/>
            <p:nvPr/>
          </p:nvSpPr>
          <p:spPr>
            <a:xfrm>
              <a:off x="1885146" y="1578204"/>
              <a:ext cx="182322" cy="180603"/>
            </a:xfrm>
            <a:custGeom>
              <a:rect b="b" l="l" r="r" t="t"/>
              <a:pathLst>
                <a:path extrusionOk="0" h="5674" w="5728">
                  <a:moveTo>
                    <a:pt x="3502" y="0"/>
                  </a:moveTo>
                  <a:cubicBezTo>
                    <a:pt x="3438" y="0"/>
                    <a:pt x="3374" y="2"/>
                    <a:pt x="3311" y="6"/>
                  </a:cubicBezTo>
                  <a:cubicBezTo>
                    <a:pt x="2453" y="53"/>
                    <a:pt x="1644" y="411"/>
                    <a:pt x="1048" y="1018"/>
                  </a:cubicBezTo>
                  <a:cubicBezTo>
                    <a:pt x="441" y="1625"/>
                    <a:pt x="84" y="2435"/>
                    <a:pt x="36" y="3280"/>
                  </a:cubicBezTo>
                  <a:cubicBezTo>
                    <a:pt x="1" y="4125"/>
                    <a:pt x="263" y="4959"/>
                    <a:pt x="798" y="5614"/>
                  </a:cubicBezTo>
                  <a:cubicBezTo>
                    <a:pt x="834" y="5661"/>
                    <a:pt x="870" y="5673"/>
                    <a:pt x="917" y="5673"/>
                  </a:cubicBezTo>
                  <a:cubicBezTo>
                    <a:pt x="953" y="5673"/>
                    <a:pt x="989" y="5661"/>
                    <a:pt x="1025" y="5649"/>
                  </a:cubicBezTo>
                  <a:cubicBezTo>
                    <a:pt x="1096" y="5590"/>
                    <a:pt x="1096" y="5483"/>
                    <a:pt x="1048" y="5423"/>
                  </a:cubicBezTo>
                  <a:cubicBezTo>
                    <a:pt x="572" y="4828"/>
                    <a:pt x="322" y="4066"/>
                    <a:pt x="370" y="3304"/>
                  </a:cubicBezTo>
                  <a:cubicBezTo>
                    <a:pt x="417" y="2530"/>
                    <a:pt x="727" y="1804"/>
                    <a:pt x="1275" y="1256"/>
                  </a:cubicBezTo>
                  <a:cubicBezTo>
                    <a:pt x="1822" y="708"/>
                    <a:pt x="2560" y="375"/>
                    <a:pt x="3334" y="351"/>
                  </a:cubicBezTo>
                  <a:cubicBezTo>
                    <a:pt x="3397" y="347"/>
                    <a:pt x="3459" y="345"/>
                    <a:pt x="3521" y="345"/>
                  </a:cubicBezTo>
                  <a:cubicBezTo>
                    <a:pt x="4227" y="345"/>
                    <a:pt x="4895" y="592"/>
                    <a:pt x="5442" y="1030"/>
                  </a:cubicBezTo>
                  <a:cubicBezTo>
                    <a:pt x="5473" y="1055"/>
                    <a:pt x="5510" y="1068"/>
                    <a:pt x="5547" y="1068"/>
                  </a:cubicBezTo>
                  <a:cubicBezTo>
                    <a:pt x="5595" y="1068"/>
                    <a:pt x="5641" y="1046"/>
                    <a:pt x="5668" y="1006"/>
                  </a:cubicBezTo>
                  <a:cubicBezTo>
                    <a:pt x="5727" y="911"/>
                    <a:pt x="5716" y="815"/>
                    <a:pt x="5656" y="768"/>
                  </a:cubicBezTo>
                  <a:cubicBezTo>
                    <a:pt x="5050" y="272"/>
                    <a:pt x="4291" y="0"/>
                    <a:pt x="350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1" name="Google Shape;3041;p54"/>
            <p:cNvSpPr/>
            <p:nvPr/>
          </p:nvSpPr>
          <p:spPr>
            <a:xfrm>
              <a:off x="1923820" y="1610193"/>
              <a:ext cx="183054" cy="186874"/>
            </a:xfrm>
            <a:custGeom>
              <a:rect b="b" l="l" r="r" t="t"/>
              <a:pathLst>
                <a:path extrusionOk="0" h="5871" w="5751">
                  <a:moveTo>
                    <a:pt x="3310" y="358"/>
                  </a:moveTo>
                  <a:lnTo>
                    <a:pt x="3310" y="1025"/>
                  </a:lnTo>
                  <a:cubicBezTo>
                    <a:pt x="3310" y="1132"/>
                    <a:pt x="3274" y="1251"/>
                    <a:pt x="3227" y="1334"/>
                  </a:cubicBezTo>
                  <a:lnTo>
                    <a:pt x="3155" y="1501"/>
                  </a:lnTo>
                  <a:cubicBezTo>
                    <a:pt x="3143" y="1525"/>
                    <a:pt x="3143" y="1549"/>
                    <a:pt x="3143" y="1573"/>
                  </a:cubicBezTo>
                  <a:lnTo>
                    <a:pt x="3143" y="1918"/>
                  </a:lnTo>
                  <a:cubicBezTo>
                    <a:pt x="3143" y="2156"/>
                    <a:pt x="3048" y="2382"/>
                    <a:pt x="2869" y="2549"/>
                  </a:cubicBezTo>
                  <a:cubicBezTo>
                    <a:pt x="2691" y="2704"/>
                    <a:pt x="2477" y="2799"/>
                    <a:pt x="2226" y="2799"/>
                  </a:cubicBezTo>
                  <a:cubicBezTo>
                    <a:pt x="1774" y="2787"/>
                    <a:pt x="1381" y="2370"/>
                    <a:pt x="1381" y="1870"/>
                  </a:cubicBezTo>
                  <a:lnTo>
                    <a:pt x="1381" y="1573"/>
                  </a:lnTo>
                  <a:cubicBezTo>
                    <a:pt x="1381" y="1549"/>
                    <a:pt x="1381" y="1525"/>
                    <a:pt x="1369" y="1501"/>
                  </a:cubicBezTo>
                  <a:lnTo>
                    <a:pt x="1262" y="1311"/>
                  </a:lnTo>
                  <a:cubicBezTo>
                    <a:pt x="1238" y="1227"/>
                    <a:pt x="1203" y="1156"/>
                    <a:pt x="1203" y="1072"/>
                  </a:cubicBezTo>
                  <a:lnTo>
                    <a:pt x="1203" y="1049"/>
                  </a:lnTo>
                  <a:cubicBezTo>
                    <a:pt x="1203" y="668"/>
                    <a:pt x="1524" y="358"/>
                    <a:pt x="1905" y="358"/>
                  </a:cubicBezTo>
                  <a:close/>
                  <a:moveTo>
                    <a:pt x="1905" y="3049"/>
                  </a:moveTo>
                  <a:cubicBezTo>
                    <a:pt x="2012" y="3085"/>
                    <a:pt x="2119" y="3108"/>
                    <a:pt x="2238" y="3108"/>
                  </a:cubicBezTo>
                  <a:lnTo>
                    <a:pt x="2274" y="3108"/>
                  </a:lnTo>
                  <a:cubicBezTo>
                    <a:pt x="2393" y="3108"/>
                    <a:pt x="2512" y="3097"/>
                    <a:pt x="2631" y="3049"/>
                  </a:cubicBezTo>
                  <a:lnTo>
                    <a:pt x="2631" y="3049"/>
                  </a:lnTo>
                  <a:cubicBezTo>
                    <a:pt x="2619" y="3108"/>
                    <a:pt x="2631" y="3156"/>
                    <a:pt x="2655" y="3204"/>
                  </a:cubicBezTo>
                  <a:lnTo>
                    <a:pt x="2512" y="3335"/>
                  </a:lnTo>
                  <a:cubicBezTo>
                    <a:pt x="2441" y="3406"/>
                    <a:pt x="2357" y="3442"/>
                    <a:pt x="2262" y="3442"/>
                  </a:cubicBezTo>
                  <a:cubicBezTo>
                    <a:pt x="2179" y="3442"/>
                    <a:pt x="2084" y="3406"/>
                    <a:pt x="2012" y="3335"/>
                  </a:cubicBezTo>
                  <a:lnTo>
                    <a:pt x="1881" y="3204"/>
                  </a:lnTo>
                  <a:cubicBezTo>
                    <a:pt x="1893" y="3156"/>
                    <a:pt x="1905" y="3108"/>
                    <a:pt x="1905" y="3049"/>
                  </a:cubicBezTo>
                  <a:close/>
                  <a:moveTo>
                    <a:pt x="2810" y="3466"/>
                  </a:moveTo>
                  <a:cubicBezTo>
                    <a:pt x="2858" y="3501"/>
                    <a:pt x="2905" y="3513"/>
                    <a:pt x="2941" y="3525"/>
                  </a:cubicBezTo>
                  <a:lnTo>
                    <a:pt x="3524" y="3692"/>
                  </a:lnTo>
                  <a:cubicBezTo>
                    <a:pt x="3679" y="3739"/>
                    <a:pt x="3774" y="3870"/>
                    <a:pt x="3774" y="4037"/>
                  </a:cubicBezTo>
                  <a:lnTo>
                    <a:pt x="3774" y="5132"/>
                  </a:lnTo>
                  <a:lnTo>
                    <a:pt x="3822" y="5132"/>
                  </a:lnTo>
                  <a:cubicBezTo>
                    <a:pt x="3703" y="5204"/>
                    <a:pt x="3584" y="5263"/>
                    <a:pt x="3453" y="5311"/>
                  </a:cubicBezTo>
                  <a:lnTo>
                    <a:pt x="3453" y="4335"/>
                  </a:lnTo>
                  <a:cubicBezTo>
                    <a:pt x="3453" y="4240"/>
                    <a:pt x="3381" y="4168"/>
                    <a:pt x="3286" y="4168"/>
                  </a:cubicBezTo>
                  <a:cubicBezTo>
                    <a:pt x="3203" y="4168"/>
                    <a:pt x="3119" y="4240"/>
                    <a:pt x="3119" y="4335"/>
                  </a:cubicBezTo>
                  <a:lnTo>
                    <a:pt x="3119" y="5430"/>
                  </a:lnTo>
                  <a:cubicBezTo>
                    <a:pt x="2881" y="5502"/>
                    <a:pt x="2655" y="5537"/>
                    <a:pt x="2405" y="5549"/>
                  </a:cubicBezTo>
                  <a:lnTo>
                    <a:pt x="2262" y="5549"/>
                  </a:lnTo>
                  <a:cubicBezTo>
                    <a:pt x="1965" y="5549"/>
                    <a:pt x="1667" y="5502"/>
                    <a:pt x="1381" y="5430"/>
                  </a:cubicBezTo>
                  <a:lnTo>
                    <a:pt x="1381" y="4335"/>
                  </a:lnTo>
                  <a:cubicBezTo>
                    <a:pt x="1381" y="4240"/>
                    <a:pt x="1310" y="4168"/>
                    <a:pt x="1214" y="4168"/>
                  </a:cubicBezTo>
                  <a:cubicBezTo>
                    <a:pt x="1131" y="4168"/>
                    <a:pt x="1060" y="4240"/>
                    <a:pt x="1060" y="4335"/>
                  </a:cubicBezTo>
                  <a:lnTo>
                    <a:pt x="1060" y="5311"/>
                  </a:lnTo>
                  <a:cubicBezTo>
                    <a:pt x="941" y="5252"/>
                    <a:pt x="798" y="5192"/>
                    <a:pt x="679" y="5132"/>
                  </a:cubicBezTo>
                  <a:lnTo>
                    <a:pt x="679" y="4037"/>
                  </a:lnTo>
                  <a:cubicBezTo>
                    <a:pt x="679" y="3870"/>
                    <a:pt x="786" y="3739"/>
                    <a:pt x="941" y="3692"/>
                  </a:cubicBezTo>
                  <a:lnTo>
                    <a:pt x="1512" y="3525"/>
                  </a:lnTo>
                  <a:cubicBezTo>
                    <a:pt x="1560" y="3513"/>
                    <a:pt x="1619" y="3501"/>
                    <a:pt x="1655" y="3466"/>
                  </a:cubicBezTo>
                  <a:lnTo>
                    <a:pt x="1750" y="3573"/>
                  </a:lnTo>
                  <a:cubicBezTo>
                    <a:pt x="1893" y="3704"/>
                    <a:pt x="2072" y="3763"/>
                    <a:pt x="2226" y="3763"/>
                  </a:cubicBezTo>
                  <a:cubicBezTo>
                    <a:pt x="2405" y="3763"/>
                    <a:pt x="2572" y="3704"/>
                    <a:pt x="2703" y="3573"/>
                  </a:cubicBezTo>
                  <a:lnTo>
                    <a:pt x="2810" y="3466"/>
                  </a:lnTo>
                  <a:close/>
                  <a:moveTo>
                    <a:pt x="1893" y="1"/>
                  </a:moveTo>
                  <a:cubicBezTo>
                    <a:pt x="1322" y="1"/>
                    <a:pt x="869" y="465"/>
                    <a:pt x="869" y="1025"/>
                  </a:cubicBezTo>
                  <a:lnTo>
                    <a:pt x="869" y="1037"/>
                  </a:lnTo>
                  <a:cubicBezTo>
                    <a:pt x="869" y="1168"/>
                    <a:pt x="893" y="1311"/>
                    <a:pt x="953" y="1430"/>
                  </a:cubicBezTo>
                  <a:lnTo>
                    <a:pt x="1048" y="1596"/>
                  </a:lnTo>
                  <a:lnTo>
                    <a:pt x="1048" y="1858"/>
                  </a:lnTo>
                  <a:cubicBezTo>
                    <a:pt x="1048" y="2275"/>
                    <a:pt x="1250" y="2644"/>
                    <a:pt x="1560" y="2882"/>
                  </a:cubicBezTo>
                  <a:lnTo>
                    <a:pt x="1560" y="3037"/>
                  </a:lnTo>
                  <a:cubicBezTo>
                    <a:pt x="1560" y="3108"/>
                    <a:pt x="1500" y="3180"/>
                    <a:pt x="1429" y="3216"/>
                  </a:cubicBezTo>
                  <a:lnTo>
                    <a:pt x="845" y="3382"/>
                  </a:lnTo>
                  <a:cubicBezTo>
                    <a:pt x="548" y="3466"/>
                    <a:pt x="357" y="3739"/>
                    <a:pt x="357" y="4037"/>
                  </a:cubicBezTo>
                  <a:lnTo>
                    <a:pt x="357" y="4906"/>
                  </a:lnTo>
                  <a:cubicBezTo>
                    <a:pt x="333" y="4894"/>
                    <a:pt x="310" y="4859"/>
                    <a:pt x="286" y="4847"/>
                  </a:cubicBezTo>
                  <a:cubicBezTo>
                    <a:pt x="256" y="4822"/>
                    <a:pt x="220" y="4810"/>
                    <a:pt x="185" y="4810"/>
                  </a:cubicBezTo>
                  <a:cubicBezTo>
                    <a:pt x="135" y="4810"/>
                    <a:pt x="87" y="4834"/>
                    <a:pt x="60" y="4882"/>
                  </a:cubicBezTo>
                  <a:cubicBezTo>
                    <a:pt x="0" y="4954"/>
                    <a:pt x="12" y="5061"/>
                    <a:pt x="95" y="5097"/>
                  </a:cubicBezTo>
                  <a:cubicBezTo>
                    <a:pt x="702" y="5597"/>
                    <a:pt x="1476" y="5871"/>
                    <a:pt x="2262" y="5871"/>
                  </a:cubicBezTo>
                  <a:lnTo>
                    <a:pt x="2429" y="5871"/>
                  </a:lnTo>
                  <a:cubicBezTo>
                    <a:pt x="3286" y="5835"/>
                    <a:pt x="4096" y="5478"/>
                    <a:pt x="4691" y="4859"/>
                  </a:cubicBezTo>
                  <a:cubicBezTo>
                    <a:pt x="5298" y="4251"/>
                    <a:pt x="5655" y="3454"/>
                    <a:pt x="5703" y="2596"/>
                  </a:cubicBezTo>
                  <a:cubicBezTo>
                    <a:pt x="5751" y="1751"/>
                    <a:pt x="5477" y="918"/>
                    <a:pt x="4941" y="263"/>
                  </a:cubicBezTo>
                  <a:cubicBezTo>
                    <a:pt x="4908" y="223"/>
                    <a:pt x="4861" y="206"/>
                    <a:pt x="4815" y="206"/>
                  </a:cubicBezTo>
                  <a:cubicBezTo>
                    <a:pt x="4778" y="206"/>
                    <a:pt x="4742" y="218"/>
                    <a:pt x="4715" y="239"/>
                  </a:cubicBezTo>
                  <a:cubicBezTo>
                    <a:pt x="4643" y="299"/>
                    <a:pt x="4643" y="406"/>
                    <a:pt x="4691" y="465"/>
                  </a:cubicBezTo>
                  <a:cubicBezTo>
                    <a:pt x="5167" y="1061"/>
                    <a:pt x="5417" y="1811"/>
                    <a:pt x="5370" y="2573"/>
                  </a:cubicBezTo>
                  <a:cubicBezTo>
                    <a:pt x="5334" y="3347"/>
                    <a:pt x="5013" y="4073"/>
                    <a:pt x="4465" y="4632"/>
                  </a:cubicBezTo>
                  <a:cubicBezTo>
                    <a:pt x="4358" y="4728"/>
                    <a:pt x="4262" y="4823"/>
                    <a:pt x="4155" y="4906"/>
                  </a:cubicBezTo>
                  <a:lnTo>
                    <a:pt x="4155" y="4037"/>
                  </a:lnTo>
                  <a:cubicBezTo>
                    <a:pt x="4155" y="3739"/>
                    <a:pt x="3941" y="3466"/>
                    <a:pt x="3667" y="3382"/>
                  </a:cubicBezTo>
                  <a:lnTo>
                    <a:pt x="3084" y="3216"/>
                  </a:lnTo>
                  <a:cubicBezTo>
                    <a:pt x="3012" y="3180"/>
                    <a:pt x="2953" y="3120"/>
                    <a:pt x="2953" y="3037"/>
                  </a:cubicBezTo>
                  <a:lnTo>
                    <a:pt x="2953" y="2906"/>
                  </a:lnTo>
                  <a:cubicBezTo>
                    <a:pt x="3012" y="2858"/>
                    <a:pt x="3048" y="2823"/>
                    <a:pt x="3096" y="2763"/>
                  </a:cubicBezTo>
                  <a:cubicBezTo>
                    <a:pt x="3334" y="2549"/>
                    <a:pt x="3453" y="2227"/>
                    <a:pt x="3453" y="1906"/>
                  </a:cubicBezTo>
                  <a:lnTo>
                    <a:pt x="3453" y="1596"/>
                  </a:lnTo>
                  <a:lnTo>
                    <a:pt x="3512" y="1453"/>
                  </a:lnTo>
                  <a:cubicBezTo>
                    <a:pt x="3584" y="1311"/>
                    <a:pt x="3620" y="1156"/>
                    <a:pt x="3620" y="1001"/>
                  </a:cubicBezTo>
                  <a:lnTo>
                    <a:pt x="3620" y="168"/>
                  </a:lnTo>
                  <a:cubicBezTo>
                    <a:pt x="3620" y="72"/>
                    <a:pt x="3548" y="1"/>
                    <a:pt x="345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2" name="Google Shape;3042;p54"/>
            <p:cNvSpPr/>
            <p:nvPr/>
          </p:nvSpPr>
          <p:spPr>
            <a:xfrm>
              <a:off x="1974207" y="1638617"/>
              <a:ext cx="43989" cy="15597"/>
            </a:xfrm>
            <a:custGeom>
              <a:rect b="b" l="l" r="r" t="t"/>
              <a:pathLst>
                <a:path extrusionOk="0" h="490" w="1382">
                  <a:moveTo>
                    <a:pt x="155" y="1"/>
                  </a:moveTo>
                  <a:cubicBezTo>
                    <a:pt x="72" y="1"/>
                    <a:pt x="1" y="72"/>
                    <a:pt x="1" y="168"/>
                  </a:cubicBezTo>
                  <a:cubicBezTo>
                    <a:pt x="1" y="251"/>
                    <a:pt x="72" y="322"/>
                    <a:pt x="155" y="322"/>
                  </a:cubicBezTo>
                  <a:cubicBezTo>
                    <a:pt x="334" y="322"/>
                    <a:pt x="870" y="358"/>
                    <a:pt x="1132" y="477"/>
                  </a:cubicBezTo>
                  <a:cubicBezTo>
                    <a:pt x="1155" y="489"/>
                    <a:pt x="1167" y="489"/>
                    <a:pt x="1203" y="489"/>
                  </a:cubicBezTo>
                  <a:cubicBezTo>
                    <a:pt x="1263" y="489"/>
                    <a:pt x="1322" y="465"/>
                    <a:pt x="1346" y="406"/>
                  </a:cubicBezTo>
                  <a:cubicBezTo>
                    <a:pt x="1382" y="322"/>
                    <a:pt x="1346" y="227"/>
                    <a:pt x="1275" y="191"/>
                  </a:cubicBezTo>
                  <a:cubicBezTo>
                    <a:pt x="905" y="1"/>
                    <a:pt x="191" y="1"/>
                    <a:pt x="1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43" name="Google Shape;3043;p54"/>
          <p:cNvGrpSpPr/>
          <p:nvPr/>
        </p:nvGrpSpPr>
        <p:grpSpPr>
          <a:xfrm>
            <a:off x="5791357" y="3407943"/>
            <a:ext cx="352840" cy="354717"/>
            <a:chOff x="3095745" y="3805393"/>
            <a:chExt cx="352840" cy="354717"/>
          </a:xfrm>
        </p:grpSpPr>
        <p:sp>
          <p:nvSpPr>
            <p:cNvPr id="3044" name="Google Shape;3044;p54"/>
            <p:cNvSpPr/>
            <p:nvPr/>
          </p:nvSpPr>
          <p:spPr>
            <a:xfrm>
              <a:off x="3095745" y="3805393"/>
              <a:ext cx="272093" cy="271711"/>
            </a:xfrm>
            <a:custGeom>
              <a:rect b="b" l="l" r="r" t="t"/>
              <a:pathLst>
                <a:path extrusionOk="0" h="8537" w="8549">
                  <a:moveTo>
                    <a:pt x="4025" y="0"/>
                  </a:moveTo>
                  <a:cubicBezTo>
                    <a:pt x="3763" y="0"/>
                    <a:pt x="3525" y="179"/>
                    <a:pt x="3489" y="441"/>
                  </a:cubicBezTo>
                  <a:lnTo>
                    <a:pt x="3322" y="1262"/>
                  </a:lnTo>
                  <a:cubicBezTo>
                    <a:pt x="3155" y="1322"/>
                    <a:pt x="2977" y="1381"/>
                    <a:pt x="2834" y="1465"/>
                  </a:cubicBezTo>
                  <a:lnTo>
                    <a:pt x="2132" y="1012"/>
                  </a:lnTo>
                  <a:cubicBezTo>
                    <a:pt x="2036" y="947"/>
                    <a:pt x="1929" y="915"/>
                    <a:pt x="1825" y="915"/>
                  </a:cubicBezTo>
                  <a:cubicBezTo>
                    <a:pt x="1683" y="915"/>
                    <a:pt x="1544" y="974"/>
                    <a:pt x="1441" y="1084"/>
                  </a:cubicBezTo>
                  <a:lnTo>
                    <a:pt x="1084" y="1441"/>
                  </a:lnTo>
                  <a:cubicBezTo>
                    <a:pt x="905" y="1619"/>
                    <a:pt x="881" y="1917"/>
                    <a:pt x="1012" y="2119"/>
                  </a:cubicBezTo>
                  <a:lnTo>
                    <a:pt x="1477" y="2822"/>
                  </a:lnTo>
                  <a:cubicBezTo>
                    <a:pt x="1381" y="2989"/>
                    <a:pt x="1322" y="3155"/>
                    <a:pt x="1262" y="3310"/>
                  </a:cubicBezTo>
                  <a:lnTo>
                    <a:pt x="453" y="3477"/>
                  </a:lnTo>
                  <a:cubicBezTo>
                    <a:pt x="191" y="3524"/>
                    <a:pt x="0" y="3763"/>
                    <a:pt x="0" y="4013"/>
                  </a:cubicBezTo>
                  <a:lnTo>
                    <a:pt x="0" y="4525"/>
                  </a:lnTo>
                  <a:cubicBezTo>
                    <a:pt x="0" y="4775"/>
                    <a:pt x="179" y="5013"/>
                    <a:pt x="453" y="5060"/>
                  </a:cubicBezTo>
                  <a:lnTo>
                    <a:pt x="1262" y="5215"/>
                  </a:lnTo>
                  <a:cubicBezTo>
                    <a:pt x="1322" y="5382"/>
                    <a:pt x="1381" y="5560"/>
                    <a:pt x="1477" y="5715"/>
                  </a:cubicBezTo>
                  <a:lnTo>
                    <a:pt x="1012" y="6406"/>
                  </a:lnTo>
                  <a:cubicBezTo>
                    <a:pt x="869" y="6632"/>
                    <a:pt x="893" y="6918"/>
                    <a:pt x="1084" y="7096"/>
                  </a:cubicBezTo>
                  <a:lnTo>
                    <a:pt x="1441" y="7453"/>
                  </a:lnTo>
                  <a:cubicBezTo>
                    <a:pt x="1544" y="7557"/>
                    <a:pt x="1687" y="7608"/>
                    <a:pt x="1830" y="7608"/>
                  </a:cubicBezTo>
                  <a:cubicBezTo>
                    <a:pt x="1935" y="7608"/>
                    <a:pt x="2041" y="7580"/>
                    <a:pt x="2132" y="7525"/>
                  </a:cubicBezTo>
                  <a:lnTo>
                    <a:pt x="2834" y="7061"/>
                  </a:lnTo>
                  <a:cubicBezTo>
                    <a:pt x="2989" y="7156"/>
                    <a:pt x="3155" y="7215"/>
                    <a:pt x="3322" y="7275"/>
                  </a:cubicBezTo>
                  <a:lnTo>
                    <a:pt x="3489" y="8096"/>
                  </a:lnTo>
                  <a:cubicBezTo>
                    <a:pt x="3525" y="8346"/>
                    <a:pt x="3763" y="8537"/>
                    <a:pt x="4025" y="8537"/>
                  </a:cubicBezTo>
                  <a:lnTo>
                    <a:pt x="4525" y="8537"/>
                  </a:lnTo>
                  <a:cubicBezTo>
                    <a:pt x="4775" y="8537"/>
                    <a:pt x="5013" y="8358"/>
                    <a:pt x="5060" y="8096"/>
                  </a:cubicBezTo>
                  <a:lnTo>
                    <a:pt x="5227" y="7275"/>
                  </a:lnTo>
                  <a:cubicBezTo>
                    <a:pt x="5358" y="7227"/>
                    <a:pt x="5489" y="7180"/>
                    <a:pt x="5632" y="7120"/>
                  </a:cubicBezTo>
                  <a:cubicBezTo>
                    <a:pt x="5692" y="7084"/>
                    <a:pt x="5727" y="6977"/>
                    <a:pt x="5692" y="6894"/>
                  </a:cubicBezTo>
                  <a:cubicBezTo>
                    <a:pt x="5655" y="6821"/>
                    <a:pt x="5584" y="6790"/>
                    <a:pt x="5515" y="6790"/>
                  </a:cubicBezTo>
                  <a:cubicBezTo>
                    <a:pt x="5494" y="6790"/>
                    <a:pt x="5473" y="6793"/>
                    <a:pt x="5453" y="6799"/>
                  </a:cubicBezTo>
                  <a:cubicBezTo>
                    <a:pt x="5299" y="6870"/>
                    <a:pt x="5156" y="6918"/>
                    <a:pt x="5001" y="6965"/>
                  </a:cubicBezTo>
                  <a:cubicBezTo>
                    <a:pt x="4941" y="6977"/>
                    <a:pt x="4882" y="7037"/>
                    <a:pt x="4882" y="7096"/>
                  </a:cubicBezTo>
                  <a:lnTo>
                    <a:pt x="4703" y="8025"/>
                  </a:lnTo>
                  <a:cubicBezTo>
                    <a:pt x="4691" y="8108"/>
                    <a:pt x="4596" y="8180"/>
                    <a:pt x="4513" y="8180"/>
                  </a:cubicBezTo>
                  <a:lnTo>
                    <a:pt x="4001" y="8180"/>
                  </a:lnTo>
                  <a:cubicBezTo>
                    <a:pt x="3917" y="8180"/>
                    <a:pt x="3822" y="8120"/>
                    <a:pt x="3810" y="8025"/>
                  </a:cubicBezTo>
                  <a:lnTo>
                    <a:pt x="3632" y="7096"/>
                  </a:lnTo>
                  <a:cubicBezTo>
                    <a:pt x="3620" y="7037"/>
                    <a:pt x="3572" y="6977"/>
                    <a:pt x="3513" y="6965"/>
                  </a:cubicBezTo>
                  <a:cubicBezTo>
                    <a:pt x="3310" y="6906"/>
                    <a:pt x="3096" y="6811"/>
                    <a:pt x="2905" y="6703"/>
                  </a:cubicBezTo>
                  <a:cubicBezTo>
                    <a:pt x="2876" y="6691"/>
                    <a:pt x="2843" y="6686"/>
                    <a:pt x="2812" y="6686"/>
                  </a:cubicBezTo>
                  <a:cubicBezTo>
                    <a:pt x="2780" y="6686"/>
                    <a:pt x="2751" y="6691"/>
                    <a:pt x="2727" y="6703"/>
                  </a:cubicBezTo>
                  <a:lnTo>
                    <a:pt x="1941" y="7227"/>
                  </a:lnTo>
                  <a:cubicBezTo>
                    <a:pt x="1904" y="7249"/>
                    <a:pt x="1864" y="7260"/>
                    <a:pt x="1824" y="7260"/>
                  </a:cubicBezTo>
                  <a:cubicBezTo>
                    <a:pt x="1774" y="7260"/>
                    <a:pt x="1725" y="7243"/>
                    <a:pt x="1679" y="7203"/>
                  </a:cubicBezTo>
                  <a:lnTo>
                    <a:pt x="1322" y="6846"/>
                  </a:lnTo>
                  <a:cubicBezTo>
                    <a:pt x="1262" y="6787"/>
                    <a:pt x="1250" y="6680"/>
                    <a:pt x="1298" y="6584"/>
                  </a:cubicBezTo>
                  <a:lnTo>
                    <a:pt x="1822" y="5799"/>
                  </a:lnTo>
                  <a:cubicBezTo>
                    <a:pt x="1846" y="5739"/>
                    <a:pt x="1858" y="5679"/>
                    <a:pt x="1822" y="5620"/>
                  </a:cubicBezTo>
                  <a:cubicBezTo>
                    <a:pt x="1715" y="5429"/>
                    <a:pt x="1620" y="5215"/>
                    <a:pt x="1560" y="5013"/>
                  </a:cubicBezTo>
                  <a:cubicBezTo>
                    <a:pt x="1548" y="4953"/>
                    <a:pt x="1489" y="4894"/>
                    <a:pt x="1429" y="4894"/>
                  </a:cubicBezTo>
                  <a:lnTo>
                    <a:pt x="512" y="4715"/>
                  </a:lnTo>
                  <a:cubicBezTo>
                    <a:pt x="417" y="4703"/>
                    <a:pt x="346" y="4608"/>
                    <a:pt x="346" y="4525"/>
                  </a:cubicBezTo>
                  <a:lnTo>
                    <a:pt x="346" y="4013"/>
                  </a:lnTo>
                  <a:cubicBezTo>
                    <a:pt x="346" y="3929"/>
                    <a:pt x="405" y="3834"/>
                    <a:pt x="512" y="3822"/>
                  </a:cubicBezTo>
                  <a:lnTo>
                    <a:pt x="1429" y="3643"/>
                  </a:lnTo>
                  <a:cubicBezTo>
                    <a:pt x="1489" y="3632"/>
                    <a:pt x="1548" y="3584"/>
                    <a:pt x="1560" y="3524"/>
                  </a:cubicBezTo>
                  <a:cubicBezTo>
                    <a:pt x="1620" y="3322"/>
                    <a:pt x="1715" y="3108"/>
                    <a:pt x="1822" y="2917"/>
                  </a:cubicBezTo>
                  <a:cubicBezTo>
                    <a:pt x="1846" y="2858"/>
                    <a:pt x="1846" y="2786"/>
                    <a:pt x="1822" y="2739"/>
                  </a:cubicBezTo>
                  <a:lnTo>
                    <a:pt x="1298" y="1941"/>
                  </a:lnTo>
                  <a:cubicBezTo>
                    <a:pt x="1250" y="1869"/>
                    <a:pt x="1250" y="1762"/>
                    <a:pt x="1322" y="1691"/>
                  </a:cubicBezTo>
                  <a:lnTo>
                    <a:pt x="1679" y="1334"/>
                  </a:lnTo>
                  <a:cubicBezTo>
                    <a:pt x="1714" y="1299"/>
                    <a:pt x="1765" y="1280"/>
                    <a:pt x="1820" y="1280"/>
                  </a:cubicBezTo>
                  <a:cubicBezTo>
                    <a:pt x="1859" y="1280"/>
                    <a:pt x="1901" y="1290"/>
                    <a:pt x="1941" y="1310"/>
                  </a:cubicBezTo>
                  <a:lnTo>
                    <a:pt x="2727" y="1822"/>
                  </a:lnTo>
                  <a:cubicBezTo>
                    <a:pt x="2759" y="1841"/>
                    <a:pt x="2791" y="1853"/>
                    <a:pt x="2822" y="1853"/>
                  </a:cubicBezTo>
                  <a:cubicBezTo>
                    <a:pt x="2850" y="1853"/>
                    <a:pt x="2878" y="1844"/>
                    <a:pt x="2905" y="1822"/>
                  </a:cubicBezTo>
                  <a:cubicBezTo>
                    <a:pt x="3096" y="1727"/>
                    <a:pt x="3310" y="1631"/>
                    <a:pt x="3513" y="1572"/>
                  </a:cubicBezTo>
                  <a:cubicBezTo>
                    <a:pt x="3572" y="1560"/>
                    <a:pt x="3632" y="1500"/>
                    <a:pt x="3632" y="1441"/>
                  </a:cubicBezTo>
                  <a:lnTo>
                    <a:pt x="3810" y="512"/>
                  </a:lnTo>
                  <a:cubicBezTo>
                    <a:pt x="3822" y="429"/>
                    <a:pt x="3917" y="357"/>
                    <a:pt x="4001" y="357"/>
                  </a:cubicBezTo>
                  <a:lnTo>
                    <a:pt x="4513" y="357"/>
                  </a:lnTo>
                  <a:cubicBezTo>
                    <a:pt x="4596" y="357"/>
                    <a:pt x="4691" y="417"/>
                    <a:pt x="4703" y="512"/>
                  </a:cubicBezTo>
                  <a:lnTo>
                    <a:pt x="4882" y="1441"/>
                  </a:lnTo>
                  <a:cubicBezTo>
                    <a:pt x="4894" y="1500"/>
                    <a:pt x="4941" y="1560"/>
                    <a:pt x="5001" y="1572"/>
                  </a:cubicBezTo>
                  <a:cubicBezTo>
                    <a:pt x="5215" y="1631"/>
                    <a:pt x="5418" y="1727"/>
                    <a:pt x="5608" y="1822"/>
                  </a:cubicBezTo>
                  <a:cubicBezTo>
                    <a:pt x="5638" y="1840"/>
                    <a:pt x="5674" y="1849"/>
                    <a:pt x="5706" y="1849"/>
                  </a:cubicBezTo>
                  <a:cubicBezTo>
                    <a:pt x="5739" y="1849"/>
                    <a:pt x="5769" y="1840"/>
                    <a:pt x="5787" y="1822"/>
                  </a:cubicBezTo>
                  <a:lnTo>
                    <a:pt x="6584" y="1310"/>
                  </a:lnTo>
                  <a:cubicBezTo>
                    <a:pt x="6617" y="1288"/>
                    <a:pt x="6656" y="1277"/>
                    <a:pt x="6696" y="1277"/>
                  </a:cubicBezTo>
                  <a:cubicBezTo>
                    <a:pt x="6745" y="1277"/>
                    <a:pt x="6795" y="1294"/>
                    <a:pt x="6835" y="1334"/>
                  </a:cubicBezTo>
                  <a:lnTo>
                    <a:pt x="7192" y="1691"/>
                  </a:lnTo>
                  <a:cubicBezTo>
                    <a:pt x="7251" y="1750"/>
                    <a:pt x="7263" y="1858"/>
                    <a:pt x="7216" y="1941"/>
                  </a:cubicBezTo>
                  <a:lnTo>
                    <a:pt x="6704" y="2739"/>
                  </a:lnTo>
                  <a:cubicBezTo>
                    <a:pt x="6668" y="2798"/>
                    <a:pt x="6656" y="2858"/>
                    <a:pt x="6704" y="2917"/>
                  </a:cubicBezTo>
                  <a:cubicBezTo>
                    <a:pt x="6799" y="3108"/>
                    <a:pt x="6894" y="3322"/>
                    <a:pt x="6954" y="3524"/>
                  </a:cubicBezTo>
                  <a:cubicBezTo>
                    <a:pt x="6965" y="3584"/>
                    <a:pt x="7025" y="3643"/>
                    <a:pt x="7085" y="3643"/>
                  </a:cubicBezTo>
                  <a:lnTo>
                    <a:pt x="8013" y="3822"/>
                  </a:lnTo>
                  <a:cubicBezTo>
                    <a:pt x="8097" y="3834"/>
                    <a:pt x="8168" y="3929"/>
                    <a:pt x="8168" y="4013"/>
                  </a:cubicBezTo>
                  <a:lnTo>
                    <a:pt x="8168" y="4525"/>
                  </a:lnTo>
                  <a:cubicBezTo>
                    <a:pt x="8168" y="4608"/>
                    <a:pt x="8108" y="4703"/>
                    <a:pt x="8013" y="4715"/>
                  </a:cubicBezTo>
                  <a:lnTo>
                    <a:pt x="7085" y="4894"/>
                  </a:lnTo>
                  <a:cubicBezTo>
                    <a:pt x="7025" y="4906"/>
                    <a:pt x="6965" y="4953"/>
                    <a:pt x="6954" y="5013"/>
                  </a:cubicBezTo>
                  <a:cubicBezTo>
                    <a:pt x="6906" y="5156"/>
                    <a:pt x="6846" y="5322"/>
                    <a:pt x="6787" y="5477"/>
                  </a:cubicBezTo>
                  <a:cubicBezTo>
                    <a:pt x="6739" y="5560"/>
                    <a:pt x="6787" y="5668"/>
                    <a:pt x="6882" y="5715"/>
                  </a:cubicBezTo>
                  <a:cubicBezTo>
                    <a:pt x="6903" y="5724"/>
                    <a:pt x="6926" y="5729"/>
                    <a:pt x="6949" y="5729"/>
                  </a:cubicBezTo>
                  <a:cubicBezTo>
                    <a:pt x="7016" y="5729"/>
                    <a:pt x="7085" y="5691"/>
                    <a:pt x="7120" y="5620"/>
                  </a:cubicBezTo>
                  <a:cubicBezTo>
                    <a:pt x="7180" y="5489"/>
                    <a:pt x="7239" y="5358"/>
                    <a:pt x="7275" y="5215"/>
                  </a:cubicBezTo>
                  <a:lnTo>
                    <a:pt x="8097" y="5060"/>
                  </a:lnTo>
                  <a:cubicBezTo>
                    <a:pt x="8347" y="5013"/>
                    <a:pt x="8549" y="4775"/>
                    <a:pt x="8549" y="4525"/>
                  </a:cubicBezTo>
                  <a:lnTo>
                    <a:pt x="8549" y="4013"/>
                  </a:lnTo>
                  <a:cubicBezTo>
                    <a:pt x="8549" y="3763"/>
                    <a:pt x="8370" y="3524"/>
                    <a:pt x="8097" y="3477"/>
                  </a:cubicBezTo>
                  <a:lnTo>
                    <a:pt x="7275" y="3310"/>
                  </a:lnTo>
                  <a:cubicBezTo>
                    <a:pt x="7216" y="3155"/>
                    <a:pt x="7156" y="2977"/>
                    <a:pt x="7073" y="2822"/>
                  </a:cubicBezTo>
                  <a:lnTo>
                    <a:pt x="7537" y="2119"/>
                  </a:lnTo>
                  <a:cubicBezTo>
                    <a:pt x="7680" y="1905"/>
                    <a:pt x="7656" y="1619"/>
                    <a:pt x="7454" y="1441"/>
                  </a:cubicBezTo>
                  <a:lnTo>
                    <a:pt x="7096" y="1084"/>
                  </a:lnTo>
                  <a:cubicBezTo>
                    <a:pt x="6992" y="980"/>
                    <a:pt x="6848" y="924"/>
                    <a:pt x="6705" y="924"/>
                  </a:cubicBezTo>
                  <a:cubicBezTo>
                    <a:pt x="6603" y="924"/>
                    <a:pt x="6502" y="953"/>
                    <a:pt x="6418" y="1012"/>
                  </a:cubicBezTo>
                  <a:lnTo>
                    <a:pt x="5715" y="1465"/>
                  </a:lnTo>
                  <a:cubicBezTo>
                    <a:pt x="5549" y="1381"/>
                    <a:pt x="5394" y="1322"/>
                    <a:pt x="5227" y="1262"/>
                  </a:cubicBezTo>
                  <a:lnTo>
                    <a:pt x="5060" y="441"/>
                  </a:lnTo>
                  <a:cubicBezTo>
                    <a:pt x="5013" y="191"/>
                    <a:pt x="4775" y="0"/>
                    <a:pt x="452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5" name="Google Shape;3045;p54"/>
            <p:cNvSpPr/>
            <p:nvPr/>
          </p:nvSpPr>
          <p:spPr>
            <a:xfrm>
              <a:off x="3184798" y="3878883"/>
              <a:ext cx="109550" cy="94018"/>
            </a:xfrm>
            <a:custGeom>
              <a:rect b="b" l="l" r="r" t="t"/>
              <a:pathLst>
                <a:path extrusionOk="0" h="2954" w="3442">
                  <a:moveTo>
                    <a:pt x="1465" y="1"/>
                  </a:moveTo>
                  <a:cubicBezTo>
                    <a:pt x="941" y="1"/>
                    <a:pt x="453" y="191"/>
                    <a:pt x="72" y="561"/>
                  </a:cubicBezTo>
                  <a:cubicBezTo>
                    <a:pt x="0" y="632"/>
                    <a:pt x="0" y="739"/>
                    <a:pt x="72" y="811"/>
                  </a:cubicBezTo>
                  <a:cubicBezTo>
                    <a:pt x="113" y="852"/>
                    <a:pt x="158" y="873"/>
                    <a:pt x="203" y="873"/>
                  </a:cubicBezTo>
                  <a:cubicBezTo>
                    <a:pt x="247" y="873"/>
                    <a:pt x="292" y="852"/>
                    <a:pt x="334" y="811"/>
                  </a:cubicBezTo>
                  <a:cubicBezTo>
                    <a:pt x="631" y="513"/>
                    <a:pt x="1024" y="358"/>
                    <a:pt x="1465" y="358"/>
                  </a:cubicBezTo>
                  <a:cubicBezTo>
                    <a:pt x="2358" y="358"/>
                    <a:pt x="3084" y="1084"/>
                    <a:pt x="3084" y="1977"/>
                  </a:cubicBezTo>
                  <a:cubicBezTo>
                    <a:pt x="3084" y="2227"/>
                    <a:pt x="3024" y="2477"/>
                    <a:pt x="2905" y="2716"/>
                  </a:cubicBezTo>
                  <a:cubicBezTo>
                    <a:pt x="2846" y="2799"/>
                    <a:pt x="2894" y="2894"/>
                    <a:pt x="2977" y="2942"/>
                  </a:cubicBezTo>
                  <a:cubicBezTo>
                    <a:pt x="3013" y="2954"/>
                    <a:pt x="3036" y="2954"/>
                    <a:pt x="3048" y="2954"/>
                  </a:cubicBezTo>
                  <a:cubicBezTo>
                    <a:pt x="3108" y="2954"/>
                    <a:pt x="3167" y="2930"/>
                    <a:pt x="3215" y="2870"/>
                  </a:cubicBezTo>
                  <a:cubicBezTo>
                    <a:pt x="3370" y="2585"/>
                    <a:pt x="3441" y="2287"/>
                    <a:pt x="3441" y="1977"/>
                  </a:cubicBezTo>
                  <a:cubicBezTo>
                    <a:pt x="3441" y="894"/>
                    <a:pt x="2560" y="1"/>
                    <a:pt x="14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6" name="Google Shape;3046;p54"/>
            <p:cNvSpPr/>
            <p:nvPr/>
          </p:nvSpPr>
          <p:spPr>
            <a:xfrm>
              <a:off x="3168120" y="3917331"/>
              <a:ext cx="102707" cy="87016"/>
            </a:xfrm>
            <a:custGeom>
              <a:rect b="b" l="l" r="r" t="t"/>
              <a:pathLst>
                <a:path extrusionOk="0" h="2734" w="3227">
                  <a:moveTo>
                    <a:pt x="277" y="0"/>
                  </a:moveTo>
                  <a:cubicBezTo>
                    <a:pt x="203" y="0"/>
                    <a:pt x="136" y="38"/>
                    <a:pt x="108" y="115"/>
                  </a:cubicBezTo>
                  <a:cubicBezTo>
                    <a:pt x="36" y="317"/>
                    <a:pt x="0" y="531"/>
                    <a:pt x="0" y="758"/>
                  </a:cubicBezTo>
                  <a:cubicBezTo>
                    <a:pt x="0" y="1841"/>
                    <a:pt x="881" y="2734"/>
                    <a:pt x="1977" y="2734"/>
                  </a:cubicBezTo>
                  <a:cubicBezTo>
                    <a:pt x="2394" y="2734"/>
                    <a:pt x="2798" y="2603"/>
                    <a:pt x="3144" y="2365"/>
                  </a:cubicBezTo>
                  <a:cubicBezTo>
                    <a:pt x="3215" y="2305"/>
                    <a:pt x="3227" y="2198"/>
                    <a:pt x="3191" y="2127"/>
                  </a:cubicBezTo>
                  <a:cubicBezTo>
                    <a:pt x="3162" y="2075"/>
                    <a:pt x="3106" y="2051"/>
                    <a:pt x="3050" y="2051"/>
                  </a:cubicBezTo>
                  <a:cubicBezTo>
                    <a:pt x="3015" y="2051"/>
                    <a:pt x="2981" y="2061"/>
                    <a:pt x="2953" y="2079"/>
                  </a:cubicBezTo>
                  <a:cubicBezTo>
                    <a:pt x="2667" y="2282"/>
                    <a:pt x="2334" y="2389"/>
                    <a:pt x="2001" y="2389"/>
                  </a:cubicBezTo>
                  <a:cubicBezTo>
                    <a:pt x="1108" y="2389"/>
                    <a:pt x="370" y="1662"/>
                    <a:pt x="370" y="769"/>
                  </a:cubicBezTo>
                  <a:cubicBezTo>
                    <a:pt x="370" y="591"/>
                    <a:pt x="405" y="412"/>
                    <a:pt x="465" y="246"/>
                  </a:cubicBezTo>
                  <a:cubicBezTo>
                    <a:pt x="465" y="138"/>
                    <a:pt x="417" y="43"/>
                    <a:pt x="334" y="7"/>
                  </a:cubicBezTo>
                  <a:cubicBezTo>
                    <a:pt x="315" y="3"/>
                    <a:pt x="296" y="0"/>
                    <a:pt x="27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7" name="Google Shape;3047;p54"/>
            <p:cNvSpPr/>
            <p:nvPr/>
          </p:nvSpPr>
          <p:spPr>
            <a:xfrm>
              <a:off x="3264749" y="3976275"/>
              <a:ext cx="183836" cy="183836"/>
            </a:xfrm>
            <a:custGeom>
              <a:rect b="b" l="l" r="r" t="t"/>
              <a:pathLst>
                <a:path extrusionOk="0" h="5776" w="5776">
                  <a:moveTo>
                    <a:pt x="2739" y="1"/>
                  </a:moveTo>
                  <a:cubicBezTo>
                    <a:pt x="2548" y="1"/>
                    <a:pt x="2370" y="156"/>
                    <a:pt x="2322" y="346"/>
                  </a:cubicBezTo>
                  <a:lnTo>
                    <a:pt x="2215" y="846"/>
                  </a:lnTo>
                  <a:cubicBezTo>
                    <a:pt x="2132" y="882"/>
                    <a:pt x="2036" y="930"/>
                    <a:pt x="1953" y="953"/>
                  </a:cubicBezTo>
                  <a:lnTo>
                    <a:pt x="1525" y="668"/>
                  </a:lnTo>
                  <a:cubicBezTo>
                    <a:pt x="1454" y="627"/>
                    <a:pt x="1372" y="606"/>
                    <a:pt x="1291" y="606"/>
                  </a:cubicBezTo>
                  <a:cubicBezTo>
                    <a:pt x="1181" y="606"/>
                    <a:pt x="1071" y="645"/>
                    <a:pt x="989" y="727"/>
                  </a:cubicBezTo>
                  <a:lnTo>
                    <a:pt x="751" y="965"/>
                  </a:lnTo>
                  <a:cubicBezTo>
                    <a:pt x="620" y="1108"/>
                    <a:pt x="584" y="1322"/>
                    <a:pt x="691" y="1501"/>
                  </a:cubicBezTo>
                  <a:lnTo>
                    <a:pt x="977" y="1942"/>
                  </a:lnTo>
                  <a:cubicBezTo>
                    <a:pt x="917" y="2061"/>
                    <a:pt x="870" y="2180"/>
                    <a:pt x="822" y="2311"/>
                  </a:cubicBezTo>
                  <a:cubicBezTo>
                    <a:pt x="786" y="2394"/>
                    <a:pt x="858" y="2501"/>
                    <a:pt x="941" y="2537"/>
                  </a:cubicBezTo>
                  <a:cubicBezTo>
                    <a:pt x="954" y="2541"/>
                    <a:pt x="967" y="2542"/>
                    <a:pt x="980" y="2542"/>
                  </a:cubicBezTo>
                  <a:cubicBezTo>
                    <a:pt x="1055" y="2542"/>
                    <a:pt x="1137" y="2489"/>
                    <a:pt x="1167" y="2418"/>
                  </a:cubicBezTo>
                  <a:cubicBezTo>
                    <a:pt x="1203" y="2275"/>
                    <a:pt x="1251" y="2144"/>
                    <a:pt x="1322" y="2025"/>
                  </a:cubicBezTo>
                  <a:cubicBezTo>
                    <a:pt x="1358" y="1965"/>
                    <a:pt x="1358" y="1894"/>
                    <a:pt x="1322" y="1846"/>
                  </a:cubicBezTo>
                  <a:lnTo>
                    <a:pt x="989" y="1322"/>
                  </a:lnTo>
                  <a:cubicBezTo>
                    <a:pt x="977" y="1299"/>
                    <a:pt x="977" y="1263"/>
                    <a:pt x="1001" y="1239"/>
                  </a:cubicBezTo>
                  <a:lnTo>
                    <a:pt x="1239" y="1001"/>
                  </a:lnTo>
                  <a:cubicBezTo>
                    <a:pt x="1258" y="981"/>
                    <a:pt x="1274" y="973"/>
                    <a:pt x="1291" y="973"/>
                  </a:cubicBezTo>
                  <a:cubicBezTo>
                    <a:pt x="1304" y="973"/>
                    <a:pt x="1318" y="978"/>
                    <a:pt x="1334" y="989"/>
                  </a:cubicBezTo>
                  <a:lnTo>
                    <a:pt x="1846" y="1322"/>
                  </a:lnTo>
                  <a:cubicBezTo>
                    <a:pt x="1878" y="1342"/>
                    <a:pt x="1910" y="1354"/>
                    <a:pt x="1942" y="1354"/>
                  </a:cubicBezTo>
                  <a:cubicBezTo>
                    <a:pt x="1969" y="1354"/>
                    <a:pt x="1997" y="1345"/>
                    <a:pt x="2025" y="1322"/>
                  </a:cubicBezTo>
                  <a:cubicBezTo>
                    <a:pt x="2144" y="1251"/>
                    <a:pt x="2287" y="1203"/>
                    <a:pt x="2417" y="1156"/>
                  </a:cubicBezTo>
                  <a:cubicBezTo>
                    <a:pt x="2477" y="1144"/>
                    <a:pt x="2537" y="1084"/>
                    <a:pt x="2537" y="1025"/>
                  </a:cubicBezTo>
                  <a:lnTo>
                    <a:pt x="2656" y="418"/>
                  </a:lnTo>
                  <a:cubicBezTo>
                    <a:pt x="2656" y="382"/>
                    <a:pt x="2679" y="358"/>
                    <a:pt x="2727" y="358"/>
                  </a:cubicBezTo>
                  <a:lnTo>
                    <a:pt x="3060" y="358"/>
                  </a:lnTo>
                  <a:cubicBezTo>
                    <a:pt x="3084" y="358"/>
                    <a:pt x="3120" y="394"/>
                    <a:pt x="3132" y="418"/>
                  </a:cubicBezTo>
                  <a:lnTo>
                    <a:pt x="3251" y="1025"/>
                  </a:lnTo>
                  <a:cubicBezTo>
                    <a:pt x="3263" y="1084"/>
                    <a:pt x="3310" y="1144"/>
                    <a:pt x="3370" y="1156"/>
                  </a:cubicBezTo>
                  <a:cubicBezTo>
                    <a:pt x="3501" y="1203"/>
                    <a:pt x="3632" y="1251"/>
                    <a:pt x="3751" y="1322"/>
                  </a:cubicBezTo>
                  <a:cubicBezTo>
                    <a:pt x="3781" y="1340"/>
                    <a:pt x="3816" y="1349"/>
                    <a:pt x="3849" y="1349"/>
                  </a:cubicBezTo>
                  <a:cubicBezTo>
                    <a:pt x="3882" y="1349"/>
                    <a:pt x="3912" y="1340"/>
                    <a:pt x="3930" y="1322"/>
                  </a:cubicBezTo>
                  <a:lnTo>
                    <a:pt x="4453" y="989"/>
                  </a:lnTo>
                  <a:cubicBezTo>
                    <a:pt x="4469" y="978"/>
                    <a:pt x="4483" y="973"/>
                    <a:pt x="4497" y="973"/>
                  </a:cubicBezTo>
                  <a:cubicBezTo>
                    <a:pt x="4513" y="973"/>
                    <a:pt x="4529" y="981"/>
                    <a:pt x="4549" y="1001"/>
                  </a:cubicBezTo>
                  <a:lnTo>
                    <a:pt x="4787" y="1239"/>
                  </a:lnTo>
                  <a:cubicBezTo>
                    <a:pt x="4811" y="1263"/>
                    <a:pt x="4811" y="1299"/>
                    <a:pt x="4799" y="1322"/>
                  </a:cubicBezTo>
                  <a:lnTo>
                    <a:pt x="4453" y="1846"/>
                  </a:lnTo>
                  <a:cubicBezTo>
                    <a:pt x="4430" y="1906"/>
                    <a:pt x="4406" y="1965"/>
                    <a:pt x="4453" y="2025"/>
                  </a:cubicBezTo>
                  <a:cubicBezTo>
                    <a:pt x="4525" y="2144"/>
                    <a:pt x="4573" y="2275"/>
                    <a:pt x="4620" y="2418"/>
                  </a:cubicBezTo>
                  <a:cubicBezTo>
                    <a:pt x="4632" y="2477"/>
                    <a:pt x="4692" y="2537"/>
                    <a:pt x="4751" y="2537"/>
                  </a:cubicBezTo>
                  <a:lnTo>
                    <a:pt x="5358" y="2656"/>
                  </a:lnTo>
                  <a:cubicBezTo>
                    <a:pt x="5394" y="2656"/>
                    <a:pt x="5418" y="2680"/>
                    <a:pt x="5418" y="2727"/>
                  </a:cubicBezTo>
                  <a:lnTo>
                    <a:pt x="5418" y="3049"/>
                  </a:lnTo>
                  <a:cubicBezTo>
                    <a:pt x="5418" y="3085"/>
                    <a:pt x="5394" y="3108"/>
                    <a:pt x="5358" y="3132"/>
                  </a:cubicBezTo>
                  <a:lnTo>
                    <a:pt x="4751" y="3251"/>
                  </a:lnTo>
                  <a:cubicBezTo>
                    <a:pt x="4692" y="3263"/>
                    <a:pt x="4632" y="3311"/>
                    <a:pt x="4620" y="3370"/>
                  </a:cubicBezTo>
                  <a:cubicBezTo>
                    <a:pt x="4573" y="3501"/>
                    <a:pt x="4525" y="3632"/>
                    <a:pt x="4453" y="3751"/>
                  </a:cubicBezTo>
                  <a:cubicBezTo>
                    <a:pt x="4430" y="3811"/>
                    <a:pt x="4430" y="3882"/>
                    <a:pt x="4453" y="3930"/>
                  </a:cubicBezTo>
                  <a:lnTo>
                    <a:pt x="4799" y="4454"/>
                  </a:lnTo>
                  <a:cubicBezTo>
                    <a:pt x="4811" y="4478"/>
                    <a:pt x="4811" y="4513"/>
                    <a:pt x="4787" y="4537"/>
                  </a:cubicBezTo>
                  <a:lnTo>
                    <a:pt x="4549" y="4775"/>
                  </a:lnTo>
                  <a:cubicBezTo>
                    <a:pt x="4526" y="4798"/>
                    <a:pt x="4508" y="4806"/>
                    <a:pt x="4489" y="4806"/>
                  </a:cubicBezTo>
                  <a:cubicBezTo>
                    <a:pt x="4478" y="4806"/>
                    <a:pt x="4467" y="4803"/>
                    <a:pt x="4453" y="4799"/>
                  </a:cubicBezTo>
                  <a:lnTo>
                    <a:pt x="3930" y="4454"/>
                  </a:lnTo>
                  <a:cubicBezTo>
                    <a:pt x="3898" y="4435"/>
                    <a:pt x="3866" y="4422"/>
                    <a:pt x="3834" y="4422"/>
                  </a:cubicBezTo>
                  <a:cubicBezTo>
                    <a:pt x="3806" y="4422"/>
                    <a:pt x="3779" y="4432"/>
                    <a:pt x="3751" y="4454"/>
                  </a:cubicBezTo>
                  <a:cubicBezTo>
                    <a:pt x="3632" y="4525"/>
                    <a:pt x="3501" y="4573"/>
                    <a:pt x="3370" y="4621"/>
                  </a:cubicBezTo>
                  <a:cubicBezTo>
                    <a:pt x="3310" y="4632"/>
                    <a:pt x="3251" y="4692"/>
                    <a:pt x="3251" y="4751"/>
                  </a:cubicBezTo>
                  <a:lnTo>
                    <a:pt x="3132" y="5359"/>
                  </a:lnTo>
                  <a:cubicBezTo>
                    <a:pt x="3132" y="5394"/>
                    <a:pt x="3096" y="5418"/>
                    <a:pt x="3060" y="5418"/>
                  </a:cubicBezTo>
                  <a:lnTo>
                    <a:pt x="2727" y="5418"/>
                  </a:lnTo>
                  <a:cubicBezTo>
                    <a:pt x="2703" y="5418"/>
                    <a:pt x="2668" y="5394"/>
                    <a:pt x="2656" y="5359"/>
                  </a:cubicBezTo>
                  <a:lnTo>
                    <a:pt x="2537" y="4751"/>
                  </a:lnTo>
                  <a:cubicBezTo>
                    <a:pt x="2525" y="4692"/>
                    <a:pt x="2477" y="4632"/>
                    <a:pt x="2417" y="4621"/>
                  </a:cubicBezTo>
                  <a:cubicBezTo>
                    <a:pt x="2287" y="4573"/>
                    <a:pt x="2144" y="4525"/>
                    <a:pt x="2025" y="4454"/>
                  </a:cubicBezTo>
                  <a:cubicBezTo>
                    <a:pt x="1995" y="4436"/>
                    <a:pt x="1962" y="4427"/>
                    <a:pt x="1931" y="4427"/>
                  </a:cubicBezTo>
                  <a:cubicBezTo>
                    <a:pt x="1900" y="4427"/>
                    <a:pt x="1870" y="4436"/>
                    <a:pt x="1846" y="4454"/>
                  </a:cubicBezTo>
                  <a:lnTo>
                    <a:pt x="1334" y="4799"/>
                  </a:lnTo>
                  <a:cubicBezTo>
                    <a:pt x="1321" y="4803"/>
                    <a:pt x="1309" y="4806"/>
                    <a:pt x="1298" y="4806"/>
                  </a:cubicBezTo>
                  <a:cubicBezTo>
                    <a:pt x="1279" y="4806"/>
                    <a:pt x="1261" y="4798"/>
                    <a:pt x="1239" y="4775"/>
                  </a:cubicBezTo>
                  <a:lnTo>
                    <a:pt x="1001" y="4537"/>
                  </a:lnTo>
                  <a:cubicBezTo>
                    <a:pt x="977" y="4513"/>
                    <a:pt x="977" y="4478"/>
                    <a:pt x="989" y="4454"/>
                  </a:cubicBezTo>
                  <a:lnTo>
                    <a:pt x="1322" y="3930"/>
                  </a:lnTo>
                  <a:cubicBezTo>
                    <a:pt x="1358" y="3870"/>
                    <a:pt x="1370" y="3811"/>
                    <a:pt x="1322" y="3751"/>
                  </a:cubicBezTo>
                  <a:cubicBezTo>
                    <a:pt x="1251" y="3632"/>
                    <a:pt x="1215" y="3501"/>
                    <a:pt x="1167" y="3370"/>
                  </a:cubicBezTo>
                  <a:cubicBezTo>
                    <a:pt x="1144" y="3311"/>
                    <a:pt x="1084" y="3251"/>
                    <a:pt x="1024" y="3251"/>
                  </a:cubicBezTo>
                  <a:lnTo>
                    <a:pt x="417" y="3132"/>
                  </a:lnTo>
                  <a:cubicBezTo>
                    <a:pt x="393" y="3132"/>
                    <a:pt x="358" y="3097"/>
                    <a:pt x="358" y="3049"/>
                  </a:cubicBezTo>
                  <a:lnTo>
                    <a:pt x="358" y="2727"/>
                  </a:lnTo>
                  <a:cubicBezTo>
                    <a:pt x="358" y="2692"/>
                    <a:pt x="393" y="2668"/>
                    <a:pt x="417" y="2656"/>
                  </a:cubicBezTo>
                  <a:lnTo>
                    <a:pt x="465" y="2632"/>
                  </a:lnTo>
                  <a:cubicBezTo>
                    <a:pt x="548" y="2620"/>
                    <a:pt x="632" y="2525"/>
                    <a:pt x="596" y="2430"/>
                  </a:cubicBezTo>
                  <a:cubicBezTo>
                    <a:pt x="586" y="2352"/>
                    <a:pt x="520" y="2289"/>
                    <a:pt x="444" y="2289"/>
                  </a:cubicBezTo>
                  <a:cubicBezTo>
                    <a:pt x="428" y="2289"/>
                    <a:pt x="410" y="2292"/>
                    <a:pt x="393" y="2299"/>
                  </a:cubicBezTo>
                  <a:lnTo>
                    <a:pt x="346" y="2311"/>
                  </a:lnTo>
                  <a:cubicBezTo>
                    <a:pt x="155" y="2358"/>
                    <a:pt x="1" y="2513"/>
                    <a:pt x="1" y="2727"/>
                  </a:cubicBezTo>
                  <a:lnTo>
                    <a:pt x="1" y="3049"/>
                  </a:lnTo>
                  <a:cubicBezTo>
                    <a:pt x="1" y="3251"/>
                    <a:pt x="155" y="3430"/>
                    <a:pt x="346" y="3466"/>
                  </a:cubicBezTo>
                  <a:lnTo>
                    <a:pt x="846" y="3573"/>
                  </a:lnTo>
                  <a:cubicBezTo>
                    <a:pt x="882" y="3668"/>
                    <a:pt x="929" y="3751"/>
                    <a:pt x="953" y="3847"/>
                  </a:cubicBezTo>
                  <a:lnTo>
                    <a:pt x="679" y="4275"/>
                  </a:lnTo>
                  <a:cubicBezTo>
                    <a:pt x="572" y="4442"/>
                    <a:pt x="584" y="4656"/>
                    <a:pt x="727" y="4811"/>
                  </a:cubicBezTo>
                  <a:lnTo>
                    <a:pt x="977" y="5049"/>
                  </a:lnTo>
                  <a:cubicBezTo>
                    <a:pt x="1055" y="5127"/>
                    <a:pt x="1163" y="5172"/>
                    <a:pt x="1278" y="5172"/>
                  </a:cubicBezTo>
                  <a:cubicBezTo>
                    <a:pt x="1356" y="5172"/>
                    <a:pt x="1436" y="5152"/>
                    <a:pt x="1513" y="5109"/>
                  </a:cubicBezTo>
                  <a:lnTo>
                    <a:pt x="1941" y="4823"/>
                  </a:lnTo>
                  <a:cubicBezTo>
                    <a:pt x="2025" y="4871"/>
                    <a:pt x="2120" y="4894"/>
                    <a:pt x="2203" y="4930"/>
                  </a:cubicBezTo>
                  <a:lnTo>
                    <a:pt x="2310" y="5430"/>
                  </a:lnTo>
                  <a:cubicBezTo>
                    <a:pt x="2358" y="5633"/>
                    <a:pt x="2513" y="5775"/>
                    <a:pt x="2727" y="5775"/>
                  </a:cubicBezTo>
                  <a:lnTo>
                    <a:pt x="3060" y="5775"/>
                  </a:lnTo>
                  <a:cubicBezTo>
                    <a:pt x="3251" y="5775"/>
                    <a:pt x="3430" y="5633"/>
                    <a:pt x="3465" y="5430"/>
                  </a:cubicBezTo>
                  <a:lnTo>
                    <a:pt x="3572" y="4930"/>
                  </a:lnTo>
                  <a:cubicBezTo>
                    <a:pt x="3668" y="4894"/>
                    <a:pt x="3751" y="4859"/>
                    <a:pt x="3846" y="4823"/>
                  </a:cubicBezTo>
                  <a:lnTo>
                    <a:pt x="4275" y="5109"/>
                  </a:lnTo>
                  <a:cubicBezTo>
                    <a:pt x="4344" y="5153"/>
                    <a:pt x="4422" y="5175"/>
                    <a:pt x="4500" y="5175"/>
                  </a:cubicBezTo>
                  <a:cubicBezTo>
                    <a:pt x="4610" y="5175"/>
                    <a:pt x="4720" y="5132"/>
                    <a:pt x="4811" y="5049"/>
                  </a:cubicBezTo>
                  <a:lnTo>
                    <a:pt x="5049" y="4811"/>
                  </a:lnTo>
                  <a:cubicBezTo>
                    <a:pt x="5180" y="4680"/>
                    <a:pt x="5215" y="4454"/>
                    <a:pt x="5108" y="4275"/>
                  </a:cubicBezTo>
                  <a:lnTo>
                    <a:pt x="4823" y="3847"/>
                  </a:lnTo>
                  <a:cubicBezTo>
                    <a:pt x="4870" y="3751"/>
                    <a:pt x="4894" y="3668"/>
                    <a:pt x="4930" y="3573"/>
                  </a:cubicBezTo>
                  <a:lnTo>
                    <a:pt x="5442" y="3466"/>
                  </a:lnTo>
                  <a:cubicBezTo>
                    <a:pt x="5632" y="3430"/>
                    <a:pt x="5775" y="3263"/>
                    <a:pt x="5775" y="3049"/>
                  </a:cubicBezTo>
                  <a:lnTo>
                    <a:pt x="5775" y="2727"/>
                  </a:lnTo>
                  <a:cubicBezTo>
                    <a:pt x="5775" y="2513"/>
                    <a:pt x="5644" y="2358"/>
                    <a:pt x="5454" y="2311"/>
                  </a:cubicBezTo>
                  <a:lnTo>
                    <a:pt x="4942" y="2204"/>
                  </a:lnTo>
                  <a:cubicBezTo>
                    <a:pt x="4918" y="2120"/>
                    <a:pt x="4870" y="2025"/>
                    <a:pt x="4846" y="1942"/>
                  </a:cubicBezTo>
                  <a:lnTo>
                    <a:pt x="5120" y="1501"/>
                  </a:lnTo>
                  <a:cubicBezTo>
                    <a:pt x="5227" y="1346"/>
                    <a:pt x="5215" y="1120"/>
                    <a:pt x="5061" y="965"/>
                  </a:cubicBezTo>
                  <a:lnTo>
                    <a:pt x="4823" y="727"/>
                  </a:lnTo>
                  <a:cubicBezTo>
                    <a:pt x="4745" y="650"/>
                    <a:pt x="4634" y="610"/>
                    <a:pt x="4520" y="610"/>
                  </a:cubicBezTo>
                  <a:cubicBezTo>
                    <a:pt x="4441" y="610"/>
                    <a:pt x="4360" y="629"/>
                    <a:pt x="4287" y="668"/>
                  </a:cubicBezTo>
                  <a:lnTo>
                    <a:pt x="3858" y="953"/>
                  </a:lnTo>
                  <a:cubicBezTo>
                    <a:pt x="3763" y="906"/>
                    <a:pt x="3680" y="882"/>
                    <a:pt x="3596" y="846"/>
                  </a:cubicBezTo>
                  <a:lnTo>
                    <a:pt x="3489" y="346"/>
                  </a:lnTo>
                  <a:cubicBezTo>
                    <a:pt x="3441" y="156"/>
                    <a:pt x="3275" y="1"/>
                    <a:pt x="307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8" name="Google Shape;3048;p54"/>
            <p:cNvSpPr/>
            <p:nvPr/>
          </p:nvSpPr>
          <p:spPr>
            <a:xfrm>
              <a:off x="3326526" y="4036907"/>
              <a:ext cx="62541" cy="62573"/>
            </a:xfrm>
            <a:custGeom>
              <a:rect b="b" l="l" r="r" t="t"/>
              <a:pathLst>
                <a:path extrusionOk="0" h="1966" w="1965">
                  <a:moveTo>
                    <a:pt x="977" y="1"/>
                  </a:moveTo>
                  <a:cubicBezTo>
                    <a:pt x="441" y="1"/>
                    <a:pt x="0" y="453"/>
                    <a:pt x="0" y="989"/>
                  </a:cubicBezTo>
                  <a:cubicBezTo>
                    <a:pt x="0" y="1525"/>
                    <a:pt x="441" y="1965"/>
                    <a:pt x="977" y="1965"/>
                  </a:cubicBezTo>
                  <a:cubicBezTo>
                    <a:pt x="1203" y="1965"/>
                    <a:pt x="1417" y="1894"/>
                    <a:pt x="1572" y="1763"/>
                  </a:cubicBezTo>
                  <a:cubicBezTo>
                    <a:pt x="1655" y="1703"/>
                    <a:pt x="1667" y="1596"/>
                    <a:pt x="1608" y="1501"/>
                  </a:cubicBezTo>
                  <a:cubicBezTo>
                    <a:pt x="1574" y="1461"/>
                    <a:pt x="1525" y="1439"/>
                    <a:pt x="1473" y="1439"/>
                  </a:cubicBezTo>
                  <a:cubicBezTo>
                    <a:pt x="1434" y="1439"/>
                    <a:pt x="1394" y="1452"/>
                    <a:pt x="1358" y="1477"/>
                  </a:cubicBezTo>
                  <a:cubicBezTo>
                    <a:pt x="1250" y="1561"/>
                    <a:pt x="1119" y="1608"/>
                    <a:pt x="965" y="1608"/>
                  </a:cubicBezTo>
                  <a:cubicBezTo>
                    <a:pt x="619" y="1608"/>
                    <a:pt x="346" y="1322"/>
                    <a:pt x="346" y="977"/>
                  </a:cubicBezTo>
                  <a:cubicBezTo>
                    <a:pt x="346" y="644"/>
                    <a:pt x="619" y="358"/>
                    <a:pt x="977" y="358"/>
                  </a:cubicBezTo>
                  <a:cubicBezTo>
                    <a:pt x="1322" y="358"/>
                    <a:pt x="1608" y="644"/>
                    <a:pt x="1608" y="989"/>
                  </a:cubicBezTo>
                  <a:cubicBezTo>
                    <a:pt x="1608" y="1084"/>
                    <a:pt x="1679" y="1168"/>
                    <a:pt x="1786" y="1168"/>
                  </a:cubicBezTo>
                  <a:cubicBezTo>
                    <a:pt x="1893" y="1168"/>
                    <a:pt x="1965" y="1084"/>
                    <a:pt x="1965" y="989"/>
                  </a:cubicBezTo>
                  <a:cubicBezTo>
                    <a:pt x="1965" y="453"/>
                    <a:pt x="1512" y="1"/>
                    <a:pt x="97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9" name="Google Shape;3049;p54"/>
            <p:cNvSpPr/>
            <p:nvPr/>
          </p:nvSpPr>
          <p:spPr>
            <a:xfrm>
              <a:off x="3196542" y="3907687"/>
              <a:ext cx="68238" cy="68238"/>
            </a:xfrm>
            <a:custGeom>
              <a:rect b="b" l="l" r="r" t="t"/>
              <a:pathLst>
                <a:path extrusionOk="0" h="2144" w="2144">
                  <a:moveTo>
                    <a:pt x="1072" y="358"/>
                  </a:moveTo>
                  <a:cubicBezTo>
                    <a:pt x="1477" y="358"/>
                    <a:pt x="1786" y="680"/>
                    <a:pt x="1786" y="1072"/>
                  </a:cubicBezTo>
                  <a:cubicBezTo>
                    <a:pt x="1786" y="1477"/>
                    <a:pt x="1465" y="1787"/>
                    <a:pt x="1072" y="1787"/>
                  </a:cubicBezTo>
                  <a:cubicBezTo>
                    <a:pt x="691" y="1787"/>
                    <a:pt x="358" y="1453"/>
                    <a:pt x="358" y="1072"/>
                  </a:cubicBezTo>
                  <a:cubicBezTo>
                    <a:pt x="358" y="668"/>
                    <a:pt x="691" y="358"/>
                    <a:pt x="1072" y="358"/>
                  </a:cubicBezTo>
                  <a:close/>
                  <a:moveTo>
                    <a:pt x="1072" y="1"/>
                  </a:moveTo>
                  <a:cubicBezTo>
                    <a:pt x="477" y="1"/>
                    <a:pt x="0" y="477"/>
                    <a:pt x="0" y="1072"/>
                  </a:cubicBezTo>
                  <a:cubicBezTo>
                    <a:pt x="0" y="1668"/>
                    <a:pt x="477" y="2144"/>
                    <a:pt x="1072" y="2144"/>
                  </a:cubicBezTo>
                  <a:cubicBezTo>
                    <a:pt x="1667" y="2144"/>
                    <a:pt x="2144" y="1656"/>
                    <a:pt x="2144" y="1072"/>
                  </a:cubicBezTo>
                  <a:cubicBezTo>
                    <a:pt x="2144" y="477"/>
                    <a:pt x="1667" y="1"/>
                    <a:pt x="107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50" name="Google Shape;3050;p54"/>
          <p:cNvSpPr txBox="1"/>
          <p:nvPr>
            <p:ph type="ctrTitle"/>
          </p:nvPr>
        </p:nvSpPr>
        <p:spPr>
          <a:xfrm flipH="1">
            <a:off x="973750" y="702025"/>
            <a:ext cx="15597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a:t>EXECUTION / EVALUATION</a:t>
            </a:r>
            <a:endParaRPr/>
          </a:p>
          <a:p>
            <a:pPr indent="0" lvl="0" marL="0" rtl="0" algn="ctr">
              <a:spcBef>
                <a:spcPts val="0"/>
              </a:spcBef>
              <a:spcAft>
                <a:spcPts val="0"/>
              </a:spcAft>
              <a:buNone/>
            </a:pPr>
            <a:r>
              <a:rPr lang="en"/>
              <a:t>LOOP</a:t>
            </a:r>
            <a:endParaRPr/>
          </a:p>
        </p:txBody>
      </p:sp>
      <p:sp>
        <p:nvSpPr>
          <p:cNvPr id="3051" name="Google Shape;3051;p54"/>
          <p:cNvSpPr txBox="1"/>
          <p:nvPr>
            <p:ph idx="4294967295" type="body"/>
          </p:nvPr>
        </p:nvSpPr>
        <p:spPr>
          <a:xfrm>
            <a:off x="432775" y="2744175"/>
            <a:ext cx="5506200" cy="1504500"/>
          </a:xfrm>
          <a:prstGeom prst="rect">
            <a:avLst/>
          </a:prstGeom>
        </p:spPr>
        <p:txBody>
          <a:bodyPr anchorCtr="0" anchor="t" bIns="91425" lIns="91425" spcFirstLastPara="1" rIns="91425" wrap="square" tIns="91425">
            <a:noAutofit/>
          </a:bodyPr>
          <a:lstStyle/>
          <a:p>
            <a:pPr indent="0" lvl="0" marL="571500" marR="0" rtl="0" algn="l">
              <a:lnSpc>
                <a:spcPct val="100000"/>
              </a:lnSpc>
              <a:spcBef>
                <a:spcPts val="0"/>
              </a:spcBef>
              <a:spcAft>
                <a:spcPts val="0"/>
              </a:spcAft>
              <a:buNone/>
            </a:pPr>
            <a:r>
              <a:rPr b="1" lang="en" sz="1500">
                <a:solidFill>
                  <a:srgbClr val="49476E"/>
                </a:solidFill>
              </a:rPr>
              <a:t>Seven stages </a:t>
            </a:r>
            <a:endParaRPr sz="1300">
              <a:solidFill>
                <a:srgbClr val="49476E"/>
              </a:solidFill>
            </a:endParaRPr>
          </a:p>
          <a:p>
            <a:pPr indent="-196850" lvl="1" marL="800100" marR="0" rtl="0" algn="l">
              <a:lnSpc>
                <a:spcPct val="100000"/>
              </a:lnSpc>
              <a:spcBef>
                <a:spcPts val="1000"/>
              </a:spcBef>
              <a:spcAft>
                <a:spcPts val="0"/>
              </a:spcAft>
              <a:buClr>
                <a:srgbClr val="49476E"/>
              </a:buClr>
              <a:buSzPts val="1300"/>
              <a:buChar char="○"/>
            </a:pPr>
            <a:r>
              <a:rPr lang="en" sz="1300">
                <a:solidFill>
                  <a:srgbClr val="49476E"/>
                </a:solidFill>
              </a:rPr>
              <a:t>user establishes the goal </a:t>
            </a:r>
            <a:endParaRPr sz="1300">
              <a:solidFill>
                <a:srgbClr val="49476E"/>
              </a:solidFill>
            </a:endParaRPr>
          </a:p>
          <a:p>
            <a:pPr indent="-196850" lvl="1" marL="800100" marR="0" rtl="0" algn="l">
              <a:lnSpc>
                <a:spcPct val="100000"/>
              </a:lnSpc>
              <a:spcBef>
                <a:spcPts val="0"/>
              </a:spcBef>
              <a:spcAft>
                <a:spcPts val="0"/>
              </a:spcAft>
              <a:buClr>
                <a:srgbClr val="49476E"/>
              </a:buClr>
              <a:buSzPts val="1300"/>
              <a:buChar char="○"/>
            </a:pPr>
            <a:r>
              <a:rPr lang="en" sz="1300">
                <a:solidFill>
                  <a:srgbClr val="49476E"/>
                </a:solidFill>
              </a:rPr>
              <a:t>formulates intention </a:t>
            </a:r>
            <a:endParaRPr sz="1300">
              <a:solidFill>
                <a:srgbClr val="49476E"/>
              </a:solidFill>
            </a:endParaRPr>
          </a:p>
          <a:p>
            <a:pPr indent="-196850" lvl="1" marL="800100" marR="0" rtl="0" algn="l">
              <a:lnSpc>
                <a:spcPct val="100000"/>
              </a:lnSpc>
              <a:spcBef>
                <a:spcPts val="0"/>
              </a:spcBef>
              <a:spcAft>
                <a:spcPts val="0"/>
              </a:spcAft>
              <a:buClr>
                <a:srgbClr val="49476E"/>
              </a:buClr>
              <a:buSzPts val="1300"/>
              <a:buChar char="○"/>
            </a:pPr>
            <a:r>
              <a:rPr lang="en" sz="1300">
                <a:solidFill>
                  <a:srgbClr val="49476E"/>
                </a:solidFill>
              </a:rPr>
              <a:t>specifies actions at interface </a:t>
            </a:r>
            <a:endParaRPr sz="1300">
              <a:solidFill>
                <a:srgbClr val="49476E"/>
              </a:solidFill>
            </a:endParaRPr>
          </a:p>
          <a:p>
            <a:pPr indent="-196850" lvl="1" marL="800100" marR="0" rtl="0" algn="l">
              <a:lnSpc>
                <a:spcPct val="100000"/>
              </a:lnSpc>
              <a:spcBef>
                <a:spcPts val="0"/>
              </a:spcBef>
              <a:spcAft>
                <a:spcPts val="0"/>
              </a:spcAft>
              <a:buClr>
                <a:srgbClr val="49476E"/>
              </a:buClr>
              <a:buSzPts val="1300"/>
              <a:buChar char="○"/>
            </a:pPr>
            <a:r>
              <a:rPr lang="en" sz="1300">
                <a:solidFill>
                  <a:srgbClr val="49476E"/>
                </a:solidFill>
              </a:rPr>
              <a:t>executes action </a:t>
            </a:r>
            <a:endParaRPr sz="1300">
              <a:solidFill>
                <a:srgbClr val="49476E"/>
              </a:solidFill>
            </a:endParaRPr>
          </a:p>
          <a:p>
            <a:pPr indent="-196850" lvl="1" marL="800100" marR="0" rtl="0" algn="l">
              <a:lnSpc>
                <a:spcPct val="100000"/>
              </a:lnSpc>
              <a:spcBef>
                <a:spcPts val="0"/>
              </a:spcBef>
              <a:spcAft>
                <a:spcPts val="0"/>
              </a:spcAft>
              <a:buClr>
                <a:srgbClr val="49476E"/>
              </a:buClr>
              <a:buSzPts val="1300"/>
              <a:buChar char="○"/>
            </a:pPr>
            <a:r>
              <a:rPr lang="en" sz="1300">
                <a:solidFill>
                  <a:srgbClr val="49476E"/>
                </a:solidFill>
              </a:rPr>
              <a:t>perceives system state </a:t>
            </a:r>
            <a:endParaRPr sz="1300">
              <a:solidFill>
                <a:srgbClr val="49476E"/>
              </a:solidFill>
            </a:endParaRPr>
          </a:p>
          <a:p>
            <a:pPr indent="-196850" lvl="1" marL="800100" marR="0" rtl="0" algn="l">
              <a:lnSpc>
                <a:spcPct val="100000"/>
              </a:lnSpc>
              <a:spcBef>
                <a:spcPts val="0"/>
              </a:spcBef>
              <a:spcAft>
                <a:spcPts val="0"/>
              </a:spcAft>
              <a:buClr>
                <a:srgbClr val="49476E"/>
              </a:buClr>
              <a:buSzPts val="1300"/>
              <a:buChar char="○"/>
            </a:pPr>
            <a:r>
              <a:rPr lang="en" sz="1300">
                <a:solidFill>
                  <a:srgbClr val="49476E"/>
                </a:solidFill>
              </a:rPr>
              <a:t>interprets system state </a:t>
            </a:r>
            <a:endParaRPr sz="1300">
              <a:solidFill>
                <a:srgbClr val="49476E"/>
              </a:solidFill>
            </a:endParaRPr>
          </a:p>
          <a:p>
            <a:pPr indent="-196850" lvl="1" marL="800100" marR="0" rtl="0" algn="l">
              <a:lnSpc>
                <a:spcPct val="100000"/>
              </a:lnSpc>
              <a:spcBef>
                <a:spcPts val="0"/>
              </a:spcBef>
              <a:spcAft>
                <a:spcPts val="0"/>
              </a:spcAft>
              <a:buClr>
                <a:srgbClr val="49476E"/>
              </a:buClr>
              <a:buSzPts val="1300"/>
              <a:buChar char="○"/>
            </a:pPr>
            <a:r>
              <a:rPr lang="en" sz="1300">
                <a:solidFill>
                  <a:srgbClr val="49476E"/>
                </a:solidFill>
              </a:rPr>
              <a:t>evaluates system state with respect to goal </a:t>
            </a:r>
            <a:endParaRPr sz="1300">
              <a:solidFill>
                <a:srgbClr val="49476E"/>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055" name="Shape 3055"/>
        <p:cNvGrpSpPr/>
        <p:nvPr/>
      </p:nvGrpSpPr>
      <p:grpSpPr>
        <a:xfrm>
          <a:off x="0" y="0"/>
          <a:ext cx="0" cy="0"/>
          <a:chOff x="0" y="0"/>
          <a:chExt cx="0" cy="0"/>
        </a:xfrm>
      </p:grpSpPr>
      <p:sp>
        <p:nvSpPr>
          <p:cNvPr id="3056" name="Google Shape;3056;p55"/>
          <p:cNvSpPr/>
          <p:nvPr/>
        </p:nvSpPr>
        <p:spPr>
          <a:xfrm rot="10800000">
            <a:off x="6452800" y="1638231"/>
            <a:ext cx="912600" cy="1926000"/>
          </a:xfrm>
          <a:prstGeom prst="curvedRightArrow">
            <a:avLst>
              <a:gd fmla="val 25000" name="adj1"/>
              <a:gd fmla="val 50000" name="adj2"/>
              <a:gd fmla="val 25000" name="adj3"/>
            </a:avLst>
          </a:prstGeom>
          <a:solidFill>
            <a:srgbClr val="FFD4E0"/>
          </a:solidFill>
          <a:ln cap="flat" cmpd="sng" w="952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7" name="Google Shape;3057;p55"/>
          <p:cNvSpPr/>
          <p:nvPr/>
        </p:nvSpPr>
        <p:spPr>
          <a:xfrm>
            <a:off x="4472400" y="1638231"/>
            <a:ext cx="912600" cy="1926000"/>
          </a:xfrm>
          <a:prstGeom prst="curvedRightArrow">
            <a:avLst>
              <a:gd fmla="val 25000" name="adj1"/>
              <a:gd fmla="val 50000" name="adj2"/>
              <a:gd fmla="val 25000" name="adj3"/>
            </a:avLst>
          </a:prstGeom>
          <a:solidFill>
            <a:srgbClr val="FFD4E0"/>
          </a:solidFill>
          <a:ln cap="flat" cmpd="sng" w="952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8" name="Google Shape;3058;p55"/>
          <p:cNvSpPr/>
          <p:nvPr/>
        </p:nvSpPr>
        <p:spPr>
          <a:xfrm rot="-2700000">
            <a:off x="5080236" y="108822"/>
            <a:ext cx="1778091" cy="1794213"/>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9" name="Google Shape;3059;p55"/>
          <p:cNvSpPr/>
          <p:nvPr/>
        </p:nvSpPr>
        <p:spPr>
          <a:xfrm rot="-2700000">
            <a:off x="5077230" y="3240385"/>
            <a:ext cx="1778091" cy="1794213"/>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0" name="Google Shape;3060;p55"/>
          <p:cNvSpPr/>
          <p:nvPr/>
        </p:nvSpPr>
        <p:spPr>
          <a:xfrm rot="-2700000">
            <a:off x="3512951" y="1676106"/>
            <a:ext cx="1778091" cy="1794213"/>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1" name="Google Shape;3061;p55"/>
          <p:cNvSpPr/>
          <p:nvPr/>
        </p:nvSpPr>
        <p:spPr>
          <a:xfrm rot="-2700000">
            <a:off x="6644515" y="1673101"/>
            <a:ext cx="1778091" cy="1794213"/>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2" name="Google Shape;3062;p55"/>
          <p:cNvSpPr txBox="1"/>
          <p:nvPr>
            <p:ph idx="3" type="subTitle"/>
          </p:nvPr>
        </p:nvSpPr>
        <p:spPr>
          <a:xfrm flipH="1">
            <a:off x="6793250" y="2266158"/>
            <a:ext cx="1426500" cy="34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EVALUATION</a:t>
            </a:r>
            <a:endParaRPr/>
          </a:p>
        </p:txBody>
      </p:sp>
      <p:sp>
        <p:nvSpPr>
          <p:cNvPr id="3063" name="Google Shape;3063;p55"/>
          <p:cNvSpPr txBox="1"/>
          <p:nvPr>
            <p:ph idx="4" type="subTitle"/>
          </p:nvPr>
        </p:nvSpPr>
        <p:spPr>
          <a:xfrm flipH="1">
            <a:off x="5256025" y="3840320"/>
            <a:ext cx="1426500" cy="34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SYSTEM</a:t>
            </a:r>
            <a:endParaRPr/>
          </a:p>
        </p:txBody>
      </p:sp>
      <p:sp>
        <p:nvSpPr>
          <p:cNvPr id="3064" name="Google Shape;3064;p55"/>
          <p:cNvSpPr/>
          <p:nvPr/>
        </p:nvSpPr>
        <p:spPr>
          <a:xfrm>
            <a:off x="4148050" y="1761413"/>
            <a:ext cx="507900" cy="507900"/>
          </a:xfrm>
          <a:prstGeom prst="rect">
            <a:avLst/>
          </a:pr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5" name="Google Shape;3065;p55"/>
          <p:cNvSpPr/>
          <p:nvPr/>
        </p:nvSpPr>
        <p:spPr>
          <a:xfrm>
            <a:off x="5715325" y="194125"/>
            <a:ext cx="507900" cy="507900"/>
          </a:xfrm>
          <a:prstGeom prst="rect">
            <a:avLst/>
          </a:pr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6" name="Google Shape;3066;p55"/>
          <p:cNvSpPr/>
          <p:nvPr/>
        </p:nvSpPr>
        <p:spPr>
          <a:xfrm>
            <a:off x="5715325" y="3331350"/>
            <a:ext cx="507900" cy="507900"/>
          </a:xfrm>
          <a:prstGeom prst="rect">
            <a:avLst/>
          </a:pr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7" name="Google Shape;3067;p55"/>
          <p:cNvSpPr/>
          <p:nvPr/>
        </p:nvSpPr>
        <p:spPr>
          <a:xfrm>
            <a:off x="7252550" y="1764063"/>
            <a:ext cx="507900" cy="507900"/>
          </a:xfrm>
          <a:prstGeom prst="rect">
            <a:avLst/>
          </a:pr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8" name="Google Shape;3068;p55"/>
          <p:cNvSpPr txBox="1"/>
          <p:nvPr>
            <p:ph idx="5" type="subTitle"/>
          </p:nvPr>
        </p:nvSpPr>
        <p:spPr>
          <a:xfrm flipH="1">
            <a:off x="5256025" y="711307"/>
            <a:ext cx="1426500" cy="34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GOAL</a:t>
            </a:r>
            <a:endParaRPr/>
          </a:p>
        </p:txBody>
      </p:sp>
      <p:sp>
        <p:nvSpPr>
          <p:cNvPr id="3069" name="Google Shape;3069;p55"/>
          <p:cNvSpPr txBox="1"/>
          <p:nvPr>
            <p:ph idx="6" type="subTitle"/>
          </p:nvPr>
        </p:nvSpPr>
        <p:spPr>
          <a:xfrm flipH="1">
            <a:off x="3688750" y="2278594"/>
            <a:ext cx="1426500" cy="34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EXECUTION</a:t>
            </a:r>
            <a:endParaRPr/>
          </a:p>
        </p:txBody>
      </p:sp>
      <p:sp>
        <p:nvSpPr>
          <p:cNvPr id="3070" name="Google Shape;3070;p55"/>
          <p:cNvSpPr txBox="1"/>
          <p:nvPr>
            <p:ph idx="7" type="subTitle"/>
          </p:nvPr>
        </p:nvSpPr>
        <p:spPr>
          <a:xfrm flipH="1">
            <a:off x="5256025" y="1053919"/>
            <a:ext cx="1426500" cy="611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User establishes the goal</a:t>
            </a:r>
            <a:endParaRPr/>
          </a:p>
        </p:txBody>
      </p:sp>
      <p:sp>
        <p:nvSpPr>
          <p:cNvPr id="3071" name="Google Shape;3071;p55"/>
          <p:cNvSpPr/>
          <p:nvPr/>
        </p:nvSpPr>
        <p:spPr>
          <a:xfrm>
            <a:off x="5790435" y="269402"/>
            <a:ext cx="357688" cy="357339"/>
          </a:xfrm>
          <a:custGeom>
            <a:rect b="b" l="l" r="r" t="t"/>
            <a:pathLst>
              <a:path extrusionOk="0" h="11253" w="11264">
                <a:moveTo>
                  <a:pt x="9847" y="548"/>
                </a:moveTo>
                <a:lnTo>
                  <a:pt x="9847" y="1203"/>
                </a:lnTo>
                <a:cubicBezTo>
                  <a:pt x="9847" y="1299"/>
                  <a:pt x="9930" y="1370"/>
                  <a:pt x="10014" y="1370"/>
                </a:cubicBezTo>
                <a:lnTo>
                  <a:pt x="10669" y="1370"/>
                </a:lnTo>
                <a:lnTo>
                  <a:pt x="9252" y="2811"/>
                </a:lnTo>
                <a:lnTo>
                  <a:pt x="8656" y="2811"/>
                </a:lnTo>
                <a:lnTo>
                  <a:pt x="9609" y="1858"/>
                </a:lnTo>
                <a:cubicBezTo>
                  <a:pt x="9668" y="1799"/>
                  <a:pt x="9668" y="1703"/>
                  <a:pt x="9609" y="1620"/>
                </a:cubicBezTo>
                <a:cubicBezTo>
                  <a:pt x="9579" y="1590"/>
                  <a:pt x="9537" y="1575"/>
                  <a:pt x="9494" y="1575"/>
                </a:cubicBezTo>
                <a:cubicBezTo>
                  <a:pt x="9451" y="1575"/>
                  <a:pt x="9406" y="1590"/>
                  <a:pt x="9371" y="1620"/>
                </a:cubicBezTo>
                <a:lnTo>
                  <a:pt x="8418" y="2572"/>
                </a:lnTo>
                <a:lnTo>
                  <a:pt x="8418" y="1977"/>
                </a:lnTo>
                <a:lnTo>
                  <a:pt x="9847" y="548"/>
                </a:lnTo>
                <a:close/>
                <a:moveTo>
                  <a:pt x="4549" y="2442"/>
                </a:moveTo>
                <a:cubicBezTo>
                  <a:pt x="5668" y="2442"/>
                  <a:pt x="6680" y="2870"/>
                  <a:pt x="7430" y="3573"/>
                </a:cubicBezTo>
                <a:lnTo>
                  <a:pt x="4430" y="6561"/>
                </a:lnTo>
                <a:cubicBezTo>
                  <a:pt x="4370" y="6621"/>
                  <a:pt x="4370" y="6728"/>
                  <a:pt x="4430" y="6799"/>
                </a:cubicBezTo>
                <a:cubicBezTo>
                  <a:pt x="4465" y="6835"/>
                  <a:pt x="4513" y="6847"/>
                  <a:pt x="4549" y="6847"/>
                </a:cubicBezTo>
                <a:cubicBezTo>
                  <a:pt x="4596" y="6847"/>
                  <a:pt x="4644" y="6835"/>
                  <a:pt x="4668" y="6799"/>
                </a:cubicBezTo>
                <a:lnTo>
                  <a:pt x="5418" y="6061"/>
                </a:lnTo>
                <a:cubicBezTo>
                  <a:pt x="5549" y="6240"/>
                  <a:pt x="5620" y="6466"/>
                  <a:pt x="5620" y="6680"/>
                </a:cubicBezTo>
                <a:cubicBezTo>
                  <a:pt x="5620" y="7275"/>
                  <a:pt x="5144" y="7752"/>
                  <a:pt x="4549" y="7752"/>
                </a:cubicBezTo>
                <a:cubicBezTo>
                  <a:pt x="3953" y="7752"/>
                  <a:pt x="3477" y="7275"/>
                  <a:pt x="3477" y="6680"/>
                </a:cubicBezTo>
                <a:cubicBezTo>
                  <a:pt x="3477" y="6085"/>
                  <a:pt x="3953" y="5609"/>
                  <a:pt x="4549" y="5609"/>
                </a:cubicBezTo>
                <a:cubicBezTo>
                  <a:pt x="4608" y="5609"/>
                  <a:pt x="4680" y="5609"/>
                  <a:pt x="4739" y="5632"/>
                </a:cubicBezTo>
                <a:cubicBezTo>
                  <a:pt x="4747" y="5633"/>
                  <a:pt x="4755" y="5634"/>
                  <a:pt x="4763" y="5634"/>
                </a:cubicBezTo>
                <a:cubicBezTo>
                  <a:pt x="4848" y="5634"/>
                  <a:pt x="4920" y="5577"/>
                  <a:pt x="4942" y="5490"/>
                </a:cubicBezTo>
                <a:cubicBezTo>
                  <a:pt x="4954" y="5406"/>
                  <a:pt x="4894" y="5311"/>
                  <a:pt x="4799" y="5299"/>
                </a:cubicBezTo>
                <a:cubicBezTo>
                  <a:pt x="4715" y="5287"/>
                  <a:pt x="4620" y="5275"/>
                  <a:pt x="4549" y="5275"/>
                </a:cubicBezTo>
                <a:cubicBezTo>
                  <a:pt x="3775" y="5275"/>
                  <a:pt x="3156" y="5894"/>
                  <a:pt x="3156" y="6668"/>
                </a:cubicBezTo>
                <a:cubicBezTo>
                  <a:pt x="3156" y="7442"/>
                  <a:pt x="3775" y="8073"/>
                  <a:pt x="4549" y="8073"/>
                </a:cubicBezTo>
                <a:cubicBezTo>
                  <a:pt x="5323" y="8073"/>
                  <a:pt x="5954" y="7442"/>
                  <a:pt x="5954" y="6668"/>
                </a:cubicBezTo>
                <a:cubicBezTo>
                  <a:pt x="5954" y="6359"/>
                  <a:pt x="5847" y="6049"/>
                  <a:pt x="5656" y="5811"/>
                </a:cubicBezTo>
                <a:lnTo>
                  <a:pt x="6168" y="5287"/>
                </a:lnTo>
                <a:cubicBezTo>
                  <a:pt x="6501" y="5668"/>
                  <a:pt x="6680" y="6168"/>
                  <a:pt x="6680" y="6668"/>
                </a:cubicBezTo>
                <a:cubicBezTo>
                  <a:pt x="6680" y="7847"/>
                  <a:pt x="5727" y="8799"/>
                  <a:pt x="4549" y="8799"/>
                </a:cubicBezTo>
                <a:cubicBezTo>
                  <a:pt x="3370" y="8799"/>
                  <a:pt x="2418" y="7847"/>
                  <a:pt x="2418" y="6668"/>
                </a:cubicBezTo>
                <a:cubicBezTo>
                  <a:pt x="2418" y="5490"/>
                  <a:pt x="3370" y="4537"/>
                  <a:pt x="4549" y="4537"/>
                </a:cubicBezTo>
                <a:cubicBezTo>
                  <a:pt x="4906" y="4537"/>
                  <a:pt x="5251" y="4632"/>
                  <a:pt x="5561" y="4799"/>
                </a:cubicBezTo>
                <a:cubicBezTo>
                  <a:pt x="5583" y="4810"/>
                  <a:pt x="5608" y="4815"/>
                  <a:pt x="5635" y="4815"/>
                </a:cubicBezTo>
                <a:cubicBezTo>
                  <a:pt x="5693" y="4815"/>
                  <a:pt x="5754" y="4789"/>
                  <a:pt x="5787" y="4739"/>
                </a:cubicBezTo>
                <a:cubicBezTo>
                  <a:pt x="5835" y="4656"/>
                  <a:pt x="5799" y="4561"/>
                  <a:pt x="5727" y="4513"/>
                </a:cubicBezTo>
                <a:cubicBezTo>
                  <a:pt x="5370" y="4323"/>
                  <a:pt x="4965" y="4216"/>
                  <a:pt x="4561" y="4216"/>
                </a:cubicBezTo>
                <a:cubicBezTo>
                  <a:pt x="3215" y="4216"/>
                  <a:pt x="2108" y="5311"/>
                  <a:pt x="2108" y="6668"/>
                </a:cubicBezTo>
                <a:cubicBezTo>
                  <a:pt x="2108" y="8026"/>
                  <a:pt x="3215" y="9121"/>
                  <a:pt x="4561" y="9121"/>
                </a:cubicBezTo>
                <a:cubicBezTo>
                  <a:pt x="5918" y="9121"/>
                  <a:pt x="7025" y="8026"/>
                  <a:pt x="7025" y="6668"/>
                </a:cubicBezTo>
                <a:cubicBezTo>
                  <a:pt x="7025" y="6073"/>
                  <a:pt x="6811" y="5490"/>
                  <a:pt x="6406" y="5049"/>
                </a:cubicBezTo>
                <a:lnTo>
                  <a:pt x="6930" y="4525"/>
                </a:lnTo>
                <a:cubicBezTo>
                  <a:pt x="7466" y="5109"/>
                  <a:pt x="7752" y="5871"/>
                  <a:pt x="7752" y="6656"/>
                </a:cubicBezTo>
                <a:cubicBezTo>
                  <a:pt x="7752" y="8407"/>
                  <a:pt x="6323" y="9835"/>
                  <a:pt x="4561" y="9835"/>
                </a:cubicBezTo>
                <a:cubicBezTo>
                  <a:pt x="2810" y="9835"/>
                  <a:pt x="1382" y="8407"/>
                  <a:pt x="1382" y="6656"/>
                </a:cubicBezTo>
                <a:cubicBezTo>
                  <a:pt x="1382" y="4894"/>
                  <a:pt x="2810" y="3465"/>
                  <a:pt x="4561" y="3465"/>
                </a:cubicBezTo>
                <a:cubicBezTo>
                  <a:pt x="5180" y="3465"/>
                  <a:pt x="5775" y="3644"/>
                  <a:pt x="6275" y="3977"/>
                </a:cubicBezTo>
                <a:cubicBezTo>
                  <a:pt x="6300" y="3994"/>
                  <a:pt x="6330" y="4002"/>
                  <a:pt x="6360" y="4002"/>
                </a:cubicBezTo>
                <a:cubicBezTo>
                  <a:pt x="6415" y="4002"/>
                  <a:pt x="6471" y="3976"/>
                  <a:pt x="6501" y="3930"/>
                </a:cubicBezTo>
                <a:cubicBezTo>
                  <a:pt x="6549" y="3858"/>
                  <a:pt x="6525" y="3751"/>
                  <a:pt x="6454" y="3704"/>
                </a:cubicBezTo>
                <a:cubicBezTo>
                  <a:pt x="5894" y="3346"/>
                  <a:pt x="5239" y="3156"/>
                  <a:pt x="4561" y="3156"/>
                </a:cubicBezTo>
                <a:cubicBezTo>
                  <a:pt x="2632" y="3156"/>
                  <a:pt x="1048" y="4739"/>
                  <a:pt x="1048" y="6668"/>
                </a:cubicBezTo>
                <a:cubicBezTo>
                  <a:pt x="1048" y="8609"/>
                  <a:pt x="2632" y="10181"/>
                  <a:pt x="4561" y="10181"/>
                </a:cubicBezTo>
                <a:cubicBezTo>
                  <a:pt x="6501" y="10181"/>
                  <a:pt x="8073" y="8609"/>
                  <a:pt x="8073" y="6668"/>
                </a:cubicBezTo>
                <a:cubicBezTo>
                  <a:pt x="8073" y="5787"/>
                  <a:pt x="7752" y="4954"/>
                  <a:pt x="7156" y="4299"/>
                </a:cubicBezTo>
                <a:lnTo>
                  <a:pt x="7680" y="3787"/>
                </a:lnTo>
                <a:cubicBezTo>
                  <a:pt x="8383" y="4561"/>
                  <a:pt x="8799" y="5573"/>
                  <a:pt x="8799" y="6680"/>
                </a:cubicBezTo>
                <a:cubicBezTo>
                  <a:pt x="8799" y="9026"/>
                  <a:pt x="6894" y="10931"/>
                  <a:pt x="4549" y="10931"/>
                </a:cubicBezTo>
                <a:cubicBezTo>
                  <a:pt x="2215" y="10931"/>
                  <a:pt x="310" y="9026"/>
                  <a:pt x="310" y="6680"/>
                </a:cubicBezTo>
                <a:cubicBezTo>
                  <a:pt x="310" y="4347"/>
                  <a:pt x="2215" y="2442"/>
                  <a:pt x="4549" y="2442"/>
                </a:cubicBezTo>
                <a:close/>
                <a:moveTo>
                  <a:pt x="10023" y="1"/>
                </a:moveTo>
                <a:cubicBezTo>
                  <a:pt x="9981" y="1"/>
                  <a:pt x="9938" y="17"/>
                  <a:pt x="9907" y="48"/>
                </a:cubicBezTo>
                <a:lnTo>
                  <a:pt x="8156" y="1799"/>
                </a:lnTo>
                <a:cubicBezTo>
                  <a:pt x="8121" y="1834"/>
                  <a:pt x="8109" y="1882"/>
                  <a:pt x="8109" y="1918"/>
                </a:cubicBezTo>
                <a:lnTo>
                  <a:pt x="8109" y="2906"/>
                </a:lnTo>
                <a:lnTo>
                  <a:pt x="7680" y="3334"/>
                </a:lnTo>
                <a:cubicBezTo>
                  <a:pt x="6859" y="2572"/>
                  <a:pt x="5775" y="2120"/>
                  <a:pt x="4573" y="2120"/>
                </a:cubicBezTo>
                <a:cubicBezTo>
                  <a:pt x="2048" y="2120"/>
                  <a:pt x="1" y="4168"/>
                  <a:pt x="1" y="6680"/>
                </a:cubicBezTo>
                <a:cubicBezTo>
                  <a:pt x="1" y="9204"/>
                  <a:pt x="2048" y="11252"/>
                  <a:pt x="4573" y="11252"/>
                </a:cubicBezTo>
                <a:cubicBezTo>
                  <a:pt x="7085" y="11252"/>
                  <a:pt x="9133" y="9204"/>
                  <a:pt x="9133" y="6680"/>
                </a:cubicBezTo>
                <a:cubicBezTo>
                  <a:pt x="9133" y="5478"/>
                  <a:pt x="8680" y="4394"/>
                  <a:pt x="7918" y="3573"/>
                </a:cubicBezTo>
                <a:lnTo>
                  <a:pt x="8347" y="3144"/>
                </a:lnTo>
                <a:lnTo>
                  <a:pt x="9335" y="3144"/>
                </a:lnTo>
                <a:cubicBezTo>
                  <a:pt x="9371" y="3144"/>
                  <a:pt x="9418" y="3132"/>
                  <a:pt x="9454" y="3096"/>
                </a:cubicBezTo>
                <a:lnTo>
                  <a:pt x="11204" y="1346"/>
                </a:lnTo>
                <a:cubicBezTo>
                  <a:pt x="11252" y="1287"/>
                  <a:pt x="11264" y="1227"/>
                  <a:pt x="11240" y="1168"/>
                </a:cubicBezTo>
                <a:cubicBezTo>
                  <a:pt x="11204" y="1108"/>
                  <a:pt x="11145" y="1060"/>
                  <a:pt x="11085" y="1060"/>
                </a:cubicBezTo>
                <a:lnTo>
                  <a:pt x="10192" y="1060"/>
                </a:lnTo>
                <a:lnTo>
                  <a:pt x="10192" y="167"/>
                </a:lnTo>
                <a:cubicBezTo>
                  <a:pt x="10192" y="108"/>
                  <a:pt x="10145" y="36"/>
                  <a:pt x="10085" y="13"/>
                </a:cubicBezTo>
                <a:cubicBezTo>
                  <a:pt x="10065" y="5"/>
                  <a:pt x="10044" y="1"/>
                  <a:pt x="1002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72" name="Google Shape;3072;p55"/>
          <p:cNvGrpSpPr/>
          <p:nvPr/>
        </p:nvGrpSpPr>
        <p:grpSpPr>
          <a:xfrm>
            <a:off x="7315250" y="1840032"/>
            <a:ext cx="382519" cy="350682"/>
            <a:chOff x="2903337" y="4279032"/>
            <a:chExt cx="382519" cy="350682"/>
          </a:xfrm>
        </p:grpSpPr>
        <p:sp>
          <p:nvSpPr>
            <p:cNvPr id="3073" name="Google Shape;3073;p55"/>
            <p:cNvSpPr/>
            <p:nvPr/>
          </p:nvSpPr>
          <p:spPr>
            <a:xfrm>
              <a:off x="2966979" y="4320570"/>
              <a:ext cx="202248" cy="184183"/>
            </a:xfrm>
            <a:custGeom>
              <a:rect b="b" l="l" r="r" t="t"/>
              <a:pathLst>
                <a:path extrusionOk="0" h="5791" w="6359">
                  <a:moveTo>
                    <a:pt x="3179" y="361"/>
                  </a:moveTo>
                  <a:cubicBezTo>
                    <a:pt x="3834" y="361"/>
                    <a:pt x="4477" y="611"/>
                    <a:pt x="4989" y="1099"/>
                  </a:cubicBezTo>
                  <a:cubicBezTo>
                    <a:pt x="5965" y="2087"/>
                    <a:pt x="5965" y="3707"/>
                    <a:pt x="4965" y="4683"/>
                  </a:cubicBezTo>
                  <a:cubicBezTo>
                    <a:pt x="4465" y="5183"/>
                    <a:pt x="3813" y="5433"/>
                    <a:pt x="3164" y="5433"/>
                  </a:cubicBezTo>
                  <a:cubicBezTo>
                    <a:pt x="2515" y="5433"/>
                    <a:pt x="1870" y="5183"/>
                    <a:pt x="1381" y="4683"/>
                  </a:cubicBezTo>
                  <a:cubicBezTo>
                    <a:pt x="393" y="3695"/>
                    <a:pt x="381" y="2087"/>
                    <a:pt x="1381" y="1099"/>
                  </a:cubicBezTo>
                  <a:cubicBezTo>
                    <a:pt x="1870" y="611"/>
                    <a:pt x="2524" y="361"/>
                    <a:pt x="3179" y="361"/>
                  </a:cubicBezTo>
                  <a:close/>
                  <a:moveTo>
                    <a:pt x="3179" y="1"/>
                  </a:moveTo>
                  <a:cubicBezTo>
                    <a:pt x="2438" y="1"/>
                    <a:pt x="1697" y="284"/>
                    <a:pt x="1131" y="849"/>
                  </a:cubicBezTo>
                  <a:cubicBezTo>
                    <a:pt x="0" y="1980"/>
                    <a:pt x="0" y="3814"/>
                    <a:pt x="1131" y="4945"/>
                  </a:cubicBezTo>
                  <a:cubicBezTo>
                    <a:pt x="1691" y="5504"/>
                    <a:pt x="2441" y="5790"/>
                    <a:pt x="3167" y="5790"/>
                  </a:cubicBezTo>
                  <a:cubicBezTo>
                    <a:pt x="3917" y="5790"/>
                    <a:pt x="4644" y="5504"/>
                    <a:pt x="5203" y="4945"/>
                  </a:cubicBezTo>
                  <a:cubicBezTo>
                    <a:pt x="6358" y="3814"/>
                    <a:pt x="6358" y="1980"/>
                    <a:pt x="5227" y="849"/>
                  </a:cubicBezTo>
                  <a:cubicBezTo>
                    <a:pt x="4662" y="284"/>
                    <a:pt x="3920" y="1"/>
                    <a:pt x="31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4" name="Google Shape;3074;p55"/>
            <p:cNvSpPr/>
            <p:nvPr/>
          </p:nvSpPr>
          <p:spPr>
            <a:xfrm>
              <a:off x="2903337" y="4279032"/>
              <a:ext cx="382519" cy="350682"/>
            </a:xfrm>
            <a:custGeom>
              <a:rect b="b" l="l" r="r" t="t"/>
              <a:pathLst>
                <a:path extrusionOk="0" h="11026" w="12027">
                  <a:moveTo>
                    <a:pt x="5168" y="1072"/>
                  </a:moveTo>
                  <a:cubicBezTo>
                    <a:pt x="5966" y="1072"/>
                    <a:pt x="6776" y="1381"/>
                    <a:pt x="7383" y="1988"/>
                  </a:cubicBezTo>
                  <a:cubicBezTo>
                    <a:pt x="8609" y="3215"/>
                    <a:pt x="8609" y="5203"/>
                    <a:pt x="7383" y="6429"/>
                  </a:cubicBezTo>
                  <a:cubicBezTo>
                    <a:pt x="6776" y="7037"/>
                    <a:pt x="5966" y="7346"/>
                    <a:pt x="5168" y="7346"/>
                  </a:cubicBezTo>
                  <a:cubicBezTo>
                    <a:pt x="4359" y="7334"/>
                    <a:pt x="3561" y="7037"/>
                    <a:pt x="2954" y="6429"/>
                  </a:cubicBezTo>
                  <a:cubicBezTo>
                    <a:pt x="1727" y="5203"/>
                    <a:pt x="1727" y="3215"/>
                    <a:pt x="2954" y="1988"/>
                  </a:cubicBezTo>
                  <a:cubicBezTo>
                    <a:pt x="3561" y="1381"/>
                    <a:pt x="4359" y="1072"/>
                    <a:pt x="5168" y="1072"/>
                  </a:cubicBezTo>
                  <a:close/>
                  <a:moveTo>
                    <a:pt x="7788" y="6513"/>
                  </a:moveTo>
                  <a:lnTo>
                    <a:pt x="8538" y="7263"/>
                  </a:lnTo>
                  <a:lnTo>
                    <a:pt x="8240" y="7561"/>
                  </a:lnTo>
                  <a:lnTo>
                    <a:pt x="7490" y="6810"/>
                  </a:lnTo>
                  <a:cubicBezTo>
                    <a:pt x="7550" y="6763"/>
                    <a:pt x="7597" y="6727"/>
                    <a:pt x="7633" y="6668"/>
                  </a:cubicBezTo>
                  <a:lnTo>
                    <a:pt x="7788" y="6513"/>
                  </a:lnTo>
                  <a:close/>
                  <a:moveTo>
                    <a:pt x="9038" y="7251"/>
                  </a:moveTo>
                  <a:cubicBezTo>
                    <a:pt x="9050" y="7251"/>
                    <a:pt x="9050" y="7251"/>
                    <a:pt x="9074" y="7275"/>
                  </a:cubicBezTo>
                  <a:lnTo>
                    <a:pt x="11276" y="9477"/>
                  </a:lnTo>
                  <a:lnTo>
                    <a:pt x="10455" y="10287"/>
                  </a:lnTo>
                  <a:lnTo>
                    <a:pt x="8252" y="8084"/>
                  </a:lnTo>
                  <a:cubicBezTo>
                    <a:pt x="8240" y="8073"/>
                    <a:pt x="8240" y="8061"/>
                    <a:pt x="8240" y="8061"/>
                  </a:cubicBezTo>
                  <a:cubicBezTo>
                    <a:pt x="8240" y="8049"/>
                    <a:pt x="8240" y="8049"/>
                    <a:pt x="8252" y="8037"/>
                  </a:cubicBezTo>
                  <a:lnTo>
                    <a:pt x="9014" y="7275"/>
                  </a:lnTo>
                  <a:cubicBezTo>
                    <a:pt x="9026" y="7251"/>
                    <a:pt x="9026" y="7251"/>
                    <a:pt x="9038" y="7251"/>
                  </a:cubicBezTo>
                  <a:close/>
                  <a:moveTo>
                    <a:pt x="11514" y="9716"/>
                  </a:moveTo>
                  <a:lnTo>
                    <a:pt x="11621" y="9835"/>
                  </a:lnTo>
                  <a:cubicBezTo>
                    <a:pt x="11645" y="9847"/>
                    <a:pt x="11645" y="9882"/>
                    <a:pt x="11633" y="9894"/>
                  </a:cubicBezTo>
                  <a:lnTo>
                    <a:pt x="10871" y="10656"/>
                  </a:lnTo>
                  <a:cubicBezTo>
                    <a:pt x="10859" y="10668"/>
                    <a:pt x="10859" y="10668"/>
                    <a:pt x="10836" y="10668"/>
                  </a:cubicBezTo>
                  <a:cubicBezTo>
                    <a:pt x="10824" y="10668"/>
                    <a:pt x="10824" y="10668"/>
                    <a:pt x="10812" y="10656"/>
                  </a:cubicBezTo>
                  <a:lnTo>
                    <a:pt x="10693" y="10537"/>
                  </a:lnTo>
                  <a:lnTo>
                    <a:pt x="11514" y="9716"/>
                  </a:lnTo>
                  <a:close/>
                  <a:moveTo>
                    <a:pt x="656" y="0"/>
                  </a:moveTo>
                  <a:cubicBezTo>
                    <a:pt x="299" y="0"/>
                    <a:pt x="1" y="298"/>
                    <a:pt x="1" y="655"/>
                  </a:cubicBezTo>
                  <a:lnTo>
                    <a:pt x="1" y="8715"/>
                  </a:lnTo>
                  <a:cubicBezTo>
                    <a:pt x="1" y="8942"/>
                    <a:pt x="180" y="9132"/>
                    <a:pt x="418" y="9132"/>
                  </a:cubicBezTo>
                  <a:lnTo>
                    <a:pt x="5859" y="9132"/>
                  </a:lnTo>
                  <a:cubicBezTo>
                    <a:pt x="5954" y="9132"/>
                    <a:pt x="6037" y="9061"/>
                    <a:pt x="6037" y="8954"/>
                  </a:cubicBezTo>
                  <a:cubicBezTo>
                    <a:pt x="6037" y="8846"/>
                    <a:pt x="5954" y="8775"/>
                    <a:pt x="5859" y="8775"/>
                  </a:cubicBezTo>
                  <a:lnTo>
                    <a:pt x="418" y="8775"/>
                  </a:lnTo>
                  <a:cubicBezTo>
                    <a:pt x="394" y="8775"/>
                    <a:pt x="358" y="8739"/>
                    <a:pt x="358" y="8715"/>
                  </a:cubicBezTo>
                  <a:lnTo>
                    <a:pt x="358" y="1631"/>
                  </a:lnTo>
                  <a:lnTo>
                    <a:pt x="2787" y="1631"/>
                  </a:lnTo>
                  <a:lnTo>
                    <a:pt x="2704" y="1727"/>
                  </a:lnTo>
                  <a:cubicBezTo>
                    <a:pt x="1346" y="3072"/>
                    <a:pt x="1346" y="5298"/>
                    <a:pt x="2704" y="6668"/>
                  </a:cubicBezTo>
                  <a:cubicBezTo>
                    <a:pt x="3382" y="7346"/>
                    <a:pt x="4275" y="7692"/>
                    <a:pt x="5168" y="7692"/>
                  </a:cubicBezTo>
                  <a:cubicBezTo>
                    <a:pt x="5883" y="7692"/>
                    <a:pt x="6597" y="7465"/>
                    <a:pt x="7204" y="7037"/>
                  </a:cubicBezTo>
                  <a:lnTo>
                    <a:pt x="7978" y="7811"/>
                  </a:lnTo>
                  <a:cubicBezTo>
                    <a:pt x="7919" y="7882"/>
                    <a:pt x="7883" y="7977"/>
                    <a:pt x="7883" y="8061"/>
                  </a:cubicBezTo>
                  <a:cubicBezTo>
                    <a:pt x="7883" y="8168"/>
                    <a:pt x="7919" y="8275"/>
                    <a:pt x="8002" y="8346"/>
                  </a:cubicBezTo>
                  <a:lnTo>
                    <a:pt x="8443" y="8787"/>
                  </a:lnTo>
                  <a:lnTo>
                    <a:pt x="6609" y="8787"/>
                  </a:lnTo>
                  <a:cubicBezTo>
                    <a:pt x="6514" y="8787"/>
                    <a:pt x="6430" y="8870"/>
                    <a:pt x="6430" y="8966"/>
                  </a:cubicBezTo>
                  <a:cubicBezTo>
                    <a:pt x="6430" y="9073"/>
                    <a:pt x="6514" y="9144"/>
                    <a:pt x="6609" y="9144"/>
                  </a:cubicBezTo>
                  <a:lnTo>
                    <a:pt x="8800" y="9144"/>
                  </a:lnTo>
                  <a:lnTo>
                    <a:pt x="10562" y="10906"/>
                  </a:lnTo>
                  <a:cubicBezTo>
                    <a:pt x="10633" y="10978"/>
                    <a:pt x="10740" y="11025"/>
                    <a:pt x="10836" y="11025"/>
                  </a:cubicBezTo>
                  <a:cubicBezTo>
                    <a:pt x="10943" y="11025"/>
                    <a:pt x="11050" y="10978"/>
                    <a:pt x="11121" y="10906"/>
                  </a:cubicBezTo>
                  <a:lnTo>
                    <a:pt x="11883" y="10144"/>
                  </a:lnTo>
                  <a:cubicBezTo>
                    <a:pt x="12026" y="9978"/>
                    <a:pt x="12026" y="9728"/>
                    <a:pt x="11872" y="9585"/>
                  </a:cubicBezTo>
                  <a:lnTo>
                    <a:pt x="11062" y="8775"/>
                  </a:lnTo>
                  <a:lnTo>
                    <a:pt x="11062" y="8727"/>
                  </a:lnTo>
                  <a:lnTo>
                    <a:pt x="11062" y="7025"/>
                  </a:lnTo>
                  <a:cubicBezTo>
                    <a:pt x="11062" y="6918"/>
                    <a:pt x="10990" y="6846"/>
                    <a:pt x="10883" y="6846"/>
                  </a:cubicBezTo>
                  <a:cubicBezTo>
                    <a:pt x="10776" y="6846"/>
                    <a:pt x="10705" y="6918"/>
                    <a:pt x="10705" y="7025"/>
                  </a:cubicBezTo>
                  <a:lnTo>
                    <a:pt x="10705" y="8430"/>
                  </a:lnTo>
                  <a:lnTo>
                    <a:pt x="9312" y="7037"/>
                  </a:lnTo>
                  <a:cubicBezTo>
                    <a:pt x="9233" y="6958"/>
                    <a:pt x="9132" y="6919"/>
                    <a:pt x="9034" y="6919"/>
                  </a:cubicBezTo>
                  <a:cubicBezTo>
                    <a:pt x="8939" y="6919"/>
                    <a:pt x="8846" y="6955"/>
                    <a:pt x="8776" y="7025"/>
                  </a:cubicBezTo>
                  <a:lnTo>
                    <a:pt x="8002" y="6251"/>
                  </a:lnTo>
                  <a:cubicBezTo>
                    <a:pt x="8978" y="4882"/>
                    <a:pt x="8859" y="2953"/>
                    <a:pt x="7633" y="1738"/>
                  </a:cubicBezTo>
                  <a:lnTo>
                    <a:pt x="7550" y="1643"/>
                  </a:lnTo>
                  <a:lnTo>
                    <a:pt x="10705" y="1643"/>
                  </a:lnTo>
                  <a:lnTo>
                    <a:pt x="10705" y="6251"/>
                  </a:lnTo>
                  <a:cubicBezTo>
                    <a:pt x="10705" y="6346"/>
                    <a:pt x="10776" y="6429"/>
                    <a:pt x="10883" y="6429"/>
                  </a:cubicBezTo>
                  <a:cubicBezTo>
                    <a:pt x="10990" y="6429"/>
                    <a:pt x="11062" y="6346"/>
                    <a:pt x="11062" y="6251"/>
                  </a:cubicBezTo>
                  <a:lnTo>
                    <a:pt x="11062" y="655"/>
                  </a:lnTo>
                  <a:cubicBezTo>
                    <a:pt x="11062" y="298"/>
                    <a:pt x="10764" y="0"/>
                    <a:pt x="10407" y="0"/>
                  </a:cubicBezTo>
                  <a:lnTo>
                    <a:pt x="8812" y="0"/>
                  </a:lnTo>
                  <a:cubicBezTo>
                    <a:pt x="8716" y="0"/>
                    <a:pt x="8633" y="72"/>
                    <a:pt x="8633" y="179"/>
                  </a:cubicBezTo>
                  <a:cubicBezTo>
                    <a:pt x="8633" y="274"/>
                    <a:pt x="8716" y="357"/>
                    <a:pt x="8812" y="357"/>
                  </a:cubicBezTo>
                  <a:lnTo>
                    <a:pt x="10407" y="357"/>
                  </a:lnTo>
                  <a:cubicBezTo>
                    <a:pt x="10574" y="357"/>
                    <a:pt x="10705" y="488"/>
                    <a:pt x="10705" y="655"/>
                  </a:cubicBezTo>
                  <a:lnTo>
                    <a:pt x="10705" y="1286"/>
                  </a:lnTo>
                  <a:lnTo>
                    <a:pt x="7109" y="1286"/>
                  </a:lnTo>
                  <a:cubicBezTo>
                    <a:pt x="6520" y="899"/>
                    <a:pt x="5841" y="706"/>
                    <a:pt x="5165" y="706"/>
                  </a:cubicBezTo>
                  <a:cubicBezTo>
                    <a:pt x="4490" y="706"/>
                    <a:pt x="3817" y="899"/>
                    <a:pt x="3239" y="1286"/>
                  </a:cubicBezTo>
                  <a:lnTo>
                    <a:pt x="358" y="1286"/>
                  </a:lnTo>
                  <a:lnTo>
                    <a:pt x="358" y="655"/>
                  </a:lnTo>
                  <a:cubicBezTo>
                    <a:pt x="358" y="488"/>
                    <a:pt x="501" y="357"/>
                    <a:pt x="656" y="357"/>
                  </a:cubicBezTo>
                  <a:lnTo>
                    <a:pt x="8062" y="357"/>
                  </a:lnTo>
                  <a:cubicBezTo>
                    <a:pt x="8157" y="357"/>
                    <a:pt x="8240" y="274"/>
                    <a:pt x="8240" y="179"/>
                  </a:cubicBezTo>
                  <a:cubicBezTo>
                    <a:pt x="8240" y="72"/>
                    <a:pt x="8157" y="0"/>
                    <a:pt x="806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5" name="Google Shape;3075;p55"/>
            <p:cNvSpPr/>
            <p:nvPr/>
          </p:nvSpPr>
          <p:spPr>
            <a:xfrm>
              <a:off x="2937814" y="4300215"/>
              <a:ext cx="11768" cy="11418"/>
            </a:xfrm>
            <a:custGeom>
              <a:rect b="b" l="l" r="r" t="t"/>
              <a:pathLst>
                <a:path extrusionOk="0" h="359" w="370">
                  <a:moveTo>
                    <a:pt x="191" y="1"/>
                  </a:moveTo>
                  <a:cubicBezTo>
                    <a:pt x="84" y="1"/>
                    <a:pt x="0" y="72"/>
                    <a:pt x="0" y="179"/>
                  </a:cubicBezTo>
                  <a:cubicBezTo>
                    <a:pt x="0" y="263"/>
                    <a:pt x="84" y="358"/>
                    <a:pt x="191" y="358"/>
                  </a:cubicBezTo>
                  <a:cubicBezTo>
                    <a:pt x="286" y="358"/>
                    <a:pt x="370" y="287"/>
                    <a:pt x="370" y="179"/>
                  </a:cubicBezTo>
                  <a:cubicBezTo>
                    <a:pt x="370" y="72"/>
                    <a:pt x="286" y="1"/>
                    <a:pt x="19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6" name="Google Shape;3076;p55"/>
            <p:cNvSpPr/>
            <p:nvPr/>
          </p:nvSpPr>
          <p:spPr>
            <a:xfrm>
              <a:off x="2952572" y="4300215"/>
              <a:ext cx="11386" cy="11418"/>
            </a:xfrm>
            <a:custGeom>
              <a:rect b="b" l="l" r="r" t="t"/>
              <a:pathLst>
                <a:path extrusionOk="0" h="359" w="358">
                  <a:moveTo>
                    <a:pt x="179" y="1"/>
                  </a:moveTo>
                  <a:cubicBezTo>
                    <a:pt x="84" y="1"/>
                    <a:pt x="1" y="72"/>
                    <a:pt x="1" y="179"/>
                  </a:cubicBezTo>
                  <a:cubicBezTo>
                    <a:pt x="1" y="263"/>
                    <a:pt x="84" y="358"/>
                    <a:pt x="179" y="358"/>
                  </a:cubicBezTo>
                  <a:cubicBezTo>
                    <a:pt x="287" y="358"/>
                    <a:pt x="358" y="287"/>
                    <a:pt x="358" y="179"/>
                  </a:cubicBezTo>
                  <a:cubicBezTo>
                    <a:pt x="358" y="72"/>
                    <a:pt x="275" y="1"/>
                    <a:pt x="1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7" name="Google Shape;3077;p55"/>
            <p:cNvSpPr/>
            <p:nvPr/>
          </p:nvSpPr>
          <p:spPr>
            <a:xfrm>
              <a:off x="2967361" y="4300215"/>
              <a:ext cx="11386" cy="11418"/>
            </a:xfrm>
            <a:custGeom>
              <a:rect b="b" l="l" r="r" t="t"/>
              <a:pathLst>
                <a:path extrusionOk="0" h="359" w="358">
                  <a:moveTo>
                    <a:pt x="179" y="1"/>
                  </a:moveTo>
                  <a:cubicBezTo>
                    <a:pt x="72" y="1"/>
                    <a:pt x="0" y="72"/>
                    <a:pt x="0" y="179"/>
                  </a:cubicBezTo>
                  <a:cubicBezTo>
                    <a:pt x="0" y="263"/>
                    <a:pt x="72" y="358"/>
                    <a:pt x="179" y="358"/>
                  </a:cubicBezTo>
                  <a:cubicBezTo>
                    <a:pt x="286" y="358"/>
                    <a:pt x="357" y="287"/>
                    <a:pt x="357" y="179"/>
                  </a:cubicBezTo>
                  <a:cubicBezTo>
                    <a:pt x="345" y="72"/>
                    <a:pt x="262" y="1"/>
                    <a:pt x="1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8" name="Google Shape;3078;p55"/>
            <p:cNvSpPr/>
            <p:nvPr/>
          </p:nvSpPr>
          <p:spPr>
            <a:xfrm>
              <a:off x="3016563" y="4424063"/>
              <a:ext cx="11418" cy="11386"/>
            </a:xfrm>
            <a:custGeom>
              <a:rect b="b" l="l" r="r" t="t"/>
              <a:pathLst>
                <a:path extrusionOk="0" h="358" w="359">
                  <a:moveTo>
                    <a:pt x="180" y="0"/>
                  </a:moveTo>
                  <a:cubicBezTo>
                    <a:pt x="72" y="0"/>
                    <a:pt x="1" y="84"/>
                    <a:pt x="1" y="179"/>
                  </a:cubicBezTo>
                  <a:cubicBezTo>
                    <a:pt x="1" y="286"/>
                    <a:pt x="72" y="357"/>
                    <a:pt x="180" y="357"/>
                  </a:cubicBezTo>
                  <a:cubicBezTo>
                    <a:pt x="287" y="357"/>
                    <a:pt x="358" y="286"/>
                    <a:pt x="358" y="179"/>
                  </a:cubicBezTo>
                  <a:cubicBezTo>
                    <a:pt x="358" y="84"/>
                    <a:pt x="287" y="0"/>
                    <a:pt x="18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9" name="Google Shape;3079;p55"/>
            <p:cNvSpPr/>
            <p:nvPr/>
          </p:nvSpPr>
          <p:spPr>
            <a:xfrm>
              <a:off x="3016563" y="4442606"/>
              <a:ext cx="11418" cy="11386"/>
            </a:xfrm>
            <a:custGeom>
              <a:rect b="b" l="l" r="r" t="t"/>
              <a:pathLst>
                <a:path extrusionOk="0" h="358" w="359">
                  <a:moveTo>
                    <a:pt x="180" y="1"/>
                  </a:moveTo>
                  <a:cubicBezTo>
                    <a:pt x="72" y="1"/>
                    <a:pt x="1" y="72"/>
                    <a:pt x="1" y="179"/>
                  </a:cubicBezTo>
                  <a:cubicBezTo>
                    <a:pt x="1" y="286"/>
                    <a:pt x="72" y="358"/>
                    <a:pt x="180" y="358"/>
                  </a:cubicBezTo>
                  <a:cubicBezTo>
                    <a:pt x="287" y="358"/>
                    <a:pt x="358" y="286"/>
                    <a:pt x="358" y="179"/>
                  </a:cubicBezTo>
                  <a:cubicBezTo>
                    <a:pt x="358" y="72"/>
                    <a:pt x="287" y="1"/>
                    <a:pt x="18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0" name="Google Shape;3080;p55"/>
            <p:cNvSpPr/>
            <p:nvPr/>
          </p:nvSpPr>
          <p:spPr>
            <a:xfrm>
              <a:off x="3032498" y="4424063"/>
              <a:ext cx="11768" cy="11386"/>
            </a:xfrm>
            <a:custGeom>
              <a:rect b="b" l="l" r="r" t="t"/>
              <a:pathLst>
                <a:path extrusionOk="0" h="358" w="370">
                  <a:moveTo>
                    <a:pt x="191" y="0"/>
                  </a:moveTo>
                  <a:cubicBezTo>
                    <a:pt x="83" y="0"/>
                    <a:pt x="0" y="84"/>
                    <a:pt x="0" y="179"/>
                  </a:cubicBezTo>
                  <a:cubicBezTo>
                    <a:pt x="0" y="286"/>
                    <a:pt x="83" y="357"/>
                    <a:pt x="191" y="357"/>
                  </a:cubicBezTo>
                  <a:cubicBezTo>
                    <a:pt x="286" y="357"/>
                    <a:pt x="369" y="286"/>
                    <a:pt x="369" y="179"/>
                  </a:cubicBezTo>
                  <a:cubicBezTo>
                    <a:pt x="369" y="84"/>
                    <a:pt x="274" y="0"/>
                    <a:pt x="19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1" name="Google Shape;3081;p55"/>
            <p:cNvSpPr/>
            <p:nvPr/>
          </p:nvSpPr>
          <p:spPr>
            <a:xfrm>
              <a:off x="3032498" y="4442606"/>
              <a:ext cx="11768" cy="11386"/>
            </a:xfrm>
            <a:custGeom>
              <a:rect b="b" l="l" r="r" t="t"/>
              <a:pathLst>
                <a:path extrusionOk="0" h="358" w="370">
                  <a:moveTo>
                    <a:pt x="191" y="1"/>
                  </a:moveTo>
                  <a:cubicBezTo>
                    <a:pt x="83" y="1"/>
                    <a:pt x="0" y="72"/>
                    <a:pt x="0" y="179"/>
                  </a:cubicBezTo>
                  <a:cubicBezTo>
                    <a:pt x="0" y="286"/>
                    <a:pt x="83" y="358"/>
                    <a:pt x="191" y="358"/>
                  </a:cubicBezTo>
                  <a:cubicBezTo>
                    <a:pt x="286" y="358"/>
                    <a:pt x="369" y="286"/>
                    <a:pt x="369" y="179"/>
                  </a:cubicBezTo>
                  <a:cubicBezTo>
                    <a:pt x="369" y="72"/>
                    <a:pt x="274" y="1"/>
                    <a:pt x="19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2" name="Google Shape;3082;p55"/>
            <p:cNvSpPr/>
            <p:nvPr/>
          </p:nvSpPr>
          <p:spPr>
            <a:xfrm>
              <a:off x="3016213" y="4357527"/>
              <a:ext cx="112494" cy="111636"/>
            </a:xfrm>
            <a:custGeom>
              <a:rect b="b" l="l" r="r" t="t"/>
              <a:pathLst>
                <a:path extrusionOk="0" h="3510" w="3537">
                  <a:moveTo>
                    <a:pt x="2250" y="354"/>
                  </a:moveTo>
                  <a:lnTo>
                    <a:pt x="2096" y="1080"/>
                  </a:lnTo>
                  <a:lnTo>
                    <a:pt x="1357" y="913"/>
                  </a:lnTo>
                  <a:cubicBezTo>
                    <a:pt x="1336" y="909"/>
                    <a:pt x="1315" y="907"/>
                    <a:pt x="1293" y="907"/>
                  </a:cubicBezTo>
                  <a:cubicBezTo>
                    <a:pt x="1193" y="907"/>
                    <a:pt x="1093" y="950"/>
                    <a:pt x="1024" y="1009"/>
                  </a:cubicBezTo>
                  <a:cubicBezTo>
                    <a:pt x="929" y="1104"/>
                    <a:pt x="905" y="1211"/>
                    <a:pt x="929" y="1342"/>
                  </a:cubicBezTo>
                  <a:lnTo>
                    <a:pt x="953" y="1366"/>
                  </a:lnTo>
                  <a:lnTo>
                    <a:pt x="369" y="818"/>
                  </a:lnTo>
                  <a:lnTo>
                    <a:pt x="2250" y="354"/>
                  </a:lnTo>
                  <a:close/>
                  <a:moveTo>
                    <a:pt x="1274" y="1259"/>
                  </a:moveTo>
                  <a:lnTo>
                    <a:pt x="2036" y="1425"/>
                  </a:lnTo>
                  <a:lnTo>
                    <a:pt x="1869" y="2259"/>
                  </a:lnTo>
                  <a:lnTo>
                    <a:pt x="1429" y="1830"/>
                  </a:lnTo>
                  <a:lnTo>
                    <a:pt x="1274" y="1259"/>
                  </a:lnTo>
                  <a:close/>
                  <a:moveTo>
                    <a:pt x="2369" y="1521"/>
                  </a:moveTo>
                  <a:lnTo>
                    <a:pt x="3167" y="1699"/>
                  </a:lnTo>
                  <a:lnTo>
                    <a:pt x="1715" y="3152"/>
                  </a:lnTo>
                  <a:lnTo>
                    <a:pt x="1548" y="2449"/>
                  </a:lnTo>
                  <a:lnTo>
                    <a:pt x="1607" y="2509"/>
                  </a:lnTo>
                  <a:cubicBezTo>
                    <a:pt x="1679" y="2568"/>
                    <a:pt x="1774" y="2616"/>
                    <a:pt x="1857" y="2616"/>
                  </a:cubicBezTo>
                  <a:cubicBezTo>
                    <a:pt x="1893" y="2616"/>
                    <a:pt x="1929" y="2616"/>
                    <a:pt x="1965" y="2604"/>
                  </a:cubicBezTo>
                  <a:cubicBezTo>
                    <a:pt x="2084" y="2557"/>
                    <a:pt x="2191" y="2473"/>
                    <a:pt x="2203" y="2330"/>
                  </a:cubicBezTo>
                  <a:lnTo>
                    <a:pt x="2369" y="1521"/>
                  </a:lnTo>
                  <a:close/>
                  <a:moveTo>
                    <a:pt x="2239" y="0"/>
                  </a:moveTo>
                  <a:cubicBezTo>
                    <a:pt x="2211" y="0"/>
                    <a:pt x="2183" y="3"/>
                    <a:pt x="2155" y="9"/>
                  </a:cubicBezTo>
                  <a:lnTo>
                    <a:pt x="274" y="473"/>
                  </a:lnTo>
                  <a:cubicBezTo>
                    <a:pt x="167" y="509"/>
                    <a:pt x="60" y="604"/>
                    <a:pt x="24" y="723"/>
                  </a:cubicBezTo>
                  <a:cubicBezTo>
                    <a:pt x="0" y="842"/>
                    <a:pt x="24" y="985"/>
                    <a:pt x="119" y="1068"/>
                  </a:cubicBezTo>
                  <a:lnTo>
                    <a:pt x="1084" y="2009"/>
                  </a:lnTo>
                  <a:lnTo>
                    <a:pt x="1369" y="3223"/>
                  </a:lnTo>
                  <a:cubicBezTo>
                    <a:pt x="1393" y="3342"/>
                    <a:pt x="1488" y="3450"/>
                    <a:pt x="1619" y="3497"/>
                  </a:cubicBezTo>
                  <a:cubicBezTo>
                    <a:pt x="1655" y="3509"/>
                    <a:pt x="1679" y="3509"/>
                    <a:pt x="1726" y="3509"/>
                  </a:cubicBezTo>
                  <a:cubicBezTo>
                    <a:pt x="1810" y="3509"/>
                    <a:pt x="1905" y="3473"/>
                    <a:pt x="1976" y="3402"/>
                  </a:cubicBezTo>
                  <a:lnTo>
                    <a:pt x="3441" y="1949"/>
                  </a:lnTo>
                  <a:cubicBezTo>
                    <a:pt x="3512" y="1842"/>
                    <a:pt x="3536" y="1711"/>
                    <a:pt x="3512" y="1592"/>
                  </a:cubicBezTo>
                  <a:cubicBezTo>
                    <a:pt x="3477" y="1473"/>
                    <a:pt x="3381" y="1366"/>
                    <a:pt x="3239" y="1342"/>
                  </a:cubicBezTo>
                  <a:lnTo>
                    <a:pt x="2441" y="1152"/>
                  </a:lnTo>
                  <a:lnTo>
                    <a:pt x="2584" y="425"/>
                  </a:lnTo>
                  <a:cubicBezTo>
                    <a:pt x="2619" y="306"/>
                    <a:pt x="2572" y="187"/>
                    <a:pt x="2488" y="104"/>
                  </a:cubicBezTo>
                  <a:cubicBezTo>
                    <a:pt x="2416" y="31"/>
                    <a:pt x="2329" y="0"/>
                    <a:pt x="223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3" name="Google Shape;3083;p55"/>
            <p:cNvSpPr/>
            <p:nvPr/>
          </p:nvSpPr>
          <p:spPr>
            <a:xfrm>
              <a:off x="2937051" y="4499791"/>
              <a:ext cx="14439" cy="11386"/>
            </a:xfrm>
            <a:custGeom>
              <a:rect b="b" l="l" r="r" t="t"/>
              <a:pathLst>
                <a:path extrusionOk="0" h="358" w="454">
                  <a:moveTo>
                    <a:pt x="179" y="0"/>
                  </a:moveTo>
                  <a:cubicBezTo>
                    <a:pt x="72" y="0"/>
                    <a:pt x="1" y="72"/>
                    <a:pt x="1" y="179"/>
                  </a:cubicBezTo>
                  <a:cubicBezTo>
                    <a:pt x="1" y="286"/>
                    <a:pt x="96" y="358"/>
                    <a:pt x="179" y="358"/>
                  </a:cubicBezTo>
                  <a:lnTo>
                    <a:pt x="274" y="358"/>
                  </a:lnTo>
                  <a:cubicBezTo>
                    <a:pt x="370" y="358"/>
                    <a:pt x="453" y="286"/>
                    <a:pt x="453" y="179"/>
                  </a:cubicBezTo>
                  <a:cubicBezTo>
                    <a:pt x="453" y="72"/>
                    <a:pt x="370" y="0"/>
                    <a:pt x="27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4" name="Google Shape;3084;p55"/>
            <p:cNvSpPr/>
            <p:nvPr/>
          </p:nvSpPr>
          <p:spPr>
            <a:xfrm>
              <a:off x="2953717" y="4499791"/>
              <a:ext cx="30310" cy="11386"/>
            </a:xfrm>
            <a:custGeom>
              <a:rect b="b" l="l" r="r" t="t"/>
              <a:pathLst>
                <a:path extrusionOk="0" h="358" w="953">
                  <a:moveTo>
                    <a:pt x="179" y="0"/>
                  </a:moveTo>
                  <a:cubicBezTo>
                    <a:pt x="72" y="0"/>
                    <a:pt x="1" y="84"/>
                    <a:pt x="1" y="179"/>
                  </a:cubicBezTo>
                  <a:cubicBezTo>
                    <a:pt x="1" y="286"/>
                    <a:pt x="72" y="358"/>
                    <a:pt x="179" y="358"/>
                  </a:cubicBezTo>
                  <a:lnTo>
                    <a:pt x="774" y="358"/>
                  </a:lnTo>
                  <a:cubicBezTo>
                    <a:pt x="882" y="358"/>
                    <a:pt x="953" y="286"/>
                    <a:pt x="953" y="179"/>
                  </a:cubicBezTo>
                  <a:cubicBezTo>
                    <a:pt x="953" y="96"/>
                    <a:pt x="858" y="0"/>
                    <a:pt x="77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5" name="Google Shape;3085;p55"/>
            <p:cNvSpPr/>
            <p:nvPr/>
          </p:nvSpPr>
          <p:spPr>
            <a:xfrm>
              <a:off x="2937051" y="4514930"/>
              <a:ext cx="46976" cy="11386"/>
            </a:xfrm>
            <a:custGeom>
              <a:rect b="b" l="l" r="r" t="t"/>
              <a:pathLst>
                <a:path extrusionOk="0" h="358" w="1477">
                  <a:moveTo>
                    <a:pt x="179" y="1"/>
                  </a:moveTo>
                  <a:cubicBezTo>
                    <a:pt x="72" y="1"/>
                    <a:pt x="1" y="84"/>
                    <a:pt x="1" y="179"/>
                  </a:cubicBezTo>
                  <a:cubicBezTo>
                    <a:pt x="1" y="286"/>
                    <a:pt x="72" y="358"/>
                    <a:pt x="179" y="358"/>
                  </a:cubicBezTo>
                  <a:lnTo>
                    <a:pt x="1298" y="358"/>
                  </a:lnTo>
                  <a:cubicBezTo>
                    <a:pt x="1406" y="358"/>
                    <a:pt x="1477" y="286"/>
                    <a:pt x="1477" y="179"/>
                  </a:cubicBezTo>
                  <a:cubicBezTo>
                    <a:pt x="1477" y="84"/>
                    <a:pt x="1382" y="1"/>
                    <a:pt x="129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6" name="Google Shape;3086;p55"/>
            <p:cNvSpPr/>
            <p:nvPr/>
          </p:nvSpPr>
          <p:spPr>
            <a:xfrm>
              <a:off x="2937051" y="4529719"/>
              <a:ext cx="46976" cy="11386"/>
            </a:xfrm>
            <a:custGeom>
              <a:rect b="b" l="l" r="r" t="t"/>
              <a:pathLst>
                <a:path extrusionOk="0" h="358" w="1477">
                  <a:moveTo>
                    <a:pt x="179" y="0"/>
                  </a:moveTo>
                  <a:cubicBezTo>
                    <a:pt x="72" y="0"/>
                    <a:pt x="1" y="71"/>
                    <a:pt x="1" y="179"/>
                  </a:cubicBezTo>
                  <a:cubicBezTo>
                    <a:pt x="1" y="286"/>
                    <a:pt x="72" y="357"/>
                    <a:pt x="179" y="357"/>
                  </a:cubicBezTo>
                  <a:lnTo>
                    <a:pt x="1298" y="357"/>
                  </a:lnTo>
                  <a:cubicBezTo>
                    <a:pt x="1406" y="357"/>
                    <a:pt x="1477" y="286"/>
                    <a:pt x="1477" y="179"/>
                  </a:cubicBezTo>
                  <a:cubicBezTo>
                    <a:pt x="1477" y="71"/>
                    <a:pt x="1382" y="0"/>
                    <a:pt x="129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7" name="Google Shape;3087;p55"/>
            <p:cNvSpPr/>
            <p:nvPr/>
          </p:nvSpPr>
          <p:spPr>
            <a:xfrm>
              <a:off x="3213881" y="4343787"/>
              <a:ext cx="11386" cy="126488"/>
            </a:xfrm>
            <a:custGeom>
              <a:rect b="b" l="l" r="r" t="t"/>
              <a:pathLst>
                <a:path extrusionOk="0" h="3977" w="358">
                  <a:moveTo>
                    <a:pt x="179" y="0"/>
                  </a:moveTo>
                  <a:cubicBezTo>
                    <a:pt x="83" y="0"/>
                    <a:pt x="0" y="83"/>
                    <a:pt x="0" y="179"/>
                  </a:cubicBezTo>
                  <a:lnTo>
                    <a:pt x="0" y="3798"/>
                  </a:lnTo>
                  <a:cubicBezTo>
                    <a:pt x="0" y="3893"/>
                    <a:pt x="83" y="3977"/>
                    <a:pt x="179" y="3977"/>
                  </a:cubicBezTo>
                  <a:cubicBezTo>
                    <a:pt x="286" y="3977"/>
                    <a:pt x="357" y="3893"/>
                    <a:pt x="357" y="3798"/>
                  </a:cubicBezTo>
                  <a:lnTo>
                    <a:pt x="357" y="179"/>
                  </a:lnTo>
                  <a:cubicBezTo>
                    <a:pt x="357" y="72"/>
                    <a:pt x="286" y="0"/>
                    <a:pt x="17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88" name="Google Shape;3088;p55"/>
          <p:cNvGrpSpPr/>
          <p:nvPr/>
        </p:nvGrpSpPr>
        <p:grpSpPr>
          <a:xfrm>
            <a:off x="4221051" y="1839329"/>
            <a:ext cx="352103" cy="352103"/>
            <a:chOff x="1819576" y="1511679"/>
            <a:chExt cx="352103" cy="352103"/>
          </a:xfrm>
        </p:grpSpPr>
        <p:sp>
          <p:nvSpPr>
            <p:cNvPr id="3089" name="Google Shape;3089;p55"/>
            <p:cNvSpPr/>
            <p:nvPr/>
          </p:nvSpPr>
          <p:spPr>
            <a:xfrm>
              <a:off x="1819576" y="1511679"/>
              <a:ext cx="352103" cy="352103"/>
            </a:xfrm>
            <a:custGeom>
              <a:rect b="b" l="l" r="r" t="t"/>
              <a:pathLst>
                <a:path extrusionOk="0" h="11062" w="11062">
                  <a:moveTo>
                    <a:pt x="6216" y="310"/>
                  </a:moveTo>
                  <a:cubicBezTo>
                    <a:pt x="6216" y="310"/>
                    <a:pt x="6240" y="310"/>
                    <a:pt x="6240" y="322"/>
                  </a:cubicBezTo>
                  <a:lnTo>
                    <a:pt x="6240" y="786"/>
                  </a:lnTo>
                  <a:cubicBezTo>
                    <a:pt x="6240" y="953"/>
                    <a:pt x="6335" y="1084"/>
                    <a:pt x="6502" y="1108"/>
                  </a:cubicBezTo>
                  <a:cubicBezTo>
                    <a:pt x="7025" y="1227"/>
                    <a:pt x="7514" y="1429"/>
                    <a:pt x="7966" y="1727"/>
                  </a:cubicBezTo>
                  <a:cubicBezTo>
                    <a:pt x="8022" y="1762"/>
                    <a:pt x="8086" y="1780"/>
                    <a:pt x="8150" y="1780"/>
                  </a:cubicBezTo>
                  <a:cubicBezTo>
                    <a:pt x="8236" y="1780"/>
                    <a:pt x="8321" y="1747"/>
                    <a:pt x="8383" y="1679"/>
                  </a:cubicBezTo>
                  <a:lnTo>
                    <a:pt x="8704" y="1346"/>
                  </a:lnTo>
                  <a:lnTo>
                    <a:pt x="8716" y="1346"/>
                  </a:lnTo>
                  <a:lnTo>
                    <a:pt x="9704" y="2334"/>
                  </a:lnTo>
                  <a:lnTo>
                    <a:pt x="9704" y="2346"/>
                  </a:lnTo>
                  <a:lnTo>
                    <a:pt x="9371" y="2679"/>
                  </a:lnTo>
                  <a:cubicBezTo>
                    <a:pt x="9252" y="2798"/>
                    <a:pt x="9240" y="2953"/>
                    <a:pt x="9335" y="3096"/>
                  </a:cubicBezTo>
                  <a:cubicBezTo>
                    <a:pt x="9609" y="3536"/>
                    <a:pt x="9823" y="4025"/>
                    <a:pt x="9943" y="4548"/>
                  </a:cubicBezTo>
                  <a:cubicBezTo>
                    <a:pt x="9966" y="4703"/>
                    <a:pt x="10109" y="4822"/>
                    <a:pt x="10264" y="4822"/>
                  </a:cubicBezTo>
                  <a:lnTo>
                    <a:pt x="10728" y="4822"/>
                  </a:lnTo>
                  <a:cubicBezTo>
                    <a:pt x="10728" y="4822"/>
                    <a:pt x="10752" y="4822"/>
                    <a:pt x="10752" y="4834"/>
                  </a:cubicBezTo>
                  <a:lnTo>
                    <a:pt x="10728" y="6239"/>
                  </a:lnTo>
                  <a:lnTo>
                    <a:pt x="10264" y="6239"/>
                  </a:lnTo>
                  <a:cubicBezTo>
                    <a:pt x="10109" y="6239"/>
                    <a:pt x="9966" y="6334"/>
                    <a:pt x="9943" y="6501"/>
                  </a:cubicBezTo>
                  <a:cubicBezTo>
                    <a:pt x="9823" y="7025"/>
                    <a:pt x="9633" y="7513"/>
                    <a:pt x="9335" y="7966"/>
                  </a:cubicBezTo>
                  <a:cubicBezTo>
                    <a:pt x="9240" y="8097"/>
                    <a:pt x="9252" y="8275"/>
                    <a:pt x="9371" y="8382"/>
                  </a:cubicBezTo>
                  <a:lnTo>
                    <a:pt x="9704" y="8704"/>
                  </a:lnTo>
                  <a:lnTo>
                    <a:pt x="9704" y="8716"/>
                  </a:lnTo>
                  <a:lnTo>
                    <a:pt x="8716" y="9704"/>
                  </a:lnTo>
                  <a:lnTo>
                    <a:pt x="8704" y="9704"/>
                  </a:lnTo>
                  <a:lnTo>
                    <a:pt x="8383" y="9370"/>
                  </a:lnTo>
                  <a:cubicBezTo>
                    <a:pt x="8317" y="9304"/>
                    <a:pt x="8236" y="9271"/>
                    <a:pt x="8155" y="9271"/>
                  </a:cubicBezTo>
                  <a:cubicBezTo>
                    <a:pt x="8090" y="9271"/>
                    <a:pt x="8024" y="9292"/>
                    <a:pt x="7966" y="9335"/>
                  </a:cubicBezTo>
                  <a:cubicBezTo>
                    <a:pt x="7514" y="9609"/>
                    <a:pt x="7025" y="9823"/>
                    <a:pt x="6502" y="9942"/>
                  </a:cubicBezTo>
                  <a:cubicBezTo>
                    <a:pt x="6359" y="9966"/>
                    <a:pt x="6240" y="10109"/>
                    <a:pt x="6240" y="10263"/>
                  </a:cubicBezTo>
                  <a:lnTo>
                    <a:pt x="6240" y="10728"/>
                  </a:lnTo>
                  <a:cubicBezTo>
                    <a:pt x="6240" y="10728"/>
                    <a:pt x="6240" y="10740"/>
                    <a:pt x="6216" y="10740"/>
                  </a:cubicBezTo>
                  <a:lnTo>
                    <a:pt x="4835" y="10740"/>
                  </a:lnTo>
                  <a:cubicBezTo>
                    <a:pt x="4835" y="10740"/>
                    <a:pt x="4823" y="10740"/>
                    <a:pt x="4823" y="10728"/>
                  </a:cubicBezTo>
                  <a:lnTo>
                    <a:pt x="4823" y="10263"/>
                  </a:lnTo>
                  <a:cubicBezTo>
                    <a:pt x="4823" y="10109"/>
                    <a:pt x="4716" y="9966"/>
                    <a:pt x="4549" y="9942"/>
                  </a:cubicBezTo>
                  <a:cubicBezTo>
                    <a:pt x="4037" y="9823"/>
                    <a:pt x="3537" y="9632"/>
                    <a:pt x="3096" y="9335"/>
                  </a:cubicBezTo>
                  <a:cubicBezTo>
                    <a:pt x="3037" y="9299"/>
                    <a:pt x="2977" y="9275"/>
                    <a:pt x="2918" y="9275"/>
                  </a:cubicBezTo>
                  <a:cubicBezTo>
                    <a:pt x="2823" y="9275"/>
                    <a:pt x="2751" y="9299"/>
                    <a:pt x="2680" y="9370"/>
                  </a:cubicBezTo>
                  <a:lnTo>
                    <a:pt x="2346" y="9704"/>
                  </a:lnTo>
                  <a:lnTo>
                    <a:pt x="2334" y="9704"/>
                  </a:lnTo>
                  <a:lnTo>
                    <a:pt x="1358" y="8716"/>
                  </a:lnTo>
                  <a:lnTo>
                    <a:pt x="1358" y="8704"/>
                  </a:lnTo>
                  <a:lnTo>
                    <a:pt x="1680" y="8382"/>
                  </a:lnTo>
                  <a:cubicBezTo>
                    <a:pt x="1799" y="8263"/>
                    <a:pt x="1811" y="8097"/>
                    <a:pt x="1727" y="7966"/>
                  </a:cubicBezTo>
                  <a:cubicBezTo>
                    <a:pt x="1441" y="7513"/>
                    <a:pt x="1239" y="7025"/>
                    <a:pt x="1120" y="6501"/>
                  </a:cubicBezTo>
                  <a:cubicBezTo>
                    <a:pt x="1084" y="6358"/>
                    <a:pt x="953" y="6239"/>
                    <a:pt x="787" y="6239"/>
                  </a:cubicBezTo>
                  <a:lnTo>
                    <a:pt x="322" y="6239"/>
                  </a:lnTo>
                  <a:cubicBezTo>
                    <a:pt x="322" y="6239"/>
                    <a:pt x="310" y="6239"/>
                    <a:pt x="310" y="6215"/>
                  </a:cubicBezTo>
                  <a:lnTo>
                    <a:pt x="310" y="4834"/>
                  </a:lnTo>
                  <a:cubicBezTo>
                    <a:pt x="310" y="4834"/>
                    <a:pt x="310" y="4822"/>
                    <a:pt x="322" y="4822"/>
                  </a:cubicBezTo>
                  <a:lnTo>
                    <a:pt x="787" y="4822"/>
                  </a:lnTo>
                  <a:cubicBezTo>
                    <a:pt x="953" y="4822"/>
                    <a:pt x="1084" y="4715"/>
                    <a:pt x="1120" y="4548"/>
                  </a:cubicBezTo>
                  <a:cubicBezTo>
                    <a:pt x="1239" y="4025"/>
                    <a:pt x="1430" y="3536"/>
                    <a:pt x="1727" y="3096"/>
                  </a:cubicBezTo>
                  <a:cubicBezTo>
                    <a:pt x="1811" y="2953"/>
                    <a:pt x="1799" y="2774"/>
                    <a:pt x="1680" y="2679"/>
                  </a:cubicBezTo>
                  <a:lnTo>
                    <a:pt x="1358" y="2346"/>
                  </a:lnTo>
                  <a:lnTo>
                    <a:pt x="1358" y="2334"/>
                  </a:lnTo>
                  <a:lnTo>
                    <a:pt x="2334" y="1346"/>
                  </a:lnTo>
                  <a:lnTo>
                    <a:pt x="2346" y="1346"/>
                  </a:lnTo>
                  <a:lnTo>
                    <a:pt x="2680" y="1679"/>
                  </a:lnTo>
                  <a:cubicBezTo>
                    <a:pt x="2748" y="1747"/>
                    <a:pt x="2832" y="1780"/>
                    <a:pt x="2916" y="1780"/>
                  </a:cubicBezTo>
                  <a:cubicBezTo>
                    <a:pt x="2978" y="1780"/>
                    <a:pt x="3041" y="1762"/>
                    <a:pt x="3096" y="1727"/>
                  </a:cubicBezTo>
                  <a:cubicBezTo>
                    <a:pt x="3537" y="1441"/>
                    <a:pt x="4037" y="1227"/>
                    <a:pt x="4549" y="1108"/>
                  </a:cubicBezTo>
                  <a:cubicBezTo>
                    <a:pt x="4704" y="1084"/>
                    <a:pt x="4823" y="953"/>
                    <a:pt x="4823" y="786"/>
                  </a:cubicBezTo>
                  <a:lnTo>
                    <a:pt x="4823" y="322"/>
                  </a:lnTo>
                  <a:cubicBezTo>
                    <a:pt x="4823" y="322"/>
                    <a:pt x="4823" y="310"/>
                    <a:pt x="4835" y="310"/>
                  </a:cubicBezTo>
                  <a:close/>
                  <a:moveTo>
                    <a:pt x="4835" y="0"/>
                  </a:moveTo>
                  <a:cubicBezTo>
                    <a:pt x="4656" y="0"/>
                    <a:pt x="4513" y="143"/>
                    <a:pt x="4513" y="322"/>
                  </a:cubicBezTo>
                  <a:lnTo>
                    <a:pt x="4513" y="786"/>
                  </a:lnTo>
                  <a:cubicBezTo>
                    <a:pt x="4513" y="786"/>
                    <a:pt x="4513" y="798"/>
                    <a:pt x="4489" y="798"/>
                  </a:cubicBezTo>
                  <a:cubicBezTo>
                    <a:pt x="3930" y="917"/>
                    <a:pt x="3406" y="1143"/>
                    <a:pt x="2930" y="1453"/>
                  </a:cubicBezTo>
                  <a:lnTo>
                    <a:pt x="2918" y="1453"/>
                  </a:lnTo>
                  <a:lnTo>
                    <a:pt x="2584" y="1131"/>
                  </a:lnTo>
                  <a:cubicBezTo>
                    <a:pt x="2519" y="1066"/>
                    <a:pt x="2436" y="1033"/>
                    <a:pt x="2351" y="1033"/>
                  </a:cubicBezTo>
                  <a:cubicBezTo>
                    <a:pt x="2266" y="1033"/>
                    <a:pt x="2180" y="1066"/>
                    <a:pt x="2108" y="1131"/>
                  </a:cubicBezTo>
                  <a:lnTo>
                    <a:pt x="1132" y="2108"/>
                  </a:lnTo>
                  <a:cubicBezTo>
                    <a:pt x="1001" y="2251"/>
                    <a:pt x="1001" y="2453"/>
                    <a:pt x="1132" y="2584"/>
                  </a:cubicBezTo>
                  <a:lnTo>
                    <a:pt x="1453" y="2917"/>
                  </a:lnTo>
                  <a:lnTo>
                    <a:pt x="1453" y="2929"/>
                  </a:lnTo>
                  <a:cubicBezTo>
                    <a:pt x="1144" y="3405"/>
                    <a:pt x="941" y="3941"/>
                    <a:pt x="799" y="4489"/>
                  </a:cubicBezTo>
                  <a:cubicBezTo>
                    <a:pt x="799" y="4489"/>
                    <a:pt x="799" y="4513"/>
                    <a:pt x="787" y="4513"/>
                  </a:cubicBezTo>
                  <a:lnTo>
                    <a:pt x="322" y="4513"/>
                  </a:lnTo>
                  <a:cubicBezTo>
                    <a:pt x="144" y="4513"/>
                    <a:pt x="1" y="4656"/>
                    <a:pt x="1" y="4834"/>
                  </a:cubicBezTo>
                  <a:lnTo>
                    <a:pt x="1" y="6215"/>
                  </a:lnTo>
                  <a:cubicBezTo>
                    <a:pt x="1" y="6394"/>
                    <a:pt x="144" y="6549"/>
                    <a:pt x="322" y="6549"/>
                  </a:cubicBezTo>
                  <a:lnTo>
                    <a:pt x="787" y="6549"/>
                  </a:lnTo>
                  <a:cubicBezTo>
                    <a:pt x="787" y="6549"/>
                    <a:pt x="799" y="6549"/>
                    <a:pt x="799" y="6561"/>
                  </a:cubicBezTo>
                  <a:cubicBezTo>
                    <a:pt x="918" y="7132"/>
                    <a:pt x="1144" y="7644"/>
                    <a:pt x="1453" y="8120"/>
                  </a:cubicBezTo>
                  <a:lnTo>
                    <a:pt x="1453" y="8144"/>
                  </a:lnTo>
                  <a:lnTo>
                    <a:pt x="1132" y="8466"/>
                  </a:lnTo>
                  <a:cubicBezTo>
                    <a:pt x="1001" y="8597"/>
                    <a:pt x="1001" y="8811"/>
                    <a:pt x="1132" y="8942"/>
                  </a:cubicBezTo>
                  <a:lnTo>
                    <a:pt x="2108" y="9930"/>
                  </a:lnTo>
                  <a:cubicBezTo>
                    <a:pt x="2180" y="9996"/>
                    <a:pt x="2266" y="10028"/>
                    <a:pt x="2351" y="10028"/>
                  </a:cubicBezTo>
                  <a:cubicBezTo>
                    <a:pt x="2436" y="10028"/>
                    <a:pt x="2519" y="9996"/>
                    <a:pt x="2584" y="9930"/>
                  </a:cubicBezTo>
                  <a:lnTo>
                    <a:pt x="2918" y="9597"/>
                  </a:lnTo>
                  <a:lnTo>
                    <a:pt x="2930" y="9597"/>
                  </a:lnTo>
                  <a:cubicBezTo>
                    <a:pt x="3406" y="9906"/>
                    <a:pt x="3942" y="10121"/>
                    <a:pt x="4489" y="10252"/>
                  </a:cubicBezTo>
                  <a:cubicBezTo>
                    <a:pt x="4489" y="10252"/>
                    <a:pt x="4513" y="10252"/>
                    <a:pt x="4513" y="10263"/>
                  </a:cubicBezTo>
                  <a:lnTo>
                    <a:pt x="4513" y="10728"/>
                  </a:lnTo>
                  <a:cubicBezTo>
                    <a:pt x="4513" y="10906"/>
                    <a:pt x="4656" y="11061"/>
                    <a:pt x="4835" y="11061"/>
                  </a:cubicBezTo>
                  <a:lnTo>
                    <a:pt x="6216" y="11061"/>
                  </a:lnTo>
                  <a:cubicBezTo>
                    <a:pt x="6394" y="11061"/>
                    <a:pt x="6549" y="10906"/>
                    <a:pt x="6549" y="10728"/>
                  </a:cubicBezTo>
                  <a:lnTo>
                    <a:pt x="6549" y="10263"/>
                  </a:lnTo>
                  <a:cubicBezTo>
                    <a:pt x="6549" y="10263"/>
                    <a:pt x="6549" y="10252"/>
                    <a:pt x="6561" y="10252"/>
                  </a:cubicBezTo>
                  <a:cubicBezTo>
                    <a:pt x="7133" y="10132"/>
                    <a:pt x="7645" y="9906"/>
                    <a:pt x="8121" y="9597"/>
                  </a:cubicBezTo>
                  <a:lnTo>
                    <a:pt x="8145" y="9597"/>
                  </a:lnTo>
                  <a:lnTo>
                    <a:pt x="8466" y="9930"/>
                  </a:lnTo>
                  <a:cubicBezTo>
                    <a:pt x="8532" y="9996"/>
                    <a:pt x="8618" y="10028"/>
                    <a:pt x="8704" y="10028"/>
                  </a:cubicBezTo>
                  <a:cubicBezTo>
                    <a:pt x="8791" y="10028"/>
                    <a:pt x="8877" y="9996"/>
                    <a:pt x="8942" y="9930"/>
                  </a:cubicBezTo>
                  <a:lnTo>
                    <a:pt x="9931" y="8942"/>
                  </a:lnTo>
                  <a:cubicBezTo>
                    <a:pt x="10062" y="8811"/>
                    <a:pt x="10062" y="8597"/>
                    <a:pt x="9931" y="8466"/>
                  </a:cubicBezTo>
                  <a:lnTo>
                    <a:pt x="9597" y="8144"/>
                  </a:lnTo>
                  <a:lnTo>
                    <a:pt x="9597" y="8120"/>
                  </a:lnTo>
                  <a:cubicBezTo>
                    <a:pt x="9919" y="7644"/>
                    <a:pt x="10121" y="7108"/>
                    <a:pt x="10252" y="6561"/>
                  </a:cubicBezTo>
                  <a:cubicBezTo>
                    <a:pt x="10252" y="6561"/>
                    <a:pt x="10252" y="6549"/>
                    <a:pt x="10264" y="6549"/>
                  </a:cubicBezTo>
                  <a:lnTo>
                    <a:pt x="10728" y="6549"/>
                  </a:lnTo>
                  <a:cubicBezTo>
                    <a:pt x="10907" y="6549"/>
                    <a:pt x="11062" y="6394"/>
                    <a:pt x="11062" y="6215"/>
                  </a:cubicBezTo>
                  <a:lnTo>
                    <a:pt x="11062" y="4834"/>
                  </a:lnTo>
                  <a:cubicBezTo>
                    <a:pt x="11062" y="4656"/>
                    <a:pt x="10907" y="4513"/>
                    <a:pt x="10728" y="4513"/>
                  </a:cubicBezTo>
                  <a:lnTo>
                    <a:pt x="10264" y="4513"/>
                  </a:lnTo>
                  <a:cubicBezTo>
                    <a:pt x="10264" y="4513"/>
                    <a:pt x="10252" y="4513"/>
                    <a:pt x="10252" y="4489"/>
                  </a:cubicBezTo>
                  <a:cubicBezTo>
                    <a:pt x="10133" y="3929"/>
                    <a:pt x="9907" y="3405"/>
                    <a:pt x="9597" y="2929"/>
                  </a:cubicBezTo>
                  <a:lnTo>
                    <a:pt x="9597" y="2917"/>
                  </a:lnTo>
                  <a:lnTo>
                    <a:pt x="9931" y="2584"/>
                  </a:lnTo>
                  <a:cubicBezTo>
                    <a:pt x="10062" y="2453"/>
                    <a:pt x="10062" y="2239"/>
                    <a:pt x="9931" y="2108"/>
                  </a:cubicBezTo>
                  <a:lnTo>
                    <a:pt x="8942" y="1131"/>
                  </a:lnTo>
                  <a:cubicBezTo>
                    <a:pt x="8877" y="1066"/>
                    <a:pt x="8791" y="1033"/>
                    <a:pt x="8704" y="1033"/>
                  </a:cubicBezTo>
                  <a:cubicBezTo>
                    <a:pt x="8618" y="1033"/>
                    <a:pt x="8532" y="1066"/>
                    <a:pt x="8466" y="1131"/>
                  </a:cubicBezTo>
                  <a:lnTo>
                    <a:pt x="8145" y="1453"/>
                  </a:lnTo>
                  <a:lnTo>
                    <a:pt x="8121" y="1453"/>
                  </a:lnTo>
                  <a:cubicBezTo>
                    <a:pt x="7645" y="1143"/>
                    <a:pt x="7109" y="941"/>
                    <a:pt x="6561" y="798"/>
                  </a:cubicBezTo>
                  <a:cubicBezTo>
                    <a:pt x="6561" y="798"/>
                    <a:pt x="6549" y="798"/>
                    <a:pt x="6549" y="786"/>
                  </a:cubicBezTo>
                  <a:lnTo>
                    <a:pt x="6549" y="322"/>
                  </a:lnTo>
                  <a:cubicBezTo>
                    <a:pt x="6549" y="143"/>
                    <a:pt x="6394" y="0"/>
                    <a:pt x="621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0" name="Google Shape;3090;p55"/>
            <p:cNvSpPr/>
            <p:nvPr/>
          </p:nvSpPr>
          <p:spPr>
            <a:xfrm>
              <a:off x="1885146" y="1578204"/>
              <a:ext cx="182322" cy="180603"/>
            </a:xfrm>
            <a:custGeom>
              <a:rect b="b" l="l" r="r" t="t"/>
              <a:pathLst>
                <a:path extrusionOk="0" h="5674" w="5728">
                  <a:moveTo>
                    <a:pt x="3502" y="0"/>
                  </a:moveTo>
                  <a:cubicBezTo>
                    <a:pt x="3438" y="0"/>
                    <a:pt x="3374" y="2"/>
                    <a:pt x="3311" y="6"/>
                  </a:cubicBezTo>
                  <a:cubicBezTo>
                    <a:pt x="2453" y="53"/>
                    <a:pt x="1644" y="411"/>
                    <a:pt x="1048" y="1018"/>
                  </a:cubicBezTo>
                  <a:cubicBezTo>
                    <a:pt x="441" y="1625"/>
                    <a:pt x="84" y="2435"/>
                    <a:pt x="36" y="3280"/>
                  </a:cubicBezTo>
                  <a:cubicBezTo>
                    <a:pt x="1" y="4125"/>
                    <a:pt x="263" y="4959"/>
                    <a:pt x="798" y="5614"/>
                  </a:cubicBezTo>
                  <a:cubicBezTo>
                    <a:pt x="834" y="5661"/>
                    <a:pt x="870" y="5673"/>
                    <a:pt x="917" y="5673"/>
                  </a:cubicBezTo>
                  <a:cubicBezTo>
                    <a:pt x="953" y="5673"/>
                    <a:pt x="989" y="5661"/>
                    <a:pt x="1025" y="5649"/>
                  </a:cubicBezTo>
                  <a:cubicBezTo>
                    <a:pt x="1096" y="5590"/>
                    <a:pt x="1096" y="5483"/>
                    <a:pt x="1048" y="5423"/>
                  </a:cubicBezTo>
                  <a:cubicBezTo>
                    <a:pt x="572" y="4828"/>
                    <a:pt x="322" y="4066"/>
                    <a:pt x="370" y="3304"/>
                  </a:cubicBezTo>
                  <a:cubicBezTo>
                    <a:pt x="417" y="2530"/>
                    <a:pt x="727" y="1804"/>
                    <a:pt x="1275" y="1256"/>
                  </a:cubicBezTo>
                  <a:cubicBezTo>
                    <a:pt x="1822" y="708"/>
                    <a:pt x="2560" y="375"/>
                    <a:pt x="3334" y="351"/>
                  </a:cubicBezTo>
                  <a:cubicBezTo>
                    <a:pt x="3397" y="347"/>
                    <a:pt x="3459" y="345"/>
                    <a:pt x="3521" y="345"/>
                  </a:cubicBezTo>
                  <a:cubicBezTo>
                    <a:pt x="4227" y="345"/>
                    <a:pt x="4895" y="592"/>
                    <a:pt x="5442" y="1030"/>
                  </a:cubicBezTo>
                  <a:cubicBezTo>
                    <a:pt x="5473" y="1055"/>
                    <a:pt x="5510" y="1068"/>
                    <a:pt x="5547" y="1068"/>
                  </a:cubicBezTo>
                  <a:cubicBezTo>
                    <a:pt x="5595" y="1068"/>
                    <a:pt x="5641" y="1046"/>
                    <a:pt x="5668" y="1006"/>
                  </a:cubicBezTo>
                  <a:cubicBezTo>
                    <a:pt x="5727" y="911"/>
                    <a:pt x="5716" y="815"/>
                    <a:pt x="5656" y="768"/>
                  </a:cubicBezTo>
                  <a:cubicBezTo>
                    <a:pt x="5050" y="272"/>
                    <a:pt x="4291" y="0"/>
                    <a:pt x="350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1" name="Google Shape;3091;p55"/>
            <p:cNvSpPr/>
            <p:nvPr/>
          </p:nvSpPr>
          <p:spPr>
            <a:xfrm>
              <a:off x="1923820" y="1610193"/>
              <a:ext cx="183054" cy="186874"/>
            </a:xfrm>
            <a:custGeom>
              <a:rect b="b" l="l" r="r" t="t"/>
              <a:pathLst>
                <a:path extrusionOk="0" h="5871" w="5751">
                  <a:moveTo>
                    <a:pt x="3310" y="358"/>
                  </a:moveTo>
                  <a:lnTo>
                    <a:pt x="3310" y="1025"/>
                  </a:lnTo>
                  <a:cubicBezTo>
                    <a:pt x="3310" y="1132"/>
                    <a:pt x="3274" y="1251"/>
                    <a:pt x="3227" y="1334"/>
                  </a:cubicBezTo>
                  <a:lnTo>
                    <a:pt x="3155" y="1501"/>
                  </a:lnTo>
                  <a:cubicBezTo>
                    <a:pt x="3143" y="1525"/>
                    <a:pt x="3143" y="1549"/>
                    <a:pt x="3143" y="1573"/>
                  </a:cubicBezTo>
                  <a:lnTo>
                    <a:pt x="3143" y="1918"/>
                  </a:lnTo>
                  <a:cubicBezTo>
                    <a:pt x="3143" y="2156"/>
                    <a:pt x="3048" y="2382"/>
                    <a:pt x="2869" y="2549"/>
                  </a:cubicBezTo>
                  <a:cubicBezTo>
                    <a:pt x="2691" y="2704"/>
                    <a:pt x="2477" y="2799"/>
                    <a:pt x="2226" y="2799"/>
                  </a:cubicBezTo>
                  <a:cubicBezTo>
                    <a:pt x="1774" y="2787"/>
                    <a:pt x="1381" y="2370"/>
                    <a:pt x="1381" y="1870"/>
                  </a:cubicBezTo>
                  <a:lnTo>
                    <a:pt x="1381" y="1573"/>
                  </a:lnTo>
                  <a:cubicBezTo>
                    <a:pt x="1381" y="1549"/>
                    <a:pt x="1381" y="1525"/>
                    <a:pt x="1369" y="1501"/>
                  </a:cubicBezTo>
                  <a:lnTo>
                    <a:pt x="1262" y="1311"/>
                  </a:lnTo>
                  <a:cubicBezTo>
                    <a:pt x="1238" y="1227"/>
                    <a:pt x="1203" y="1156"/>
                    <a:pt x="1203" y="1072"/>
                  </a:cubicBezTo>
                  <a:lnTo>
                    <a:pt x="1203" y="1049"/>
                  </a:lnTo>
                  <a:cubicBezTo>
                    <a:pt x="1203" y="668"/>
                    <a:pt x="1524" y="358"/>
                    <a:pt x="1905" y="358"/>
                  </a:cubicBezTo>
                  <a:close/>
                  <a:moveTo>
                    <a:pt x="1905" y="3049"/>
                  </a:moveTo>
                  <a:cubicBezTo>
                    <a:pt x="2012" y="3085"/>
                    <a:pt x="2119" y="3108"/>
                    <a:pt x="2238" y="3108"/>
                  </a:cubicBezTo>
                  <a:lnTo>
                    <a:pt x="2274" y="3108"/>
                  </a:lnTo>
                  <a:cubicBezTo>
                    <a:pt x="2393" y="3108"/>
                    <a:pt x="2512" y="3097"/>
                    <a:pt x="2631" y="3049"/>
                  </a:cubicBezTo>
                  <a:lnTo>
                    <a:pt x="2631" y="3049"/>
                  </a:lnTo>
                  <a:cubicBezTo>
                    <a:pt x="2619" y="3108"/>
                    <a:pt x="2631" y="3156"/>
                    <a:pt x="2655" y="3204"/>
                  </a:cubicBezTo>
                  <a:lnTo>
                    <a:pt x="2512" y="3335"/>
                  </a:lnTo>
                  <a:cubicBezTo>
                    <a:pt x="2441" y="3406"/>
                    <a:pt x="2357" y="3442"/>
                    <a:pt x="2262" y="3442"/>
                  </a:cubicBezTo>
                  <a:cubicBezTo>
                    <a:pt x="2179" y="3442"/>
                    <a:pt x="2084" y="3406"/>
                    <a:pt x="2012" y="3335"/>
                  </a:cubicBezTo>
                  <a:lnTo>
                    <a:pt x="1881" y="3204"/>
                  </a:lnTo>
                  <a:cubicBezTo>
                    <a:pt x="1893" y="3156"/>
                    <a:pt x="1905" y="3108"/>
                    <a:pt x="1905" y="3049"/>
                  </a:cubicBezTo>
                  <a:close/>
                  <a:moveTo>
                    <a:pt x="2810" y="3466"/>
                  </a:moveTo>
                  <a:cubicBezTo>
                    <a:pt x="2858" y="3501"/>
                    <a:pt x="2905" y="3513"/>
                    <a:pt x="2941" y="3525"/>
                  </a:cubicBezTo>
                  <a:lnTo>
                    <a:pt x="3524" y="3692"/>
                  </a:lnTo>
                  <a:cubicBezTo>
                    <a:pt x="3679" y="3739"/>
                    <a:pt x="3774" y="3870"/>
                    <a:pt x="3774" y="4037"/>
                  </a:cubicBezTo>
                  <a:lnTo>
                    <a:pt x="3774" y="5132"/>
                  </a:lnTo>
                  <a:lnTo>
                    <a:pt x="3822" y="5132"/>
                  </a:lnTo>
                  <a:cubicBezTo>
                    <a:pt x="3703" y="5204"/>
                    <a:pt x="3584" y="5263"/>
                    <a:pt x="3453" y="5311"/>
                  </a:cubicBezTo>
                  <a:lnTo>
                    <a:pt x="3453" y="4335"/>
                  </a:lnTo>
                  <a:cubicBezTo>
                    <a:pt x="3453" y="4240"/>
                    <a:pt x="3381" y="4168"/>
                    <a:pt x="3286" y="4168"/>
                  </a:cubicBezTo>
                  <a:cubicBezTo>
                    <a:pt x="3203" y="4168"/>
                    <a:pt x="3119" y="4240"/>
                    <a:pt x="3119" y="4335"/>
                  </a:cubicBezTo>
                  <a:lnTo>
                    <a:pt x="3119" y="5430"/>
                  </a:lnTo>
                  <a:cubicBezTo>
                    <a:pt x="2881" y="5502"/>
                    <a:pt x="2655" y="5537"/>
                    <a:pt x="2405" y="5549"/>
                  </a:cubicBezTo>
                  <a:lnTo>
                    <a:pt x="2262" y="5549"/>
                  </a:lnTo>
                  <a:cubicBezTo>
                    <a:pt x="1965" y="5549"/>
                    <a:pt x="1667" y="5502"/>
                    <a:pt x="1381" y="5430"/>
                  </a:cubicBezTo>
                  <a:lnTo>
                    <a:pt x="1381" y="4335"/>
                  </a:lnTo>
                  <a:cubicBezTo>
                    <a:pt x="1381" y="4240"/>
                    <a:pt x="1310" y="4168"/>
                    <a:pt x="1214" y="4168"/>
                  </a:cubicBezTo>
                  <a:cubicBezTo>
                    <a:pt x="1131" y="4168"/>
                    <a:pt x="1060" y="4240"/>
                    <a:pt x="1060" y="4335"/>
                  </a:cubicBezTo>
                  <a:lnTo>
                    <a:pt x="1060" y="5311"/>
                  </a:lnTo>
                  <a:cubicBezTo>
                    <a:pt x="941" y="5252"/>
                    <a:pt x="798" y="5192"/>
                    <a:pt x="679" y="5132"/>
                  </a:cubicBezTo>
                  <a:lnTo>
                    <a:pt x="679" y="4037"/>
                  </a:lnTo>
                  <a:cubicBezTo>
                    <a:pt x="679" y="3870"/>
                    <a:pt x="786" y="3739"/>
                    <a:pt x="941" y="3692"/>
                  </a:cubicBezTo>
                  <a:lnTo>
                    <a:pt x="1512" y="3525"/>
                  </a:lnTo>
                  <a:cubicBezTo>
                    <a:pt x="1560" y="3513"/>
                    <a:pt x="1619" y="3501"/>
                    <a:pt x="1655" y="3466"/>
                  </a:cubicBezTo>
                  <a:lnTo>
                    <a:pt x="1750" y="3573"/>
                  </a:lnTo>
                  <a:cubicBezTo>
                    <a:pt x="1893" y="3704"/>
                    <a:pt x="2072" y="3763"/>
                    <a:pt x="2226" y="3763"/>
                  </a:cubicBezTo>
                  <a:cubicBezTo>
                    <a:pt x="2405" y="3763"/>
                    <a:pt x="2572" y="3704"/>
                    <a:pt x="2703" y="3573"/>
                  </a:cubicBezTo>
                  <a:lnTo>
                    <a:pt x="2810" y="3466"/>
                  </a:lnTo>
                  <a:close/>
                  <a:moveTo>
                    <a:pt x="1893" y="1"/>
                  </a:moveTo>
                  <a:cubicBezTo>
                    <a:pt x="1322" y="1"/>
                    <a:pt x="869" y="465"/>
                    <a:pt x="869" y="1025"/>
                  </a:cubicBezTo>
                  <a:lnTo>
                    <a:pt x="869" y="1037"/>
                  </a:lnTo>
                  <a:cubicBezTo>
                    <a:pt x="869" y="1168"/>
                    <a:pt x="893" y="1311"/>
                    <a:pt x="953" y="1430"/>
                  </a:cubicBezTo>
                  <a:lnTo>
                    <a:pt x="1048" y="1596"/>
                  </a:lnTo>
                  <a:lnTo>
                    <a:pt x="1048" y="1858"/>
                  </a:lnTo>
                  <a:cubicBezTo>
                    <a:pt x="1048" y="2275"/>
                    <a:pt x="1250" y="2644"/>
                    <a:pt x="1560" y="2882"/>
                  </a:cubicBezTo>
                  <a:lnTo>
                    <a:pt x="1560" y="3037"/>
                  </a:lnTo>
                  <a:cubicBezTo>
                    <a:pt x="1560" y="3108"/>
                    <a:pt x="1500" y="3180"/>
                    <a:pt x="1429" y="3216"/>
                  </a:cubicBezTo>
                  <a:lnTo>
                    <a:pt x="845" y="3382"/>
                  </a:lnTo>
                  <a:cubicBezTo>
                    <a:pt x="548" y="3466"/>
                    <a:pt x="357" y="3739"/>
                    <a:pt x="357" y="4037"/>
                  </a:cubicBezTo>
                  <a:lnTo>
                    <a:pt x="357" y="4906"/>
                  </a:lnTo>
                  <a:cubicBezTo>
                    <a:pt x="333" y="4894"/>
                    <a:pt x="310" y="4859"/>
                    <a:pt x="286" y="4847"/>
                  </a:cubicBezTo>
                  <a:cubicBezTo>
                    <a:pt x="256" y="4822"/>
                    <a:pt x="220" y="4810"/>
                    <a:pt x="185" y="4810"/>
                  </a:cubicBezTo>
                  <a:cubicBezTo>
                    <a:pt x="135" y="4810"/>
                    <a:pt x="87" y="4834"/>
                    <a:pt x="60" y="4882"/>
                  </a:cubicBezTo>
                  <a:cubicBezTo>
                    <a:pt x="0" y="4954"/>
                    <a:pt x="12" y="5061"/>
                    <a:pt x="95" y="5097"/>
                  </a:cubicBezTo>
                  <a:cubicBezTo>
                    <a:pt x="702" y="5597"/>
                    <a:pt x="1476" y="5871"/>
                    <a:pt x="2262" y="5871"/>
                  </a:cubicBezTo>
                  <a:lnTo>
                    <a:pt x="2429" y="5871"/>
                  </a:lnTo>
                  <a:cubicBezTo>
                    <a:pt x="3286" y="5835"/>
                    <a:pt x="4096" y="5478"/>
                    <a:pt x="4691" y="4859"/>
                  </a:cubicBezTo>
                  <a:cubicBezTo>
                    <a:pt x="5298" y="4251"/>
                    <a:pt x="5655" y="3454"/>
                    <a:pt x="5703" y="2596"/>
                  </a:cubicBezTo>
                  <a:cubicBezTo>
                    <a:pt x="5751" y="1751"/>
                    <a:pt x="5477" y="918"/>
                    <a:pt x="4941" y="263"/>
                  </a:cubicBezTo>
                  <a:cubicBezTo>
                    <a:pt x="4908" y="223"/>
                    <a:pt x="4861" y="206"/>
                    <a:pt x="4815" y="206"/>
                  </a:cubicBezTo>
                  <a:cubicBezTo>
                    <a:pt x="4778" y="206"/>
                    <a:pt x="4742" y="218"/>
                    <a:pt x="4715" y="239"/>
                  </a:cubicBezTo>
                  <a:cubicBezTo>
                    <a:pt x="4643" y="299"/>
                    <a:pt x="4643" y="406"/>
                    <a:pt x="4691" y="465"/>
                  </a:cubicBezTo>
                  <a:cubicBezTo>
                    <a:pt x="5167" y="1061"/>
                    <a:pt x="5417" y="1811"/>
                    <a:pt x="5370" y="2573"/>
                  </a:cubicBezTo>
                  <a:cubicBezTo>
                    <a:pt x="5334" y="3347"/>
                    <a:pt x="5013" y="4073"/>
                    <a:pt x="4465" y="4632"/>
                  </a:cubicBezTo>
                  <a:cubicBezTo>
                    <a:pt x="4358" y="4728"/>
                    <a:pt x="4262" y="4823"/>
                    <a:pt x="4155" y="4906"/>
                  </a:cubicBezTo>
                  <a:lnTo>
                    <a:pt x="4155" y="4037"/>
                  </a:lnTo>
                  <a:cubicBezTo>
                    <a:pt x="4155" y="3739"/>
                    <a:pt x="3941" y="3466"/>
                    <a:pt x="3667" y="3382"/>
                  </a:cubicBezTo>
                  <a:lnTo>
                    <a:pt x="3084" y="3216"/>
                  </a:lnTo>
                  <a:cubicBezTo>
                    <a:pt x="3012" y="3180"/>
                    <a:pt x="2953" y="3120"/>
                    <a:pt x="2953" y="3037"/>
                  </a:cubicBezTo>
                  <a:lnTo>
                    <a:pt x="2953" y="2906"/>
                  </a:lnTo>
                  <a:cubicBezTo>
                    <a:pt x="3012" y="2858"/>
                    <a:pt x="3048" y="2823"/>
                    <a:pt x="3096" y="2763"/>
                  </a:cubicBezTo>
                  <a:cubicBezTo>
                    <a:pt x="3334" y="2549"/>
                    <a:pt x="3453" y="2227"/>
                    <a:pt x="3453" y="1906"/>
                  </a:cubicBezTo>
                  <a:lnTo>
                    <a:pt x="3453" y="1596"/>
                  </a:lnTo>
                  <a:lnTo>
                    <a:pt x="3512" y="1453"/>
                  </a:lnTo>
                  <a:cubicBezTo>
                    <a:pt x="3584" y="1311"/>
                    <a:pt x="3620" y="1156"/>
                    <a:pt x="3620" y="1001"/>
                  </a:cubicBezTo>
                  <a:lnTo>
                    <a:pt x="3620" y="168"/>
                  </a:lnTo>
                  <a:cubicBezTo>
                    <a:pt x="3620" y="72"/>
                    <a:pt x="3548" y="1"/>
                    <a:pt x="345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2" name="Google Shape;3092;p55"/>
            <p:cNvSpPr/>
            <p:nvPr/>
          </p:nvSpPr>
          <p:spPr>
            <a:xfrm>
              <a:off x="1974207" y="1638617"/>
              <a:ext cx="43989" cy="15597"/>
            </a:xfrm>
            <a:custGeom>
              <a:rect b="b" l="l" r="r" t="t"/>
              <a:pathLst>
                <a:path extrusionOk="0" h="490" w="1382">
                  <a:moveTo>
                    <a:pt x="155" y="1"/>
                  </a:moveTo>
                  <a:cubicBezTo>
                    <a:pt x="72" y="1"/>
                    <a:pt x="1" y="72"/>
                    <a:pt x="1" y="168"/>
                  </a:cubicBezTo>
                  <a:cubicBezTo>
                    <a:pt x="1" y="251"/>
                    <a:pt x="72" y="322"/>
                    <a:pt x="155" y="322"/>
                  </a:cubicBezTo>
                  <a:cubicBezTo>
                    <a:pt x="334" y="322"/>
                    <a:pt x="870" y="358"/>
                    <a:pt x="1132" y="477"/>
                  </a:cubicBezTo>
                  <a:cubicBezTo>
                    <a:pt x="1155" y="489"/>
                    <a:pt x="1167" y="489"/>
                    <a:pt x="1203" y="489"/>
                  </a:cubicBezTo>
                  <a:cubicBezTo>
                    <a:pt x="1263" y="489"/>
                    <a:pt x="1322" y="465"/>
                    <a:pt x="1346" y="406"/>
                  </a:cubicBezTo>
                  <a:cubicBezTo>
                    <a:pt x="1382" y="322"/>
                    <a:pt x="1346" y="227"/>
                    <a:pt x="1275" y="191"/>
                  </a:cubicBezTo>
                  <a:cubicBezTo>
                    <a:pt x="905" y="1"/>
                    <a:pt x="191" y="1"/>
                    <a:pt x="1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93" name="Google Shape;3093;p55"/>
          <p:cNvGrpSpPr/>
          <p:nvPr/>
        </p:nvGrpSpPr>
        <p:grpSpPr>
          <a:xfrm>
            <a:off x="5791357" y="3407943"/>
            <a:ext cx="352840" cy="354717"/>
            <a:chOff x="3095745" y="3805393"/>
            <a:chExt cx="352840" cy="354717"/>
          </a:xfrm>
        </p:grpSpPr>
        <p:sp>
          <p:nvSpPr>
            <p:cNvPr id="3094" name="Google Shape;3094;p55"/>
            <p:cNvSpPr/>
            <p:nvPr/>
          </p:nvSpPr>
          <p:spPr>
            <a:xfrm>
              <a:off x="3095745" y="3805393"/>
              <a:ext cx="272093" cy="271711"/>
            </a:xfrm>
            <a:custGeom>
              <a:rect b="b" l="l" r="r" t="t"/>
              <a:pathLst>
                <a:path extrusionOk="0" h="8537" w="8549">
                  <a:moveTo>
                    <a:pt x="4025" y="0"/>
                  </a:moveTo>
                  <a:cubicBezTo>
                    <a:pt x="3763" y="0"/>
                    <a:pt x="3525" y="179"/>
                    <a:pt x="3489" y="441"/>
                  </a:cubicBezTo>
                  <a:lnTo>
                    <a:pt x="3322" y="1262"/>
                  </a:lnTo>
                  <a:cubicBezTo>
                    <a:pt x="3155" y="1322"/>
                    <a:pt x="2977" y="1381"/>
                    <a:pt x="2834" y="1465"/>
                  </a:cubicBezTo>
                  <a:lnTo>
                    <a:pt x="2132" y="1012"/>
                  </a:lnTo>
                  <a:cubicBezTo>
                    <a:pt x="2036" y="947"/>
                    <a:pt x="1929" y="915"/>
                    <a:pt x="1825" y="915"/>
                  </a:cubicBezTo>
                  <a:cubicBezTo>
                    <a:pt x="1683" y="915"/>
                    <a:pt x="1544" y="974"/>
                    <a:pt x="1441" y="1084"/>
                  </a:cubicBezTo>
                  <a:lnTo>
                    <a:pt x="1084" y="1441"/>
                  </a:lnTo>
                  <a:cubicBezTo>
                    <a:pt x="905" y="1619"/>
                    <a:pt x="881" y="1917"/>
                    <a:pt x="1012" y="2119"/>
                  </a:cubicBezTo>
                  <a:lnTo>
                    <a:pt x="1477" y="2822"/>
                  </a:lnTo>
                  <a:cubicBezTo>
                    <a:pt x="1381" y="2989"/>
                    <a:pt x="1322" y="3155"/>
                    <a:pt x="1262" y="3310"/>
                  </a:cubicBezTo>
                  <a:lnTo>
                    <a:pt x="453" y="3477"/>
                  </a:lnTo>
                  <a:cubicBezTo>
                    <a:pt x="191" y="3524"/>
                    <a:pt x="0" y="3763"/>
                    <a:pt x="0" y="4013"/>
                  </a:cubicBezTo>
                  <a:lnTo>
                    <a:pt x="0" y="4525"/>
                  </a:lnTo>
                  <a:cubicBezTo>
                    <a:pt x="0" y="4775"/>
                    <a:pt x="179" y="5013"/>
                    <a:pt x="453" y="5060"/>
                  </a:cubicBezTo>
                  <a:lnTo>
                    <a:pt x="1262" y="5215"/>
                  </a:lnTo>
                  <a:cubicBezTo>
                    <a:pt x="1322" y="5382"/>
                    <a:pt x="1381" y="5560"/>
                    <a:pt x="1477" y="5715"/>
                  </a:cubicBezTo>
                  <a:lnTo>
                    <a:pt x="1012" y="6406"/>
                  </a:lnTo>
                  <a:cubicBezTo>
                    <a:pt x="869" y="6632"/>
                    <a:pt x="893" y="6918"/>
                    <a:pt x="1084" y="7096"/>
                  </a:cubicBezTo>
                  <a:lnTo>
                    <a:pt x="1441" y="7453"/>
                  </a:lnTo>
                  <a:cubicBezTo>
                    <a:pt x="1544" y="7557"/>
                    <a:pt x="1687" y="7608"/>
                    <a:pt x="1830" y="7608"/>
                  </a:cubicBezTo>
                  <a:cubicBezTo>
                    <a:pt x="1935" y="7608"/>
                    <a:pt x="2041" y="7580"/>
                    <a:pt x="2132" y="7525"/>
                  </a:cubicBezTo>
                  <a:lnTo>
                    <a:pt x="2834" y="7061"/>
                  </a:lnTo>
                  <a:cubicBezTo>
                    <a:pt x="2989" y="7156"/>
                    <a:pt x="3155" y="7215"/>
                    <a:pt x="3322" y="7275"/>
                  </a:cubicBezTo>
                  <a:lnTo>
                    <a:pt x="3489" y="8096"/>
                  </a:lnTo>
                  <a:cubicBezTo>
                    <a:pt x="3525" y="8346"/>
                    <a:pt x="3763" y="8537"/>
                    <a:pt x="4025" y="8537"/>
                  </a:cubicBezTo>
                  <a:lnTo>
                    <a:pt x="4525" y="8537"/>
                  </a:lnTo>
                  <a:cubicBezTo>
                    <a:pt x="4775" y="8537"/>
                    <a:pt x="5013" y="8358"/>
                    <a:pt x="5060" y="8096"/>
                  </a:cubicBezTo>
                  <a:lnTo>
                    <a:pt x="5227" y="7275"/>
                  </a:lnTo>
                  <a:cubicBezTo>
                    <a:pt x="5358" y="7227"/>
                    <a:pt x="5489" y="7180"/>
                    <a:pt x="5632" y="7120"/>
                  </a:cubicBezTo>
                  <a:cubicBezTo>
                    <a:pt x="5692" y="7084"/>
                    <a:pt x="5727" y="6977"/>
                    <a:pt x="5692" y="6894"/>
                  </a:cubicBezTo>
                  <a:cubicBezTo>
                    <a:pt x="5655" y="6821"/>
                    <a:pt x="5584" y="6790"/>
                    <a:pt x="5515" y="6790"/>
                  </a:cubicBezTo>
                  <a:cubicBezTo>
                    <a:pt x="5494" y="6790"/>
                    <a:pt x="5473" y="6793"/>
                    <a:pt x="5453" y="6799"/>
                  </a:cubicBezTo>
                  <a:cubicBezTo>
                    <a:pt x="5299" y="6870"/>
                    <a:pt x="5156" y="6918"/>
                    <a:pt x="5001" y="6965"/>
                  </a:cubicBezTo>
                  <a:cubicBezTo>
                    <a:pt x="4941" y="6977"/>
                    <a:pt x="4882" y="7037"/>
                    <a:pt x="4882" y="7096"/>
                  </a:cubicBezTo>
                  <a:lnTo>
                    <a:pt x="4703" y="8025"/>
                  </a:lnTo>
                  <a:cubicBezTo>
                    <a:pt x="4691" y="8108"/>
                    <a:pt x="4596" y="8180"/>
                    <a:pt x="4513" y="8180"/>
                  </a:cubicBezTo>
                  <a:lnTo>
                    <a:pt x="4001" y="8180"/>
                  </a:lnTo>
                  <a:cubicBezTo>
                    <a:pt x="3917" y="8180"/>
                    <a:pt x="3822" y="8120"/>
                    <a:pt x="3810" y="8025"/>
                  </a:cubicBezTo>
                  <a:lnTo>
                    <a:pt x="3632" y="7096"/>
                  </a:lnTo>
                  <a:cubicBezTo>
                    <a:pt x="3620" y="7037"/>
                    <a:pt x="3572" y="6977"/>
                    <a:pt x="3513" y="6965"/>
                  </a:cubicBezTo>
                  <a:cubicBezTo>
                    <a:pt x="3310" y="6906"/>
                    <a:pt x="3096" y="6811"/>
                    <a:pt x="2905" y="6703"/>
                  </a:cubicBezTo>
                  <a:cubicBezTo>
                    <a:pt x="2876" y="6691"/>
                    <a:pt x="2843" y="6686"/>
                    <a:pt x="2812" y="6686"/>
                  </a:cubicBezTo>
                  <a:cubicBezTo>
                    <a:pt x="2780" y="6686"/>
                    <a:pt x="2751" y="6691"/>
                    <a:pt x="2727" y="6703"/>
                  </a:cubicBezTo>
                  <a:lnTo>
                    <a:pt x="1941" y="7227"/>
                  </a:lnTo>
                  <a:cubicBezTo>
                    <a:pt x="1904" y="7249"/>
                    <a:pt x="1864" y="7260"/>
                    <a:pt x="1824" y="7260"/>
                  </a:cubicBezTo>
                  <a:cubicBezTo>
                    <a:pt x="1774" y="7260"/>
                    <a:pt x="1725" y="7243"/>
                    <a:pt x="1679" y="7203"/>
                  </a:cubicBezTo>
                  <a:lnTo>
                    <a:pt x="1322" y="6846"/>
                  </a:lnTo>
                  <a:cubicBezTo>
                    <a:pt x="1262" y="6787"/>
                    <a:pt x="1250" y="6680"/>
                    <a:pt x="1298" y="6584"/>
                  </a:cubicBezTo>
                  <a:lnTo>
                    <a:pt x="1822" y="5799"/>
                  </a:lnTo>
                  <a:cubicBezTo>
                    <a:pt x="1846" y="5739"/>
                    <a:pt x="1858" y="5679"/>
                    <a:pt x="1822" y="5620"/>
                  </a:cubicBezTo>
                  <a:cubicBezTo>
                    <a:pt x="1715" y="5429"/>
                    <a:pt x="1620" y="5215"/>
                    <a:pt x="1560" y="5013"/>
                  </a:cubicBezTo>
                  <a:cubicBezTo>
                    <a:pt x="1548" y="4953"/>
                    <a:pt x="1489" y="4894"/>
                    <a:pt x="1429" y="4894"/>
                  </a:cubicBezTo>
                  <a:lnTo>
                    <a:pt x="512" y="4715"/>
                  </a:lnTo>
                  <a:cubicBezTo>
                    <a:pt x="417" y="4703"/>
                    <a:pt x="346" y="4608"/>
                    <a:pt x="346" y="4525"/>
                  </a:cubicBezTo>
                  <a:lnTo>
                    <a:pt x="346" y="4013"/>
                  </a:lnTo>
                  <a:cubicBezTo>
                    <a:pt x="346" y="3929"/>
                    <a:pt x="405" y="3834"/>
                    <a:pt x="512" y="3822"/>
                  </a:cubicBezTo>
                  <a:lnTo>
                    <a:pt x="1429" y="3643"/>
                  </a:lnTo>
                  <a:cubicBezTo>
                    <a:pt x="1489" y="3632"/>
                    <a:pt x="1548" y="3584"/>
                    <a:pt x="1560" y="3524"/>
                  </a:cubicBezTo>
                  <a:cubicBezTo>
                    <a:pt x="1620" y="3322"/>
                    <a:pt x="1715" y="3108"/>
                    <a:pt x="1822" y="2917"/>
                  </a:cubicBezTo>
                  <a:cubicBezTo>
                    <a:pt x="1846" y="2858"/>
                    <a:pt x="1846" y="2786"/>
                    <a:pt x="1822" y="2739"/>
                  </a:cubicBezTo>
                  <a:lnTo>
                    <a:pt x="1298" y="1941"/>
                  </a:lnTo>
                  <a:cubicBezTo>
                    <a:pt x="1250" y="1869"/>
                    <a:pt x="1250" y="1762"/>
                    <a:pt x="1322" y="1691"/>
                  </a:cubicBezTo>
                  <a:lnTo>
                    <a:pt x="1679" y="1334"/>
                  </a:lnTo>
                  <a:cubicBezTo>
                    <a:pt x="1714" y="1299"/>
                    <a:pt x="1765" y="1280"/>
                    <a:pt x="1820" y="1280"/>
                  </a:cubicBezTo>
                  <a:cubicBezTo>
                    <a:pt x="1859" y="1280"/>
                    <a:pt x="1901" y="1290"/>
                    <a:pt x="1941" y="1310"/>
                  </a:cubicBezTo>
                  <a:lnTo>
                    <a:pt x="2727" y="1822"/>
                  </a:lnTo>
                  <a:cubicBezTo>
                    <a:pt x="2759" y="1841"/>
                    <a:pt x="2791" y="1853"/>
                    <a:pt x="2822" y="1853"/>
                  </a:cubicBezTo>
                  <a:cubicBezTo>
                    <a:pt x="2850" y="1853"/>
                    <a:pt x="2878" y="1844"/>
                    <a:pt x="2905" y="1822"/>
                  </a:cubicBezTo>
                  <a:cubicBezTo>
                    <a:pt x="3096" y="1727"/>
                    <a:pt x="3310" y="1631"/>
                    <a:pt x="3513" y="1572"/>
                  </a:cubicBezTo>
                  <a:cubicBezTo>
                    <a:pt x="3572" y="1560"/>
                    <a:pt x="3632" y="1500"/>
                    <a:pt x="3632" y="1441"/>
                  </a:cubicBezTo>
                  <a:lnTo>
                    <a:pt x="3810" y="512"/>
                  </a:lnTo>
                  <a:cubicBezTo>
                    <a:pt x="3822" y="429"/>
                    <a:pt x="3917" y="357"/>
                    <a:pt x="4001" y="357"/>
                  </a:cubicBezTo>
                  <a:lnTo>
                    <a:pt x="4513" y="357"/>
                  </a:lnTo>
                  <a:cubicBezTo>
                    <a:pt x="4596" y="357"/>
                    <a:pt x="4691" y="417"/>
                    <a:pt x="4703" y="512"/>
                  </a:cubicBezTo>
                  <a:lnTo>
                    <a:pt x="4882" y="1441"/>
                  </a:lnTo>
                  <a:cubicBezTo>
                    <a:pt x="4894" y="1500"/>
                    <a:pt x="4941" y="1560"/>
                    <a:pt x="5001" y="1572"/>
                  </a:cubicBezTo>
                  <a:cubicBezTo>
                    <a:pt x="5215" y="1631"/>
                    <a:pt x="5418" y="1727"/>
                    <a:pt x="5608" y="1822"/>
                  </a:cubicBezTo>
                  <a:cubicBezTo>
                    <a:pt x="5638" y="1840"/>
                    <a:pt x="5674" y="1849"/>
                    <a:pt x="5706" y="1849"/>
                  </a:cubicBezTo>
                  <a:cubicBezTo>
                    <a:pt x="5739" y="1849"/>
                    <a:pt x="5769" y="1840"/>
                    <a:pt x="5787" y="1822"/>
                  </a:cubicBezTo>
                  <a:lnTo>
                    <a:pt x="6584" y="1310"/>
                  </a:lnTo>
                  <a:cubicBezTo>
                    <a:pt x="6617" y="1288"/>
                    <a:pt x="6656" y="1277"/>
                    <a:pt x="6696" y="1277"/>
                  </a:cubicBezTo>
                  <a:cubicBezTo>
                    <a:pt x="6745" y="1277"/>
                    <a:pt x="6795" y="1294"/>
                    <a:pt x="6835" y="1334"/>
                  </a:cubicBezTo>
                  <a:lnTo>
                    <a:pt x="7192" y="1691"/>
                  </a:lnTo>
                  <a:cubicBezTo>
                    <a:pt x="7251" y="1750"/>
                    <a:pt x="7263" y="1858"/>
                    <a:pt x="7216" y="1941"/>
                  </a:cubicBezTo>
                  <a:lnTo>
                    <a:pt x="6704" y="2739"/>
                  </a:lnTo>
                  <a:cubicBezTo>
                    <a:pt x="6668" y="2798"/>
                    <a:pt x="6656" y="2858"/>
                    <a:pt x="6704" y="2917"/>
                  </a:cubicBezTo>
                  <a:cubicBezTo>
                    <a:pt x="6799" y="3108"/>
                    <a:pt x="6894" y="3322"/>
                    <a:pt x="6954" y="3524"/>
                  </a:cubicBezTo>
                  <a:cubicBezTo>
                    <a:pt x="6965" y="3584"/>
                    <a:pt x="7025" y="3643"/>
                    <a:pt x="7085" y="3643"/>
                  </a:cubicBezTo>
                  <a:lnTo>
                    <a:pt x="8013" y="3822"/>
                  </a:lnTo>
                  <a:cubicBezTo>
                    <a:pt x="8097" y="3834"/>
                    <a:pt x="8168" y="3929"/>
                    <a:pt x="8168" y="4013"/>
                  </a:cubicBezTo>
                  <a:lnTo>
                    <a:pt x="8168" y="4525"/>
                  </a:lnTo>
                  <a:cubicBezTo>
                    <a:pt x="8168" y="4608"/>
                    <a:pt x="8108" y="4703"/>
                    <a:pt x="8013" y="4715"/>
                  </a:cubicBezTo>
                  <a:lnTo>
                    <a:pt x="7085" y="4894"/>
                  </a:lnTo>
                  <a:cubicBezTo>
                    <a:pt x="7025" y="4906"/>
                    <a:pt x="6965" y="4953"/>
                    <a:pt x="6954" y="5013"/>
                  </a:cubicBezTo>
                  <a:cubicBezTo>
                    <a:pt x="6906" y="5156"/>
                    <a:pt x="6846" y="5322"/>
                    <a:pt x="6787" y="5477"/>
                  </a:cubicBezTo>
                  <a:cubicBezTo>
                    <a:pt x="6739" y="5560"/>
                    <a:pt x="6787" y="5668"/>
                    <a:pt x="6882" y="5715"/>
                  </a:cubicBezTo>
                  <a:cubicBezTo>
                    <a:pt x="6903" y="5724"/>
                    <a:pt x="6926" y="5729"/>
                    <a:pt x="6949" y="5729"/>
                  </a:cubicBezTo>
                  <a:cubicBezTo>
                    <a:pt x="7016" y="5729"/>
                    <a:pt x="7085" y="5691"/>
                    <a:pt x="7120" y="5620"/>
                  </a:cubicBezTo>
                  <a:cubicBezTo>
                    <a:pt x="7180" y="5489"/>
                    <a:pt x="7239" y="5358"/>
                    <a:pt x="7275" y="5215"/>
                  </a:cubicBezTo>
                  <a:lnTo>
                    <a:pt x="8097" y="5060"/>
                  </a:lnTo>
                  <a:cubicBezTo>
                    <a:pt x="8347" y="5013"/>
                    <a:pt x="8549" y="4775"/>
                    <a:pt x="8549" y="4525"/>
                  </a:cubicBezTo>
                  <a:lnTo>
                    <a:pt x="8549" y="4013"/>
                  </a:lnTo>
                  <a:cubicBezTo>
                    <a:pt x="8549" y="3763"/>
                    <a:pt x="8370" y="3524"/>
                    <a:pt x="8097" y="3477"/>
                  </a:cubicBezTo>
                  <a:lnTo>
                    <a:pt x="7275" y="3310"/>
                  </a:lnTo>
                  <a:cubicBezTo>
                    <a:pt x="7216" y="3155"/>
                    <a:pt x="7156" y="2977"/>
                    <a:pt x="7073" y="2822"/>
                  </a:cubicBezTo>
                  <a:lnTo>
                    <a:pt x="7537" y="2119"/>
                  </a:lnTo>
                  <a:cubicBezTo>
                    <a:pt x="7680" y="1905"/>
                    <a:pt x="7656" y="1619"/>
                    <a:pt x="7454" y="1441"/>
                  </a:cubicBezTo>
                  <a:lnTo>
                    <a:pt x="7096" y="1084"/>
                  </a:lnTo>
                  <a:cubicBezTo>
                    <a:pt x="6992" y="980"/>
                    <a:pt x="6848" y="924"/>
                    <a:pt x="6705" y="924"/>
                  </a:cubicBezTo>
                  <a:cubicBezTo>
                    <a:pt x="6603" y="924"/>
                    <a:pt x="6502" y="953"/>
                    <a:pt x="6418" y="1012"/>
                  </a:cubicBezTo>
                  <a:lnTo>
                    <a:pt x="5715" y="1465"/>
                  </a:lnTo>
                  <a:cubicBezTo>
                    <a:pt x="5549" y="1381"/>
                    <a:pt x="5394" y="1322"/>
                    <a:pt x="5227" y="1262"/>
                  </a:cubicBezTo>
                  <a:lnTo>
                    <a:pt x="5060" y="441"/>
                  </a:lnTo>
                  <a:cubicBezTo>
                    <a:pt x="5013" y="191"/>
                    <a:pt x="4775" y="0"/>
                    <a:pt x="452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5" name="Google Shape;3095;p55"/>
            <p:cNvSpPr/>
            <p:nvPr/>
          </p:nvSpPr>
          <p:spPr>
            <a:xfrm>
              <a:off x="3184798" y="3878883"/>
              <a:ext cx="109550" cy="94018"/>
            </a:xfrm>
            <a:custGeom>
              <a:rect b="b" l="l" r="r" t="t"/>
              <a:pathLst>
                <a:path extrusionOk="0" h="2954" w="3442">
                  <a:moveTo>
                    <a:pt x="1465" y="1"/>
                  </a:moveTo>
                  <a:cubicBezTo>
                    <a:pt x="941" y="1"/>
                    <a:pt x="453" y="191"/>
                    <a:pt x="72" y="561"/>
                  </a:cubicBezTo>
                  <a:cubicBezTo>
                    <a:pt x="0" y="632"/>
                    <a:pt x="0" y="739"/>
                    <a:pt x="72" y="811"/>
                  </a:cubicBezTo>
                  <a:cubicBezTo>
                    <a:pt x="113" y="852"/>
                    <a:pt x="158" y="873"/>
                    <a:pt x="203" y="873"/>
                  </a:cubicBezTo>
                  <a:cubicBezTo>
                    <a:pt x="247" y="873"/>
                    <a:pt x="292" y="852"/>
                    <a:pt x="334" y="811"/>
                  </a:cubicBezTo>
                  <a:cubicBezTo>
                    <a:pt x="631" y="513"/>
                    <a:pt x="1024" y="358"/>
                    <a:pt x="1465" y="358"/>
                  </a:cubicBezTo>
                  <a:cubicBezTo>
                    <a:pt x="2358" y="358"/>
                    <a:pt x="3084" y="1084"/>
                    <a:pt x="3084" y="1977"/>
                  </a:cubicBezTo>
                  <a:cubicBezTo>
                    <a:pt x="3084" y="2227"/>
                    <a:pt x="3024" y="2477"/>
                    <a:pt x="2905" y="2716"/>
                  </a:cubicBezTo>
                  <a:cubicBezTo>
                    <a:pt x="2846" y="2799"/>
                    <a:pt x="2894" y="2894"/>
                    <a:pt x="2977" y="2942"/>
                  </a:cubicBezTo>
                  <a:cubicBezTo>
                    <a:pt x="3013" y="2954"/>
                    <a:pt x="3036" y="2954"/>
                    <a:pt x="3048" y="2954"/>
                  </a:cubicBezTo>
                  <a:cubicBezTo>
                    <a:pt x="3108" y="2954"/>
                    <a:pt x="3167" y="2930"/>
                    <a:pt x="3215" y="2870"/>
                  </a:cubicBezTo>
                  <a:cubicBezTo>
                    <a:pt x="3370" y="2585"/>
                    <a:pt x="3441" y="2287"/>
                    <a:pt x="3441" y="1977"/>
                  </a:cubicBezTo>
                  <a:cubicBezTo>
                    <a:pt x="3441" y="894"/>
                    <a:pt x="2560" y="1"/>
                    <a:pt x="14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6" name="Google Shape;3096;p55"/>
            <p:cNvSpPr/>
            <p:nvPr/>
          </p:nvSpPr>
          <p:spPr>
            <a:xfrm>
              <a:off x="3168120" y="3917331"/>
              <a:ext cx="102707" cy="87016"/>
            </a:xfrm>
            <a:custGeom>
              <a:rect b="b" l="l" r="r" t="t"/>
              <a:pathLst>
                <a:path extrusionOk="0" h="2734" w="3227">
                  <a:moveTo>
                    <a:pt x="277" y="0"/>
                  </a:moveTo>
                  <a:cubicBezTo>
                    <a:pt x="203" y="0"/>
                    <a:pt x="136" y="38"/>
                    <a:pt x="108" y="115"/>
                  </a:cubicBezTo>
                  <a:cubicBezTo>
                    <a:pt x="36" y="317"/>
                    <a:pt x="0" y="531"/>
                    <a:pt x="0" y="758"/>
                  </a:cubicBezTo>
                  <a:cubicBezTo>
                    <a:pt x="0" y="1841"/>
                    <a:pt x="881" y="2734"/>
                    <a:pt x="1977" y="2734"/>
                  </a:cubicBezTo>
                  <a:cubicBezTo>
                    <a:pt x="2394" y="2734"/>
                    <a:pt x="2798" y="2603"/>
                    <a:pt x="3144" y="2365"/>
                  </a:cubicBezTo>
                  <a:cubicBezTo>
                    <a:pt x="3215" y="2305"/>
                    <a:pt x="3227" y="2198"/>
                    <a:pt x="3191" y="2127"/>
                  </a:cubicBezTo>
                  <a:cubicBezTo>
                    <a:pt x="3162" y="2075"/>
                    <a:pt x="3106" y="2051"/>
                    <a:pt x="3050" y="2051"/>
                  </a:cubicBezTo>
                  <a:cubicBezTo>
                    <a:pt x="3015" y="2051"/>
                    <a:pt x="2981" y="2061"/>
                    <a:pt x="2953" y="2079"/>
                  </a:cubicBezTo>
                  <a:cubicBezTo>
                    <a:pt x="2667" y="2282"/>
                    <a:pt x="2334" y="2389"/>
                    <a:pt x="2001" y="2389"/>
                  </a:cubicBezTo>
                  <a:cubicBezTo>
                    <a:pt x="1108" y="2389"/>
                    <a:pt x="370" y="1662"/>
                    <a:pt x="370" y="769"/>
                  </a:cubicBezTo>
                  <a:cubicBezTo>
                    <a:pt x="370" y="591"/>
                    <a:pt x="405" y="412"/>
                    <a:pt x="465" y="246"/>
                  </a:cubicBezTo>
                  <a:cubicBezTo>
                    <a:pt x="465" y="138"/>
                    <a:pt x="417" y="43"/>
                    <a:pt x="334" y="7"/>
                  </a:cubicBezTo>
                  <a:cubicBezTo>
                    <a:pt x="315" y="3"/>
                    <a:pt x="296" y="0"/>
                    <a:pt x="27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7" name="Google Shape;3097;p55"/>
            <p:cNvSpPr/>
            <p:nvPr/>
          </p:nvSpPr>
          <p:spPr>
            <a:xfrm>
              <a:off x="3264749" y="3976275"/>
              <a:ext cx="183836" cy="183836"/>
            </a:xfrm>
            <a:custGeom>
              <a:rect b="b" l="l" r="r" t="t"/>
              <a:pathLst>
                <a:path extrusionOk="0" h="5776" w="5776">
                  <a:moveTo>
                    <a:pt x="2739" y="1"/>
                  </a:moveTo>
                  <a:cubicBezTo>
                    <a:pt x="2548" y="1"/>
                    <a:pt x="2370" y="156"/>
                    <a:pt x="2322" y="346"/>
                  </a:cubicBezTo>
                  <a:lnTo>
                    <a:pt x="2215" y="846"/>
                  </a:lnTo>
                  <a:cubicBezTo>
                    <a:pt x="2132" y="882"/>
                    <a:pt x="2036" y="930"/>
                    <a:pt x="1953" y="953"/>
                  </a:cubicBezTo>
                  <a:lnTo>
                    <a:pt x="1525" y="668"/>
                  </a:lnTo>
                  <a:cubicBezTo>
                    <a:pt x="1454" y="627"/>
                    <a:pt x="1372" y="606"/>
                    <a:pt x="1291" y="606"/>
                  </a:cubicBezTo>
                  <a:cubicBezTo>
                    <a:pt x="1181" y="606"/>
                    <a:pt x="1071" y="645"/>
                    <a:pt x="989" y="727"/>
                  </a:cubicBezTo>
                  <a:lnTo>
                    <a:pt x="751" y="965"/>
                  </a:lnTo>
                  <a:cubicBezTo>
                    <a:pt x="620" y="1108"/>
                    <a:pt x="584" y="1322"/>
                    <a:pt x="691" y="1501"/>
                  </a:cubicBezTo>
                  <a:lnTo>
                    <a:pt x="977" y="1942"/>
                  </a:lnTo>
                  <a:cubicBezTo>
                    <a:pt x="917" y="2061"/>
                    <a:pt x="870" y="2180"/>
                    <a:pt x="822" y="2311"/>
                  </a:cubicBezTo>
                  <a:cubicBezTo>
                    <a:pt x="786" y="2394"/>
                    <a:pt x="858" y="2501"/>
                    <a:pt x="941" y="2537"/>
                  </a:cubicBezTo>
                  <a:cubicBezTo>
                    <a:pt x="954" y="2541"/>
                    <a:pt x="967" y="2542"/>
                    <a:pt x="980" y="2542"/>
                  </a:cubicBezTo>
                  <a:cubicBezTo>
                    <a:pt x="1055" y="2542"/>
                    <a:pt x="1137" y="2489"/>
                    <a:pt x="1167" y="2418"/>
                  </a:cubicBezTo>
                  <a:cubicBezTo>
                    <a:pt x="1203" y="2275"/>
                    <a:pt x="1251" y="2144"/>
                    <a:pt x="1322" y="2025"/>
                  </a:cubicBezTo>
                  <a:cubicBezTo>
                    <a:pt x="1358" y="1965"/>
                    <a:pt x="1358" y="1894"/>
                    <a:pt x="1322" y="1846"/>
                  </a:cubicBezTo>
                  <a:lnTo>
                    <a:pt x="989" y="1322"/>
                  </a:lnTo>
                  <a:cubicBezTo>
                    <a:pt x="977" y="1299"/>
                    <a:pt x="977" y="1263"/>
                    <a:pt x="1001" y="1239"/>
                  </a:cubicBezTo>
                  <a:lnTo>
                    <a:pt x="1239" y="1001"/>
                  </a:lnTo>
                  <a:cubicBezTo>
                    <a:pt x="1258" y="981"/>
                    <a:pt x="1274" y="973"/>
                    <a:pt x="1291" y="973"/>
                  </a:cubicBezTo>
                  <a:cubicBezTo>
                    <a:pt x="1304" y="973"/>
                    <a:pt x="1318" y="978"/>
                    <a:pt x="1334" y="989"/>
                  </a:cubicBezTo>
                  <a:lnTo>
                    <a:pt x="1846" y="1322"/>
                  </a:lnTo>
                  <a:cubicBezTo>
                    <a:pt x="1878" y="1342"/>
                    <a:pt x="1910" y="1354"/>
                    <a:pt x="1942" y="1354"/>
                  </a:cubicBezTo>
                  <a:cubicBezTo>
                    <a:pt x="1969" y="1354"/>
                    <a:pt x="1997" y="1345"/>
                    <a:pt x="2025" y="1322"/>
                  </a:cubicBezTo>
                  <a:cubicBezTo>
                    <a:pt x="2144" y="1251"/>
                    <a:pt x="2287" y="1203"/>
                    <a:pt x="2417" y="1156"/>
                  </a:cubicBezTo>
                  <a:cubicBezTo>
                    <a:pt x="2477" y="1144"/>
                    <a:pt x="2537" y="1084"/>
                    <a:pt x="2537" y="1025"/>
                  </a:cubicBezTo>
                  <a:lnTo>
                    <a:pt x="2656" y="418"/>
                  </a:lnTo>
                  <a:cubicBezTo>
                    <a:pt x="2656" y="382"/>
                    <a:pt x="2679" y="358"/>
                    <a:pt x="2727" y="358"/>
                  </a:cubicBezTo>
                  <a:lnTo>
                    <a:pt x="3060" y="358"/>
                  </a:lnTo>
                  <a:cubicBezTo>
                    <a:pt x="3084" y="358"/>
                    <a:pt x="3120" y="394"/>
                    <a:pt x="3132" y="418"/>
                  </a:cubicBezTo>
                  <a:lnTo>
                    <a:pt x="3251" y="1025"/>
                  </a:lnTo>
                  <a:cubicBezTo>
                    <a:pt x="3263" y="1084"/>
                    <a:pt x="3310" y="1144"/>
                    <a:pt x="3370" y="1156"/>
                  </a:cubicBezTo>
                  <a:cubicBezTo>
                    <a:pt x="3501" y="1203"/>
                    <a:pt x="3632" y="1251"/>
                    <a:pt x="3751" y="1322"/>
                  </a:cubicBezTo>
                  <a:cubicBezTo>
                    <a:pt x="3781" y="1340"/>
                    <a:pt x="3816" y="1349"/>
                    <a:pt x="3849" y="1349"/>
                  </a:cubicBezTo>
                  <a:cubicBezTo>
                    <a:pt x="3882" y="1349"/>
                    <a:pt x="3912" y="1340"/>
                    <a:pt x="3930" y="1322"/>
                  </a:cubicBezTo>
                  <a:lnTo>
                    <a:pt x="4453" y="989"/>
                  </a:lnTo>
                  <a:cubicBezTo>
                    <a:pt x="4469" y="978"/>
                    <a:pt x="4483" y="973"/>
                    <a:pt x="4497" y="973"/>
                  </a:cubicBezTo>
                  <a:cubicBezTo>
                    <a:pt x="4513" y="973"/>
                    <a:pt x="4529" y="981"/>
                    <a:pt x="4549" y="1001"/>
                  </a:cubicBezTo>
                  <a:lnTo>
                    <a:pt x="4787" y="1239"/>
                  </a:lnTo>
                  <a:cubicBezTo>
                    <a:pt x="4811" y="1263"/>
                    <a:pt x="4811" y="1299"/>
                    <a:pt x="4799" y="1322"/>
                  </a:cubicBezTo>
                  <a:lnTo>
                    <a:pt x="4453" y="1846"/>
                  </a:lnTo>
                  <a:cubicBezTo>
                    <a:pt x="4430" y="1906"/>
                    <a:pt x="4406" y="1965"/>
                    <a:pt x="4453" y="2025"/>
                  </a:cubicBezTo>
                  <a:cubicBezTo>
                    <a:pt x="4525" y="2144"/>
                    <a:pt x="4573" y="2275"/>
                    <a:pt x="4620" y="2418"/>
                  </a:cubicBezTo>
                  <a:cubicBezTo>
                    <a:pt x="4632" y="2477"/>
                    <a:pt x="4692" y="2537"/>
                    <a:pt x="4751" y="2537"/>
                  </a:cubicBezTo>
                  <a:lnTo>
                    <a:pt x="5358" y="2656"/>
                  </a:lnTo>
                  <a:cubicBezTo>
                    <a:pt x="5394" y="2656"/>
                    <a:pt x="5418" y="2680"/>
                    <a:pt x="5418" y="2727"/>
                  </a:cubicBezTo>
                  <a:lnTo>
                    <a:pt x="5418" y="3049"/>
                  </a:lnTo>
                  <a:cubicBezTo>
                    <a:pt x="5418" y="3085"/>
                    <a:pt x="5394" y="3108"/>
                    <a:pt x="5358" y="3132"/>
                  </a:cubicBezTo>
                  <a:lnTo>
                    <a:pt x="4751" y="3251"/>
                  </a:lnTo>
                  <a:cubicBezTo>
                    <a:pt x="4692" y="3263"/>
                    <a:pt x="4632" y="3311"/>
                    <a:pt x="4620" y="3370"/>
                  </a:cubicBezTo>
                  <a:cubicBezTo>
                    <a:pt x="4573" y="3501"/>
                    <a:pt x="4525" y="3632"/>
                    <a:pt x="4453" y="3751"/>
                  </a:cubicBezTo>
                  <a:cubicBezTo>
                    <a:pt x="4430" y="3811"/>
                    <a:pt x="4430" y="3882"/>
                    <a:pt x="4453" y="3930"/>
                  </a:cubicBezTo>
                  <a:lnTo>
                    <a:pt x="4799" y="4454"/>
                  </a:lnTo>
                  <a:cubicBezTo>
                    <a:pt x="4811" y="4478"/>
                    <a:pt x="4811" y="4513"/>
                    <a:pt x="4787" y="4537"/>
                  </a:cubicBezTo>
                  <a:lnTo>
                    <a:pt x="4549" y="4775"/>
                  </a:lnTo>
                  <a:cubicBezTo>
                    <a:pt x="4526" y="4798"/>
                    <a:pt x="4508" y="4806"/>
                    <a:pt x="4489" y="4806"/>
                  </a:cubicBezTo>
                  <a:cubicBezTo>
                    <a:pt x="4478" y="4806"/>
                    <a:pt x="4467" y="4803"/>
                    <a:pt x="4453" y="4799"/>
                  </a:cubicBezTo>
                  <a:lnTo>
                    <a:pt x="3930" y="4454"/>
                  </a:lnTo>
                  <a:cubicBezTo>
                    <a:pt x="3898" y="4435"/>
                    <a:pt x="3866" y="4422"/>
                    <a:pt x="3834" y="4422"/>
                  </a:cubicBezTo>
                  <a:cubicBezTo>
                    <a:pt x="3806" y="4422"/>
                    <a:pt x="3779" y="4432"/>
                    <a:pt x="3751" y="4454"/>
                  </a:cubicBezTo>
                  <a:cubicBezTo>
                    <a:pt x="3632" y="4525"/>
                    <a:pt x="3501" y="4573"/>
                    <a:pt x="3370" y="4621"/>
                  </a:cubicBezTo>
                  <a:cubicBezTo>
                    <a:pt x="3310" y="4632"/>
                    <a:pt x="3251" y="4692"/>
                    <a:pt x="3251" y="4751"/>
                  </a:cubicBezTo>
                  <a:lnTo>
                    <a:pt x="3132" y="5359"/>
                  </a:lnTo>
                  <a:cubicBezTo>
                    <a:pt x="3132" y="5394"/>
                    <a:pt x="3096" y="5418"/>
                    <a:pt x="3060" y="5418"/>
                  </a:cubicBezTo>
                  <a:lnTo>
                    <a:pt x="2727" y="5418"/>
                  </a:lnTo>
                  <a:cubicBezTo>
                    <a:pt x="2703" y="5418"/>
                    <a:pt x="2668" y="5394"/>
                    <a:pt x="2656" y="5359"/>
                  </a:cubicBezTo>
                  <a:lnTo>
                    <a:pt x="2537" y="4751"/>
                  </a:lnTo>
                  <a:cubicBezTo>
                    <a:pt x="2525" y="4692"/>
                    <a:pt x="2477" y="4632"/>
                    <a:pt x="2417" y="4621"/>
                  </a:cubicBezTo>
                  <a:cubicBezTo>
                    <a:pt x="2287" y="4573"/>
                    <a:pt x="2144" y="4525"/>
                    <a:pt x="2025" y="4454"/>
                  </a:cubicBezTo>
                  <a:cubicBezTo>
                    <a:pt x="1995" y="4436"/>
                    <a:pt x="1962" y="4427"/>
                    <a:pt x="1931" y="4427"/>
                  </a:cubicBezTo>
                  <a:cubicBezTo>
                    <a:pt x="1900" y="4427"/>
                    <a:pt x="1870" y="4436"/>
                    <a:pt x="1846" y="4454"/>
                  </a:cubicBezTo>
                  <a:lnTo>
                    <a:pt x="1334" y="4799"/>
                  </a:lnTo>
                  <a:cubicBezTo>
                    <a:pt x="1321" y="4803"/>
                    <a:pt x="1309" y="4806"/>
                    <a:pt x="1298" y="4806"/>
                  </a:cubicBezTo>
                  <a:cubicBezTo>
                    <a:pt x="1279" y="4806"/>
                    <a:pt x="1261" y="4798"/>
                    <a:pt x="1239" y="4775"/>
                  </a:cubicBezTo>
                  <a:lnTo>
                    <a:pt x="1001" y="4537"/>
                  </a:lnTo>
                  <a:cubicBezTo>
                    <a:pt x="977" y="4513"/>
                    <a:pt x="977" y="4478"/>
                    <a:pt x="989" y="4454"/>
                  </a:cubicBezTo>
                  <a:lnTo>
                    <a:pt x="1322" y="3930"/>
                  </a:lnTo>
                  <a:cubicBezTo>
                    <a:pt x="1358" y="3870"/>
                    <a:pt x="1370" y="3811"/>
                    <a:pt x="1322" y="3751"/>
                  </a:cubicBezTo>
                  <a:cubicBezTo>
                    <a:pt x="1251" y="3632"/>
                    <a:pt x="1215" y="3501"/>
                    <a:pt x="1167" y="3370"/>
                  </a:cubicBezTo>
                  <a:cubicBezTo>
                    <a:pt x="1144" y="3311"/>
                    <a:pt x="1084" y="3251"/>
                    <a:pt x="1024" y="3251"/>
                  </a:cubicBezTo>
                  <a:lnTo>
                    <a:pt x="417" y="3132"/>
                  </a:lnTo>
                  <a:cubicBezTo>
                    <a:pt x="393" y="3132"/>
                    <a:pt x="358" y="3097"/>
                    <a:pt x="358" y="3049"/>
                  </a:cubicBezTo>
                  <a:lnTo>
                    <a:pt x="358" y="2727"/>
                  </a:lnTo>
                  <a:cubicBezTo>
                    <a:pt x="358" y="2692"/>
                    <a:pt x="393" y="2668"/>
                    <a:pt x="417" y="2656"/>
                  </a:cubicBezTo>
                  <a:lnTo>
                    <a:pt x="465" y="2632"/>
                  </a:lnTo>
                  <a:cubicBezTo>
                    <a:pt x="548" y="2620"/>
                    <a:pt x="632" y="2525"/>
                    <a:pt x="596" y="2430"/>
                  </a:cubicBezTo>
                  <a:cubicBezTo>
                    <a:pt x="586" y="2352"/>
                    <a:pt x="520" y="2289"/>
                    <a:pt x="444" y="2289"/>
                  </a:cubicBezTo>
                  <a:cubicBezTo>
                    <a:pt x="428" y="2289"/>
                    <a:pt x="410" y="2292"/>
                    <a:pt x="393" y="2299"/>
                  </a:cubicBezTo>
                  <a:lnTo>
                    <a:pt x="346" y="2311"/>
                  </a:lnTo>
                  <a:cubicBezTo>
                    <a:pt x="155" y="2358"/>
                    <a:pt x="1" y="2513"/>
                    <a:pt x="1" y="2727"/>
                  </a:cubicBezTo>
                  <a:lnTo>
                    <a:pt x="1" y="3049"/>
                  </a:lnTo>
                  <a:cubicBezTo>
                    <a:pt x="1" y="3251"/>
                    <a:pt x="155" y="3430"/>
                    <a:pt x="346" y="3466"/>
                  </a:cubicBezTo>
                  <a:lnTo>
                    <a:pt x="846" y="3573"/>
                  </a:lnTo>
                  <a:cubicBezTo>
                    <a:pt x="882" y="3668"/>
                    <a:pt x="929" y="3751"/>
                    <a:pt x="953" y="3847"/>
                  </a:cubicBezTo>
                  <a:lnTo>
                    <a:pt x="679" y="4275"/>
                  </a:lnTo>
                  <a:cubicBezTo>
                    <a:pt x="572" y="4442"/>
                    <a:pt x="584" y="4656"/>
                    <a:pt x="727" y="4811"/>
                  </a:cubicBezTo>
                  <a:lnTo>
                    <a:pt x="977" y="5049"/>
                  </a:lnTo>
                  <a:cubicBezTo>
                    <a:pt x="1055" y="5127"/>
                    <a:pt x="1163" y="5172"/>
                    <a:pt x="1278" y="5172"/>
                  </a:cubicBezTo>
                  <a:cubicBezTo>
                    <a:pt x="1356" y="5172"/>
                    <a:pt x="1436" y="5152"/>
                    <a:pt x="1513" y="5109"/>
                  </a:cubicBezTo>
                  <a:lnTo>
                    <a:pt x="1941" y="4823"/>
                  </a:lnTo>
                  <a:cubicBezTo>
                    <a:pt x="2025" y="4871"/>
                    <a:pt x="2120" y="4894"/>
                    <a:pt x="2203" y="4930"/>
                  </a:cubicBezTo>
                  <a:lnTo>
                    <a:pt x="2310" y="5430"/>
                  </a:lnTo>
                  <a:cubicBezTo>
                    <a:pt x="2358" y="5633"/>
                    <a:pt x="2513" y="5775"/>
                    <a:pt x="2727" y="5775"/>
                  </a:cubicBezTo>
                  <a:lnTo>
                    <a:pt x="3060" y="5775"/>
                  </a:lnTo>
                  <a:cubicBezTo>
                    <a:pt x="3251" y="5775"/>
                    <a:pt x="3430" y="5633"/>
                    <a:pt x="3465" y="5430"/>
                  </a:cubicBezTo>
                  <a:lnTo>
                    <a:pt x="3572" y="4930"/>
                  </a:lnTo>
                  <a:cubicBezTo>
                    <a:pt x="3668" y="4894"/>
                    <a:pt x="3751" y="4859"/>
                    <a:pt x="3846" y="4823"/>
                  </a:cubicBezTo>
                  <a:lnTo>
                    <a:pt x="4275" y="5109"/>
                  </a:lnTo>
                  <a:cubicBezTo>
                    <a:pt x="4344" y="5153"/>
                    <a:pt x="4422" y="5175"/>
                    <a:pt x="4500" y="5175"/>
                  </a:cubicBezTo>
                  <a:cubicBezTo>
                    <a:pt x="4610" y="5175"/>
                    <a:pt x="4720" y="5132"/>
                    <a:pt x="4811" y="5049"/>
                  </a:cubicBezTo>
                  <a:lnTo>
                    <a:pt x="5049" y="4811"/>
                  </a:lnTo>
                  <a:cubicBezTo>
                    <a:pt x="5180" y="4680"/>
                    <a:pt x="5215" y="4454"/>
                    <a:pt x="5108" y="4275"/>
                  </a:cubicBezTo>
                  <a:lnTo>
                    <a:pt x="4823" y="3847"/>
                  </a:lnTo>
                  <a:cubicBezTo>
                    <a:pt x="4870" y="3751"/>
                    <a:pt x="4894" y="3668"/>
                    <a:pt x="4930" y="3573"/>
                  </a:cubicBezTo>
                  <a:lnTo>
                    <a:pt x="5442" y="3466"/>
                  </a:lnTo>
                  <a:cubicBezTo>
                    <a:pt x="5632" y="3430"/>
                    <a:pt x="5775" y="3263"/>
                    <a:pt x="5775" y="3049"/>
                  </a:cubicBezTo>
                  <a:lnTo>
                    <a:pt x="5775" y="2727"/>
                  </a:lnTo>
                  <a:cubicBezTo>
                    <a:pt x="5775" y="2513"/>
                    <a:pt x="5644" y="2358"/>
                    <a:pt x="5454" y="2311"/>
                  </a:cubicBezTo>
                  <a:lnTo>
                    <a:pt x="4942" y="2204"/>
                  </a:lnTo>
                  <a:cubicBezTo>
                    <a:pt x="4918" y="2120"/>
                    <a:pt x="4870" y="2025"/>
                    <a:pt x="4846" y="1942"/>
                  </a:cubicBezTo>
                  <a:lnTo>
                    <a:pt x="5120" y="1501"/>
                  </a:lnTo>
                  <a:cubicBezTo>
                    <a:pt x="5227" y="1346"/>
                    <a:pt x="5215" y="1120"/>
                    <a:pt x="5061" y="965"/>
                  </a:cubicBezTo>
                  <a:lnTo>
                    <a:pt x="4823" y="727"/>
                  </a:lnTo>
                  <a:cubicBezTo>
                    <a:pt x="4745" y="650"/>
                    <a:pt x="4634" y="610"/>
                    <a:pt x="4520" y="610"/>
                  </a:cubicBezTo>
                  <a:cubicBezTo>
                    <a:pt x="4441" y="610"/>
                    <a:pt x="4360" y="629"/>
                    <a:pt x="4287" y="668"/>
                  </a:cubicBezTo>
                  <a:lnTo>
                    <a:pt x="3858" y="953"/>
                  </a:lnTo>
                  <a:cubicBezTo>
                    <a:pt x="3763" y="906"/>
                    <a:pt x="3680" y="882"/>
                    <a:pt x="3596" y="846"/>
                  </a:cubicBezTo>
                  <a:lnTo>
                    <a:pt x="3489" y="346"/>
                  </a:lnTo>
                  <a:cubicBezTo>
                    <a:pt x="3441" y="156"/>
                    <a:pt x="3275" y="1"/>
                    <a:pt x="307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8" name="Google Shape;3098;p55"/>
            <p:cNvSpPr/>
            <p:nvPr/>
          </p:nvSpPr>
          <p:spPr>
            <a:xfrm>
              <a:off x="3326526" y="4036907"/>
              <a:ext cx="62541" cy="62573"/>
            </a:xfrm>
            <a:custGeom>
              <a:rect b="b" l="l" r="r" t="t"/>
              <a:pathLst>
                <a:path extrusionOk="0" h="1966" w="1965">
                  <a:moveTo>
                    <a:pt x="977" y="1"/>
                  </a:moveTo>
                  <a:cubicBezTo>
                    <a:pt x="441" y="1"/>
                    <a:pt x="0" y="453"/>
                    <a:pt x="0" y="989"/>
                  </a:cubicBezTo>
                  <a:cubicBezTo>
                    <a:pt x="0" y="1525"/>
                    <a:pt x="441" y="1965"/>
                    <a:pt x="977" y="1965"/>
                  </a:cubicBezTo>
                  <a:cubicBezTo>
                    <a:pt x="1203" y="1965"/>
                    <a:pt x="1417" y="1894"/>
                    <a:pt x="1572" y="1763"/>
                  </a:cubicBezTo>
                  <a:cubicBezTo>
                    <a:pt x="1655" y="1703"/>
                    <a:pt x="1667" y="1596"/>
                    <a:pt x="1608" y="1501"/>
                  </a:cubicBezTo>
                  <a:cubicBezTo>
                    <a:pt x="1574" y="1461"/>
                    <a:pt x="1525" y="1439"/>
                    <a:pt x="1473" y="1439"/>
                  </a:cubicBezTo>
                  <a:cubicBezTo>
                    <a:pt x="1434" y="1439"/>
                    <a:pt x="1394" y="1452"/>
                    <a:pt x="1358" y="1477"/>
                  </a:cubicBezTo>
                  <a:cubicBezTo>
                    <a:pt x="1250" y="1561"/>
                    <a:pt x="1119" y="1608"/>
                    <a:pt x="965" y="1608"/>
                  </a:cubicBezTo>
                  <a:cubicBezTo>
                    <a:pt x="619" y="1608"/>
                    <a:pt x="346" y="1322"/>
                    <a:pt x="346" y="977"/>
                  </a:cubicBezTo>
                  <a:cubicBezTo>
                    <a:pt x="346" y="644"/>
                    <a:pt x="619" y="358"/>
                    <a:pt x="977" y="358"/>
                  </a:cubicBezTo>
                  <a:cubicBezTo>
                    <a:pt x="1322" y="358"/>
                    <a:pt x="1608" y="644"/>
                    <a:pt x="1608" y="989"/>
                  </a:cubicBezTo>
                  <a:cubicBezTo>
                    <a:pt x="1608" y="1084"/>
                    <a:pt x="1679" y="1168"/>
                    <a:pt x="1786" y="1168"/>
                  </a:cubicBezTo>
                  <a:cubicBezTo>
                    <a:pt x="1893" y="1168"/>
                    <a:pt x="1965" y="1084"/>
                    <a:pt x="1965" y="989"/>
                  </a:cubicBezTo>
                  <a:cubicBezTo>
                    <a:pt x="1965" y="453"/>
                    <a:pt x="1512" y="1"/>
                    <a:pt x="97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9" name="Google Shape;3099;p55"/>
            <p:cNvSpPr/>
            <p:nvPr/>
          </p:nvSpPr>
          <p:spPr>
            <a:xfrm>
              <a:off x="3196542" y="3907687"/>
              <a:ext cx="68238" cy="68238"/>
            </a:xfrm>
            <a:custGeom>
              <a:rect b="b" l="l" r="r" t="t"/>
              <a:pathLst>
                <a:path extrusionOk="0" h="2144" w="2144">
                  <a:moveTo>
                    <a:pt x="1072" y="358"/>
                  </a:moveTo>
                  <a:cubicBezTo>
                    <a:pt x="1477" y="358"/>
                    <a:pt x="1786" y="680"/>
                    <a:pt x="1786" y="1072"/>
                  </a:cubicBezTo>
                  <a:cubicBezTo>
                    <a:pt x="1786" y="1477"/>
                    <a:pt x="1465" y="1787"/>
                    <a:pt x="1072" y="1787"/>
                  </a:cubicBezTo>
                  <a:cubicBezTo>
                    <a:pt x="691" y="1787"/>
                    <a:pt x="358" y="1453"/>
                    <a:pt x="358" y="1072"/>
                  </a:cubicBezTo>
                  <a:cubicBezTo>
                    <a:pt x="358" y="668"/>
                    <a:pt x="691" y="358"/>
                    <a:pt x="1072" y="358"/>
                  </a:cubicBezTo>
                  <a:close/>
                  <a:moveTo>
                    <a:pt x="1072" y="1"/>
                  </a:moveTo>
                  <a:cubicBezTo>
                    <a:pt x="477" y="1"/>
                    <a:pt x="0" y="477"/>
                    <a:pt x="0" y="1072"/>
                  </a:cubicBezTo>
                  <a:cubicBezTo>
                    <a:pt x="0" y="1668"/>
                    <a:pt x="477" y="2144"/>
                    <a:pt x="1072" y="2144"/>
                  </a:cubicBezTo>
                  <a:cubicBezTo>
                    <a:pt x="1667" y="2144"/>
                    <a:pt x="2144" y="1656"/>
                    <a:pt x="2144" y="1072"/>
                  </a:cubicBezTo>
                  <a:cubicBezTo>
                    <a:pt x="2144" y="477"/>
                    <a:pt x="1667" y="1"/>
                    <a:pt x="107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00" name="Google Shape;3100;p55"/>
          <p:cNvSpPr txBox="1"/>
          <p:nvPr>
            <p:ph idx="1" type="subTitle"/>
          </p:nvPr>
        </p:nvSpPr>
        <p:spPr>
          <a:xfrm>
            <a:off x="432775" y="2744175"/>
            <a:ext cx="5506200" cy="1504500"/>
          </a:xfrm>
          <a:prstGeom prst="rect">
            <a:avLst/>
          </a:prstGeom>
        </p:spPr>
        <p:txBody>
          <a:bodyPr anchorCtr="0" anchor="t" bIns="91425" lIns="91425" spcFirstLastPara="1" rIns="91425" wrap="square" tIns="91425">
            <a:noAutofit/>
          </a:bodyPr>
          <a:lstStyle/>
          <a:p>
            <a:pPr indent="0" lvl="0" marL="571500" marR="0" rtl="0" algn="l">
              <a:lnSpc>
                <a:spcPct val="100000"/>
              </a:lnSpc>
              <a:spcBef>
                <a:spcPts val="0"/>
              </a:spcBef>
              <a:spcAft>
                <a:spcPts val="0"/>
              </a:spcAft>
              <a:buNone/>
            </a:pPr>
            <a:r>
              <a:rPr b="1" lang="en" sz="1500">
                <a:solidFill>
                  <a:srgbClr val="49476E"/>
                </a:solidFill>
              </a:rPr>
              <a:t>Seven stages </a:t>
            </a:r>
            <a:endParaRPr sz="1300">
              <a:solidFill>
                <a:srgbClr val="49476E"/>
              </a:solidFill>
            </a:endParaRPr>
          </a:p>
          <a:p>
            <a:pPr indent="-114300" lvl="1" marL="800100" marR="0" rtl="0" algn="l">
              <a:lnSpc>
                <a:spcPct val="100000"/>
              </a:lnSpc>
              <a:spcBef>
                <a:spcPts val="1000"/>
              </a:spcBef>
              <a:spcAft>
                <a:spcPts val="0"/>
              </a:spcAft>
              <a:buClr>
                <a:schemeClr val="accent5"/>
              </a:buClr>
              <a:buSzPts val="1300"/>
              <a:buNone/>
            </a:pPr>
            <a:r>
              <a:rPr lang="en" sz="1300">
                <a:solidFill>
                  <a:schemeClr val="accent5"/>
                </a:solidFill>
              </a:rPr>
              <a:t>user establishes the goal </a:t>
            </a:r>
            <a:endParaRPr sz="1300">
              <a:solidFill>
                <a:schemeClr val="accent5"/>
              </a:solidFill>
            </a:endParaRPr>
          </a:p>
          <a:p>
            <a:pPr indent="-114300" lvl="1" marL="800100" marR="0" rtl="0" algn="l">
              <a:lnSpc>
                <a:spcPct val="100000"/>
              </a:lnSpc>
              <a:spcBef>
                <a:spcPts val="0"/>
              </a:spcBef>
              <a:spcAft>
                <a:spcPts val="0"/>
              </a:spcAft>
              <a:buClr>
                <a:srgbClr val="49476E"/>
              </a:buClr>
              <a:buSzPts val="1300"/>
              <a:buNone/>
            </a:pPr>
            <a:r>
              <a:rPr lang="en" sz="1300">
                <a:solidFill>
                  <a:srgbClr val="49476E"/>
                </a:solidFill>
              </a:rPr>
              <a:t>formulates intention </a:t>
            </a:r>
            <a:endParaRPr sz="1300">
              <a:solidFill>
                <a:srgbClr val="49476E"/>
              </a:solidFill>
            </a:endParaRPr>
          </a:p>
          <a:p>
            <a:pPr indent="-114300" lvl="1" marL="800100" marR="0" rtl="0" algn="l">
              <a:lnSpc>
                <a:spcPct val="100000"/>
              </a:lnSpc>
              <a:spcBef>
                <a:spcPts val="0"/>
              </a:spcBef>
              <a:spcAft>
                <a:spcPts val="0"/>
              </a:spcAft>
              <a:buClr>
                <a:srgbClr val="49476E"/>
              </a:buClr>
              <a:buSzPts val="1300"/>
              <a:buNone/>
            </a:pPr>
            <a:r>
              <a:rPr lang="en" sz="1300">
                <a:solidFill>
                  <a:srgbClr val="49476E"/>
                </a:solidFill>
              </a:rPr>
              <a:t>specifies actions at interface </a:t>
            </a:r>
            <a:endParaRPr sz="1300">
              <a:solidFill>
                <a:srgbClr val="49476E"/>
              </a:solidFill>
            </a:endParaRPr>
          </a:p>
          <a:p>
            <a:pPr indent="-114300" lvl="1" marL="800100" marR="0" rtl="0" algn="l">
              <a:lnSpc>
                <a:spcPct val="100000"/>
              </a:lnSpc>
              <a:spcBef>
                <a:spcPts val="0"/>
              </a:spcBef>
              <a:spcAft>
                <a:spcPts val="0"/>
              </a:spcAft>
              <a:buClr>
                <a:srgbClr val="49476E"/>
              </a:buClr>
              <a:buSzPts val="1300"/>
              <a:buNone/>
            </a:pPr>
            <a:r>
              <a:rPr lang="en" sz="1300">
                <a:solidFill>
                  <a:srgbClr val="49476E"/>
                </a:solidFill>
              </a:rPr>
              <a:t>executes action </a:t>
            </a:r>
            <a:endParaRPr sz="1300">
              <a:solidFill>
                <a:srgbClr val="49476E"/>
              </a:solidFill>
            </a:endParaRPr>
          </a:p>
          <a:p>
            <a:pPr indent="-114300" lvl="1" marL="800100" marR="0" rtl="0" algn="l">
              <a:lnSpc>
                <a:spcPct val="100000"/>
              </a:lnSpc>
              <a:spcBef>
                <a:spcPts val="0"/>
              </a:spcBef>
              <a:spcAft>
                <a:spcPts val="0"/>
              </a:spcAft>
              <a:buClr>
                <a:srgbClr val="49476E"/>
              </a:buClr>
              <a:buSzPts val="1300"/>
              <a:buNone/>
            </a:pPr>
            <a:r>
              <a:rPr lang="en" sz="1300">
                <a:solidFill>
                  <a:srgbClr val="49476E"/>
                </a:solidFill>
              </a:rPr>
              <a:t>perceives system state </a:t>
            </a:r>
            <a:endParaRPr sz="1300">
              <a:solidFill>
                <a:srgbClr val="49476E"/>
              </a:solidFill>
            </a:endParaRPr>
          </a:p>
          <a:p>
            <a:pPr indent="-114300" lvl="1" marL="800100" marR="0" rtl="0" algn="l">
              <a:lnSpc>
                <a:spcPct val="100000"/>
              </a:lnSpc>
              <a:spcBef>
                <a:spcPts val="0"/>
              </a:spcBef>
              <a:spcAft>
                <a:spcPts val="0"/>
              </a:spcAft>
              <a:buClr>
                <a:srgbClr val="49476E"/>
              </a:buClr>
              <a:buSzPts val="1300"/>
              <a:buNone/>
            </a:pPr>
            <a:r>
              <a:rPr lang="en" sz="1300">
                <a:solidFill>
                  <a:srgbClr val="49476E"/>
                </a:solidFill>
              </a:rPr>
              <a:t>interprets system state </a:t>
            </a:r>
            <a:endParaRPr sz="1300">
              <a:solidFill>
                <a:srgbClr val="49476E"/>
              </a:solidFill>
            </a:endParaRPr>
          </a:p>
          <a:p>
            <a:pPr indent="-114300" lvl="1" marL="800100" marR="0" rtl="0" algn="l">
              <a:lnSpc>
                <a:spcPct val="100000"/>
              </a:lnSpc>
              <a:spcBef>
                <a:spcPts val="0"/>
              </a:spcBef>
              <a:spcAft>
                <a:spcPts val="0"/>
              </a:spcAft>
              <a:buClr>
                <a:srgbClr val="49476E"/>
              </a:buClr>
              <a:buSzPts val="1300"/>
              <a:buNone/>
            </a:pPr>
            <a:r>
              <a:rPr lang="en" sz="1300">
                <a:solidFill>
                  <a:srgbClr val="49476E"/>
                </a:solidFill>
              </a:rPr>
              <a:t>evaluates system state with respect to goal </a:t>
            </a:r>
            <a:endParaRPr sz="1300">
              <a:solidFill>
                <a:srgbClr val="49476E"/>
              </a:solidFill>
            </a:endParaRPr>
          </a:p>
        </p:txBody>
      </p:sp>
      <p:sp>
        <p:nvSpPr>
          <p:cNvPr id="3101" name="Google Shape;3101;p55"/>
          <p:cNvSpPr txBox="1"/>
          <p:nvPr>
            <p:ph type="ctrTitle"/>
          </p:nvPr>
        </p:nvSpPr>
        <p:spPr>
          <a:xfrm flipH="1">
            <a:off x="973750" y="702025"/>
            <a:ext cx="15597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a:t>EXECUTION / EVALUATION</a:t>
            </a:r>
            <a:endParaRPr/>
          </a:p>
          <a:p>
            <a:pPr indent="0" lvl="0" marL="0" rtl="0" algn="ctr">
              <a:spcBef>
                <a:spcPts val="0"/>
              </a:spcBef>
              <a:spcAft>
                <a:spcPts val="0"/>
              </a:spcAft>
              <a:buNone/>
            </a:pPr>
            <a:r>
              <a:rPr lang="en"/>
              <a:t>LOOP</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105" name="Shape 3105"/>
        <p:cNvGrpSpPr/>
        <p:nvPr/>
      </p:nvGrpSpPr>
      <p:grpSpPr>
        <a:xfrm>
          <a:off x="0" y="0"/>
          <a:ext cx="0" cy="0"/>
          <a:chOff x="0" y="0"/>
          <a:chExt cx="0" cy="0"/>
        </a:xfrm>
      </p:grpSpPr>
      <p:sp>
        <p:nvSpPr>
          <p:cNvPr id="3106" name="Google Shape;3106;p56"/>
          <p:cNvSpPr/>
          <p:nvPr/>
        </p:nvSpPr>
        <p:spPr>
          <a:xfrm rot="10800000">
            <a:off x="6452800" y="1638231"/>
            <a:ext cx="912600" cy="1926000"/>
          </a:xfrm>
          <a:prstGeom prst="curvedRightArrow">
            <a:avLst>
              <a:gd fmla="val 25000" name="adj1"/>
              <a:gd fmla="val 50000" name="adj2"/>
              <a:gd fmla="val 25000" name="adj3"/>
            </a:avLst>
          </a:prstGeom>
          <a:solidFill>
            <a:srgbClr val="FFD4E0"/>
          </a:solidFill>
          <a:ln cap="flat" cmpd="sng" w="952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7" name="Google Shape;3107;p56"/>
          <p:cNvSpPr/>
          <p:nvPr/>
        </p:nvSpPr>
        <p:spPr>
          <a:xfrm>
            <a:off x="4472400" y="1638231"/>
            <a:ext cx="912600" cy="1926000"/>
          </a:xfrm>
          <a:prstGeom prst="curvedRightArrow">
            <a:avLst>
              <a:gd fmla="val 25000" name="adj1"/>
              <a:gd fmla="val 50000" name="adj2"/>
              <a:gd fmla="val 25000" name="adj3"/>
            </a:avLst>
          </a:prstGeom>
          <a:solidFill>
            <a:srgbClr val="FFD4E0"/>
          </a:solidFill>
          <a:ln cap="flat" cmpd="sng" w="952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8" name="Google Shape;3108;p56"/>
          <p:cNvSpPr/>
          <p:nvPr/>
        </p:nvSpPr>
        <p:spPr>
          <a:xfrm rot="-2700000">
            <a:off x="5080236" y="108822"/>
            <a:ext cx="1778091" cy="1794213"/>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9" name="Google Shape;3109;p56"/>
          <p:cNvSpPr/>
          <p:nvPr/>
        </p:nvSpPr>
        <p:spPr>
          <a:xfrm rot="-2700000">
            <a:off x="5077230" y="3240385"/>
            <a:ext cx="1778091" cy="1794213"/>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0" name="Google Shape;3110;p56"/>
          <p:cNvSpPr/>
          <p:nvPr/>
        </p:nvSpPr>
        <p:spPr>
          <a:xfrm rot="-2700000">
            <a:off x="3512951" y="1676106"/>
            <a:ext cx="1778091" cy="1794213"/>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1" name="Google Shape;3111;p56"/>
          <p:cNvSpPr/>
          <p:nvPr/>
        </p:nvSpPr>
        <p:spPr>
          <a:xfrm rot="-2700000">
            <a:off x="6644515" y="1673101"/>
            <a:ext cx="1778091" cy="1794213"/>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2" name="Google Shape;3112;p56"/>
          <p:cNvSpPr txBox="1"/>
          <p:nvPr>
            <p:ph idx="3" type="subTitle"/>
          </p:nvPr>
        </p:nvSpPr>
        <p:spPr>
          <a:xfrm flipH="1">
            <a:off x="6793250" y="2266158"/>
            <a:ext cx="1426500" cy="34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EVALUATION</a:t>
            </a:r>
            <a:endParaRPr/>
          </a:p>
        </p:txBody>
      </p:sp>
      <p:sp>
        <p:nvSpPr>
          <p:cNvPr id="3113" name="Google Shape;3113;p56"/>
          <p:cNvSpPr txBox="1"/>
          <p:nvPr>
            <p:ph idx="4" type="subTitle"/>
          </p:nvPr>
        </p:nvSpPr>
        <p:spPr>
          <a:xfrm flipH="1">
            <a:off x="5256025" y="3840320"/>
            <a:ext cx="1426500" cy="34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SYSTEM</a:t>
            </a:r>
            <a:endParaRPr/>
          </a:p>
        </p:txBody>
      </p:sp>
      <p:sp>
        <p:nvSpPr>
          <p:cNvPr id="3114" name="Google Shape;3114;p56"/>
          <p:cNvSpPr/>
          <p:nvPr/>
        </p:nvSpPr>
        <p:spPr>
          <a:xfrm>
            <a:off x="4148050" y="1761413"/>
            <a:ext cx="507900" cy="507900"/>
          </a:xfrm>
          <a:prstGeom prst="rect">
            <a:avLst/>
          </a:pr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5" name="Google Shape;3115;p56"/>
          <p:cNvSpPr/>
          <p:nvPr/>
        </p:nvSpPr>
        <p:spPr>
          <a:xfrm>
            <a:off x="5715325" y="194125"/>
            <a:ext cx="507900" cy="507900"/>
          </a:xfrm>
          <a:prstGeom prst="rect">
            <a:avLst/>
          </a:pr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6" name="Google Shape;3116;p56"/>
          <p:cNvSpPr/>
          <p:nvPr/>
        </p:nvSpPr>
        <p:spPr>
          <a:xfrm>
            <a:off x="5715325" y="3331350"/>
            <a:ext cx="507900" cy="507900"/>
          </a:xfrm>
          <a:prstGeom prst="rect">
            <a:avLst/>
          </a:pr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7" name="Google Shape;3117;p56"/>
          <p:cNvSpPr/>
          <p:nvPr/>
        </p:nvSpPr>
        <p:spPr>
          <a:xfrm>
            <a:off x="7252550" y="1764063"/>
            <a:ext cx="507900" cy="507900"/>
          </a:xfrm>
          <a:prstGeom prst="rect">
            <a:avLst/>
          </a:pr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8" name="Google Shape;3118;p56"/>
          <p:cNvSpPr txBox="1"/>
          <p:nvPr>
            <p:ph idx="5" type="subTitle"/>
          </p:nvPr>
        </p:nvSpPr>
        <p:spPr>
          <a:xfrm flipH="1">
            <a:off x="5256025" y="711307"/>
            <a:ext cx="1426500" cy="34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GOAL</a:t>
            </a:r>
            <a:endParaRPr/>
          </a:p>
        </p:txBody>
      </p:sp>
      <p:sp>
        <p:nvSpPr>
          <p:cNvPr id="3119" name="Google Shape;3119;p56"/>
          <p:cNvSpPr txBox="1"/>
          <p:nvPr>
            <p:ph idx="6" type="subTitle"/>
          </p:nvPr>
        </p:nvSpPr>
        <p:spPr>
          <a:xfrm flipH="1">
            <a:off x="3688750" y="2278594"/>
            <a:ext cx="1426500" cy="34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EXECUTION</a:t>
            </a:r>
            <a:endParaRPr/>
          </a:p>
        </p:txBody>
      </p:sp>
      <p:sp>
        <p:nvSpPr>
          <p:cNvPr id="3120" name="Google Shape;3120;p56"/>
          <p:cNvSpPr txBox="1"/>
          <p:nvPr>
            <p:ph idx="7" type="subTitle"/>
          </p:nvPr>
        </p:nvSpPr>
        <p:spPr>
          <a:xfrm flipH="1">
            <a:off x="5256025" y="1053919"/>
            <a:ext cx="1426500" cy="611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User establishes the goal</a:t>
            </a:r>
            <a:endParaRPr/>
          </a:p>
        </p:txBody>
      </p:sp>
      <p:sp>
        <p:nvSpPr>
          <p:cNvPr id="3121" name="Google Shape;3121;p56"/>
          <p:cNvSpPr txBox="1"/>
          <p:nvPr>
            <p:ph idx="8" type="subTitle"/>
          </p:nvPr>
        </p:nvSpPr>
        <p:spPr>
          <a:xfrm flipH="1">
            <a:off x="3919225" y="2616875"/>
            <a:ext cx="1336800" cy="611400"/>
          </a:xfrm>
          <a:prstGeom prst="rect">
            <a:avLst/>
          </a:prstGeom>
        </p:spPr>
        <p:txBody>
          <a:bodyPr anchorCtr="0" anchor="t" bIns="91425" lIns="91425" spcFirstLastPara="1" rIns="91425" wrap="square" tIns="91425">
            <a:noAutofit/>
          </a:bodyPr>
          <a:lstStyle/>
          <a:p>
            <a:pPr indent="-120650" lvl="0" marL="57150" rtl="0" algn="l">
              <a:spcBef>
                <a:spcPts val="0"/>
              </a:spcBef>
              <a:spcAft>
                <a:spcPts val="0"/>
              </a:spcAft>
              <a:buSzPts val="1000"/>
              <a:buChar char="●"/>
            </a:pPr>
            <a:r>
              <a:rPr lang="en"/>
              <a:t>Formulates intention</a:t>
            </a:r>
            <a:endParaRPr/>
          </a:p>
          <a:p>
            <a:pPr indent="-120650" lvl="0" marL="57150" rtl="0" algn="l">
              <a:spcBef>
                <a:spcPts val="0"/>
              </a:spcBef>
              <a:spcAft>
                <a:spcPts val="0"/>
              </a:spcAft>
              <a:buSzPts val="1000"/>
              <a:buChar char="●"/>
            </a:pPr>
            <a:r>
              <a:rPr lang="en"/>
              <a:t>Specifies actions at interface</a:t>
            </a:r>
            <a:endParaRPr/>
          </a:p>
          <a:p>
            <a:pPr indent="-120650" lvl="0" marL="57150" rtl="0" algn="l">
              <a:spcBef>
                <a:spcPts val="0"/>
              </a:spcBef>
              <a:spcAft>
                <a:spcPts val="0"/>
              </a:spcAft>
              <a:buSzPts val="1000"/>
              <a:buChar char="●"/>
            </a:pPr>
            <a:r>
              <a:rPr lang="en"/>
              <a:t>Executes action</a:t>
            </a:r>
            <a:endParaRPr/>
          </a:p>
        </p:txBody>
      </p:sp>
      <p:sp>
        <p:nvSpPr>
          <p:cNvPr id="3122" name="Google Shape;3122;p56"/>
          <p:cNvSpPr/>
          <p:nvPr/>
        </p:nvSpPr>
        <p:spPr>
          <a:xfrm>
            <a:off x="5790435" y="269402"/>
            <a:ext cx="357688" cy="357339"/>
          </a:xfrm>
          <a:custGeom>
            <a:rect b="b" l="l" r="r" t="t"/>
            <a:pathLst>
              <a:path extrusionOk="0" h="11253" w="11264">
                <a:moveTo>
                  <a:pt x="9847" y="548"/>
                </a:moveTo>
                <a:lnTo>
                  <a:pt x="9847" y="1203"/>
                </a:lnTo>
                <a:cubicBezTo>
                  <a:pt x="9847" y="1299"/>
                  <a:pt x="9930" y="1370"/>
                  <a:pt x="10014" y="1370"/>
                </a:cubicBezTo>
                <a:lnTo>
                  <a:pt x="10669" y="1370"/>
                </a:lnTo>
                <a:lnTo>
                  <a:pt x="9252" y="2811"/>
                </a:lnTo>
                <a:lnTo>
                  <a:pt x="8656" y="2811"/>
                </a:lnTo>
                <a:lnTo>
                  <a:pt x="9609" y="1858"/>
                </a:lnTo>
                <a:cubicBezTo>
                  <a:pt x="9668" y="1799"/>
                  <a:pt x="9668" y="1703"/>
                  <a:pt x="9609" y="1620"/>
                </a:cubicBezTo>
                <a:cubicBezTo>
                  <a:pt x="9579" y="1590"/>
                  <a:pt x="9537" y="1575"/>
                  <a:pt x="9494" y="1575"/>
                </a:cubicBezTo>
                <a:cubicBezTo>
                  <a:pt x="9451" y="1575"/>
                  <a:pt x="9406" y="1590"/>
                  <a:pt x="9371" y="1620"/>
                </a:cubicBezTo>
                <a:lnTo>
                  <a:pt x="8418" y="2572"/>
                </a:lnTo>
                <a:lnTo>
                  <a:pt x="8418" y="1977"/>
                </a:lnTo>
                <a:lnTo>
                  <a:pt x="9847" y="548"/>
                </a:lnTo>
                <a:close/>
                <a:moveTo>
                  <a:pt x="4549" y="2442"/>
                </a:moveTo>
                <a:cubicBezTo>
                  <a:pt x="5668" y="2442"/>
                  <a:pt x="6680" y="2870"/>
                  <a:pt x="7430" y="3573"/>
                </a:cubicBezTo>
                <a:lnTo>
                  <a:pt x="4430" y="6561"/>
                </a:lnTo>
                <a:cubicBezTo>
                  <a:pt x="4370" y="6621"/>
                  <a:pt x="4370" y="6728"/>
                  <a:pt x="4430" y="6799"/>
                </a:cubicBezTo>
                <a:cubicBezTo>
                  <a:pt x="4465" y="6835"/>
                  <a:pt x="4513" y="6847"/>
                  <a:pt x="4549" y="6847"/>
                </a:cubicBezTo>
                <a:cubicBezTo>
                  <a:pt x="4596" y="6847"/>
                  <a:pt x="4644" y="6835"/>
                  <a:pt x="4668" y="6799"/>
                </a:cubicBezTo>
                <a:lnTo>
                  <a:pt x="5418" y="6061"/>
                </a:lnTo>
                <a:cubicBezTo>
                  <a:pt x="5549" y="6240"/>
                  <a:pt x="5620" y="6466"/>
                  <a:pt x="5620" y="6680"/>
                </a:cubicBezTo>
                <a:cubicBezTo>
                  <a:pt x="5620" y="7275"/>
                  <a:pt x="5144" y="7752"/>
                  <a:pt x="4549" y="7752"/>
                </a:cubicBezTo>
                <a:cubicBezTo>
                  <a:pt x="3953" y="7752"/>
                  <a:pt x="3477" y="7275"/>
                  <a:pt x="3477" y="6680"/>
                </a:cubicBezTo>
                <a:cubicBezTo>
                  <a:pt x="3477" y="6085"/>
                  <a:pt x="3953" y="5609"/>
                  <a:pt x="4549" y="5609"/>
                </a:cubicBezTo>
                <a:cubicBezTo>
                  <a:pt x="4608" y="5609"/>
                  <a:pt x="4680" y="5609"/>
                  <a:pt x="4739" y="5632"/>
                </a:cubicBezTo>
                <a:cubicBezTo>
                  <a:pt x="4747" y="5633"/>
                  <a:pt x="4755" y="5634"/>
                  <a:pt x="4763" y="5634"/>
                </a:cubicBezTo>
                <a:cubicBezTo>
                  <a:pt x="4848" y="5634"/>
                  <a:pt x="4920" y="5577"/>
                  <a:pt x="4942" y="5490"/>
                </a:cubicBezTo>
                <a:cubicBezTo>
                  <a:pt x="4954" y="5406"/>
                  <a:pt x="4894" y="5311"/>
                  <a:pt x="4799" y="5299"/>
                </a:cubicBezTo>
                <a:cubicBezTo>
                  <a:pt x="4715" y="5287"/>
                  <a:pt x="4620" y="5275"/>
                  <a:pt x="4549" y="5275"/>
                </a:cubicBezTo>
                <a:cubicBezTo>
                  <a:pt x="3775" y="5275"/>
                  <a:pt x="3156" y="5894"/>
                  <a:pt x="3156" y="6668"/>
                </a:cubicBezTo>
                <a:cubicBezTo>
                  <a:pt x="3156" y="7442"/>
                  <a:pt x="3775" y="8073"/>
                  <a:pt x="4549" y="8073"/>
                </a:cubicBezTo>
                <a:cubicBezTo>
                  <a:pt x="5323" y="8073"/>
                  <a:pt x="5954" y="7442"/>
                  <a:pt x="5954" y="6668"/>
                </a:cubicBezTo>
                <a:cubicBezTo>
                  <a:pt x="5954" y="6359"/>
                  <a:pt x="5847" y="6049"/>
                  <a:pt x="5656" y="5811"/>
                </a:cubicBezTo>
                <a:lnTo>
                  <a:pt x="6168" y="5287"/>
                </a:lnTo>
                <a:cubicBezTo>
                  <a:pt x="6501" y="5668"/>
                  <a:pt x="6680" y="6168"/>
                  <a:pt x="6680" y="6668"/>
                </a:cubicBezTo>
                <a:cubicBezTo>
                  <a:pt x="6680" y="7847"/>
                  <a:pt x="5727" y="8799"/>
                  <a:pt x="4549" y="8799"/>
                </a:cubicBezTo>
                <a:cubicBezTo>
                  <a:pt x="3370" y="8799"/>
                  <a:pt x="2418" y="7847"/>
                  <a:pt x="2418" y="6668"/>
                </a:cubicBezTo>
                <a:cubicBezTo>
                  <a:pt x="2418" y="5490"/>
                  <a:pt x="3370" y="4537"/>
                  <a:pt x="4549" y="4537"/>
                </a:cubicBezTo>
                <a:cubicBezTo>
                  <a:pt x="4906" y="4537"/>
                  <a:pt x="5251" y="4632"/>
                  <a:pt x="5561" y="4799"/>
                </a:cubicBezTo>
                <a:cubicBezTo>
                  <a:pt x="5583" y="4810"/>
                  <a:pt x="5608" y="4815"/>
                  <a:pt x="5635" y="4815"/>
                </a:cubicBezTo>
                <a:cubicBezTo>
                  <a:pt x="5693" y="4815"/>
                  <a:pt x="5754" y="4789"/>
                  <a:pt x="5787" y="4739"/>
                </a:cubicBezTo>
                <a:cubicBezTo>
                  <a:pt x="5835" y="4656"/>
                  <a:pt x="5799" y="4561"/>
                  <a:pt x="5727" y="4513"/>
                </a:cubicBezTo>
                <a:cubicBezTo>
                  <a:pt x="5370" y="4323"/>
                  <a:pt x="4965" y="4216"/>
                  <a:pt x="4561" y="4216"/>
                </a:cubicBezTo>
                <a:cubicBezTo>
                  <a:pt x="3215" y="4216"/>
                  <a:pt x="2108" y="5311"/>
                  <a:pt x="2108" y="6668"/>
                </a:cubicBezTo>
                <a:cubicBezTo>
                  <a:pt x="2108" y="8026"/>
                  <a:pt x="3215" y="9121"/>
                  <a:pt x="4561" y="9121"/>
                </a:cubicBezTo>
                <a:cubicBezTo>
                  <a:pt x="5918" y="9121"/>
                  <a:pt x="7025" y="8026"/>
                  <a:pt x="7025" y="6668"/>
                </a:cubicBezTo>
                <a:cubicBezTo>
                  <a:pt x="7025" y="6073"/>
                  <a:pt x="6811" y="5490"/>
                  <a:pt x="6406" y="5049"/>
                </a:cubicBezTo>
                <a:lnTo>
                  <a:pt x="6930" y="4525"/>
                </a:lnTo>
                <a:cubicBezTo>
                  <a:pt x="7466" y="5109"/>
                  <a:pt x="7752" y="5871"/>
                  <a:pt x="7752" y="6656"/>
                </a:cubicBezTo>
                <a:cubicBezTo>
                  <a:pt x="7752" y="8407"/>
                  <a:pt x="6323" y="9835"/>
                  <a:pt x="4561" y="9835"/>
                </a:cubicBezTo>
                <a:cubicBezTo>
                  <a:pt x="2810" y="9835"/>
                  <a:pt x="1382" y="8407"/>
                  <a:pt x="1382" y="6656"/>
                </a:cubicBezTo>
                <a:cubicBezTo>
                  <a:pt x="1382" y="4894"/>
                  <a:pt x="2810" y="3465"/>
                  <a:pt x="4561" y="3465"/>
                </a:cubicBezTo>
                <a:cubicBezTo>
                  <a:pt x="5180" y="3465"/>
                  <a:pt x="5775" y="3644"/>
                  <a:pt x="6275" y="3977"/>
                </a:cubicBezTo>
                <a:cubicBezTo>
                  <a:pt x="6300" y="3994"/>
                  <a:pt x="6330" y="4002"/>
                  <a:pt x="6360" y="4002"/>
                </a:cubicBezTo>
                <a:cubicBezTo>
                  <a:pt x="6415" y="4002"/>
                  <a:pt x="6471" y="3976"/>
                  <a:pt x="6501" y="3930"/>
                </a:cubicBezTo>
                <a:cubicBezTo>
                  <a:pt x="6549" y="3858"/>
                  <a:pt x="6525" y="3751"/>
                  <a:pt x="6454" y="3704"/>
                </a:cubicBezTo>
                <a:cubicBezTo>
                  <a:pt x="5894" y="3346"/>
                  <a:pt x="5239" y="3156"/>
                  <a:pt x="4561" y="3156"/>
                </a:cubicBezTo>
                <a:cubicBezTo>
                  <a:pt x="2632" y="3156"/>
                  <a:pt x="1048" y="4739"/>
                  <a:pt x="1048" y="6668"/>
                </a:cubicBezTo>
                <a:cubicBezTo>
                  <a:pt x="1048" y="8609"/>
                  <a:pt x="2632" y="10181"/>
                  <a:pt x="4561" y="10181"/>
                </a:cubicBezTo>
                <a:cubicBezTo>
                  <a:pt x="6501" y="10181"/>
                  <a:pt x="8073" y="8609"/>
                  <a:pt x="8073" y="6668"/>
                </a:cubicBezTo>
                <a:cubicBezTo>
                  <a:pt x="8073" y="5787"/>
                  <a:pt x="7752" y="4954"/>
                  <a:pt x="7156" y="4299"/>
                </a:cubicBezTo>
                <a:lnTo>
                  <a:pt x="7680" y="3787"/>
                </a:lnTo>
                <a:cubicBezTo>
                  <a:pt x="8383" y="4561"/>
                  <a:pt x="8799" y="5573"/>
                  <a:pt x="8799" y="6680"/>
                </a:cubicBezTo>
                <a:cubicBezTo>
                  <a:pt x="8799" y="9026"/>
                  <a:pt x="6894" y="10931"/>
                  <a:pt x="4549" y="10931"/>
                </a:cubicBezTo>
                <a:cubicBezTo>
                  <a:pt x="2215" y="10931"/>
                  <a:pt x="310" y="9026"/>
                  <a:pt x="310" y="6680"/>
                </a:cubicBezTo>
                <a:cubicBezTo>
                  <a:pt x="310" y="4347"/>
                  <a:pt x="2215" y="2442"/>
                  <a:pt x="4549" y="2442"/>
                </a:cubicBezTo>
                <a:close/>
                <a:moveTo>
                  <a:pt x="10023" y="1"/>
                </a:moveTo>
                <a:cubicBezTo>
                  <a:pt x="9981" y="1"/>
                  <a:pt x="9938" y="17"/>
                  <a:pt x="9907" y="48"/>
                </a:cubicBezTo>
                <a:lnTo>
                  <a:pt x="8156" y="1799"/>
                </a:lnTo>
                <a:cubicBezTo>
                  <a:pt x="8121" y="1834"/>
                  <a:pt x="8109" y="1882"/>
                  <a:pt x="8109" y="1918"/>
                </a:cubicBezTo>
                <a:lnTo>
                  <a:pt x="8109" y="2906"/>
                </a:lnTo>
                <a:lnTo>
                  <a:pt x="7680" y="3334"/>
                </a:lnTo>
                <a:cubicBezTo>
                  <a:pt x="6859" y="2572"/>
                  <a:pt x="5775" y="2120"/>
                  <a:pt x="4573" y="2120"/>
                </a:cubicBezTo>
                <a:cubicBezTo>
                  <a:pt x="2048" y="2120"/>
                  <a:pt x="1" y="4168"/>
                  <a:pt x="1" y="6680"/>
                </a:cubicBezTo>
                <a:cubicBezTo>
                  <a:pt x="1" y="9204"/>
                  <a:pt x="2048" y="11252"/>
                  <a:pt x="4573" y="11252"/>
                </a:cubicBezTo>
                <a:cubicBezTo>
                  <a:pt x="7085" y="11252"/>
                  <a:pt x="9133" y="9204"/>
                  <a:pt x="9133" y="6680"/>
                </a:cubicBezTo>
                <a:cubicBezTo>
                  <a:pt x="9133" y="5478"/>
                  <a:pt x="8680" y="4394"/>
                  <a:pt x="7918" y="3573"/>
                </a:cubicBezTo>
                <a:lnTo>
                  <a:pt x="8347" y="3144"/>
                </a:lnTo>
                <a:lnTo>
                  <a:pt x="9335" y="3144"/>
                </a:lnTo>
                <a:cubicBezTo>
                  <a:pt x="9371" y="3144"/>
                  <a:pt x="9418" y="3132"/>
                  <a:pt x="9454" y="3096"/>
                </a:cubicBezTo>
                <a:lnTo>
                  <a:pt x="11204" y="1346"/>
                </a:lnTo>
                <a:cubicBezTo>
                  <a:pt x="11252" y="1287"/>
                  <a:pt x="11264" y="1227"/>
                  <a:pt x="11240" y="1168"/>
                </a:cubicBezTo>
                <a:cubicBezTo>
                  <a:pt x="11204" y="1108"/>
                  <a:pt x="11145" y="1060"/>
                  <a:pt x="11085" y="1060"/>
                </a:cubicBezTo>
                <a:lnTo>
                  <a:pt x="10192" y="1060"/>
                </a:lnTo>
                <a:lnTo>
                  <a:pt x="10192" y="167"/>
                </a:lnTo>
                <a:cubicBezTo>
                  <a:pt x="10192" y="108"/>
                  <a:pt x="10145" y="36"/>
                  <a:pt x="10085" y="13"/>
                </a:cubicBezTo>
                <a:cubicBezTo>
                  <a:pt x="10065" y="5"/>
                  <a:pt x="10044" y="1"/>
                  <a:pt x="1002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23" name="Google Shape;3123;p56"/>
          <p:cNvGrpSpPr/>
          <p:nvPr/>
        </p:nvGrpSpPr>
        <p:grpSpPr>
          <a:xfrm>
            <a:off x="7315250" y="1840032"/>
            <a:ext cx="382519" cy="350682"/>
            <a:chOff x="2903337" y="4279032"/>
            <a:chExt cx="382519" cy="350682"/>
          </a:xfrm>
        </p:grpSpPr>
        <p:sp>
          <p:nvSpPr>
            <p:cNvPr id="3124" name="Google Shape;3124;p56"/>
            <p:cNvSpPr/>
            <p:nvPr/>
          </p:nvSpPr>
          <p:spPr>
            <a:xfrm>
              <a:off x="2966979" y="4320570"/>
              <a:ext cx="202248" cy="184183"/>
            </a:xfrm>
            <a:custGeom>
              <a:rect b="b" l="l" r="r" t="t"/>
              <a:pathLst>
                <a:path extrusionOk="0" h="5791" w="6359">
                  <a:moveTo>
                    <a:pt x="3179" y="361"/>
                  </a:moveTo>
                  <a:cubicBezTo>
                    <a:pt x="3834" y="361"/>
                    <a:pt x="4477" y="611"/>
                    <a:pt x="4989" y="1099"/>
                  </a:cubicBezTo>
                  <a:cubicBezTo>
                    <a:pt x="5965" y="2087"/>
                    <a:pt x="5965" y="3707"/>
                    <a:pt x="4965" y="4683"/>
                  </a:cubicBezTo>
                  <a:cubicBezTo>
                    <a:pt x="4465" y="5183"/>
                    <a:pt x="3813" y="5433"/>
                    <a:pt x="3164" y="5433"/>
                  </a:cubicBezTo>
                  <a:cubicBezTo>
                    <a:pt x="2515" y="5433"/>
                    <a:pt x="1870" y="5183"/>
                    <a:pt x="1381" y="4683"/>
                  </a:cubicBezTo>
                  <a:cubicBezTo>
                    <a:pt x="393" y="3695"/>
                    <a:pt x="381" y="2087"/>
                    <a:pt x="1381" y="1099"/>
                  </a:cubicBezTo>
                  <a:cubicBezTo>
                    <a:pt x="1870" y="611"/>
                    <a:pt x="2524" y="361"/>
                    <a:pt x="3179" y="361"/>
                  </a:cubicBezTo>
                  <a:close/>
                  <a:moveTo>
                    <a:pt x="3179" y="1"/>
                  </a:moveTo>
                  <a:cubicBezTo>
                    <a:pt x="2438" y="1"/>
                    <a:pt x="1697" y="284"/>
                    <a:pt x="1131" y="849"/>
                  </a:cubicBezTo>
                  <a:cubicBezTo>
                    <a:pt x="0" y="1980"/>
                    <a:pt x="0" y="3814"/>
                    <a:pt x="1131" y="4945"/>
                  </a:cubicBezTo>
                  <a:cubicBezTo>
                    <a:pt x="1691" y="5504"/>
                    <a:pt x="2441" y="5790"/>
                    <a:pt x="3167" y="5790"/>
                  </a:cubicBezTo>
                  <a:cubicBezTo>
                    <a:pt x="3917" y="5790"/>
                    <a:pt x="4644" y="5504"/>
                    <a:pt x="5203" y="4945"/>
                  </a:cubicBezTo>
                  <a:cubicBezTo>
                    <a:pt x="6358" y="3814"/>
                    <a:pt x="6358" y="1980"/>
                    <a:pt x="5227" y="849"/>
                  </a:cubicBezTo>
                  <a:cubicBezTo>
                    <a:pt x="4662" y="284"/>
                    <a:pt x="3920" y="1"/>
                    <a:pt x="31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5" name="Google Shape;3125;p56"/>
            <p:cNvSpPr/>
            <p:nvPr/>
          </p:nvSpPr>
          <p:spPr>
            <a:xfrm>
              <a:off x="2903337" y="4279032"/>
              <a:ext cx="382519" cy="350682"/>
            </a:xfrm>
            <a:custGeom>
              <a:rect b="b" l="l" r="r" t="t"/>
              <a:pathLst>
                <a:path extrusionOk="0" h="11026" w="12027">
                  <a:moveTo>
                    <a:pt x="5168" y="1072"/>
                  </a:moveTo>
                  <a:cubicBezTo>
                    <a:pt x="5966" y="1072"/>
                    <a:pt x="6776" y="1381"/>
                    <a:pt x="7383" y="1988"/>
                  </a:cubicBezTo>
                  <a:cubicBezTo>
                    <a:pt x="8609" y="3215"/>
                    <a:pt x="8609" y="5203"/>
                    <a:pt x="7383" y="6429"/>
                  </a:cubicBezTo>
                  <a:cubicBezTo>
                    <a:pt x="6776" y="7037"/>
                    <a:pt x="5966" y="7346"/>
                    <a:pt x="5168" y="7346"/>
                  </a:cubicBezTo>
                  <a:cubicBezTo>
                    <a:pt x="4359" y="7334"/>
                    <a:pt x="3561" y="7037"/>
                    <a:pt x="2954" y="6429"/>
                  </a:cubicBezTo>
                  <a:cubicBezTo>
                    <a:pt x="1727" y="5203"/>
                    <a:pt x="1727" y="3215"/>
                    <a:pt x="2954" y="1988"/>
                  </a:cubicBezTo>
                  <a:cubicBezTo>
                    <a:pt x="3561" y="1381"/>
                    <a:pt x="4359" y="1072"/>
                    <a:pt x="5168" y="1072"/>
                  </a:cubicBezTo>
                  <a:close/>
                  <a:moveTo>
                    <a:pt x="7788" y="6513"/>
                  </a:moveTo>
                  <a:lnTo>
                    <a:pt x="8538" y="7263"/>
                  </a:lnTo>
                  <a:lnTo>
                    <a:pt x="8240" y="7561"/>
                  </a:lnTo>
                  <a:lnTo>
                    <a:pt x="7490" y="6810"/>
                  </a:lnTo>
                  <a:cubicBezTo>
                    <a:pt x="7550" y="6763"/>
                    <a:pt x="7597" y="6727"/>
                    <a:pt x="7633" y="6668"/>
                  </a:cubicBezTo>
                  <a:lnTo>
                    <a:pt x="7788" y="6513"/>
                  </a:lnTo>
                  <a:close/>
                  <a:moveTo>
                    <a:pt x="9038" y="7251"/>
                  </a:moveTo>
                  <a:cubicBezTo>
                    <a:pt x="9050" y="7251"/>
                    <a:pt x="9050" y="7251"/>
                    <a:pt x="9074" y="7275"/>
                  </a:cubicBezTo>
                  <a:lnTo>
                    <a:pt x="11276" y="9477"/>
                  </a:lnTo>
                  <a:lnTo>
                    <a:pt x="10455" y="10287"/>
                  </a:lnTo>
                  <a:lnTo>
                    <a:pt x="8252" y="8084"/>
                  </a:lnTo>
                  <a:cubicBezTo>
                    <a:pt x="8240" y="8073"/>
                    <a:pt x="8240" y="8061"/>
                    <a:pt x="8240" y="8061"/>
                  </a:cubicBezTo>
                  <a:cubicBezTo>
                    <a:pt x="8240" y="8049"/>
                    <a:pt x="8240" y="8049"/>
                    <a:pt x="8252" y="8037"/>
                  </a:cubicBezTo>
                  <a:lnTo>
                    <a:pt x="9014" y="7275"/>
                  </a:lnTo>
                  <a:cubicBezTo>
                    <a:pt x="9026" y="7251"/>
                    <a:pt x="9026" y="7251"/>
                    <a:pt x="9038" y="7251"/>
                  </a:cubicBezTo>
                  <a:close/>
                  <a:moveTo>
                    <a:pt x="11514" y="9716"/>
                  </a:moveTo>
                  <a:lnTo>
                    <a:pt x="11621" y="9835"/>
                  </a:lnTo>
                  <a:cubicBezTo>
                    <a:pt x="11645" y="9847"/>
                    <a:pt x="11645" y="9882"/>
                    <a:pt x="11633" y="9894"/>
                  </a:cubicBezTo>
                  <a:lnTo>
                    <a:pt x="10871" y="10656"/>
                  </a:lnTo>
                  <a:cubicBezTo>
                    <a:pt x="10859" y="10668"/>
                    <a:pt x="10859" y="10668"/>
                    <a:pt x="10836" y="10668"/>
                  </a:cubicBezTo>
                  <a:cubicBezTo>
                    <a:pt x="10824" y="10668"/>
                    <a:pt x="10824" y="10668"/>
                    <a:pt x="10812" y="10656"/>
                  </a:cubicBezTo>
                  <a:lnTo>
                    <a:pt x="10693" y="10537"/>
                  </a:lnTo>
                  <a:lnTo>
                    <a:pt x="11514" y="9716"/>
                  </a:lnTo>
                  <a:close/>
                  <a:moveTo>
                    <a:pt x="656" y="0"/>
                  </a:moveTo>
                  <a:cubicBezTo>
                    <a:pt x="299" y="0"/>
                    <a:pt x="1" y="298"/>
                    <a:pt x="1" y="655"/>
                  </a:cubicBezTo>
                  <a:lnTo>
                    <a:pt x="1" y="8715"/>
                  </a:lnTo>
                  <a:cubicBezTo>
                    <a:pt x="1" y="8942"/>
                    <a:pt x="180" y="9132"/>
                    <a:pt x="418" y="9132"/>
                  </a:cubicBezTo>
                  <a:lnTo>
                    <a:pt x="5859" y="9132"/>
                  </a:lnTo>
                  <a:cubicBezTo>
                    <a:pt x="5954" y="9132"/>
                    <a:pt x="6037" y="9061"/>
                    <a:pt x="6037" y="8954"/>
                  </a:cubicBezTo>
                  <a:cubicBezTo>
                    <a:pt x="6037" y="8846"/>
                    <a:pt x="5954" y="8775"/>
                    <a:pt x="5859" y="8775"/>
                  </a:cubicBezTo>
                  <a:lnTo>
                    <a:pt x="418" y="8775"/>
                  </a:lnTo>
                  <a:cubicBezTo>
                    <a:pt x="394" y="8775"/>
                    <a:pt x="358" y="8739"/>
                    <a:pt x="358" y="8715"/>
                  </a:cubicBezTo>
                  <a:lnTo>
                    <a:pt x="358" y="1631"/>
                  </a:lnTo>
                  <a:lnTo>
                    <a:pt x="2787" y="1631"/>
                  </a:lnTo>
                  <a:lnTo>
                    <a:pt x="2704" y="1727"/>
                  </a:lnTo>
                  <a:cubicBezTo>
                    <a:pt x="1346" y="3072"/>
                    <a:pt x="1346" y="5298"/>
                    <a:pt x="2704" y="6668"/>
                  </a:cubicBezTo>
                  <a:cubicBezTo>
                    <a:pt x="3382" y="7346"/>
                    <a:pt x="4275" y="7692"/>
                    <a:pt x="5168" y="7692"/>
                  </a:cubicBezTo>
                  <a:cubicBezTo>
                    <a:pt x="5883" y="7692"/>
                    <a:pt x="6597" y="7465"/>
                    <a:pt x="7204" y="7037"/>
                  </a:cubicBezTo>
                  <a:lnTo>
                    <a:pt x="7978" y="7811"/>
                  </a:lnTo>
                  <a:cubicBezTo>
                    <a:pt x="7919" y="7882"/>
                    <a:pt x="7883" y="7977"/>
                    <a:pt x="7883" y="8061"/>
                  </a:cubicBezTo>
                  <a:cubicBezTo>
                    <a:pt x="7883" y="8168"/>
                    <a:pt x="7919" y="8275"/>
                    <a:pt x="8002" y="8346"/>
                  </a:cubicBezTo>
                  <a:lnTo>
                    <a:pt x="8443" y="8787"/>
                  </a:lnTo>
                  <a:lnTo>
                    <a:pt x="6609" y="8787"/>
                  </a:lnTo>
                  <a:cubicBezTo>
                    <a:pt x="6514" y="8787"/>
                    <a:pt x="6430" y="8870"/>
                    <a:pt x="6430" y="8966"/>
                  </a:cubicBezTo>
                  <a:cubicBezTo>
                    <a:pt x="6430" y="9073"/>
                    <a:pt x="6514" y="9144"/>
                    <a:pt x="6609" y="9144"/>
                  </a:cubicBezTo>
                  <a:lnTo>
                    <a:pt x="8800" y="9144"/>
                  </a:lnTo>
                  <a:lnTo>
                    <a:pt x="10562" y="10906"/>
                  </a:lnTo>
                  <a:cubicBezTo>
                    <a:pt x="10633" y="10978"/>
                    <a:pt x="10740" y="11025"/>
                    <a:pt x="10836" y="11025"/>
                  </a:cubicBezTo>
                  <a:cubicBezTo>
                    <a:pt x="10943" y="11025"/>
                    <a:pt x="11050" y="10978"/>
                    <a:pt x="11121" y="10906"/>
                  </a:cubicBezTo>
                  <a:lnTo>
                    <a:pt x="11883" y="10144"/>
                  </a:lnTo>
                  <a:cubicBezTo>
                    <a:pt x="12026" y="9978"/>
                    <a:pt x="12026" y="9728"/>
                    <a:pt x="11872" y="9585"/>
                  </a:cubicBezTo>
                  <a:lnTo>
                    <a:pt x="11062" y="8775"/>
                  </a:lnTo>
                  <a:lnTo>
                    <a:pt x="11062" y="8727"/>
                  </a:lnTo>
                  <a:lnTo>
                    <a:pt x="11062" y="7025"/>
                  </a:lnTo>
                  <a:cubicBezTo>
                    <a:pt x="11062" y="6918"/>
                    <a:pt x="10990" y="6846"/>
                    <a:pt x="10883" y="6846"/>
                  </a:cubicBezTo>
                  <a:cubicBezTo>
                    <a:pt x="10776" y="6846"/>
                    <a:pt x="10705" y="6918"/>
                    <a:pt x="10705" y="7025"/>
                  </a:cubicBezTo>
                  <a:lnTo>
                    <a:pt x="10705" y="8430"/>
                  </a:lnTo>
                  <a:lnTo>
                    <a:pt x="9312" y="7037"/>
                  </a:lnTo>
                  <a:cubicBezTo>
                    <a:pt x="9233" y="6958"/>
                    <a:pt x="9132" y="6919"/>
                    <a:pt x="9034" y="6919"/>
                  </a:cubicBezTo>
                  <a:cubicBezTo>
                    <a:pt x="8939" y="6919"/>
                    <a:pt x="8846" y="6955"/>
                    <a:pt x="8776" y="7025"/>
                  </a:cubicBezTo>
                  <a:lnTo>
                    <a:pt x="8002" y="6251"/>
                  </a:lnTo>
                  <a:cubicBezTo>
                    <a:pt x="8978" y="4882"/>
                    <a:pt x="8859" y="2953"/>
                    <a:pt x="7633" y="1738"/>
                  </a:cubicBezTo>
                  <a:lnTo>
                    <a:pt x="7550" y="1643"/>
                  </a:lnTo>
                  <a:lnTo>
                    <a:pt x="10705" y="1643"/>
                  </a:lnTo>
                  <a:lnTo>
                    <a:pt x="10705" y="6251"/>
                  </a:lnTo>
                  <a:cubicBezTo>
                    <a:pt x="10705" y="6346"/>
                    <a:pt x="10776" y="6429"/>
                    <a:pt x="10883" y="6429"/>
                  </a:cubicBezTo>
                  <a:cubicBezTo>
                    <a:pt x="10990" y="6429"/>
                    <a:pt x="11062" y="6346"/>
                    <a:pt x="11062" y="6251"/>
                  </a:cubicBezTo>
                  <a:lnTo>
                    <a:pt x="11062" y="655"/>
                  </a:lnTo>
                  <a:cubicBezTo>
                    <a:pt x="11062" y="298"/>
                    <a:pt x="10764" y="0"/>
                    <a:pt x="10407" y="0"/>
                  </a:cubicBezTo>
                  <a:lnTo>
                    <a:pt x="8812" y="0"/>
                  </a:lnTo>
                  <a:cubicBezTo>
                    <a:pt x="8716" y="0"/>
                    <a:pt x="8633" y="72"/>
                    <a:pt x="8633" y="179"/>
                  </a:cubicBezTo>
                  <a:cubicBezTo>
                    <a:pt x="8633" y="274"/>
                    <a:pt x="8716" y="357"/>
                    <a:pt x="8812" y="357"/>
                  </a:cubicBezTo>
                  <a:lnTo>
                    <a:pt x="10407" y="357"/>
                  </a:lnTo>
                  <a:cubicBezTo>
                    <a:pt x="10574" y="357"/>
                    <a:pt x="10705" y="488"/>
                    <a:pt x="10705" y="655"/>
                  </a:cubicBezTo>
                  <a:lnTo>
                    <a:pt x="10705" y="1286"/>
                  </a:lnTo>
                  <a:lnTo>
                    <a:pt x="7109" y="1286"/>
                  </a:lnTo>
                  <a:cubicBezTo>
                    <a:pt x="6520" y="899"/>
                    <a:pt x="5841" y="706"/>
                    <a:pt x="5165" y="706"/>
                  </a:cubicBezTo>
                  <a:cubicBezTo>
                    <a:pt x="4490" y="706"/>
                    <a:pt x="3817" y="899"/>
                    <a:pt x="3239" y="1286"/>
                  </a:cubicBezTo>
                  <a:lnTo>
                    <a:pt x="358" y="1286"/>
                  </a:lnTo>
                  <a:lnTo>
                    <a:pt x="358" y="655"/>
                  </a:lnTo>
                  <a:cubicBezTo>
                    <a:pt x="358" y="488"/>
                    <a:pt x="501" y="357"/>
                    <a:pt x="656" y="357"/>
                  </a:cubicBezTo>
                  <a:lnTo>
                    <a:pt x="8062" y="357"/>
                  </a:lnTo>
                  <a:cubicBezTo>
                    <a:pt x="8157" y="357"/>
                    <a:pt x="8240" y="274"/>
                    <a:pt x="8240" y="179"/>
                  </a:cubicBezTo>
                  <a:cubicBezTo>
                    <a:pt x="8240" y="72"/>
                    <a:pt x="8157" y="0"/>
                    <a:pt x="806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6" name="Google Shape;3126;p56"/>
            <p:cNvSpPr/>
            <p:nvPr/>
          </p:nvSpPr>
          <p:spPr>
            <a:xfrm>
              <a:off x="2937814" y="4300215"/>
              <a:ext cx="11768" cy="11418"/>
            </a:xfrm>
            <a:custGeom>
              <a:rect b="b" l="l" r="r" t="t"/>
              <a:pathLst>
                <a:path extrusionOk="0" h="359" w="370">
                  <a:moveTo>
                    <a:pt x="191" y="1"/>
                  </a:moveTo>
                  <a:cubicBezTo>
                    <a:pt x="84" y="1"/>
                    <a:pt x="0" y="72"/>
                    <a:pt x="0" y="179"/>
                  </a:cubicBezTo>
                  <a:cubicBezTo>
                    <a:pt x="0" y="263"/>
                    <a:pt x="84" y="358"/>
                    <a:pt x="191" y="358"/>
                  </a:cubicBezTo>
                  <a:cubicBezTo>
                    <a:pt x="286" y="358"/>
                    <a:pt x="370" y="287"/>
                    <a:pt x="370" y="179"/>
                  </a:cubicBezTo>
                  <a:cubicBezTo>
                    <a:pt x="370" y="72"/>
                    <a:pt x="286" y="1"/>
                    <a:pt x="19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7" name="Google Shape;3127;p56"/>
            <p:cNvSpPr/>
            <p:nvPr/>
          </p:nvSpPr>
          <p:spPr>
            <a:xfrm>
              <a:off x="2952572" y="4300215"/>
              <a:ext cx="11386" cy="11418"/>
            </a:xfrm>
            <a:custGeom>
              <a:rect b="b" l="l" r="r" t="t"/>
              <a:pathLst>
                <a:path extrusionOk="0" h="359" w="358">
                  <a:moveTo>
                    <a:pt x="179" y="1"/>
                  </a:moveTo>
                  <a:cubicBezTo>
                    <a:pt x="84" y="1"/>
                    <a:pt x="1" y="72"/>
                    <a:pt x="1" y="179"/>
                  </a:cubicBezTo>
                  <a:cubicBezTo>
                    <a:pt x="1" y="263"/>
                    <a:pt x="84" y="358"/>
                    <a:pt x="179" y="358"/>
                  </a:cubicBezTo>
                  <a:cubicBezTo>
                    <a:pt x="287" y="358"/>
                    <a:pt x="358" y="287"/>
                    <a:pt x="358" y="179"/>
                  </a:cubicBezTo>
                  <a:cubicBezTo>
                    <a:pt x="358" y="72"/>
                    <a:pt x="275" y="1"/>
                    <a:pt x="1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8" name="Google Shape;3128;p56"/>
            <p:cNvSpPr/>
            <p:nvPr/>
          </p:nvSpPr>
          <p:spPr>
            <a:xfrm>
              <a:off x="2967361" y="4300215"/>
              <a:ext cx="11386" cy="11418"/>
            </a:xfrm>
            <a:custGeom>
              <a:rect b="b" l="l" r="r" t="t"/>
              <a:pathLst>
                <a:path extrusionOk="0" h="359" w="358">
                  <a:moveTo>
                    <a:pt x="179" y="1"/>
                  </a:moveTo>
                  <a:cubicBezTo>
                    <a:pt x="72" y="1"/>
                    <a:pt x="0" y="72"/>
                    <a:pt x="0" y="179"/>
                  </a:cubicBezTo>
                  <a:cubicBezTo>
                    <a:pt x="0" y="263"/>
                    <a:pt x="72" y="358"/>
                    <a:pt x="179" y="358"/>
                  </a:cubicBezTo>
                  <a:cubicBezTo>
                    <a:pt x="286" y="358"/>
                    <a:pt x="357" y="287"/>
                    <a:pt x="357" y="179"/>
                  </a:cubicBezTo>
                  <a:cubicBezTo>
                    <a:pt x="345" y="72"/>
                    <a:pt x="262" y="1"/>
                    <a:pt x="1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9" name="Google Shape;3129;p56"/>
            <p:cNvSpPr/>
            <p:nvPr/>
          </p:nvSpPr>
          <p:spPr>
            <a:xfrm>
              <a:off x="3016563" y="4424063"/>
              <a:ext cx="11418" cy="11386"/>
            </a:xfrm>
            <a:custGeom>
              <a:rect b="b" l="l" r="r" t="t"/>
              <a:pathLst>
                <a:path extrusionOk="0" h="358" w="359">
                  <a:moveTo>
                    <a:pt x="180" y="0"/>
                  </a:moveTo>
                  <a:cubicBezTo>
                    <a:pt x="72" y="0"/>
                    <a:pt x="1" y="84"/>
                    <a:pt x="1" y="179"/>
                  </a:cubicBezTo>
                  <a:cubicBezTo>
                    <a:pt x="1" y="286"/>
                    <a:pt x="72" y="357"/>
                    <a:pt x="180" y="357"/>
                  </a:cubicBezTo>
                  <a:cubicBezTo>
                    <a:pt x="287" y="357"/>
                    <a:pt x="358" y="286"/>
                    <a:pt x="358" y="179"/>
                  </a:cubicBezTo>
                  <a:cubicBezTo>
                    <a:pt x="358" y="84"/>
                    <a:pt x="287" y="0"/>
                    <a:pt x="18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0" name="Google Shape;3130;p56"/>
            <p:cNvSpPr/>
            <p:nvPr/>
          </p:nvSpPr>
          <p:spPr>
            <a:xfrm>
              <a:off x="3016563" y="4442606"/>
              <a:ext cx="11418" cy="11386"/>
            </a:xfrm>
            <a:custGeom>
              <a:rect b="b" l="l" r="r" t="t"/>
              <a:pathLst>
                <a:path extrusionOk="0" h="358" w="359">
                  <a:moveTo>
                    <a:pt x="180" y="1"/>
                  </a:moveTo>
                  <a:cubicBezTo>
                    <a:pt x="72" y="1"/>
                    <a:pt x="1" y="72"/>
                    <a:pt x="1" y="179"/>
                  </a:cubicBezTo>
                  <a:cubicBezTo>
                    <a:pt x="1" y="286"/>
                    <a:pt x="72" y="358"/>
                    <a:pt x="180" y="358"/>
                  </a:cubicBezTo>
                  <a:cubicBezTo>
                    <a:pt x="287" y="358"/>
                    <a:pt x="358" y="286"/>
                    <a:pt x="358" y="179"/>
                  </a:cubicBezTo>
                  <a:cubicBezTo>
                    <a:pt x="358" y="72"/>
                    <a:pt x="287" y="1"/>
                    <a:pt x="18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1" name="Google Shape;3131;p56"/>
            <p:cNvSpPr/>
            <p:nvPr/>
          </p:nvSpPr>
          <p:spPr>
            <a:xfrm>
              <a:off x="3032498" y="4424063"/>
              <a:ext cx="11768" cy="11386"/>
            </a:xfrm>
            <a:custGeom>
              <a:rect b="b" l="l" r="r" t="t"/>
              <a:pathLst>
                <a:path extrusionOk="0" h="358" w="370">
                  <a:moveTo>
                    <a:pt x="191" y="0"/>
                  </a:moveTo>
                  <a:cubicBezTo>
                    <a:pt x="83" y="0"/>
                    <a:pt x="0" y="84"/>
                    <a:pt x="0" y="179"/>
                  </a:cubicBezTo>
                  <a:cubicBezTo>
                    <a:pt x="0" y="286"/>
                    <a:pt x="83" y="357"/>
                    <a:pt x="191" y="357"/>
                  </a:cubicBezTo>
                  <a:cubicBezTo>
                    <a:pt x="286" y="357"/>
                    <a:pt x="369" y="286"/>
                    <a:pt x="369" y="179"/>
                  </a:cubicBezTo>
                  <a:cubicBezTo>
                    <a:pt x="369" y="84"/>
                    <a:pt x="274" y="0"/>
                    <a:pt x="19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2" name="Google Shape;3132;p56"/>
            <p:cNvSpPr/>
            <p:nvPr/>
          </p:nvSpPr>
          <p:spPr>
            <a:xfrm>
              <a:off x="3032498" y="4442606"/>
              <a:ext cx="11768" cy="11386"/>
            </a:xfrm>
            <a:custGeom>
              <a:rect b="b" l="l" r="r" t="t"/>
              <a:pathLst>
                <a:path extrusionOk="0" h="358" w="370">
                  <a:moveTo>
                    <a:pt x="191" y="1"/>
                  </a:moveTo>
                  <a:cubicBezTo>
                    <a:pt x="83" y="1"/>
                    <a:pt x="0" y="72"/>
                    <a:pt x="0" y="179"/>
                  </a:cubicBezTo>
                  <a:cubicBezTo>
                    <a:pt x="0" y="286"/>
                    <a:pt x="83" y="358"/>
                    <a:pt x="191" y="358"/>
                  </a:cubicBezTo>
                  <a:cubicBezTo>
                    <a:pt x="286" y="358"/>
                    <a:pt x="369" y="286"/>
                    <a:pt x="369" y="179"/>
                  </a:cubicBezTo>
                  <a:cubicBezTo>
                    <a:pt x="369" y="72"/>
                    <a:pt x="274" y="1"/>
                    <a:pt x="19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3" name="Google Shape;3133;p56"/>
            <p:cNvSpPr/>
            <p:nvPr/>
          </p:nvSpPr>
          <p:spPr>
            <a:xfrm>
              <a:off x="3016213" y="4357527"/>
              <a:ext cx="112494" cy="111636"/>
            </a:xfrm>
            <a:custGeom>
              <a:rect b="b" l="l" r="r" t="t"/>
              <a:pathLst>
                <a:path extrusionOk="0" h="3510" w="3537">
                  <a:moveTo>
                    <a:pt x="2250" y="354"/>
                  </a:moveTo>
                  <a:lnTo>
                    <a:pt x="2096" y="1080"/>
                  </a:lnTo>
                  <a:lnTo>
                    <a:pt x="1357" y="913"/>
                  </a:lnTo>
                  <a:cubicBezTo>
                    <a:pt x="1336" y="909"/>
                    <a:pt x="1315" y="907"/>
                    <a:pt x="1293" y="907"/>
                  </a:cubicBezTo>
                  <a:cubicBezTo>
                    <a:pt x="1193" y="907"/>
                    <a:pt x="1093" y="950"/>
                    <a:pt x="1024" y="1009"/>
                  </a:cubicBezTo>
                  <a:cubicBezTo>
                    <a:pt x="929" y="1104"/>
                    <a:pt x="905" y="1211"/>
                    <a:pt x="929" y="1342"/>
                  </a:cubicBezTo>
                  <a:lnTo>
                    <a:pt x="953" y="1366"/>
                  </a:lnTo>
                  <a:lnTo>
                    <a:pt x="369" y="818"/>
                  </a:lnTo>
                  <a:lnTo>
                    <a:pt x="2250" y="354"/>
                  </a:lnTo>
                  <a:close/>
                  <a:moveTo>
                    <a:pt x="1274" y="1259"/>
                  </a:moveTo>
                  <a:lnTo>
                    <a:pt x="2036" y="1425"/>
                  </a:lnTo>
                  <a:lnTo>
                    <a:pt x="1869" y="2259"/>
                  </a:lnTo>
                  <a:lnTo>
                    <a:pt x="1429" y="1830"/>
                  </a:lnTo>
                  <a:lnTo>
                    <a:pt x="1274" y="1259"/>
                  </a:lnTo>
                  <a:close/>
                  <a:moveTo>
                    <a:pt x="2369" y="1521"/>
                  </a:moveTo>
                  <a:lnTo>
                    <a:pt x="3167" y="1699"/>
                  </a:lnTo>
                  <a:lnTo>
                    <a:pt x="1715" y="3152"/>
                  </a:lnTo>
                  <a:lnTo>
                    <a:pt x="1548" y="2449"/>
                  </a:lnTo>
                  <a:lnTo>
                    <a:pt x="1607" y="2509"/>
                  </a:lnTo>
                  <a:cubicBezTo>
                    <a:pt x="1679" y="2568"/>
                    <a:pt x="1774" y="2616"/>
                    <a:pt x="1857" y="2616"/>
                  </a:cubicBezTo>
                  <a:cubicBezTo>
                    <a:pt x="1893" y="2616"/>
                    <a:pt x="1929" y="2616"/>
                    <a:pt x="1965" y="2604"/>
                  </a:cubicBezTo>
                  <a:cubicBezTo>
                    <a:pt x="2084" y="2557"/>
                    <a:pt x="2191" y="2473"/>
                    <a:pt x="2203" y="2330"/>
                  </a:cubicBezTo>
                  <a:lnTo>
                    <a:pt x="2369" y="1521"/>
                  </a:lnTo>
                  <a:close/>
                  <a:moveTo>
                    <a:pt x="2239" y="0"/>
                  </a:moveTo>
                  <a:cubicBezTo>
                    <a:pt x="2211" y="0"/>
                    <a:pt x="2183" y="3"/>
                    <a:pt x="2155" y="9"/>
                  </a:cubicBezTo>
                  <a:lnTo>
                    <a:pt x="274" y="473"/>
                  </a:lnTo>
                  <a:cubicBezTo>
                    <a:pt x="167" y="509"/>
                    <a:pt x="60" y="604"/>
                    <a:pt x="24" y="723"/>
                  </a:cubicBezTo>
                  <a:cubicBezTo>
                    <a:pt x="0" y="842"/>
                    <a:pt x="24" y="985"/>
                    <a:pt x="119" y="1068"/>
                  </a:cubicBezTo>
                  <a:lnTo>
                    <a:pt x="1084" y="2009"/>
                  </a:lnTo>
                  <a:lnTo>
                    <a:pt x="1369" y="3223"/>
                  </a:lnTo>
                  <a:cubicBezTo>
                    <a:pt x="1393" y="3342"/>
                    <a:pt x="1488" y="3450"/>
                    <a:pt x="1619" y="3497"/>
                  </a:cubicBezTo>
                  <a:cubicBezTo>
                    <a:pt x="1655" y="3509"/>
                    <a:pt x="1679" y="3509"/>
                    <a:pt x="1726" y="3509"/>
                  </a:cubicBezTo>
                  <a:cubicBezTo>
                    <a:pt x="1810" y="3509"/>
                    <a:pt x="1905" y="3473"/>
                    <a:pt x="1976" y="3402"/>
                  </a:cubicBezTo>
                  <a:lnTo>
                    <a:pt x="3441" y="1949"/>
                  </a:lnTo>
                  <a:cubicBezTo>
                    <a:pt x="3512" y="1842"/>
                    <a:pt x="3536" y="1711"/>
                    <a:pt x="3512" y="1592"/>
                  </a:cubicBezTo>
                  <a:cubicBezTo>
                    <a:pt x="3477" y="1473"/>
                    <a:pt x="3381" y="1366"/>
                    <a:pt x="3239" y="1342"/>
                  </a:cubicBezTo>
                  <a:lnTo>
                    <a:pt x="2441" y="1152"/>
                  </a:lnTo>
                  <a:lnTo>
                    <a:pt x="2584" y="425"/>
                  </a:lnTo>
                  <a:cubicBezTo>
                    <a:pt x="2619" y="306"/>
                    <a:pt x="2572" y="187"/>
                    <a:pt x="2488" y="104"/>
                  </a:cubicBezTo>
                  <a:cubicBezTo>
                    <a:pt x="2416" y="31"/>
                    <a:pt x="2329" y="0"/>
                    <a:pt x="223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4" name="Google Shape;3134;p56"/>
            <p:cNvSpPr/>
            <p:nvPr/>
          </p:nvSpPr>
          <p:spPr>
            <a:xfrm>
              <a:off x="2937051" y="4499791"/>
              <a:ext cx="14439" cy="11386"/>
            </a:xfrm>
            <a:custGeom>
              <a:rect b="b" l="l" r="r" t="t"/>
              <a:pathLst>
                <a:path extrusionOk="0" h="358" w="454">
                  <a:moveTo>
                    <a:pt x="179" y="0"/>
                  </a:moveTo>
                  <a:cubicBezTo>
                    <a:pt x="72" y="0"/>
                    <a:pt x="1" y="72"/>
                    <a:pt x="1" y="179"/>
                  </a:cubicBezTo>
                  <a:cubicBezTo>
                    <a:pt x="1" y="286"/>
                    <a:pt x="96" y="358"/>
                    <a:pt x="179" y="358"/>
                  </a:cubicBezTo>
                  <a:lnTo>
                    <a:pt x="274" y="358"/>
                  </a:lnTo>
                  <a:cubicBezTo>
                    <a:pt x="370" y="358"/>
                    <a:pt x="453" y="286"/>
                    <a:pt x="453" y="179"/>
                  </a:cubicBezTo>
                  <a:cubicBezTo>
                    <a:pt x="453" y="72"/>
                    <a:pt x="370" y="0"/>
                    <a:pt x="27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5" name="Google Shape;3135;p56"/>
            <p:cNvSpPr/>
            <p:nvPr/>
          </p:nvSpPr>
          <p:spPr>
            <a:xfrm>
              <a:off x="2953717" y="4499791"/>
              <a:ext cx="30310" cy="11386"/>
            </a:xfrm>
            <a:custGeom>
              <a:rect b="b" l="l" r="r" t="t"/>
              <a:pathLst>
                <a:path extrusionOk="0" h="358" w="953">
                  <a:moveTo>
                    <a:pt x="179" y="0"/>
                  </a:moveTo>
                  <a:cubicBezTo>
                    <a:pt x="72" y="0"/>
                    <a:pt x="1" y="84"/>
                    <a:pt x="1" y="179"/>
                  </a:cubicBezTo>
                  <a:cubicBezTo>
                    <a:pt x="1" y="286"/>
                    <a:pt x="72" y="358"/>
                    <a:pt x="179" y="358"/>
                  </a:cubicBezTo>
                  <a:lnTo>
                    <a:pt x="774" y="358"/>
                  </a:lnTo>
                  <a:cubicBezTo>
                    <a:pt x="882" y="358"/>
                    <a:pt x="953" y="286"/>
                    <a:pt x="953" y="179"/>
                  </a:cubicBezTo>
                  <a:cubicBezTo>
                    <a:pt x="953" y="96"/>
                    <a:pt x="858" y="0"/>
                    <a:pt x="77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6" name="Google Shape;3136;p56"/>
            <p:cNvSpPr/>
            <p:nvPr/>
          </p:nvSpPr>
          <p:spPr>
            <a:xfrm>
              <a:off x="2937051" y="4514930"/>
              <a:ext cx="46976" cy="11386"/>
            </a:xfrm>
            <a:custGeom>
              <a:rect b="b" l="l" r="r" t="t"/>
              <a:pathLst>
                <a:path extrusionOk="0" h="358" w="1477">
                  <a:moveTo>
                    <a:pt x="179" y="1"/>
                  </a:moveTo>
                  <a:cubicBezTo>
                    <a:pt x="72" y="1"/>
                    <a:pt x="1" y="84"/>
                    <a:pt x="1" y="179"/>
                  </a:cubicBezTo>
                  <a:cubicBezTo>
                    <a:pt x="1" y="286"/>
                    <a:pt x="72" y="358"/>
                    <a:pt x="179" y="358"/>
                  </a:cubicBezTo>
                  <a:lnTo>
                    <a:pt x="1298" y="358"/>
                  </a:lnTo>
                  <a:cubicBezTo>
                    <a:pt x="1406" y="358"/>
                    <a:pt x="1477" y="286"/>
                    <a:pt x="1477" y="179"/>
                  </a:cubicBezTo>
                  <a:cubicBezTo>
                    <a:pt x="1477" y="84"/>
                    <a:pt x="1382" y="1"/>
                    <a:pt x="129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7" name="Google Shape;3137;p56"/>
            <p:cNvSpPr/>
            <p:nvPr/>
          </p:nvSpPr>
          <p:spPr>
            <a:xfrm>
              <a:off x="2937051" y="4529719"/>
              <a:ext cx="46976" cy="11386"/>
            </a:xfrm>
            <a:custGeom>
              <a:rect b="b" l="l" r="r" t="t"/>
              <a:pathLst>
                <a:path extrusionOk="0" h="358" w="1477">
                  <a:moveTo>
                    <a:pt x="179" y="0"/>
                  </a:moveTo>
                  <a:cubicBezTo>
                    <a:pt x="72" y="0"/>
                    <a:pt x="1" y="71"/>
                    <a:pt x="1" y="179"/>
                  </a:cubicBezTo>
                  <a:cubicBezTo>
                    <a:pt x="1" y="286"/>
                    <a:pt x="72" y="357"/>
                    <a:pt x="179" y="357"/>
                  </a:cubicBezTo>
                  <a:lnTo>
                    <a:pt x="1298" y="357"/>
                  </a:lnTo>
                  <a:cubicBezTo>
                    <a:pt x="1406" y="357"/>
                    <a:pt x="1477" y="286"/>
                    <a:pt x="1477" y="179"/>
                  </a:cubicBezTo>
                  <a:cubicBezTo>
                    <a:pt x="1477" y="71"/>
                    <a:pt x="1382" y="0"/>
                    <a:pt x="129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8" name="Google Shape;3138;p56"/>
            <p:cNvSpPr/>
            <p:nvPr/>
          </p:nvSpPr>
          <p:spPr>
            <a:xfrm>
              <a:off x="3213881" y="4343787"/>
              <a:ext cx="11386" cy="126488"/>
            </a:xfrm>
            <a:custGeom>
              <a:rect b="b" l="l" r="r" t="t"/>
              <a:pathLst>
                <a:path extrusionOk="0" h="3977" w="358">
                  <a:moveTo>
                    <a:pt x="179" y="0"/>
                  </a:moveTo>
                  <a:cubicBezTo>
                    <a:pt x="83" y="0"/>
                    <a:pt x="0" y="83"/>
                    <a:pt x="0" y="179"/>
                  </a:cubicBezTo>
                  <a:lnTo>
                    <a:pt x="0" y="3798"/>
                  </a:lnTo>
                  <a:cubicBezTo>
                    <a:pt x="0" y="3893"/>
                    <a:pt x="83" y="3977"/>
                    <a:pt x="179" y="3977"/>
                  </a:cubicBezTo>
                  <a:cubicBezTo>
                    <a:pt x="286" y="3977"/>
                    <a:pt x="357" y="3893"/>
                    <a:pt x="357" y="3798"/>
                  </a:cubicBezTo>
                  <a:lnTo>
                    <a:pt x="357" y="179"/>
                  </a:lnTo>
                  <a:cubicBezTo>
                    <a:pt x="357" y="72"/>
                    <a:pt x="286" y="0"/>
                    <a:pt x="17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39" name="Google Shape;3139;p56"/>
          <p:cNvGrpSpPr/>
          <p:nvPr/>
        </p:nvGrpSpPr>
        <p:grpSpPr>
          <a:xfrm>
            <a:off x="4221051" y="1839329"/>
            <a:ext cx="352103" cy="352103"/>
            <a:chOff x="1819576" y="1511679"/>
            <a:chExt cx="352103" cy="352103"/>
          </a:xfrm>
        </p:grpSpPr>
        <p:sp>
          <p:nvSpPr>
            <p:cNvPr id="3140" name="Google Shape;3140;p56"/>
            <p:cNvSpPr/>
            <p:nvPr/>
          </p:nvSpPr>
          <p:spPr>
            <a:xfrm>
              <a:off x="1819576" y="1511679"/>
              <a:ext cx="352103" cy="352103"/>
            </a:xfrm>
            <a:custGeom>
              <a:rect b="b" l="l" r="r" t="t"/>
              <a:pathLst>
                <a:path extrusionOk="0" h="11062" w="11062">
                  <a:moveTo>
                    <a:pt x="6216" y="310"/>
                  </a:moveTo>
                  <a:cubicBezTo>
                    <a:pt x="6216" y="310"/>
                    <a:pt x="6240" y="310"/>
                    <a:pt x="6240" y="322"/>
                  </a:cubicBezTo>
                  <a:lnTo>
                    <a:pt x="6240" y="786"/>
                  </a:lnTo>
                  <a:cubicBezTo>
                    <a:pt x="6240" y="953"/>
                    <a:pt x="6335" y="1084"/>
                    <a:pt x="6502" y="1108"/>
                  </a:cubicBezTo>
                  <a:cubicBezTo>
                    <a:pt x="7025" y="1227"/>
                    <a:pt x="7514" y="1429"/>
                    <a:pt x="7966" y="1727"/>
                  </a:cubicBezTo>
                  <a:cubicBezTo>
                    <a:pt x="8022" y="1762"/>
                    <a:pt x="8086" y="1780"/>
                    <a:pt x="8150" y="1780"/>
                  </a:cubicBezTo>
                  <a:cubicBezTo>
                    <a:pt x="8236" y="1780"/>
                    <a:pt x="8321" y="1747"/>
                    <a:pt x="8383" y="1679"/>
                  </a:cubicBezTo>
                  <a:lnTo>
                    <a:pt x="8704" y="1346"/>
                  </a:lnTo>
                  <a:lnTo>
                    <a:pt x="8716" y="1346"/>
                  </a:lnTo>
                  <a:lnTo>
                    <a:pt x="9704" y="2334"/>
                  </a:lnTo>
                  <a:lnTo>
                    <a:pt x="9704" y="2346"/>
                  </a:lnTo>
                  <a:lnTo>
                    <a:pt x="9371" y="2679"/>
                  </a:lnTo>
                  <a:cubicBezTo>
                    <a:pt x="9252" y="2798"/>
                    <a:pt x="9240" y="2953"/>
                    <a:pt x="9335" y="3096"/>
                  </a:cubicBezTo>
                  <a:cubicBezTo>
                    <a:pt x="9609" y="3536"/>
                    <a:pt x="9823" y="4025"/>
                    <a:pt x="9943" y="4548"/>
                  </a:cubicBezTo>
                  <a:cubicBezTo>
                    <a:pt x="9966" y="4703"/>
                    <a:pt x="10109" y="4822"/>
                    <a:pt x="10264" y="4822"/>
                  </a:cubicBezTo>
                  <a:lnTo>
                    <a:pt x="10728" y="4822"/>
                  </a:lnTo>
                  <a:cubicBezTo>
                    <a:pt x="10728" y="4822"/>
                    <a:pt x="10752" y="4822"/>
                    <a:pt x="10752" y="4834"/>
                  </a:cubicBezTo>
                  <a:lnTo>
                    <a:pt x="10728" y="6239"/>
                  </a:lnTo>
                  <a:lnTo>
                    <a:pt x="10264" y="6239"/>
                  </a:lnTo>
                  <a:cubicBezTo>
                    <a:pt x="10109" y="6239"/>
                    <a:pt x="9966" y="6334"/>
                    <a:pt x="9943" y="6501"/>
                  </a:cubicBezTo>
                  <a:cubicBezTo>
                    <a:pt x="9823" y="7025"/>
                    <a:pt x="9633" y="7513"/>
                    <a:pt x="9335" y="7966"/>
                  </a:cubicBezTo>
                  <a:cubicBezTo>
                    <a:pt x="9240" y="8097"/>
                    <a:pt x="9252" y="8275"/>
                    <a:pt x="9371" y="8382"/>
                  </a:cubicBezTo>
                  <a:lnTo>
                    <a:pt x="9704" y="8704"/>
                  </a:lnTo>
                  <a:lnTo>
                    <a:pt x="9704" y="8716"/>
                  </a:lnTo>
                  <a:lnTo>
                    <a:pt x="8716" y="9704"/>
                  </a:lnTo>
                  <a:lnTo>
                    <a:pt x="8704" y="9704"/>
                  </a:lnTo>
                  <a:lnTo>
                    <a:pt x="8383" y="9370"/>
                  </a:lnTo>
                  <a:cubicBezTo>
                    <a:pt x="8317" y="9304"/>
                    <a:pt x="8236" y="9271"/>
                    <a:pt x="8155" y="9271"/>
                  </a:cubicBezTo>
                  <a:cubicBezTo>
                    <a:pt x="8090" y="9271"/>
                    <a:pt x="8024" y="9292"/>
                    <a:pt x="7966" y="9335"/>
                  </a:cubicBezTo>
                  <a:cubicBezTo>
                    <a:pt x="7514" y="9609"/>
                    <a:pt x="7025" y="9823"/>
                    <a:pt x="6502" y="9942"/>
                  </a:cubicBezTo>
                  <a:cubicBezTo>
                    <a:pt x="6359" y="9966"/>
                    <a:pt x="6240" y="10109"/>
                    <a:pt x="6240" y="10263"/>
                  </a:cubicBezTo>
                  <a:lnTo>
                    <a:pt x="6240" y="10728"/>
                  </a:lnTo>
                  <a:cubicBezTo>
                    <a:pt x="6240" y="10728"/>
                    <a:pt x="6240" y="10740"/>
                    <a:pt x="6216" y="10740"/>
                  </a:cubicBezTo>
                  <a:lnTo>
                    <a:pt x="4835" y="10740"/>
                  </a:lnTo>
                  <a:cubicBezTo>
                    <a:pt x="4835" y="10740"/>
                    <a:pt x="4823" y="10740"/>
                    <a:pt x="4823" y="10728"/>
                  </a:cubicBezTo>
                  <a:lnTo>
                    <a:pt x="4823" y="10263"/>
                  </a:lnTo>
                  <a:cubicBezTo>
                    <a:pt x="4823" y="10109"/>
                    <a:pt x="4716" y="9966"/>
                    <a:pt x="4549" y="9942"/>
                  </a:cubicBezTo>
                  <a:cubicBezTo>
                    <a:pt x="4037" y="9823"/>
                    <a:pt x="3537" y="9632"/>
                    <a:pt x="3096" y="9335"/>
                  </a:cubicBezTo>
                  <a:cubicBezTo>
                    <a:pt x="3037" y="9299"/>
                    <a:pt x="2977" y="9275"/>
                    <a:pt x="2918" y="9275"/>
                  </a:cubicBezTo>
                  <a:cubicBezTo>
                    <a:pt x="2823" y="9275"/>
                    <a:pt x="2751" y="9299"/>
                    <a:pt x="2680" y="9370"/>
                  </a:cubicBezTo>
                  <a:lnTo>
                    <a:pt x="2346" y="9704"/>
                  </a:lnTo>
                  <a:lnTo>
                    <a:pt x="2334" y="9704"/>
                  </a:lnTo>
                  <a:lnTo>
                    <a:pt x="1358" y="8716"/>
                  </a:lnTo>
                  <a:lnTo>
                    <a:pt x="1358" y="8704"/>
                  </a:lnTo>
                  <a:lnTo>
                    <a:pt x="1680" y="8382"/>
                  </a:lnTo>
                  <a:cubicBezTo>
                    <a:pt x="1799" y="8263"/>
                    <a:pt x="1811" y="8097"/>
                    <a:pt x="1727" y="7966"/>
                  </a:cubicBezTo>
                  <a:cubicBezTo>
                    <a:pt x="1441" y="7513"/>
                    <a:pt x="1239" y="7025"/>
                    <a:pt x="1120" y="6501"/>
                  </a:cubicBezTo>
                  <a:cubicBezTo>
                    <a:pt x="1084" y="6358"/>
                    <a:pt x="953" y="6239"/>
                    <a:pt x="787" y="6239"/>
                  </a:cubicBezTo>
                  <a:lnTo>
                    <a:pt x="322" y="6239"/>
                  </a:lnTo>
                  <a:cubicBezTo>
                    <a:pt x="322" y="6239"/>
                    <a:pt x="310" y="6239"/>
                    <a:pt x="310" y="6215"/>
                  </a:cubicBezTo>
                  <a:lnTo>
                    <a:pt x="310" y="4834"/>
                  </a:lnTo>
                  <a:cubicBezTo>
                    <a:pt x="310" y="4834"/>
                    <a:pt x="310" y="4822"/>
                    <a:pt x="322" y="4822"/>
                  </a:cubicBezTo>
                  <a:lnTo>
                    <a:pt x="787" y="4822"/>
                  </a:lnTo>
                  <a:cubicBezTo>
                    <a:pt x="953" y="4822"/>
                    <a:pt x="1084" y="4715"/>
                    <a:pt x="1120" y="4548"/>
                  </a:cubicBezTo>
                  <a:cubicBezTo>
                    <a:pt x="1239" y="4025"/>
                    <a:pt x="1430" y="3536"/>
                    <a:pt x="1727" y="3096"/>
                  </a:cubicBezTo>
                  <a:cubicBezTo>
                    <a:pt x="1811" y="2953"/>
                    <a:pt x="1799" y="2774"/>
                    <a:pt x="1680" y="2679"/>
                  </a:cubicBezTo>
                  <a:lnTo>
                    <a:pt x="1358" y="2346"/>
                  </a:lnTo>
                  <a:lnTo>
                    <a:pt x="1358" y="2334"/>
                  </a:lnTo>
                  <a:lnTo>
                    <a:pt x="2334" y="1346"/>
                  </a:lnTo>
                  <a:lnTo>
                    <a:pt x="2346" y="1346"/>
                  </a:lnTo>
                  <a:lnTo>
                    <a:pt x="2680" y="1679"/>
                  </a:lnTo>
                  <a:cubicBezTo>
                    <a:pt x="2748" y="1747"/>
                    <a:pt x="2832" y="1780"/>
                    <a:pt x="2916" y="1780"/>
                  </a:cubicBezTo>
                  <a:cubicBezTo>
                    <a:pt x="2978" y="1780"/>
                    <a:pt x="3041" y="1762"/>
                    <a:pt x="3096" y="1727"/>
                  </a:cubicBezTo>
                  <a:cubicBezTo>
                    <a:pt x="3537" y="1441"/>
                    <a:pt x="4037" y="1227"/>
                    <a:pt x="4549" y="1108"/>
                  </a:cubicBezTo>
                  <a:cubicBezTo>
                    <a:pt x="4704" y="1084"/>
                    <a:pt x="4823" y="953"/>
                    <a:pt x="4823" y="786"/>
                  </a:cubicBezTo>
                  <a:lnTo>
                    <a:pt x="4823" y="322"/>
                  </a:lnTo>
                  <a:cubicBezTo>
                    <a:pt x="4823" y="322"/>
                    <a:pt x="4823" y="310"/>
                    <a:pt x="4835" y="310"/>
                  </a:cubicBezTo>
                  <a:close/>
                  <a:moveTo>
                    <a:pt x="4835" y="0"/>
                  </a:moveTo>
                  <a:cubicBezTo>
                    <a:pt x="4656" y="0"/>
                    <a:pt x="4513" y="143"/>
                    <a:pt x="4513" y="322"/>
                  </a:cubicBezTo>
                  <a:lnTo>
                    <a:pt x="4513" y="786"/>
                  </a:lnTo>
                  <a:cubicBezTo>
                    <a:pt x="4513" y="786"/>
                    <a:pt x="4513" y="798"/>
                    <a:pt x="4489" y="798"/>
                  </a:cubicBezTo>
                  <a:cubicBezTo>
                    <a:pt x="3930" y="917"/>
                    <a:pt x="3406" y="1143"/>
                    <a:pt x="2930" y="1453"/>
                  </a:cubicBezTo>
                  <a:lnTo>
                    <a:pt x="2918" y="1453"/>
                  </a:lnTo>
                  <a:lnTo>
                    <a:pt x="2584" y="1131"/>
                  </a:lnTo>
                  <a:cubicBezTo>
                    <a:pt x="2519" y="1066"/>
                    <a:pt x="2436" y="1033"/>
                    <a:pt x="2351" y="1033"/>
                  </a:cubicBezTo>
                  <a:cubicBezTo>
                    <a:pt x="2266" y="1033"/>
                    <a:pt x="2180" y="1066"/>
                    <a:pt x="2108" y="1131"/>
                  </a:cubicBezTo>
                  <a:lnTo>
                    <a:pt x="1132" y="2108"/>
                  </a:lnTo>
                  <a:cubicBezTo>
                    <a:pt x="1001" y="2251"/>
                    <a:pt x="1001" y="2453"/>
                    <a:pt x="1132" y="2584"/>
                  </a:cubicBezTo>
                  <a:lnTo>
                    <a:pt x="1453" y="2917"/>
                  </a:lnTo>
                  <a:lnTo>
                    <a:pt x="1453" y="2929"/>
                  </a:lnTo>
                  <a:cubicBezTo>
                    <a:pt x="1144" y="3405"/>
                    <a:pt x="941" y="3941"/>
                    <a:pt x="799" y="4489"/>
                  </a:cubicBezTo>
                  <a:cubicBezTo>
                    <a:pt x="799" y="4489"/>
                    <a:pt x="799" y="4513"/>
                    <a:pt x="787" y="4513"/>
                  </a:cubicBezTo>
                  <a:lnTo>
                    <a:pt x="322" y="4513"/>
                  </a:lnTo>
                  <a:cubicBezTo>
                    <a:pt x="144" y="4513"/>
                    <a:pt x="1" y="4656"/>
                    <a:pt x="1" y="4834"/>
                  </a:cubicBezTo>
                  <a:lnTo>
                    <a:pt x="1" y="6215"/>
                  </a:lnTo>
                  <a:cubicBezTo>
                    <a:pt x="1" y="6394"/>
                    <a:pt x="144" y="6549"/>
                    <a:pt x="322" y="6549"/>
                  </a:cubicBezTo>
                  <a:lnTo>
                    <a:pt x="787" y="6549"/>
                  </a:lnTo>
                  <a:cubicBezTo>
                    <a:pt x="787" y="6549"/>
                    <a:pt x="799" y="6549"/>
                    <a:pt x="799" y="6561"/>
                  </a:cubicBezTo>
                  <a:cubicBezTo>
                    <a:pt x="918" y="7132"/>
                    <a:pt x="1144" y="7644"/>
                    <a:pt x="1453" y="8120"/>
                  </a:cubicBezTo>
                  <a:lnTo>
                    <a:pt x="1453" y="8144"/>
                  </a:lnTo>
                  <a:lnTo>
                    <a:pt x="1132" y="8466"/>
                  </a:lnTo>
                  <a:cubicBezTo>
                    <a:pt x="1001" y="8597"/>
                    <a:pt x="1001" y="8811"/>
                    <a:pt x="1132" y="8942"/>
                  </a:cubicBezTo>
                  <a:lnTo>
                    <a:pt x="2108" y="9930"/>
                  </a:lnTo>
                  <a:cubicBezTo>
                    <a:pt x="2180" y="9996"/>
                    <a:pt x="2266" y="10028"/>
                    <a:pt x="2351" y="10028"/>
                  </a:cubicBezTo>
                  <a:cubicBezTo>
                    <a:pt x="2436" y="10028"/>
                    <a:pt x="2519" y="9996"/>
                    <a:pt x="2584" y="9930"/>
                  </a:cubicBezTo>
                  <a:lnTo>
                    <a:pt x="2918" y="9597"/>
                  </a:lnTo>
                  <a:lnTo>
                    <a:pt x="2930" y="9597"/>
                  </a:lnTo>
                  <a:cubicBezTo>
                    <a:pt x="3406" y="9906"/>
                    <a:pt x="3942" y="10121"/>
                    <a:pt x="4489" y="10252"/>
                  </a:cubicBezTo>
                  <a:cubicBezTo>
                    <a:pt x="4489" y="10252"/>
                    <a:pt x="4513" y="10252"/>
                    <a:pt x="4513" y="10263"/>
                  </a:cubicBezTo>
                  <a:lnTo>
                    <a:pt x="4513" y="10728"/>
                  </a:lnTo>
                  <a:cubicBezTo>
                    <a:pt x="4513" y="10906"/>
                    <a:pt x="4656" y="11061"/>
                    <a:pt x="4835" y="11061"/>
                  </a:cubicBezTo>
                  <a:lnTo>
                    <a:pt x="6216" y="11061"/>
                  </a:lnTo>
                  <a:cubicBezTo>
                    <a:pt x="6394" y="11061"/>
                    <a:pt x="6549" y="10906"/>
                    <a:pt x="6549" y="10728"/>
                  </a:cubicBezTo>
                  <a:lnTo>
                    <a:pt x="6549" y="10263"/>
                  </a:lnTo>
                  <a:cubicBezTo>
                    <a:pt x="6549" y="10263"/>
                    <a:pt x="6549" y="10252"/>
                    <a:pt x="6561" y="10252"/>
                  </a:cubicBezTo>
                  <a:cubicBezTo>
                    <a:pt x="7133" y="10132"/>
                    <a:pt x="7645" y="9906"/>
                    <a:pt x="8121" y="9597"/>
                  </a:cubicBezTo>
                  <a:lnTo>
                    <a:pt x="8145" y="9597"/>
                  </a:lnTo>
                  <a:lnTo>
                    <a:pt x="8466" y="9930"/>
                  </a:lnTo>
                  <a:cubicBezTo>
                    <a:pt x="8532" y="9996"/>
                    <a:pt x="8618" y="10028"/>
                    <a:pt x="8704" y="10028"/>
                  </a:cubicBezTo>
                  <a:cubicBezTo>
                    <a:pt x="8791" y="10028"/>
                    <a:pt x="8877" y="9996"/>
                    <a:pt x="8942" y="9930"/>
                  </a:cubicBezTo>
                  <a:lnTo>
                    <a:pt x="9931" y="8942"/>
                  </a:lnTo>
                  <a:cubicBezTo>
                    <a:pt x="10062" y="8811"/>
                    <a:pt x="10062" y="8597"/>
                    <a:pt x="9931" y="8466"/>
                  </a:cubicBezTo>
                  <a:lnTo>
                    <a:pt x="9597" y="8144"/>
                  </a:lnTo>
                  <a:lnTo>
                    <a:pt x="9597" y="8120"/>
                  </a:lnTo>
                  <a:cubicBezTo>
                    <a:pt x="9919" y="7644"/>
                    <a:pt x="10121" y="7108"/>
                    <a:pt x="10252" y="6561"/>
                  </a:cubicBezTo>
                  <a:cubicBezTo>
                    <a:pt x="10252" y="6561"/>
                    <a:pt x="10252" y="6549"/>
                    <a:pt x="10264" y="6549"/>
                  </a:cubicBezTo>
                  <a:lnTo>
                    <a:pt x="10728" y="6549"/>
                  </a:lnTo>
                  <a:cubicBezTo>
                    <a:pt x="10907" y="6549"/>
                    <a:pt x="11062" y="6394"/>
                    <a:pt x="11062" y="6215"/>
                  </a:cubicBezTo>
                  <a:lnTo>
                    <a:pt x="11062" y="4834"/>
                  </a:lnTo>
                  <a:cubicBezTo>
                    <a:pt x="11062" y="4656"/>
                    <a:pt x="10907" y="4513"/>
                    <a:pt x="10728" y="4513"/>
                  </a:cubicBezTo>
                  <a:lnTo>
                    <a:pt x="10264" y="4513"/>
                  </a:lnTo>
                  <a:cubicBezTo>
                    <a:pt x="10264" y="4513"/>
                    <a:pt x="10252" y="4513"/>
                    <a:pt x="10252" y="4489"/>
                  </a:cubicBezTo>
                  <a:cubicBezTo>
                    <a:pt x="10133" y="3929"/>
                    <a:pt x="9907" y="3405"/>
                    <a:pt x="9597" y="2929"/>
                  </a:cubicBezTo>
                  <a:lnTo>
                    <a:pt x="9597" y="2917"/>
                  </a:lnTo>
                  <a:lnTo>
                    <a:pt x="9931" y="2584"/>
                  </a:lnTo>
                  <a:cubicBezTo>
                    <a:pt x="10062" y="2453"/>
                    <a:pt x="10062" y="2239"/>
                    <a:pt x="9931" y="2108"/>
                  </a:cubicBezTo>
                  <a:lnTo>
                    <a:pt x="8942" y="1131"/>
                  </a:lnTo>
                  <a:cubicBezTo>
                    <a:pt x="8877" y="1066"/>
                    <a:pt x="8791" y="1033"/>
                    <a:pt x="8704" y="1033"/>
                  </a:cubicBezTo>
                  <a:cubicBezTo>
                    <a:pt x="8618" y="1033"/>
                    <a:pt x="8532" y="1066"/>
                    <a:pt x="8466" y="1131"/>
                  </a:cubicBezTo>
                  <a:lnTo>
                    <a:pt x="8145" y="1453"/>
                  </a:lnTo>
                  <a:lnTo>
                    <a:pt x="8121" y="1453"/>
                  </a:lnTo>
                  <a:cubicBezTo>
                    <a:pt x="7645" y="1143"/>
                    <a:pt x="7109" y="941"/>
                    <a:pt x="6561" y="798"/>
                  </a:cubicBezTo>
                  <a:cubicBezTo>
                    <a:pt x="6561" y="798"/>
                    <a:pt x="6549" y="798"/>
                    <a:pt x="6549" y="786"/>
                  </a:cubicBezTo>
                  <a:lnTo>
                    <a:pt x="6549" y="322"/>
                  </a:lnTo>
                  <a:cubicBezTo>
                    <a:pt x="6549" y="143"/>
                    <a:pt x="6394" y="0"/>
                    <a:pt x="621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1" name="Google Shape;3141;p56"/>
            <p:cNvSpPr/>
            <p:nvPr/>
          </p:nvSpPr>
          <p:spPr>
            <a:xfrm>
              <a:off x="1885146" y="1578204"/>
              <a:ext cx="182322" cy="180603"/>
            </a:xfrm>
            <a:custGeom>
              <a:rect b="b" l="l" r="r" t="t"/>
              <a:pathLst>
                <a:path extrusionOk="0" h="5674" w="5728">
                  <a:moveTo>
                    <a:pt x="3502" y="0"/>
                  </a:moveTo>
                  <a:cubicBezTo>
                    <a:pt x="3438" y="0"/>
                    <a:pt x="3374" y="2"/>
                    <a:pt x="3311" y="6"/>
                  </a:cubicBezTo>
                  <a:cubicBezTo>
                    <a:pt x="2453" y="53"/>
                    <a:pt x="1644" y="411"/>
                    <a:pt x="1048" y="1018"/>
                  </a:cubicBezTo>
                  <a:cubicBezTo>
                    <a:pt x="441" y="1625"/>
                    <a:pt x="84" y="2435"/>
                    <a:pt x="36" y="3280"/>
                  </a:cubicBezTo>
                  <a:cubicBezTo>
                    <a:pt x="1" y="4125"/>
                    <a:pt x="263" y="4959"/>
                    <a:pt x="798" y="5614"/>
                  </a:cubicBezTo>
                  <a:cubicBezTo>
                    <a:pt x="834" y="5661"/>
                    <a:pt x="870" y="5673"/>
                    <a:pt x="917" y="5673"/>
                  </a:cubicBezTo>
                  <a:cubicBezTo>
                    <a:pt x="953" y="5673"/>
                    <a:pt x="989" y="5661"/>
                    <a:pt x="1025" y="5649"/>
                  </a:cubicBezTo>
                  <a:cubicBezTo>
                    <a:pt x="1096" y="5590"/>
                    <a:pt x="1096" y="5483"/>
                    <a:pt x="1048" y="5423"/>
                  </a:cubicBezTo>
                  <a:cubicBezTo>
                    <a:pt x="572" y="4828"/>
                    <a:pt x="322" y="4066"/>
                    <a:pt x="370" y="3304"/>
                  </a:cubicBezTo>
                  <a:cubicBezTo>
                    <a:pt x="417" y="2530"/>
                    <a:pt x="727" y="1804"/>
                    <a:pt x="1275" y="1256"/>
                  </a:cubicBezTo>
                  <a:cubicBezTo>
                    <a:pt x="1822" y="708"/>
                    <a:pt x="2560" y="375"/>
                    <a:pt x="3334" y="351"/>
                  </a:cubicBezTo>
                  <a:cubicBezTo>
                    <a:pt x="3397" y="347"/>
                    <a:pt x="3459" y="345"/>
                    <a:pt x="3521" y="345"/>
                  </a:cubicBezTo>
                  <a:cubicBezTo>
                    <a:pt x="4227" y="345"/>
                    <a:pt x="4895" y="592"/>
                    <a:pt x="5442" y="1030"/>
                  </a:cubicBezTo>
                  <a:cubicBezTo>
                    <a:pt x="5473" y="1055"/>
                    <a:pt x="5510" y="1068"/>
                    <a:pt x="5547" y="1068"/>
                  </a:cubicBezTo>
                  <a:cubicBezTo>
                    <a:pt x="5595" y="1068"/>
                    <a:pt x="5641" y="1046"/>
                    <a:pt x="5668" y="1006"/>
                  </a:cubicBezTo>
                  <a:cubicBezTo>
                    <a:pt x="5727" y="911"/>
                    <a:pt x="5716" y="815"/>
                    <a:pt x="5656" y="768"/>
                  </a:cubicBezTo>
                  <a:cubicBezTo>
                    <a:pt x="5050" y="272"/>
                    <a:pt x="4291" y="0"/>
                    <a:pt x="350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2" name="Google Shape;3142;p56"/>
            <p:cNvSpPr/>
            <p:nvPr/>
          </p:nvSpPr>
          <p:spPr>
            <a:xfrm>
              <a:off x="1923820" y="1610193"/>
              <a:ext cx="183054" cy="186874"/>
            </a:xfrm>
            <a:custGeom>
              <a:rect b="b" l="l" r="r" t="t"/>
              <a:pathLst>
                <a:path extrusionOk="0" h="5871" w="5751">
                  <a:moveTo>
                    <a:pt x="3310" y="358"/>
                  </a:moveTo>
                  <a:lnTo>
                    <a:pt x="3310" y="1025"/>
                  </a:lnTo>
                  <a:cubicBezTo>
                    <a:pt x="3310" y="1132"/>
                    <a:pt x="3274" y="1251"/>
                    <a:pt x="3227" y="1334"/>
                  </a:cubicBezTo>
                  <a:lnTo>
                    <a:pt x="3155" y="1501"/>
                  </a:lnTo>
                  <a:cubicBezTo>
                    <a:pt x="3143" y="1525"/>
                    <a:pt x="3143" y="1549"/>
                    <a:pt x="3143" y="1573"/>
                  </a:cubicBezTo>
                  <a:lnTo>
                    <a:pt x="3143" y="1918"/>
                  </a:lnTo>
                  <a:cubicBezTo>
                    <a:pt x="3143" y="2156"/>
                    <a:pt x="3048" y="2382"/>
                    <a:pt x="2869" y="2549"/>
                  </a:cubicBezTo>
                  <a:cubicBezTo>
                    <a:pt x="2691" y="2704"/>
                    <a:pt x="2477" y="2799"/>
                    <a:pt x="2226" y="2799"/>
                  </a:cubicBezTo>
                  <a:cubicBezTo>
                    <a:pt x="1774" y="2787"/>
                    <a:pt x="1381" y="2370"/>
                    <a:pt x="1381" y="1870"/>
                  </a:cubicBezTo>
                  <a:lnTo>
                    <a:pt x="1381" y="1573"/>
                  </a:lnTo>
                  <a:cubicBezTo>
                    <a:pt x="1381" y="1549"/>
                    <a:pt x="1381" y="1525"/>
                    <a:pt x="1369" y="1501"/>
                  </a:cubicBezTo>
                  <a:lnTo>
                    <a:pt x="1262" y="1311"/>
                  </a:lnTo>
                  <a:cubicBezTo>
                    <a:pt x="1238" y="1227"/>
                    <a:pt x="1203" y="1156"/>
                    <a:pt x="1203" y="1072"/>
                  </a:cubicBezTo>
                  <a:lnTo>
                    <a:pt x="1203" y="1049"/>
                  </a:lnTo>
                  <a:cubicBezTo>
                    <a:pt x="1203" y="668"/>
                    <a:pt x="1524" y="358"/>
                    <a:pt x="1905" y="358"/>
                  </a:cubicBezTo>
                  <a:close/>
                  <a:moveTo>
                    <a:pt x="1905" y="3049"/>
                  </a:moveTo>
                  <a:cubicBezTo>
                    <a:pt x="2012" y="3085"/>
                    <a:pt x="2119" y="3108"/>
                    <a:pt x="2238" y="3108"/>
                  </a:cubicBezTo>
                  <a:lnTo>
                    <a:pt x="2274" y="3108"/>
                  </a:lnTo>
                  <a:cubicBezTo>
                    <a:pt x="2393" y="3108"/>
                    <a:pt x="2512" y="3097"/>
                    <a:pt x="2631" y="3049"/>
                  </a:cubicBezTo>
                  <a:lnTo>
                    <a:pt x="2631" y="3049"/>
                  </a:lnTo>
                  <a:cubicBezTo>
                    <a:pt x="2619" y="3108"/>
                    <a:pt x="2631" y="3156"/>
                    <a:pt x="2655" y="3204"/>
                  </a:cubicBezTo>
                  <a:lnTo>
                    <a:pt x="2512" y="3335"/>
                  </a:lnTo>
                  <a:cubicBezTo>
                    <a:pt x="2441" y="3406"/>
                    <a:pt x="2357" y="3442"/>
                    <a:pt x="2262" y="3442"/>
                  </a:cubicBezTo>
                  <a:cubicBezTo>
                    <a:pt x="2179" y="3442"/>
                    <a:pt x="2084" y="3406"/>
                    <a:pt x="2012" y="3335"/>
                  </a:cubicBezTo>
                  <a:lnTo>
                    <a:pt x="1881" y="3204"/>
                  </a:lnTo>
                  <a:cubicBezTo>
                    <a:pt x="1893" y="3156"/>
                    <a:pt x="1905" y="3108"/>
                    <a:pt x="1905" y="3049"/>
                  </a:cubicBezTo>
                  <a:close/>
                  <a:moveTo>
                    <a:pt x="2810" y="3466"/>
                  </a:moveTo>
                  <a:cubicBezTo>
                    <a:pt x="2858" y="3501"/>
                    <a:pt x="2905" y="3513"/>
                    <a:pt x="2941" y="3525"/>
                  </a:cubicBezTo>
                  <a:lnTo>
                    <a:pt x="3524" y="3692"/>
                  </a:lnTo>
                  <a:cubicBezTo>
                    <a:pt x="3679" y="3739"/>
                    <a:pt x="3774" y="3870"/>
                    <a:pt x="3774" y="4037"/>
                  </a:cubicBezTo>
                  <a:lnTo>
                    <a:pt x="3774" y="5132"/>
                  </a:lnTo>
                  <a:lnTo>
                    <a:pt x="3822" y="5132"/>
                  </a:lnTo>
                  <a:cubicBezTo>
                    <a:pt x="3703" y="5204"/>
                    <a:pt x="3584" y="5263"/>
                    <a:pt x="3453" y="5311"/>
                  </a:cubicBezTo>
                  <a:lnTo>
                    <a:pt x="3453" y="4335"/>
                  </a:lnTo>
                  <a:cubicBezTo>
                    <a:pt x="3453" y="4240"/>
                    <a:pt x="3381" y="4168"/>
                    <a:pt x="3286" y="4168"/>
                  </a:cubicBezTo>
                  <a:cubicBezTo>
                    <a:pt x="3203" y="4168"/>
                    <a:pt x="3119" y="4240"/>
                    <a:pt x="3119" y="4335"/>
                  </a:cubicBezTo>
                  <a:lnTo>
                    <a:pt x="3119" y="5430"/>
                  </a:lnTo>
                  <a:cubicBezTo>
                    <a:pt x="2881" y="5502"/>
                    <a:pt x="2655" y="5537"/>
                    <a:pt x="2405" y="5549"/>
                  </a:cubicBezTo>
                  <a:lnTo>
                    <a:pt x="2262" y="5549"/>
                  </a:lnTo>
                  <a:cubicBezTo>
                    <a:pt x="1965" y="5549"/>
                    <a:pt x="1667" y="5502"/>
                    <a:pt x="1381" y="5430"/>
                  </a:cubicBezTo>
                  <a:lnTo>
                    <a:pt x="1381" y="4335"/>
                  </a:lnTo>
                  <a:cubicBezTo>
                    <a:pt x="1381" y="4240"/>
                    <a:pt x="1310" y="4168"/>
                    <a:pt x="1214" y="4168"/>
                  </a:cubicBezTo>
                  <a:cubicBezTo>
                    <a:pt x="1131" y="4168"/>
                    <a:pt x="1060" y="4240"/>
                    <a:pt x="1060" y="4335"/>
                  </a:cubicBezTo>
                  <a:lnTo>
                    <a:pt x="1060" y="5311"/>
                  </a:lnTo>
                  <a:cubicBezTo>
                    <a:pt x="941" y="5252"/>
                    <a:pt x="798" y="5192"/>
                    <a:pt x="679" y="5132"/>
                  </a:cubicBezTo>
                  <a:lnTo>
                    <a:pt x="679" y="4037"/>
                  </a:lnTo>
                  <a:cubicBezTo>
                    <a:pt x="679" y="3870"/>
                    <a:pt x="786" y="3739"/>
                    <a:pt x="941" y="3692"/>
                  </a:cubicBezTo>
                  <a:lnTo>
                    <a:pt x="1512" y="3525"/>
                  </a:lnTo>
                  <a:cubicBezTo>
                    <a:pt x="1560" y="3513"/>
                    <a:pt x="1619" y="3501"/>
                    <a:pt x="1655" y="3466"/>
                  </a:cubicBezTo>
                  <a:lnTo>
                    <a:pt x="1750" y="3573"/>
                  </a:lnTo>
                  <a:cubicBezTo>
                    <a:pt x="1893" y="3704"/>
                    <a:pt x="2072" y="3763"/>
                    <a:pt x="2226" y="3763"/>
                  </a:cubicBezTo>
                  <a:cubicBezTo>
                    <a:pt x="2405" y="3763"/>
                    <a:pt x="2572" y="3704"/>
                    <a:pt x="2703" y="3573"/>
                  </a:cubicBezTo>
                  <a:lnTo>
                    <a:pt x="2810" y="3466"/>
                  </a:lnTo>
                  <a:close/>
                  <a:moveTo>
                    <a:pt x="1893" y="1"/>
                  </a:moveTo>
                  <a:cubicBezTo>
                    <a:pt x="1322" y="1"/>
                    <a:pt x="869" y="465"/>
                    <a:pt x="869" y="1025"/>
                  </a:cubicBezTo>
                  <a:lnTo>
                    <a:pt x="869" y="1037"/>
                  </a:lnTo>
                  <a:cubicBezTo>
                    <a:pt x="869" y="1168"/>
                    <a:pt x="893" y="1311"/>
                    <a:pt x="953" y="1430"/>
                  </a:cubicBezTo>
                  <a:lnTo>
                    <a:pt x="1048" y="1596"/>
                  </a:lnTo>
                  <a:lnTo>
                    <a:pt x="1048" y="1858"/>
                  </a:lnTo>
                  <a:cubicBezTo>
                    <a:pt x="1048" y="2275"/>
                    <a:pt x="1250" y="2644"/>
                    <a:pt x="1560" y="2882"/>
                  </a:cubicBezTo>
                  <a:lnTo>
                    <a:pt x="1560" y="3037"/>
                  </a:lnTo>
                  <a:cubicBezTo>
                    <a:pt x="1560" y="3108"/>
                    <a:pt x="1500" y="3180"/>
                    <a:pt x="1429" y="3216"/>
                  </a:cubicBezTo>
                  <a:lnTo>
                    <a:pt x="845" y="3382"/>
                  </a:lnTo>
                  <a:cubicBezTo>
                    <a:pt x="548" y="3466"/>
                    <a:pt x="357" y="3739"/>
                    <a:pt x="357" y="4037"/>
                  </a:cubicBezTo>
                  <a:lnTo>
                    <a:pt x="357" y="4906"/>
                  </a:lnTo>
                  <a:cubicBezTo>
                    <a:pt x="333" y="4894"/>
                    <a:pt x="310" y="4859"/>
                    <a:pt x="286" y="4847"/>
                  </a:cubicBezTo>
                  <a:cubicBezTo>
                    <a:pt x="256" y="4822"/>
                    <a:pt x="220" y="4810"/>
                    <a:pt x="185" y="4810"/>
                  </a:cubicBezTo>
                  <a:cubicBezTo>
                    <a:pt x="135" y="4810"/>
                    <a:pt x="87" y="4834"/>
                    <a:pt x="60" y="4882"/>
                  </a:cubicBezTo>
                  <a:cubicBezTo>
                    <a:pt x="0" y="4954"/>
                    <a:pt x="12" y="5061"/>
                    <a:pt x="95" y="5097"/>
                  </a:cubicBezTo>
                  <a:cubicBezTo>
                    <a:pt x="702" y="5597"/>
                    <a:pt x="1476" y="5871"/>
                    <a:pt x="2262" y="5871"/>
                  </a:cubicBezTo>
                  <a:lnTo>
                    <a:pt x="2429" y="5871"/>
                  </a:lnTo>
                  <a:cubicBezTo>
                    <a:pt x="3286" y="5835"/>
                    <a:pt x="4096" y="5478"/>
                    <a:pt x="4691" y="4859"/>
                  </a:cubicBezTo>
                  <a:cubicBezTo>
                    <a:pt x="5298" y="4251"/>
                    <a:pt x="5655" y="3454"/>
                    <a:pt x="5703" y="2596"/>
                  </a:cubicBezTo>
                  <a:cubicBezTo>
                    <a:pt x="5751" y="1751"/>
                    <a:pt x="5477" y="918"/>
                    <a:pt x="4941" y="263"/>
                  </a:cubicBezTo>
                  <a:cubicBezTo>
                    <a:pt x="4908" y="223"/>
                    <a:pt x="4861" y="206"/>
                    <a:pt x="4815" y="206"/>
                  </a:cubicBezTo>
                  <a:cubicBezTo>
                    <a:pt x="4778" y="206"/>
                    <a:pt x="4742" y="218"/>
                    <a:pt x="4715" y="239"/>
                  </a:cubicBezTo>
                  <a:cubicBezTo>
                    <a:pt x="4643" y="299"/>
                    <a:pt x="4643" y="406"/>
                    <a:pt x="4691" y="465"/>
                  </a:cubicBezTo>
                  <a:cubicBezTo>
                    <a:pt x="5167" y="1061"/>
                    <a:pt x="5417" y="1811"/>
                    <a:pt x="5370" y="2573"/>
                  </a:cubicBezTo>
                  <a:cubicBezTo>
                    <a:pt x="5334" y="3347"/>
                    <a:pt x="5013" y="4073"/>
                    <a:pt x="4465" y="4632"/>
                  </a:cubicBezTo>
                  <a:cubicBezTo>
                    <a:pt x="4358" y="4728"/>
                    <a:pt x="4262" y="4823"/>
                    <a:pt x="4155" y="4906"/>
                  </a:cubicBezTo>
                  <a:lnTo>
                    <a:pt x="4155" y="4037"/>
                  </a:lnTo>
                  <a:cubicBezTo>
                    <a:pt x="4155" y="3739"/>
                    <a:pt x="3941" y="3466"/>
                    <a:pt x="3667" y="3382"/>
                  </a:cubicBezTo>
                  <a:lnTo>
                    <a:pt x="3084" y="3216"/>
                  </a:lnTo>
                  <a:cubicBezTo>
                    <a:pt x="3012" y="3180"/>
                    <a:pt x="2953" y="3120"/>
                    <a:pt x="2953" y="3037"/>
                  </a:cubicBezTo>
                  <a:lnTo>
                    <a:pt x="2953" y="2906"/>
                  </a:lnTo>
                  <a:cubicBezTo>
                    <a:pt x="3012" y="2858"/>
                    <a:pt x="3048" y="2823"/>
                    <a:pt x="3096" y="2763"/>
                  </a:cubicBezTo>
                  <a:cubicBezTo>
                    <a:pt x="3334" y="2549"/>
                    <a:pt x="3453" y="2227"/>
                    <a:pt x="3453" y="1906"/>
                  </a:cubicBezTo>
                  <a:lnTo>
                    <a:pt x="3453" y="1596"/>
                  </a:lnTo>
                  <a:lnTo>
                    <a:pt x="3512" y="1453"/>
                  </a:lnTo>
                  <a:cubicBezTo>
                    <a:pt x="3584" y="1311"/>
                    <a:pt x="3620" y="1156"/>
                    <a:pt x="3620" y="1001"/>
                  </a:cubicBezTo>
                  <a:lnTo>
                    <a:pt x="3620" y="168"/>
                  </a:lnTo>
                  <a:cubicBezTo>
                    <a:pt x="3620" y="72"/>
                    <a:pt x="3548" y="1"/>
                    <a:pt x="345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3" name="Google Shape;3143;p56"/>
            <p:cNvSpPr/>
            <p:nvPr/>
          </p:nvSpPr>
          <p:spPr>
            <a:xfrm>
              <a:off x="1974207" y="1638617"/>
              <a:ext cx="43989" cy="15597"/>
            </a:xfrm>
            <a:custGeom>
              <a:rect b="b" l="l" r="r" t="t"/>
              <a:pathLst>
                <a:path extrusionOk="0" h="490" w="1382">
                  <a:moveTo>
                    <a:pt x="155" y="1"/>
                  </a:moveTo>
                  <a:cubicBezTo>
                    <a:pt x="72" y="1"/>
                    <a:pt x="1" y="72"/>
                    <a:pt x="1" y="168"/>
                  </a:cubicBezTo>
                  <a:cubicBezTo>
                    <a:pt x="1" y="251"/>
                    <a:pt x="72" y="322"/>
                    <a:pt x="155" y="322"/>
                  </a:cubicBezTo>
                  <a:cubicBezTo>
                    <a:pt x="334" y="322"/>
                    <a:pt x="870" y="358"/>
                    <a:pt x="1132" y="477"/>
                  </a:cubicBezTo>
                  <a:cubicBezTo>
                    <a:pt x="1155" y="489"/>
                    <a:pt x="1167" y="489"/>
                    <a:pt x="1203" y="489"/>
                  </a:cubicBezTo>
                  <a:cubicBezTo>
                    <a:pt x="1263" y="489"/>
                    <a:pt x="1322" y="465"/>
                    <a:pt x="1346" y="406"/>
                  </a:cubicBezTo>
                  <a:cubicBezTo>
                    <a:pt x="1382" y="322"/>
                    <a:pt x="1346" y="227"/>
                    <a:pt x="1275" y="191"/>
                  </a:cubicBezTo>
                  <a:cubicBezTo>
                    <a:pt x="905" y="1"/>
                    <a:pt x="191" y="1"/>
                    <a:pt x="1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44" name="Google Shape;3144;p56"/>
          <p:cNvGrpSpPr/>
          <p:nvPr/>
        </p:nvGrpSpPr>
        <p:grpSpPr>
          <a:xfrm>
            <a:off x="5791357" y="3407943"/>
            <a:ext cx="352840" cy="354717"/>
            <a:chOff x="3095745" y="3805393"/>
            <a:chExt cx="352840" cy="354717"/>
          </a:xfrm>
        </p:grpSpPr>
        <p:sp>
          <p:nvSpPr>
            <p:cNvPr id="3145" name="Google Shape;3145;p56"/>
            <p:cNvSpPr/>
            <p:nvPr/>
          </p:nvSpPr>
          <p:spPr>
            <a:xfrm>
              <a:off x="3095745" y="3805393"/>
              <a:ext cx="272093" cy="271711"/>
            </a:xfrm>
            <a:custGeom>
              <a:rect b="b" l="l" r="r" t="t"/>
              <a:pathLst>
                <a:path extrusionOk="0" h="8537" w="8549">
                  <a:moveTo>
                    <a:pt x="4025" y="0"/>
                  </a:moveTo>
                  <a:cubicBezTo>
                    <a:pt x="3763" y="0"/>
                    <a:pt x="3525" y="179"/>
                    <a:pt x="3489" y="441"/>
                  </a:cubicBezTo>
                  <a:lnTo>
                    <a:pt x="3322" y="1262"/>
                  </a:lnTo>
                  <a:cubicBezTo>
                    <a:pt x="3155" y="1322"/>
                    <a:pt x="2977" y="1381"/>
                    <a:pt x="2834" y="1465"/>
                  </a:cubicBezTo>
                  <a:lnTo>
                    <a:pt x="2132" y="1012"/>
                  </a:lnTo>
                  <a:cubicBezTo>
                    <a:pt x="2036" y="947"/>
                    <a:pt x="1929" y="915"/>
                    <a:pt x="1825" y="915"/>
                  </a:cubicBezTo>
                  <a:cubicBezTo>
                    <a:pt x="1683" y="915"/>
                    <a:pt x="1544" y="974"/>
                    <a:pt x="1441" y="1084"/>
                  </a:cubicBezTo>
                  <a:lnTo>
                    <a:pt x="1084" y="1441"/>
                  </a:lnTo>
                  <a:cubicBezTo>
                    <a:pt x="905" y="1619"/>
                    <a:pt x="881" y="1917"/>
                    <a:pt x="1012" y="2119"/>
                  </a:cubicBezTo>
                  <a:lnTo>
                    <a:pt x="1477" y="2822"/>
                  </a:lnTo>
                  <a:cubicBezTo>
                    <a:pt x="1381" y="2989"/>
                    <a:pt x="1322" y="3155"/>
                    <a:pt x="1262" y="3310"/>
                  </a:cubicBezTo>
                  <a:lnTo>
                    <a:pt x="453" y="3477"/>
                  </a:lnTo>
                  <a:cubicBezTo>
                    <a:pt x="191" y="3524"/>
                    <a:pt x="0" y="3763"/>
                    <a:pt x="0" y="4013"/>
                  </a:cubicBezTo>
                  <a:lnTo>
                    <a:pt x="0" y="4525"/>
                  </a:lnTo>
                  <a:cubicBezTo>
                    <a:pt x="0" y="4775"/>
                    <a:pt x="179" y="5013"/>
                    <a:pt x="453" y="5060"/>
                  </a:cubicBezTo>
                  <a:lnTo>
                    <a:pt x="1262" y="5215"/>
                  </a:lnTo>
                  <a:cubicBezTo>
                    <a:pt x="1322" y="5382"/>
                    <a:pt x="1381" y="5560"/>
                    <a:pt x="1477" y="5715"/>
                  </a:cubicBezTo>
                  <a:lnTo>
                    <a:pt x="1012" y="6406"/>
                  </a:lnTo>
                  <a:cubicBezTo>
                    <a:pt x="869" y="6632"/>
                    <a:pt x="893" y="6918"/>
                    <a:pt x="1084" y="7096"/>
                  </a:cubicBezTo>
                  <a:lnTo>
                    <a:pt x="1441" y="7453"/>
                  </a:lnTo>
                  <a:cubicBezTo>
                    <a:pt x="1544" y="7557"/>
                    <a:pt x="1687" y="7608"/>
                    <a:pt x="1830" y="7608"/>
                  </a:cubicBezTo>
                  <a:cubicBezTo>
                    <a:pt x="1935" y="7608"/>
                    <a:pt x="2041" y="7580"/>
                    <a:pt x="2132" y="7525"/>
                  </a:cubicBezTo>
                  <a:lnTo>
                    <a:pt x="2834" y="7061"/>
                  </a:lnTo>
                  <a:cubicBezTo>
                    <a:pt x="2989" y="7156"/>
                    <a:pt x="3155" y="7215"/>
                    <a:pt x="3322" y="7275"/>
                  </a:cubicBezTo>
                  <a:lnTo>
                    <a:pt x="3489" y="8096"/>
                  </a:lnTo>
                  <a:cubicBezTo>
                    <a:pt x="3525" y="8346"/>
                    <a:pt x="3763" y="8537"/>
                    <a:pt x="4025" y="8537"/>
                  </a:cubicBezTo>
                  <a:lnTo>
                    <a:pt x="4525" y="8537"/>
                  </a:lnTo>
                  <a:cubicBezTo>
                    <a:pt x="4775" y="8537"/>
                    <a:pt x="5013" y="8358"/>
                    <a:pt x="5060" y="8096"/>
                  </a:cubicBezTo>
                  <a:lnTo>
                    <a:pt x="5227" y="7275"/>
                  </a:lnTo>
                  <a:cubicBezTo>
                    <a:pt x="5358" y="7227"/>
                    <a:pt x="5489" y="7180"/>
                    <a:pt x="5632" y="7120"/>
                  </a:cubicBezTo>
                  <a:cubicBezTo>
                    <a:pt x="5692" y="7084"/>
                    <a:pt x="5727" y="6977"/>
                    <a:pt x="5692" y="6894"/>
                  </a:cubicBezTo>
                  <a:cubicBezTo>
                    <a:pt x="5655" y="6821"/>
                    <a:pt x="5584" y="6790"/>
                    <a:pt x="5515" y="6790"/>
                  </a:cubicBezTo>
                  <a:cubicBezTo>
                    <a:pt x="5494" y="6790"/>
                    <a:pt x="5473" y="6793"/>
                    <a:pt x="5453" y="6799"/>
                  </a:cubicBezTo>
                  <a:cubicBezTo>
                    <a:pt x="5299" y="6870"/>
                    <a:pt x="5156" y="6918"/>
                    <a:pt x="5001" y="6965"/>
                  </a:cubicBezTo>
                  <a:cubicBezTo>
                    <a:pt x="4941" y="6977"/>
                    <a:pt x="4882" y="7037"/>
                    <a:pt x="4882" y="7096"/>
                  </a:cubicBezTo>
                  <a:lnTo>
                    <a:pt x="4703" y="8025"/>
                  </a:lnTo>
                  <a:cubicBezTo>
                    <a:pt x="4691" y="8108"/>
                    <a:pt x="4596" y="8180"/>
                    <a:pt x="4513" y="8180"/>
                  </a:cubicBezTo>
                  <a:lnTo>
                    <a:pt x="4001" y="8180"/>
                  </a:lnTo>
                  <a:cubicBezTo>
                    <a:pt x="3917" y="8180"/>
                    <a:pt x="3822" y="8120"/>
                    <a:pt x="3810" y="8025"/>
                  </a:cubicBezTo>
                  <a:lnTo>
                    <a:pt x="3632" y="7096"/>
                  </a:lnTo>
                  <a:cubicBezTo>
                    <a:pt x="3620" y="7037"/>
                    <a:pt x="3572" y="6977"/>
                    <a:pt x="3513" y="6965"/>
                  </a:cubicBezTo>
                  <a:cubicBezTo>
                    <a:pt x="3310" y="6906"/>
                    <a:pt x="3096" y="6811"/>
                    <a:pt x="2905" y="6703"/>
                  </a:cubicBezTo>
                  <a:cubicBezTo>
                    <a:pt x="2876" y="6691"/>
                    <a:pt x="2843" y="6686"/>
                    <a:pt x="2812" y="6686"/>
                  </a:cubicBezTo>
                  <a:cubicBezTo>
                    <a:pt x="2780" y="6686"/>
                    <a:pt x="2751" y="6691"/>
                    <a:pt x="2727" y="6703"/>
                  </a:cubicBezTo>
                  <a:lnTo>
                    <a:pt x="1941" y="7227"/>
                  </a:lnTo>
                  <a:cubicBezTo>
                    <a:pt x="1904" y="7249"/>
                    <a:pt x="1864" y="7260"/>
                    <a:pt x="1824" y="7260"/>
                  </a:cubicBezTo>
                  <a:cubicBezTo>
                    <a:pt x="1774" y="7260"/>
                    <a:pt x="1725" y="7243"/>
                    <a:pt x="1679" y="7203"/>
                  </a:cubicBezTo>
                  <a:lnTo>
                    <a:pt x="1322" y="6846"/>
                  </a:lnTo>
                  <a:cubicBezTo>
                    <a:pt x="1262" y="6787"/>
                    <a:pt x="1250" y="6680"/>
                    <a:pt x="1298" y="6584"/>
                  </a:cubicBezTo>
                  <a:lnTo>
                    <a:pt x="1822" y="5799"/>
                  </a:lnTo>
                  <a:cubicBezTo>
                    <a:pt x="1846" y="5739"/>
                    <a:pt x="1858" y="5679"/>
                    <a:pt x="1822" y="5620"/>
                  </a:cubicBezTo>
                  <a:cubicBezTo>
                    <a:pt x="1715" y="5429"/>
                    <a:pt x="1620" y="5215"/>
                    <a:pt x="1560" y="5013"/>
                  </a:cubicBezTo>
                  <a:cubicBezTo>
                    <a:pt x="1548" y="4953"/>
                    <a:pt x="1489" y="4894"/>
                    <a:pt x="1429" y="4894"/>
                  </a:cubicBezTo>
                  <a:lnTo>
                    <a:pt x="512" y="4715"/>
                  </a:lnTo>
                  <a:cubicBezTo>
                    <a:pt x="417" y="4703"/>
                    <a:pt x="346" y="4608"/>
                    <a:pt x="346" y="4525"/>
                  </a:cubicBezTo>
                  <a:lnTo>
                    <a:pt x="346" y="4013"/>
                  </a:lnTo>
                  <a:cubicBezTo>
                    <a:pt x="346" y="3929"/>
                    <a:pt x="405" y="3834"/>
                    <a:pt x="512" y="3822"/>
                  </a:cubicBezTo>
                  <a:lnTo>
                    <a:pt x="1429" y="3643"/>
                  </a:lnTo>
                  <a:cubicBezTo>
                    <a:pt x="1489" y="3632"/>
                    <a:pt x="1548" y="3584"/>
                    <a:pt x="1560" y="3524"/>
                  </a:cubicBezTo>
                  <a:cubicBezTo>
                    <a:pt x="1620" y="3322"/>
                    <a:pt x="1715" y="3108"/>
                    <a:pt x="1822" y="2917"/>
                  </a:cubicBezTo>
                  <a:cubicBezTo>
                    <a:pt x="1846" y="2858"/>
                    <a:pt x="1846" y="2786"/>
                    <a:pt x="1822" y="2739"/>
                  </a:cubicBezTo>
                  <a:lnTo>
                    <a:pt x="1298" y="1941"/>
                  </a:lnTo>
                  <a:cubicBezTo>
                    <a:pt x="1250" y="1869"/>
                    <a:pt x="1250" y="1762"/>
                    <a:pt x="1322" y="1691"/>
                  </a:cubicBezTo>
                  <a:lnTo>
                    <a:pt x="1679" y="1334"/>
                  </a:lnTo>
                  <a:cubicBezTo>
                    <a:pt x="1714" y="1299"/>
                    <a:pt x="1765" y="1280"/>
                    <a:pt x="1820" y="1280"/>
                  </a:cubicBezTo>
                  <a:cubicBezTo>
                    <a:pt x="1859" y="1280"/>
                    <a:pt x="1901" y="1290"/>
                    <a:pt x="1941" y="1310"/>
                  </a:cubicBezTo>
                  <a:lnTo>
                    <a:pt x="2727" y="1822"/>
                  </a:lnTo>
                  <a:cubicBezTo>
                    <a:pt x="2759" y="1841"/>
                    <a:pt x="2791" y="1853"/>
                    <a:pt x="2822" y="1853"/>
                  </a:cubicBezTo>
                  <a:cubicBezTo>
                    <a:pt x="2850" y="1853"/>
                    <a:pt x="2878" y="1844"/>
                    <a:pt x="2905" y="1822"/>
                  </a:cubicBezTo>
                  <a:cubicBezTo>
                    <a:pt x="3096" y="1727"/>
                    <a:pt x="3310" y="1631"/>
                    <a:pt x="3513" y="1572"/>
                  </a:cubicBezTo>
                  <a:cubicBezTo>
                    <a:pt x="3572" y="1560"/>
                    <a:pt x="3632" y="1500"/>
                    <a:pt x="3632" y="1441"/>
                  </a:cubicBezTo>
                  <a:lnTo>
                    <a:pt x="3810" y="512"/>
                  </a:lnTo>
                  <a:cubicBezTo>
                    <a:pt x="3822" y="429"/>
                    <a:pt x="3917" y="357"/>
                    <a:pt x="4001" y="357"/>
                  </a:cubicBezTo>
                  <a:lnTo>
                    <a:pt x="4513" y="357"/>
                  </a:lnTo>
                  <a:cubicBezTo>
                    <a:pt x="4596" y="357"/>
                    <a:pt x="4691" y="417"/>
                    <a:pt x="4703" y="512"/>
                  </a:cubicBezTo>
                  <a:lnTo>
                    <a:pt x="4882" y="1441"/>
                  </a:lnTo>
                  <a:cubicBezTo>
                    <a:pt x="4894" y="1500"/>
                    <a:pt x="4941" y="1560"/>
                    <a:pt x="5001" y="1572"/>
                  </a:cubicBezTo>
                  <a:cubicBezTo>
                    <a:pt x="5215" y="1631"/>
                    <a:pt x="5418" y="1727"/>
                    <a:pt x="5608" y="1822"/>
                  </a:cubicBezTo>
                  <a:cubicBezTo>
                    <a:pt x="5638" y="1840"/>
                    <a:pt x="5674" y="1849"/>
                    <a:pt x="5706" y="1849"/>
                  </a:cubicBezTo>
                  <a:cubicBezTo>
                    <a:pt x="5739" y="1849"/>
                    <a:pt x="5769" y="1840"/>
                    <a:pt x="5787" y="1822"/>
                  </a:cubicBezTo>
                  <a:lnTo>
                    <a:pt x="6584" y="1310"/>
                  </a:lnTo>
                  <a:cubicBezTo>
                    <a:pt x="6617" y="1288"/>
                    <a:pt x="6656" y="1277"/>
                    <a:pt x="6696" y="1277"/>
                  </a:cubicBezTo>
                  <a:cubicBezTo>
                    <a:pt x="6745" y="1277"/>
                    <a:pt x="6795" y="1294"/>
                    <a:pt x="6835" y="1334"/>
                  </a:cubicBezTo>
                  <a:lnTo>
                    <a:pt x="7192" y="1691"/>
                  </a:lnTo>
                  <a:cubicBezTo>
                    <a:pt x="7251" y="1750"/>
                    <a:pt x="7263" y="1858"/>
                    <a:pt x="7216" y="1941"/>
                  </a:cubicBezTo>
                  <a:lnTo>
                    <a:pt x="6704" y="2739"/>
                  </a:lnTo>
                  <a:cubicBezTo>
                    <a:pt x="6668" y="2798"/>
                    <a:pt x="6656" y="2858"/>
                    <a:pt x="6704" y="2917"/>
                  </a:cubicBezTo>
                  <a:cubicBezTo>
                    <a:pt x="6799" y="3108"/>
                    <a:pt x="6894" y="3322"/>
                    <a:pt x="6954" y="3524"/>
                  </a:cubicBezTo>
                  <a:cubicBezTo>
                    <a:pt x="6965" y="3584"/>
                    <a:pt x="7025" y="3643"/>
                    <a:pt x="7085" y="3643"/>
                  </a:cubicBezTo>
                  <a:lnTo>
                    <a:pt x="8013" y="3822"/>
                  </a:lnTo>
                  <a:cubicBezTo>
                    <a:pt x="8097" y="3834"/>
                    <a:pt x="8168" y="3929"/>
                    <a:pt x="8168" y="4013"/>
                  </a:cubicBezTo>
                  <a:lnTo>
                    <a:pt x="8168" y="4525"/>
                  </a:lnTo>
                  <a:cubicBezTo>
                    <a:pt x="8168" y="4608"/>
                    <a:pt x="8108" y="4703"/>
                    <a:pt x="8013" y="4715"/>
                  </a:cubicBezTo>
                  <a:lnTo>
                    <a:pt x="7085" y="4894"/>
                  </a:lnTo>
                  <a:cubicBezTo>
                    <a:pt x="7025" y="4906"/>
                    <a:pt x="6965" y="4953"/>
                    <a:pt x="6954" y="5013"/>
                  </a:cubicBezTo>
                  <a:cubicBezTo>
                    <a:pt x="6906" y="5156"/>
                    <a:pt x="6846" y="5322"/>
                    <a:pt x="6787" y="5477"/>
                  </a:cubicBezTo>
                  <a:cubicBezTo>
                    <a:pt x="6739" y="5560"/>
                    <a:pt x="6787" y="5668"/>
                    <a:pt x="6882" y="5715"/>
                  </a:cubicBezTo>
                  <a:cubicBezTo>
                    <a:pt x="6903" y="5724"/>
                    <a:pt x="6926" y="5729"/>
                    <a:pt x="6949" y="5729"/>
                  </a:cubicBezTo>
                  <a:cubicBezTo>
                    <a:pt x="7016" y="5729"/>
                    <a:pt x="7085" y="5691"/>
                    <a:pt x="7120" y="5620"/>
                  </a:cubicBezTo>
                  <a:cubicBezTo>
                    <a:pt x="7180" y="5489"/>
                    <a:pt x="7239" y="5358"/>
                    <a:pt x="7275" y="5215"/>
                  </a:cubicBezTo>
                  <a:lnTo>
                    <a:pt x="8097" y="5060"/>
                  </a:lnTo>
                  <a:cubicBezTo>
                    <a:pt x="8347" y="5013"/>
                    <a:pt x="8549" y="4775"/>
                    <a:pt x="8549" y="4525"/>
                  </a:cubicBezTo>
                  <a:lnTo>
                    <a:pt x="8549" y="4013"/>
                  </a:lnTo>
                  <a:cubicBezTo>
                    <a:pt x="8549" y="3763"/>
                    <a:pt x="8370" y="3524"/>
                    <a:pt x="8097" y="3477"/>
                  </a:cubicBezTo>
                  <a:lnTo>
                    <a:pt x="7275" y="3310"/>
                  </a:lnTo>
                  <a:cubicBezTo>
                    <a:pt x="7216" y="3155"/>
                    <a:pt x="7156" y="2977"/>
                    <a:pt x="7073" y="2822"/>
                  </a:cubicBezTo>
                  <a:lnTo>
                    <a:pt x="7537" y="2119"/>
                  </a:lnTo>
                  <a:cubicBezTo>
                    <a:pt x="7680" y="1905"/>
                    <a:pt x="7656" y="1619"/>
                    <a:pt x="7454" y="1441"/>
                  </a:cubicBezTo>
                  <a:lnTo>
                    <a:pt x="7096" y="1084"/>
                  </a:lnTo>
                  <a:cubicBezTo>
                    <a:pt x="6992" y="980"/>
                    <a:pt x="6848" y="924"/>
                    <a:pt x="6705" y="924"/>
                  </a:cubicBezTo>
                  <a:cubicBezTo>
                    <a:pt x="6603" y="924"/>
                    <a:pt x="6502" y="953"/>
                    <a:pt x="6418" y="1012"/>
                  </a:cubicBezTo>
                  <a:lnTo>
                    <a:pt x="5715" y="1465"/>
                  </a:lnTo>
                  <a:cubicBezTo>
                    <a:pt x="5549" y="1381"/>
                    <a:pt x="5394" y="1322"/>
                    <a:pt x="5227" y="1262"/>
                  </a:cubicBezTo>
                  <a:lnTo>
                    <a:pt x="5060" y="441"/>
                  </a:lnTo>
                  <a:cubicBezTo>
                    <a:pt x="5013" y="191"/>
                    <a:pt x="4775" y="0"/>
                    <a:pt x="452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6" name="Google Shape;3146;p56"/>
            <p:cNvSpPr/>
            <p:nvPr/>
          </p:nvSpPr>
          <p:spPr>
            <a:xfrm>
              <a:off x="3184798" y="3878883"/>
              <a:ext cx="109550" cy="94018"/>
            </a:xfrm>
            <a:custGeom>
              <a:rect b="b" l="l" r="r" t="t"/>
              <a:pathLst>
                <a:path extrusionOk="0" h="2954" w="3442">
                  <a:moveTo>
                    <a:pt x="1465" y="1"/>
                  </a:moveTo>
                  <a:cubicBezTo>
                    <a:pt x="941" y="1"/>
                    <a:pt x="453" y="191"/>
                    <a:pt x="72" y="561"/>
                  </a:cubicBezTo>
                  <a:cubicBezTo>
                    <a:pt x="0" y="632"/>
                    <a:pt x="0" y="739"/>
                    <a:pt x="72" y="811"/>
                  </a:cubicBezTo>
                  <a:cubicBezTo>
                    <a:pt x="113" y="852"/>
                    <a:pt x="158" y="873"/>
                    <a:pt x="203" y="873"/>
                  </a:cubicBezTo>
                  <a:cubicBezTo>
                    <a:pt x="247" y="873"/>
                    <a:pt x="292" y="852"/>
                    <a:pt x="334" y="811"/>
                  </a:cubicBezTo>
                  <a:cubicBezTo>
                    <a:pt x="631" y="513"/>
                    <a:pt x="1024" y="358"/>
                    <a:pt x="1465" y="358"/>
                  </a:cubicBezTo>
                  <a:cubicBezTo>
                    <a:pt x="2358" y="358"/>
                    <a:pt x="3084" y="1084"/>
                    <a:pt x="3084" y="1977"/>
                  </a:cubicBezTo>
                  <a:cubicBezTo>
                    <a:pt x="3084" y="2227"/>
                    <a:pt x="3024" y="2477"/>
                    <a:pt x="2905" y="2716"/>
                  </a:cubicBezTo>
                  <a:cubicBezTo>
                    <a:pt x="2846" y="2799"/>
                    <a:pt x="2894" y="2894"/>
                    <a:pt x="2977" y="2942"/>
                  </a:cubicBezTo>
                  <a:cubicBezTo>
                    <a:pt x="3013" y="2954"/>
                    <a:pt x="3036" y="2954"/>
                    <a:pt x="3048" y="2954"/>
                  </a:cubicBezTo>
                  <a:cubicBezTo>
                    <a:pt x="3108" y="2954"/>
                    <a:pt x="3167" y="2930"/>
                    <a:pt x="3215" y="2870"/>
                  </a:cubicBezTo>
                  <a:cubicBezTo>
                    <a:pt x="3370" y="2585"/>
                    <a:pt x="3441" y="2287"/>
                    <a:pt x="3441" y="1977"/>
                  </a:cubicBezTo>
                  <a:cubicBezTo>
                    <a:pt x="3441" y="894"/>
                    <a:pt x="2560" y="1"/>
                    <a:pt x="14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7" name="Google Shape;3147;p56"/>
            <p:cNvSpPr/>
            <p:nvPr/>
          </p:nvSpPr>
          <p:spPr>
            <a:xfrm>
              <a:off x="3168120" y="3917331"/>
              <a:ext cx="102707" cy="87016"/>
            </a:xfrm>
            <a:custGeom>
              <a:rect b="b" l="l" r="r" t="t"/>
              <a:pathLst>
                <a:path extrusionOk="0" h="2734" w="3227">
                  <a:moveTo>
                    <a:pt x="277" y="0"/>
                  </a:moveTo>
                  <a:cubicBezTo>
                    <a:pt x="203" y="0"/>
                    <a:pt x="136" y="38"/>
                    <a:pt x="108" y="115"/>
                  </a:cubicBezTo>
                  <a:cubicBezTo>
                    <a:pt x="36" y="317"/>
                    <a:pt x="0" y="531"/>
                    <a:pt x="0" y="758"/>
                  </a:cubicBezTo>
                  <a:cubicBezTo>
                    <a:pt x="0" y="1841"/>
                    <a:pt x="881" y="2734"/>
                    <a:pt x="1977" y="2734"/>
                  </a:cubicBezTo>
                  <a:cubicBezTo>
                    <a:pt x="2394" y="2734"/>
                    <a:pt x="2798" y="2603"/>
                    <a:pt x="3144" y="2365"/>
                  </a:cubicBezTo>
                  <a:cubicBezTo>
                    <a:pt x="3215" y="2305"/>
                    <a:pt x="3227" y="2198"/>
                    <a:pt x="3191" y="2127"/>
                  </a:cubicBezTo>
                  <a:cubicBezTo>
                    <a:pt x="3162" y="2075"/>
                    <a:pt x="3106" y="2051"/>
                    <a:pt x="3050" y="2051"/>
                  </a:cubicBezTo>
                  <a:cubicBezTo>
                    <a:pt x="3015" y="2051"/>
                    <a:pt x="2981" y="2061"/>
                    <a:pt x="2953" y="2079"/>
                  </a:cubicBezTo>
                  <a:cubicBezTo>
                    <a:pt x="2667" y="2282"/>
                    <a:pt x="2334" y="2389"/>
                    <a:pt x="2001" y="2389"/>
                  </a:cubicBezTo>
                  <a:cubicBezTo>
                    <a:pt x="1108" y="2389"/>
                    <a:pt x="370" y="1662"/>
                    <a:pt x="370" y="769"/>
                  </a:cubicBezTo>
                  <a:cubicBezTo>
                    <a:pt x="370" y="591"/>
                    <a:pt x="405" y="412"/>
                    <a:pt x="465" y="246"/>
                  </a:cubicBezTo>
                  <a:cubicBezTo>
                    <a:pt x="465" y="138"/>
                    <a:pt x="417" y="43"/>
                    <a:pt x="334" y="7"/>
                  </a:cubicBezTo>
                  <a:cubicBezTo>
                    <a:pt x="315" y="3"/>
                    <a:pt x="296" y="0"/>
                    <a:pt x="27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8" name="Google Shape;3148;p56"/>
            <p:cNvSpPr/>
            <p:nvPr/>
          </p:nvSpPr>
          <p:spPr>
            <a:xfrm>
              <a:off x="3264749" y="3976275"/>
              <a:ext cx="183836" cy="183836"/>
            </a:xfrm>
            <a:custGeom>
              <a:rect b="b" l="l" r="r" t="t"/>
              <a:pathLst>
                <a:path extrusionOk="0" h="5776" w="5776">
                  <a:moveTo>
                    <a:pt x="2739" y="1"/>
                  </a:moveTo>
                  <a:cubicBezTo>
                    <a:pt x="2548" y="1"/>
                    <a:pt x="2370" y="156"/>
                    <a:pt x="2322" y="346"/>
                  </a:cubicBezTo>
                  <a:lnTo>
                    <a:pt x="2215" y="846"/>
                  </a:lnTo>
                  <a:cubicBezTo>
                    <a:pt x="2132" y="882"/>
                    <a:pt x="2036" y="930"/>
                    <a:pt x="1953" y="953"/>
                  </a:cubicBezTo>
                  <a:lnTo>
                    <a:pt x="1525" y="668"/>
                  </a:lnTo>
                  <a:cubicBezTo>
                    <a:pt x="1454" y="627"/>
                    <a:pt x="1372" y="606"/>
                    <a:pt x="1291" y="606"/>
                  </a:cubicBezTo>
                  <a:cubicBezTo>
                    <a:pt x="1181" y="606"/>
                    <a:pt x="1071" y="645"/>
                    <a:pt x="989" y="727"/>
                  </a:cubicBezTo>
                  <a:lnTo>
                    <a:pt x="751" y="965"/>
                  </a:lnTo>
                  <a:cubicBezTo>
                    <a:pt x="620" y="1108"/>
                    <a:pt x="584" y="1322"/>
                    <a:pt x="691" y="1501"/>
                  </a:cubicBezTo>
                  <a:lnTo>
                    <a:pt x="977" y="1942"/>
                  </a:lnTo>
                  <a:cubicBezTo>
                    <a:pt x="917" y="2061"/>
                    <a:pt x="870" y="2180"/>
                    <a:pt x="822" y="2311"/>
                  </a:cubicBezTo>
                  <a:cubicBezTo>
                    <a:pt x="786" y="2394"/>
                    <a:pt x="858" y="2501"/>
                    <a:pt x="941" y="2537"/>
                  </a:cubicBezTo>
                  <a:cubicBezTo>
                    <a:pt x="954" y="2541"/>
                    <a:pt x="967" y="2542"/>
                    <a:pt x="980" y="2542"/>
                  </a:cubicBezTo>
                  <a:cubicBezTo>
                    <a:pt x="1055" y="2542"/>
                    <a:pt x="1137" y="2489"/>
                    <a:pt x="1167" y="2418"/>
                  </a:cubicBezTo>
                  <a:cubicBezTo>
                    <a:pt x="1203" y="2275"/>
                    <a:pt x="1251" y="2144"/>
                    <a:pt x="1322" y="2025"/>
                  </a:cubicBezTo>
                  <a:cubicBezTo>
                    <a:pt x="1358" y="1965"/>
                    <a:pt x="1358" y="1894"/>
                    <a:pt x="1322" y="1846"/>
                  </a:cubicBezTo>
                  <a:lnTo>
                    <a:pt x="989" y="1322"/>
                  </a:lnTo>
                  <a:cubicBezTo>
                    <a:pt x="977" y="1299"/>
                    <a:pt x="977" y="1263"/>
                    <a:pt x="1001" y="1239"/>
                  </a:cubicBezTo>
                  <a:lnTo>
                    <a:pt x="1239" y="1001"/>
                  </a:lnTo>
                  <a:cubicBezTo>
                    <a:pt x="1258" y="981"/>
                    <a:pt x="1274" y="973"/>
                    <a:pt x="1291" y="973"/>
                  </a:cubicBezTo>
                  <a:cubicBezTo>
                    <a:pt x="1304" y="973"/>
                    <a:pt x="1318" y="978"/>
                    <a:pt x="1334" y="989"/>
                  </a:cubicBezTo>
                  <a:lnTo>
                    <a:pt x="1846" y="1322"/>
                  </a:lnTo>
                  <a:cubicBezTo>
                    <a:pt x="1878" y="1342"/>
                    <a:pt x="1910" y="1354"/>
                    <a:pt x="1942" y="1354"/>
                  </a:cubicBezTo>
                  <a:cubicBezTo>
                    <a:pt x="1969" y="1354"/>
                    <a:pt x="1997" y="1345"/>
                    <a:pt x="2025" y="1322"/>
                  </a:cubicBezTo>
                  <a:cubicBezTo>
                    <a:pt x="2144" y="1251"/>
                    <a:pt x="2287" y="1203"/>
                    <a:pt x="2417" y="1156"/>
                  </a:cubicBezTo>
                  <a:cubicBezTo>
                    <a:pt x="2477" y="1144"/>
                    <a:pt x="2537" y="1084"/>
                    <a:pt x="2537" y="1025"/>
                  </a:cubicBezTo>
                  <a:lnTo>
                    <a:pt x="2656" y="418"/>
                  </a:lnTo>
                  <a:cubicBezTo>
                    <a:pt x="2656" y="382"/>
                    <a:pt x="2679" y="358"/>
                    <a:pt x="2727" y="358"/>
                  </a:cubicBezTo>
                  <a:lnTo>
                    <a:pt x="3060" y="358"/>
                  </a:lnTo>
                  <a:cubicBezTo>
                    <a:pt x="3084" y="358"/>
                    <a:pt x="3120" y="394"/>
                    <a:pt x="3132" y="418"/>
                  </a:cubicBezTo>
                  <a:lnTo>
                    <a:pt x="3251" y="1025"/>
                  </a:lnTo>
                  <a:cubicBezTo>
                    <a:pt x="3263" y="1084"/>
                    <a:pt x="3310" y="1144"/>
                    <a:pt x="3370" y="1156"/>
                  </a:cubicBezTo>
                  <a:cubicBezTo>
                    <a:pt x="3501" y="1203"/>
                    <a:pt x="3632" y="1251"/>
                    <a:pt x="3751" y="1322"/>
                  </a:cubicBezTo>
                  <a:cubicBezTo>
                    <a:pt x="3781" y="1340"/>
                    <a:pt x="3816" y="1349"/>
                    <a:pt x="3849" y="1349"/>
                  </a:cubicBezTo>
                  <a:cubicBezTo>
                    <a:pt x="3882" y="1349"/>
                    <a:pt x="3912" y="1340"/>
                    <a:pt x="3930" y="1322"/>
                  </a:cubicBezTo>
                  <a:lnTo>
                    <a:pt x="4453" y="989"/>
                  </a:lnTo>
                  <a:cubicBezTo>
                    <a:pt x="4469" y="978"/>
                    <a:pt x="4483" y="973"/>
                    <a:pt x="4497" y="973"/>
                  </a:cubicBezTo>
                  <a:cubicBezTo>
                    <a:pt x="4513" y="973"/>
                    <a:pt x="4529" y="981"/>
                    <a:pt x="4549" y="1001"/>
                  </a:cubicBezTo>
                  <a:lnTo>
                    <a:pt x="4787" y="1239"/>
                  </a:lnTo>
                  <a:cubicBezTo>
                    <a:pt x="4811" y="1263"/>
                    <a:pt x="4811" y="1299"/>
                    <a:pt x="4799" y="1322"/>
                  </a:cubicBezTo>
                  <a:lnTo>
                    <a:pt x="4453" y="1846"/>
                  </a:lnTo>
                  <a:cubicBezTo>
                    <a:pt x="4430" y="1906"/>
                    <a:pt x="4406" y="1965"/>
                    <a:pt x="4453" y="2025"/>
                  </a:cubicBezTo>
                  <a:cubicBezTo>
                    <a:pt x="4525" y="2144"/>
                    <a:pt x="4573" y="2275"/>
                    <a:pt x="4620" y="2418"/>
                  </a:cubicBezTo>
                  <a:cubicBezTo>
                    <a:pt x="4632" y="2477"/>
                    <a:pt x="4692" y="2537"/>
                    <a:pt x="4751" y="2537"/>
                  </a:cubicBezTo>
                  <a:lnTo>
                    <a:pt x="5358" y="2656"/>
                  </a:lnTo>
                  <a:cubicBezTo>
                    <a:pt x="5394" y="2656"/>
                    <a:pt x="5418" y="2680"/>
                    <a:pt x="5418" y="2727"/>
                  </a:cubicBezTo>
                  <a:lnTo>
                    <a:pt x="5418" y="3049"/>
                  </a:lnTo>
                  <a:cubicBezTo>
                    <a:pt x="5418" y="3085"/>
                    <a:pt x="5394" y="3108"/>
                    <a:pt x="5358" y="3132"/>
                  </a:cubicBezTo>
                  <a:lnTo>
                    <a:pt x="4751" y="3251"/>
                  </a:lnTo>
                  <a:cubicBezTo>
                    <a:pt x="4692" y="3263"/>
                    <a:pt x="4632" y="3311"/>
                    <a:pt x="4620" y="3370"/>
                  </a:cubicBezTo>
                  <a:cubicBezTo>
                    <a:pt x="4573" y="3501"/>
                    <a:pt x="4525" y="3632"/>
                    <a:pt x="4453" y="3751"/>
                  </a:cubicBezTo>
                  <a:cubicBezTo>
                    <a:pt x="4430" y="3811"/>
                    <a:pt x="4430" y="3882"/>
                    <a:pt x="4453" y="3930"/>
                  </a:cubicBezTo>
                  <a:lnTo>
                    <a:pt x="4799" y="4454"/>
                  </a:lnTo>
                  <a:cubicBezTo>
                    <a:pt x="4811" y="4478"/>
                    <a:pt x="4811" y="4513"/>
                    <a:pt x="4787" y="4537"/>
                  </a:cubicBezTo>
                  <a:lnTo>
                    <a:pt x="4549" y="4775"/>
                  </a:lnTo>
                  <a:cubicBezTo>
                    <a:pt x="4526" y="4798"/>
                    <a:pt x="4508" y="4806"/>
                    <a:pt x="4489" y="4806"/>
                  </a:cubicBezTo>
                  <a:cubicBezTo>
                    <a:pt x="4478" y="4806"/>
                    <a:pt x="4467" y="4803"/>
                    <a:pt x="4453" y="4799"/>
                  </a:cubicBezTo>
                  <a:lnTo>
                    <a:pt x="3930" y="4454"/>
                  </a:lnTo>
                  <a:cubicBezTo>
                    <a:pt x="3898" y="4435"/>
                    <a:pt x="3866" y="4422"/>
                    <a:pt x="3834" y="4422"/>
                  </a:cubicBezTo>
                  <a:cubicBezTo>
                    <a:pt x="3806" y="4422"/>
                    <a:pt x="3779" y="4432"/>
                    <a:pt x="3751" y="4454"/>
                  </a:cubicBezTo>
                  <a:cubicBezTo>
                    <a:pt x="3632" y="4525"/>
                    <a:pt x="3501" y="4573"/>
                    <a:pt x="3370" y="4621"/>
                  </a:cubicBezTo>
                  <a:cubicBezTo>
                    <a:pt x="3310" y="4632"/>
                    <a:pt x="3251" y="4692"/>
                    <a:pt x="3251" y="4751"/>
                  </a:cubicBezTo>
                  <a:lnTo>
                    <a:pt x="3132" y="5359"/>
                  </a:lnTo>
                  <a:cubicBezTo>
                    <a:pt x="3132" y="5394"/>
                    <a:pt x="3096" y="5418"/>
                    <a:pt x="3060" y="5418"/>
                  </a:cubicBezTo>
                  <a:lnTo>
                    <a:pt x="2727" y="5418"/>
                  </a:lnTo>
                  <a:cubicBezTo>
                    <a:pt x="2703" y="5418"/>
                    <a:pt x="2668" y="5394"/>
                    <a:pt x="2656" y="5359"/>
                  </a:cubicBezTo>
                  <a:lnTo>
                    <a:pt x="2537" y="4751"/>
                  </a:lnTo>
                  <a:cubicBezTo>
                    <a:pt x="2525" y="4692"/>
                    <a:pt x="2477" y="4632"/>
                    <a:pt x="2417" y="4621"/>
                  </a:cubicBezTo>
                  <a:cubicBezTo>
                    <a:pt x="2287" y="4573"/>
                    <a:pt x="2144" y="4525"/>
                    <a:pt x="2025" y="4454"/>
                  </a:cubicBezTo>
                  <a:cubicBezTo>
                    <a:pt x="1995" y="4436"/>
                    <a:pt x="1962" y="4427"/>
                    <a:pt x="1931" y="4427"/>
                  </a:cubicBezTo>
                  <a:cubicBezTo>
                    <a:pt x="1900" y="4427"/>
                    <a:pt x="1870" y="4436"/>
                    <a:pt x="1846" y="4454"/>
                  </a:cubicBezTo>
                  <a:lnTo>
                    <a:pt x="1334" y="4799"/>
                  </a:lnTo>
                  <a:cubicBezTo>
                    <a:pt x="1321" y="4803"/>
                    <a:pt x="1309" y="4806"/>
                    <a:pt x="1298" y="4806"/>
                  </a:cubicBezTo>
                  <a:cubicBezTo>
                    <a:pt x="1279" y="4806"/>
                    <a:pt x="1261" y="4798"/>
                    <a:pt x="1239" y="4775"/>
                  </a:cubicBezTo>
                  <a:lnTo>
                    <a:pt x="1001" y="4537"/>
                  </a:lnTo>
                  <a:cubicBezTo>
                    <a:pt x="977" y="4513"/>
                    <a:pt x="977" y="4478"/>
                    <a:pt x="989" y="4454"/>
                  </a:cubicBezTo>
                  <a:lnTo>
                    <a:pt x="1322" y="3930"/>
                  </a:lnTo>
                  <a:cubicBezTo>
                    <a:pt x="1358" y="3870"/>
                    <a:pt x="1370" y="3811"/>
                    <a:pt x="1322" y="3751"/>
                  </a:cubicBezTo>
                  <a:cubicBezTo>
                    <a:pt x="1251" y="3632"/>
                    <a:pt x="1215" y="3501"/>
                    <a:pt x="1167" y="3370"/>
                  </a:cubicBezTo>
                  <a:cubicBezTo>
                    <a:pt x="1144" y="3311"/>
                    <a:pt x="1084" y="3251"/>
                    <a:pt x="1024" y="3251"/>
                  </a:cubicBezTo>
                  <a:lnTo>
                    <a:pt x="417" y="3132"/>
                  </a:lnTo>
                  <a:cubicBezTo>
                    <a:pt x="393" y="3132"/>
                    <a:pt x="358" y="3097"/>
                    <a:pt x="358" y="3049"/>
                  </a:cubicBezTo>
                  <a:lnTo>
                    <a:pt x="358" y="2727"/>
                  </a:lnTo>
                  <a:cubicBezTo>
                    <a:pt x="358" y="2692"/>
                    <a:pt x="393" y="2668"/>
                    <a:pt x="417" y="2656"/>
                  </a:cubicBezTo>
                  <a:lnTo>
                    <a:pt x="465" y="2632"/>
                  </a:lnTo>
                  <a:cubicBezTo>
                    <a:pt x="548" y="2620"/>
                    <a:pt x="632" y="2525"/>
                    <a:pt x="596" y="2430"/>
                  </a:cubicBezTo>
                  <a:cubicBezTo>
                    <a:pt x="586" y="2352"/>
                    <a:pt x="520" y="2289"/>
                    <a:pt x="444" y="2289"/>
                  </a:cubicBezTo>
                  <a:cubicBezTo>
                    <a:pt x="428" y="2289"/>
                    <a:pt x="410" y="2292"/>
                    <a:pt x="393" y="2299"/>
                  </a:cubicBezTo>
                  <a:lnTo>
                    <a:pt x="346" y="2311"/>
                  </a:lnTo>
                  <a:cubicBezTo>
                    <a:pt x="155" y="2358"/>
                    <a:pt x="1" y="2513"/>
                    <a:pt x="1" y="2727"/>
                  </a:cubicBezTo>
                  <a:lnTo>
                    <a:pt x="1" y="3049"/>
                  </a:lnTo>
                  <a:cubicBezTo>
                    <a:pt x="1" y="3251"/>
                    <a:pt x="155" y="3430"/>
                    <a:pt x="346" y="3466"/>
                  </a:cubicBezTo>
                  <a:lnTo>
                    <a:pt x="846" y="3573"/>
                  </a:lnTo>
                  <a:cubicBezTo>
                    <a:pt x="882" y="3668"/>
                    <a:pt x="929" y="3751"/>
                    <a:pt x="953" y="3847"/>
                  </a:cubicBezTo>
                  <a:lnTo>
                    <a:pt x="679" y="4275"/>
                  </a:lnTo>
                  <a:cubicBezTo>
                    <a:pt x="572" y="4442"/>
                    <a:pt x="584" y="4656"/>
                    <a:pt x="727" y="4811"/>
                  </a:cubicBezTo>
                  <a:lnTo>
                    <a:pt x="977" y="5049"/>
                  </a:lnTo>
                  <a:cubicBezTo>
                    <a:pt x="1055" y="5127"/>
                    <a:pt x="1163" y="5172"/>
                    <a:pt x="1278" y="5172"/>
                  </a:cubicBezTo>
                  <a:cubicBezTo>
                    <a:pt x="1356" y="5172"/>
                    <a:pt x="1436" y="5152"/>
                    <a:pt x="1513" y="5109"/>
                  </a:cubicBezTo>
                  <a:lnTo>
                    <a:pt x="1941" y="4823"/>
                  </a:lnTo>
                  <a:cubicBezTo>
                    <a:pt x="2025" y="4871"/>
                    <a:pt x="2120" y="4894"/>
                    <a:pt x="2203" y="4930"/>
                  </a:cubicBezTo>
                  <a:lnTo>
                    <a:pt x="2310" y="5430"/>
                  </a:lnTo>
                  <a:cubicBezTo>
                    <a:pt x="2358" y="5633"/>
                    <a:pt x="2513" y="5775"/>
                    <a:pt x="2727" y="5775"/>
                  </a:cubicBezTo>
                  <a:lnTo>
                    <a:pt x="3060" y="5775"/>
                  </a:lnTo>
                  <a:cubicBezTo>
                    <a:pt x="3251" y="5775"/>
                    <a:pt x="3430" y="5633"/>
                    <a:pt x="3465" y="5430"/>
                  </a:cubicBezTo>
                  <a:lnTo>
                    <a:pt x="3572" y="4930"/>
                  </a:lnTo>
                  <a:cubicBezTo>
                    <a:pt x="3668" y="4894"/>
                    <a:pt x="3751" y="4859"/>
                    <a:pt x="3846" y="4823"/>
                  </a:cubicBezTo>
                  <a:lnTo>
                    <a:pt x="4275" y="5109"/>
                  </a:lnTo>
                  <a:cubicBezTo>
                    <a:pt x="4344" y="5153"/>
                    <a:pt x="4422" y="5175"/>
                    <a:pt x="4500" y="5175"/>
                  </a:cubicBezTo>
                  <a:cubicBezTo>
                    <a:pt x="4610" y="5175"/>
                    <a:pt x="4720" y="5132"/>
                    <a:pt x="4811" y="5049"/>
                  </a:cubicBezTo>
                  <a:lnTo>
                    <a:pt x="5049" y="4811"/>
                  </a:lnTo>
                  <a:cubicBezTo>
                    <a:pt x="5180" y="4680"/>
                    <a:pt x="5215" y="4454"/>
                    <a:pt x="5108" y="4275"/>
                  </a:cubicBezTo>
                  <a:lnTo>
                    <a:pt x="4823" y="3847"/>
                  </a:lnTo>
                  <a:cubicBezTo>
                    <a:pt x="4870" y="3751"/>
                    <a:pt x="4894" y="3668"/>
                    <a:pt x="4930" y="3573"/>
                  </a:cubicBezTo>
                  <a:lnTo>
                    <a:pt x="5442" y="3466"/>
                  </a:lnTo>
                  <a:cubicBezTo>
                    <a:pt x="5632" y="3430"/>
                    <a:pt x="5775" y="3263"/>
                    <a:pt x="5775" y="3049"/>
                  </a:cubicBezTo>
                  <a:lnTo>
                    <a:pt x="5775" y="2727"/>
                  </a:lnTo>
                  <a:cubicBezTo>
                    <a:pt x="5775" y="2513"/>
                    <a:pt x="5644" y="2358"/>
                    <a:pt x="5454" y="2311"/>
                  </a:cubicBezTo>
                  <a:lnTo>
                    <a:pt x="4942" y="2204"/>
                  </a:lnTo>
                  <a:cubicBezTo>
                    <a:pt x="4918" y="2120"/>
                    <a:pt x="4870" y="2025"/>
                    <a:pt x="4846" y="1942"/>
                  </a:cubicBezTo>
                  <a:lnTo>
                    <a:pt x="5120" y="1501"/>
                  </a:lnTo>
                  <a:cubicBezTo>
                    <a:pt x="5227" y="1346"/>
                    <a:pt x="5215" y="1120"/>
                    <a:pt x="5061" y="965"/>
                  </a:cubicBezTo>
                  <a:lnTo>
                    <a:pt x="4823" y="727"/>
                  </a:lnTo>
                  <a:cubicBezTo>
                    <a:pt x="4745" y="650"/>
                    <a:pt x="4634" y="610"/>
                    <a:pt x="4520" y="610"/>
                  </a:cubicBezTo>
                  <a:cubicBezTo>
                    <a:pt x="4441" y="610"/>
                    <a:pt x="4360" y="629"/>
                    <a:pt x="4287" y="668"/>
                  </a:cubicBezTo>
                  <a:lnTo>
                    <a:pt x="3858" y="953"/>
                  </a:lnTo>
                  <a:cubicBezTo>
                    <a:pt x="3763" y="906"/>
                    <a:pt x="3680" y="882"/>
                    <a:pt x="3596" y="846"/>
                  </a:cubicBezTo>
                  <a:lnTo>
                    <a:pt x="3489" y="346"/>
                  </a:lnTo>
                  <a:cubicBezTo>
                    <a:pt x="3441" y="156"/>
                    <a:pt x="3275" y="1"/>
                    <a:pt x="307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9" name="Google Shape;3149;p56"/>
            <p:cNvSpPr/>
            <p:nvPr/>
          </p:nvSpPr>
          <p:spPr>
            <a:xfrm>
              <a:off x="3326526" y="4036907"/>
              <a:ext cx="62541" cy="62573"/>
            </a:xfrm>
            <a:custGeom>
              <a:rect b="b" l="l" r="r" t="t"/>
              <a:pathLst>
                <a:path extrusionOk="0" h="1966" w="1965">
                  <a:moveTo>
                    <a:pt x="977" y="1"/>
                  </a:moveTo>
                  <a:cubicBezTo>
                    <a:pt x="441" y="1"/>
                    <a:pt x="0" y="453"/>
                    <a:pt x="0" y="989"/>
                  </a:cubicBezTo>
                  <a:cubicBezTo>
                    <a:pt x="0" y="1525"/>
                    <a:pt x="441" y="1965"/>
                    <a:pt x="977" y="1965"/>
                  </a:cubicBezTo>
                  <a:cubicBezTo>
                    <a:pt x="1203" y="1965"/>
                    <a:pt x="1417" y="1894"/>
                    <a:pt x="1572" y="1763"/>
                  </a:cubicBezTo>
                  <a:cubicBezTo>
                    <a:pt x="1655" y="1703"/>
                    <a:pt x="1667" y="1596"/>
                    <a:pt x="1608" y="1501"/>
                  </a:cubicBezTo>
                  <a:cubicBezTo>
                    <a:pt x="1574" y="1461"/>
                    <a:pt x="1525" y="1439"/>
                    <a:pt x="1473" y="1439"/>
                  </a:cubicBezTo>
                  <a:cubicBezTo>
                    <a:pt x="1434" y="1439"/>
                    <a:pt x="1394" y="1452"/>
                    <a:pt x="1358" y="1477"/>
                  </a:cubicBezTo>
                  <a:cubicBezTo>
                    <a:pt x="1250" y="1561"/>
                    <a:pt x="1119" y="1608"/>
                    <a:pt x="965" y="1608"/>
                  </a:cubicBezTo>
                  <a:cubicBezTo>
                    <a:pt x="619" y="1608"/>
                    <a:pt x="346" y="1322"/>
                    <a:pt x="346" y="977"/>
                  </a:cubicBezTo>
                  <a:cubicBezTo>
                    <a:pt x="346" y="644"/>
                    <a:pt x="619" y="358"/>
                    <a:pt x="977" y="358"/>
                  </a:cubicBezTo>
                  <a:cubicBezTo>
                    <a:pt x="1322" y="358"/>
                    <a:pt x="1608" y="644"/>
                    <a:pt x="1608" y="989"/>
                  </a:cubicBezTo>
                  <a:cubicBezTo>
                    <a:pt x="1608" y="1084"/>
                    <a:pt x="1679" y="1168"/>
                    <a:pt x="1786" y="1168"/>
                  </a:cubicBezTo>
                  <a:cubicBezTo>
                    <a:pt x="1893" y="1168"/>
                    <a:pt x="1965" y="1084"/>
                    <a:pt x="1965" y="989"/>
                  </a:cubicBezTo>
                  <a:cubicBezTo>
                    <a:pt x="1965" y="453"/>
                    <a:pt x="1512" y="1"/>
                    <a:pt x="97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0" name="Google Shape;3150;p56"/>
            <p:cNvSpPr/>
            <p:nvPr/>
          </p:nvSpPr>
          <p:spPr>
            <a:xfrm>
              <a:off x="3196542" y="3907687"/>
              <a:ext cx="68238" cy="68238"/>
            </a:xfrm>
            <a:custGeom>
              <a:rect b="b" l="l" r="r" t="t"/>
              <a:pathLst>
                <a:path extrusionOk="0" h="2144" w="2144">
                  <a:moveTo>
                    <a:pt x="1072" y="358"/>
                  </a:moveTo>
                  <a:cubicBezTo>
                    <a:pt x="1477" y="358"/>
                    <a:pt x="1786" y="680"/>
                    <a:pt x="1786" y="1072"/>
                  </a:cubicBezTo>
                  <a:cubicBezTo>
                    <a:pt x="1786" y="1477"/>
                    <a:pt x="1465" y="1787"/>
                    <a:pt x="1072" y="1787"/>
                  </a:cubicBezTo>
                  <a:cubicBezTo>
                    <a:pt x="691" y="1787"/>
                    <a:pt x="358" y="1453"/>
                    <a:pt x="358" y="1072"/>
                  </a:cubicBezTo>
                  <a:cubicBezTo>
                    <a:pt x="358" y="668"/>
                    <a:pt x="691" y="358"/>
                    <a:pt x="1072" y="358"/>
                  </a:cubicBezTo>
                  <a:close/>
                  <a:moveTo>
                    <a:pt x="1072" y="1"/>
                  </a:moveTo>
                  <a:cubicBezTo>
                    <a:pt x="477" y="1"/>
                    <a:pt x="0" y="477"/>
                    <a:pt x="0" y="1072"/>
                  </a:cubicBezTo>
                  <a:cubicBezTo>
                    <a:pt x="0" y="1668"/>
                    <a:pt x="477" y="2144"/>
                    <a:pt x="1072" y="2144"/>
                  </a:cubicBezTo>
                  <a:cubicBezTo>
                    <a:pt x="1667" y="2144"/>
                    <a:pt x="2144" y="1656"/>
                    <a:pt x="2144" y="1072"/>
                  </a:cubicBezTo>
                  <a:cubicBezTo>
                    <a:pt x="2144" y="477"/>
                    <a:pt x="1667" y="1"/>
                    <a:pt x="107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51" name="Google Shape;3151;p56"/>
          <p:cNvSpPr txBox="1"/>
          <p:nvPr>
            <p:ph type="ctrTitle"/>
          </p:nvPr>
        </p:nvSpPr>
        <p:spPr>
          <a:xfrm flipH="1">
            <a:off x="973750" y="702025"/>
            <a:ext cx="14568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a:t>EXECUTION / EVALUATION</a:t>
            </a:r>
            <a:endParaRPr/>
          </a:p>
          <a:p>
            <a:pPr indent="0" lvl="0" marL="0" rtl="0" algn="ctr">
              <a:spcBef>
                <a:spcPts val="0"/>
              </a:spcBef>
              <a:spcAft>
                <a:spcPts val="0"/>
              </a:spcAft>
              <a:buNone/>
            </a:pPr>
            <a:r>
              <a:rPr lang="en"/>
              <a:t>LOOP</a:t>
            </a:r>
            <a:endParaRPr/>
          </a:p>
        </p:txBody>
      </p:sp>
      <p:sp>
        <p:nvSpPr>
          <p:cNvPr id="3152" name="Google Shape;3152;p56"/>
          <p:cNvSpPr txBox="1"/>
          <p:nvPr>
            <p:ph idx="1" type="subTitle"/>
          </p:nvPr>
        </p:nvSpPr>
        <p:spPr>
          <a:xfrm>
            <a:off x="432775" y="2744175"/>
            <a:ext cx="5506200" cy="1504500"/>
          </a:xfrm>
          <a:prstGeom prst="rect">
            <a:avLst/>
          </a:prstGeom>
        </p:spPr>
        <p:txBody>
          <a:bodyPr anchorCtr="0" anchor="t" bIns="91425" lIns="91425" spcFirstLastPara="1" rIns="91425" wrap="square" tIns="91425">
            <a:noAutofit/>
          </a:bodyPr>
          <a:lstStyle/>
          <a:p>
            <a:pPr indent="0" lvl="0" marL="571500" marR="0" rtl="0" algn="l">
              <a:lnSpc>
                <a:spcPct val="100000"/>
              </a:lnSpc>
              <a:spcBef>
                <a:spcPts val="0"/>
              </a:spcBef>
              <a:spcAft>
                <a:spcPts val="0"/>
              </a:spcAft>
              <a:buNone/>
            </a:pPr>
            <a:r>
              <a:rPr b="1" lang="en" sz="1500">
                <a:solidFill>
                  <a:srgbClr val="49476E"/>
                </a:solidFill>
              </a:rPr>
              <a:t>Seven stages </a:t>
            </a:r>
            <a:endParaRPr sz="1300">
              <a:solidFill>
                <a:srgbClr val="49476E"/>
              </a:solidFill>
            </a:endParaRPr>
          </a:p>
          <a:p>
            <a:pPr indent="-114300" lvl="1" marL="800100" marR="0" rtl="0" algn="l">
              <a:lnSpc>
                <a:spcPct val="100000"/>
              </a:lnSpc>
              <a:spcBef>
                <a:spcPts val="1000"/>
              </a:spcBef>
              <a:spcAft>
                <a:spcPts val="0"/>
              </a:spcAft>
              <a:buClr>
                <a:srgbClr val="49476E"/>
              </a:buClr>
              <a:buSzPts val="1300"/>
              <a:buNone/>
            </a:pPr>
            <a:r>
              <a:rPr lang="en" sz="1300">
                <a:solidFill>
                  <a:srgbClr val="49476E"/>
                </a:solidFill>
              </a:rPr>
              <a:t>user establishes the goal </a:t>
            </a:r>
            <a:endParaRPr sz="1300">
              <a:solidFill>
                <a:srgbClr val="49476E"/>
              </a:solidFill>
            </a:endParaRPr>
          </a:p>
          <a:p>
            <a:pPr indent="-114300" lvl="1" marL="800100" marR="0" rtl="0" algn="l">
              <a:lnSpc>
                <a:spcPct val="100000"/>
              </a:lnSpc>
              <a:spcBef>
                <a:spcPts val="0"/>
              </a:spcBef>
              <a:spcAft>
                <a:spcPts val="0"/>
              </a:spcAft>
              <a:buClr>
                <a:schemeClr val="accent5"/>
              </a:buClr>
              <a:buSzPts val="1300"/>
              <a:buNone/>
            </a:pPr>
            <a:r>
              <a:rPr lang="en" sz="1300">
                <a:solidFill>
                  <a:schemeClr val="accent5"/>
                </a:solidFill>
              </a:rPr>
              <a:t>formulates intention </a:t>
            </a:r>
            <a:endParaRPr sz="1300">
              <a:solidFill>
                <a:schemeClr val="accent5"/>
              </a:solidFill>
            </a:endParaRPr>
          </a:p>
          <a:p>
            <a:pPr indent="-114300" lvl="1" marL="800100" marR="0" rtl="0" algn="l">
              <a:lnSpc>
                <a:spcPct val="100000"/>
              </a:lnSpc>
              <a:spcBef>
                <a:spcPts val="0"/>
              </a:spcBef>
              <a:spcAft>
                <a:spcPts val="0"/>
              </a:spcAft>
              <a:buClr>
                <a:schemeClr val="accent5"/>
              </a:buClr>
              <a:buSzPts val="1300"/>
              <a:buNone/>
            </a:pPr>
            <a:r>
              <a:rPr lang="en" sz="1300">
                <a:solidFill>
                  <a:schemeClr val="accent5"/>
                </a:solidFill>
              </a:rPr>
              <a:t>specifies actions at interface </a:t>
            </a:r>
            <a:endParaRPr sz="1300">
              <a:solidFill>
                <a:schemeClr val="accent5"/>
              </a:solidFill>
            </a:endParaRPr>
          </a:p>
          <a:p>
            <a:pPr indent="-114300" lvl="1" marL="800100" marR="0" rtl="0" algn="l">
              <a:lnSpc>
                <a:spcPct val="100000"/>
              </a:lnSpc>
              <a:spcBef>
                <a:spcPts val="0"/>
              </a:spcBef>
              <a:spcAft>
                <a:spcPts val="0"/>
              </a:spcAft>
              <a:buClr>
                <a:schemeClr val="accent5"/>
              </a:buClr>
              <a:buSzPts val="1300"/>
              <a:buNone/>
            </a:pPr>
            <a:r>
              <a:rPr lang="en" sz="1300">
                <a:solidFill>
                  <a:schemeClr val="accent5"/>
                </a:solidFill>
              </a:rPr>
              <a:t>executes action </a:t>
            </a:r>
            <a:endParaRPr sz="1300">
              <a:solidFill>
                <a:schemeClr val="accent5"/>
              </a:solidFill>
            </a:endParaRPr>
          </a:p>
          <a:p>
            <a:pPr indent="-114300" lvl="1" marL="800100" marR="0" rtl="0" algn="l">
              <a:lnSpc>
                <a:spcPct val="100000"/>
              </a:lnSpc>
              <a:spcBef>
                <a:spcPts val="0"/>
              </a:spcBef>
              <a:spcAft>
                <a:spcPts val="0"/>
              </a:spcAft>
              <a:buClr>
                <a:srgbClr val="49476E"/>
              </a:buClr>
              <a:buSzPts val="1300"/>
              <a:buNone/>
            </a:pPr>
            <a:r>
              <a:rPr lang="en" sz="1300">
                <a:solidFill>
                  <a:srgbClr val="49476E"/>
                </a:solidFill>
              </a:rPr>
              <a:t>perceives system state </a:t>
            </a:r>
            <a:endParaRPr sz="1300">
              <a:solidFill>
                <a:srgbClr val="49476E"/>
              </a:solidFill>
            </a:endParaRPr>
          </a:p>
          <a:p>
            <a:pPr indent="-114300" lvl="1" marL="800100" marR="0" rtl="0" algn="l">
              <a:lnSpc>
                <a:spcPct val="100000"/>
              </a:lnSpc>
              <a:spcBef>
                <a:spcPts val="0"/>
              </a:spcBef>
              <a:spcAft>
                <a:spcPts val="0"/>
              </a:spcAft>
              <a:buClr>
                <a:srgbClr val="49476E"/>
              </a:buClr>
              <a:buSzPts val="1300"/>
              <a:buNone/>
            </a:pPr>
            <a:r>
              <a:rPr lang="en" sz="1300">
                <a:solidFill>
                  <a:srgbClr val="49476E"/>
                </a:solidFill>
              </a:rPr>
              <a:t>interprets system state </a:t>
            </a:r>
            <a:endParaRPr sz="1300">
              <a:solidFill>
                <a:srgbClr val="49476E"/>
              </a:solidFill>
            </a:endParaRPr>
          </a:p>
          <a:p>
            <a:pPr indent="-114300" lvl="1" marL="800100" marR="0" rtl="0" algn="l">
              <a:lnSpc>
                <a:spcPct val="100000"/>
              </a:lnSpc>
              <a:spcBef>
                <a:spcPts val="0"/>
              </a:spcBef>
              <a:spcAft>
                <a:spcPts val="0"/>
              </a:spcAft>
              <a:buClr>
                <a:srgbClr val="49476E"/>
              </a:buClr>
              <a:buSzPts val="1300"/>
              <a:buNone/>
            </a:pPr>
            <a:r>
              <a:rPr lang="en" sz="1300">
                <a:solidFill>
                  <a:srgbClr val="49476E"/>
                </a:solidFill>
              </a:rPr>
              <a:t>evaluates system state with respect to goal </a:t>
            </a:r>
            <a:endParaRPr sz="1300">
              <a:solidFill>
                <a:srgbClr val="49476E"/>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156" name="Shape 3156"/>
        <p:cNvGrpSpPr/>
        <p:nvPr/>
      </p:nvGrpSpPr>
      <p:grpSpPr>
        <a:xfrm>
          <a:off x="0" y="0"/>
          <a:ext cx="0" cy="0"/>
          <a:chOff x="0" y="0"/>
          <a:chExt cx="0" cy="0"/>
        </a:xfrm>
      </p:grpSpPr>
      <p:sp>
        <p:nvSpPr>
          <p:cNvPr id="3157" name="Google Shape;3157;p57"/>
          <p:cNvSpPr/>
          <p:nvPr/>
        </p:nvSpPr>
        <p:spPr>
          <a:xfrm rot="10800000">
            <a:off x="6452800" y="1638231"/>
            <a:ext cx="912600" cy="1926000"/>
          </a:xfrm>
          <a:prstGeom prst="curvedRightArrow">
            <a:avLst>
              <a:gd fmla="val 25000" name="adj1"/>
              <a:gd fmla="val 50000" name="adj2"/>
              <a:gd fmla="val 25000" name="adj3"/>
            </a:avLst>
          </a:prstGeom>
          <a:solidFill>
            <a:srgbClr val="FFD4E0"/>
          </a:solidFill>
          <a:ln cap="flat" cmpd="sng" w="952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8" name="Google Shape;3158;p57"/>
          <p:cNvSpPr/>
          <p:nvPr/>
        </p:nvSpPr>
        <p:spPr>
          <a:xfrm>
            <a:off x="4472400" y="1638231"/>
            <a:ext cx="912600" cy="1926000"/>
          </a:xfrm>
          <a:prstGeom prst="curvedRightArrow">
            <a:avLst>
              <a:gd fmla="val 25000" name="adj1"/>
              <a:gd fmla="val 50000" name="adj2"/>
              <a:gd fmla="val 25000" name="adj3"/>
            </a:avLst>
          </a:prstGeom>
          <a:solidFill>
            <a:srgbClr val="FFD4E0"/>
          </a:solidFill>
          <a:ln cap="flat" cmpd="sng" w="952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9" name="Google Shape;3159;p57"/>
          <p:cNvSpPr/>
          <p:nvPr/>
        </p:nvSpPr>
        <p:spPr>
          <a:xfrm rot="-2700000">
            <a:off x="5080236" y="108822"/>
            <a:ext cx="1778091" cy="1794213"/>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0" name="Google Shape;3160;p57"/>
          <p:cNvSpPr/>
          <p:nvPr/>
        </p:nvSpPr>
        <p:spPr>
          <a:xfrm rot="-2700000">
            <a:off x="5077230" y="3240385"/>
            <a:ext cx="1778091" cy="1794213"/>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1" name="Google Shape;3161;p57"/>
          <p:cNvSpPr/>
          <p:nvPr/>
        </p:nvSpPr>
        <p:spPr>
          <a:xfrm rot="-2700000">
            <a:off x="3512951" y="1676106"/>
            <a:ext cx="1778091" cy="1794213"/>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2" name="Google Shape;3162;p57"/>
          <p:cNvSpPr/>
          <p:nvPr/>
        </p:nvSpPr>
        <p:spPr>
          <a:xfrm rot="-2700000">
            <a:off x="6644515" y="1673101"/>
            <a:ext cx="1778091" cy="1794213"/>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3" name="Google Shape;3163;p57"/>
          <p:cNvSpPr txBox="1"/>
          <p:nvPr>
            <p:ph idx="3" type="subTitle"/>
          </p:nvPr>
        </p:nvSpPr>
        <p:spPr>
          <a:xfrm flipH="1">
            <a:off x="6793250" y="2266158"/>
            <a:ext cx="1426500" cy="34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EVALUATION</a:t>
            </a:r>
            <a:endParaRPr/>
          </a:p>
        </p:txBody>
      </p:sp>
      <p:sp>
        <p:nvSpPr>
          <p:cNvPr id="3164" name="Google Shape;3164;p57"/>
          <p:cNvSpPr txBox="1"/>
          <p:nvPr>
            <p:ph idx="4" type="subTitle"/>
          </p:nvPr>
        </p:nvSpPr>
        <p:spPr>
          <a:xfrm flipH="1">
            <a:off x="5256025" y="3840320"/>
            <a:ext cx="1426500" cy="34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SYSTEM</a:t>
            </a:r>
            <a:endParaRPr/>
          </a:p>
        </p:txBody>
      </p:sp>
      <p:sp>
        <p:nvSpPr>
          <p:cNvPr id="3165" name="Google Shape;3165;p57"/>
          <p:cNvSpPr/>
          <p:nvPr/>
        </p:nvSpPr>
        <p:spPr>
          <a:xfrm>
            <a:off x="4148050" y="1761413"/>
            <a:ext cx="507900" cy="507900"/>
          </a:xfrm>
          <a:prstGeom prst="rect">
            <a:avLst/>
          </a:pr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6" name="Google Shape;3166;p57"/>
          <p:cNvSpPr/>
          <p:nvPr/>
        </p:nvSpPr>
        <p:spPr>
          <a:xfrm>
            <a:off x="5715325" y="194125"/>
            <a:ext cx="507900" cy="507900"/>
          </a:xfrm>
          <a:prstGeom prst="rect">
            <a:avLst/>
          </a:pr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7" name="Google Shape;3167;p57"/>
          <p:cNvSpPr/>
          <p:nvPr/>
        </p:nvSpPr>
        <p:spPr>
          <a:xfrm>
            <a:off x="5715325" y="3331350"/>
            <a:ext cx="507900" cy="507900"/>
          </a:xfrm>
          <a:prstGeom prst="rect">
            <a:avLst/>
          </a:pr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8" name="Google Shape;3168;p57"/>
          <p:cNvSpPr/>
          <p:nvPr/>
        </p:nvSpPr>
        <p:spPr>
          <a:xfrm>
            <a:off x="7252550" y="1764063"/>
            <a:ext cx="507900" cy="507900"/>
          </a:xfrm>
          <a:prstGeom prst="rect">
            <a:avLst/>
          </a:pr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9" name="Google Shape;3169;p57"/>
          <p:cNvSpPr txBox="1"/>
          <p:nvPr>
            <p:ph idx="5" type="subTitle"/>
          </p:nvPr>
        </p:nvSpPr>
        <p:spPr>
          <a:xfrm flipH="1">
            <a:off x="5256025" y="711307"/>
            <a:ext cx="1426500" cy="34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GOAL</a:t>
            </a:r>
            <a:endParaRPr/>
          </a:p>
        </p:txBody>
      </p:sp>
      <p:sp>
        <p:nvSpPr>
          <p:cNvPr id="3170" name="Google Shape;3170;p57"/>
          <p:cNvSpPr txBox="1"/>
          <p:nvPr>
            <p:ph idx="6" type="subTitle"/>
          </p:nvPr>
        </p:nvSpPr>
        <p:spPr>
          <a:xfrm flipH="1">
            <a:off x="3688750" y="2278594"/>
            <a:ext cx="1426500" cy="34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EXECUTION</a:t>
            </a:r>
            <a:endParaRPr/>
          </a:p>
        </p:txBody>
      </p:sp>
      <p:sp>
        <p:nvSpPr>
          <p:cNvPr id="3171" name="Google Shape;3171;p57"/>
          <p:cNvSpPr txBox="1"/>
          <p:nvPr>
            <p:ph idx="7" type="subTitle"/>
          </p:nvPr>
        </p:nvSpPr>
        <p:spPr>
          <a:xfrm flipH="1">
            <a:off x="5256025" y="1053919"/>
            <a:ext cx="1426500" cy="611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User establishes the goal</a:t>
            </a:r>
            <a:endParaRPr/>
          </a:p>
        </p:txBody>
      </p:sp>
      <p:sp>
        <p:nvSpPr>
          <p:cNvPr id="3172" name="Google Shape;3172;p57"/>
          <p:cNvSpPr txBox="1"/>
          <p:nvPr>
            <p:ph idx="8" type="subTitle"/>
          </p:nvPr>
        </p:nvSpPr>
        <p:spPr>
          <a:xfrm flipH="1">
            <a:off x="3919225" y="2616875"/>
            <a:ext cx="1336800" cy="611400"/>
          </a:xfrm>
          <a:prstGeom prst="rect">
            <a:avLst/>
          </a:prstGeom>
        </p:spPr>
        <p:txBody>
          <a:bodyPr anchorCtr="0" anchor="t" bIns="91425" lIns="91425" spcFirstLastPara="1" rIns="91425" wrap="square" tIns="91425">
            <a:noAutofit/>
          </a:bodyPr>
          <a:lstStyle/>
          <a:p>
            <a:pPr indent="-120650" lvl="0" marL="57150" rtl="0" algn="l">
              <a:spcBef>
                <a:spcPts val="0"/>
              </a:spcBef>
              <a:spcAft>
                <a:spcPts val="0"/>
              </a:spcAft>
              <a:buSzPts val="1000"/>
              <a:buChar char="●"/>
            </a:pPr>
            <a:r>
              <a:rPr lang="en"/>
              <a:t>Formulates intention</a:t>
            </a:r>
            <a:endParaRPr/>
          </a:p>
          <a:p>
            <a:pPr indent="-120650" lvl="0" marL="57150" rtl="0" algn="l">
              <a:spcBef>
                <a:spcPts val="0"/>
              </a:spcBef>
              <a:spcAft>
                <a:spcPts val="0"/>
              </a:spcAft>
              <a:buSzPts val="1000"/>
              <a:buChar char="●"/>
            </a:pPr>
            <a:r>
              <a:rPr lang="en"/>
              <a:t>Specifies actions at interface</a:t>
            </a:r>
            <a:endParaRPr/>
          </a:p>
          <a:p>
            <a:pPr indent="-120650" lvl="0" marL="57150" rtl="0" algn="l">
              <a:spcBef>
                <a:spcPts val="0"/>
              </a:spcBef>
              <a:spcAft>
                <a:spcPts val="0"/>
              </a:spcAft>
              <a:buSzPts val="1000"/>
              <a:buChar char="●"/>
            </a:pPr>
            <a:r>
              <a:rPr lang="en"/>
              <a:t>Executes action</a:t>
            </a:r>
            <a:endParaRPr/>
          </a:p>
        </p:txBody>
      </p:sp>
      <p:sp>
        <p:nvSpPr>
          <p:cNvPr id="3173" name="Google Shape;3173;p57"/>
          <p:cNvSpPr txBox="1"/>
          <p:nvPr>
            <p:ph idx="8" type="subTitle"/>
          </p:nvPr>
        </p:nvSpPr>
        <p:spPr>
          <a:xfrm flipH="1">
            <a:off x="7005850" y="2616875"/>
            <a:ext cx="1485600" cy="611400"/>
          </a:xfrm>
          <a:prstGeom prst="rect">
            <a:avLst/>
          </a:prstGeom>
        </p:spPr>
        <p:txBody>
          <a:bodyPr anchorCtr="0" anchor="t" bIns="91425" lIns="91425" spcFirstLastPara="1" rIns="91425" wrap="square" tIns="91425">
            <a:noAutofit/>
          </a:bodyPr>
          <a:lstStyle/>
          <a:p>
            <a:pPr indent="-120650" lvl="0" marL="57150" rtl="0" algn="l">
              <a:spcBef>
                <a:spcPts val="0"/>
              </a:spcBef>
              <a:spcAft>
                <a:spcPts val="0"/>
              </a:spcAft>
              <a:buSzPts val="1000"/>
              <a:buChar char="●"/>
            </a:pPr>
            <a:r>
              <a:rPr lang="en"/>
              <a:t>Perceives system state</a:t>
            </a:r>
            <a:endParaRPr/>
          </a:p>
          <a:p>
            <a:pPr indent="-120650" lvl="0" marL="57150" rtl="0" algn="l">
              <a:spcBef>
                <a:spcPts val="0"/>
              </a:spcBef>
              <a:spcAft>
                <a:spcPts val="0"/>
              </a:spcAft>
              <a:buSzPts val="1000"/>
              <a:buChar char="●"/>
            </a:pPr>
            <a:r>
              <a:rPr lang="en"/>
              <a:t>Interprets system state</a:t>
            </a:r>
            <a:endParaRPr/>
          </a:p>
          <a:p>
            <a:pPr indent="-120650" lvl="0" marL="57150" rtl="0" algn="l">
              <a:spcBef>
                <a:spcPts val="0"/>
              </a:spcBef>
              <a:spcAft>
                <a:spcPts val="0"/>
              </a:spcAft>
              <a:buSzPts val="1000"/>
              <a:buChar char="●"/>
            </a:pPr>
            <a:r>
              <a:rPr lang="en"/>
              <a:t>Evaluates sytem stat </a:t>
            </a:r>
            <a:br>
              <a:rPr lang="en"/>
            </a:br>
            <a:r>
              <a:rPr lang="en"/>
              <a:t>with respect to goal</a:t>
            </a:r>
            <a:endParaRPr/>
          </a:p>
        </p:txBody>
      </p:sp>
      <p:sp>
        <p:nvSpPr>
          <p:cNvPr id="3174" name="Google Shape;3174;p57"/>
          <p:cNvSpPr/>
          <p:nvPr/>
        </p:nvSpPr>
        <p:spPr>
          <a:xfrm>
            <a:off x="5790435" y="269402"/>
            <a:ext cx="357688" cy="357339"/>
          </a:xfrm>
          <a:custGeom>
            <a:rect b="b" l="l" r="r" t="t"/>
            <a:pathLst>
              <a:path extrusionOk="0" h="11253" w="11264">
                <a:moveTo>
                  <a:pt x="9847" y="548"/>
                </a:moveTo>
                <a:lnTo>
                  <a:pt x="9847" y="1203"/>
                </a:lnTo>
                <a:cubicBezTo>
                  <a:pt x="9847" y="1299"/>
                  <a:pt x="9930" y="1370"/>
                  <a:pt x="10014" y="1370"/>
                </a:cubicBezTo>
                <a:lnTo>
                  <a:pt x="10669" y="1370"/>
                </a:lnTo>
                <a:lnTo>
                  <a:pt x="9252" y="2811"/>
                </a:lnTo>
                <a:lnTo>
                  <a:pt x="8656" y="2811"/>
                </a:lnTo>
                <a:lnTo>
                  <a:pt x="9609" y="1858"/>
                </a:lnTo>
                <a:cubicBezTo>
                  <a:pt x="9668" y="1799"/>
                  <a:pt x="9668" y="1703"/>
                  <a:pt x="9609" y="1620"/>
                </a:cubicBezTo>
                <a:cubicBezTo>
                  <a:pt x="9579" y="1590"/>
                  <a:pt x="9537" y="1575"/>
                  <a:pt x="9494" y="1575"/>
                </a:cubicBezTo>
                <a:cubicBezTo>
                  <a:pt x="9451" y="1575"/>
                  <a:pt x="9406" y="1590"/>
                  <a:pt x="9371" y="1620"/>
                </a:cubicBezTo>
                <a:lnTo>
                  <a:pt x="8418" y="2572"/>
                </a:lnTo>
                <a:lnTo>
                  <a:pt x="8418" y="1977"/>
                </a:lnTo>
                <a:lnTo>
                  <a:pt x="9847" y="548"/>
                </a:lnTo>
                <a:close/>
                <a:moveTo>
                  <a:pt x="4549" y="2442"/>
                </a:moveTo>
                <a:cubicBezTo>
                  <a:pt x="5668" y="2442"/>
                  <a:pt x="6680" y="2870"/>
                  <a:pt x="7430" y="3573"/>
                </a:cubicBezTo>
                <a:lnTo>
                  <a:pt x="4430" y="6561"/>
                </a:lnTo>
                <a:cubicBezTo>
                  <a:pt x="4370" y="6621"/>
                  <a:pt x="4370" y="6728"/>
                  <a:pt x="4430" y="6799"/>
                </a:cubicBezTo>
                <a:cubicBezTo>
                  <a:pt x="4465" y="6835"/>
                  <a:pt x="4513" y="6847"/>
                  <a:pt x="4549" y="6847"/>
                </a:cubicBezTo>
                <a:cubicBezTo>
                  <a:pt x="4596" y="6847"/>
                  <a:pt x="4644" y="6835"/>
                  <a:pt x="4668" y="6799"/>
                </a:cubicBezTo>
                <a:lnTo>
                  <a:pt x="5418" y="6061"/>
                </a:lnTo>
                <a:cubicBezTo>
                  <a:pt x="5549" y="6240"/>
                  <a:pt x="5620" y="6466"/>
                  <a:pt x="5620" y="6680"/>
                </a:cubicBezTo>
                <a:cubicBezTo>
                  <a:pt x="5620" y="7275"/>
                  <a:pt x="5144" y="7752"/>
                  <a:pt x="4549" y="7752"/>
                </a:cubicBezTo>
                <a:cubicBezTo>
                  <a:pt x="3953" y="7752"/>
                  <a:pt x="3477" y="7275"/>
                  <a:pt x="3477" y="6680"/>
                </a:cubicBezTo>
                <a:cubicBezTo>
                  <a:pt x="3477" y="6085"/>
                  <a:pt x="3953" y="5609"/>
                  <a:pt x="4549" y="5609"/>
                </a:cubicBezTo>
                <a:cubicBezTo>
                  <a:pt x="4608" y="5609"/>
                  <a:pt x="4680" y="5609"/>
                  <a:pt x="4739" y="5632"/>
                </a:cubicBezTo>
                <a:cubicBezTo>
                  <a:pt x="4747" y="5633"/>
                  <a:pt x="4755" y="5634"/>
                  <a:pt x="4763" y="5634"/>
                </a:cubicBezTo>
                <a:cubicBezTo>
                  <a:pt x="4848" y="5634"/>
                  <a:pt x="4920" y="5577"/>
                  <a:pt x="4942" y="5490"/>
                </a:cubicBezTo>
                <a:cubicBezTo>
                  <a:pt x="4954" y="5406"/>
                  <a:pt x="4894" y="5311"/>
                  <a:pt x="4799" y="5299"/>
                </a:cubicBezTo>
                <a:cubicBezTo>
                  <a:pt x="4715" y="5287"/>
                  <a:pt x="4620" y="5275"/>
                  <a:pt x="4549" y="5275"/>
                </a:cubicBezTo>
                <a:cubicBezTo>
                  <a:pt x="3775" y="5275"/>
                  <a:pt x="3156" y="5894"/>
                  <a:pt x="3156" y="6668"/>
                </a:cubicBezTo>
                <a:cubicBezTo>
                  <a:pt x="3156" y="7442"/>
                  <a:pt x="3775" y="8073"/>
                  <a:pt x="4549" y="8073"/>
                </a:cubicBezTo>
                <a:cubicBezTo>
                  <a:pt x="5323" y="8073"/>
                  <a:pt x="5954" y="7442"/>
                  <a:pt x="5954" y="6668"/>
                </a:cubicBezTo>
                <a:cubicBezTo>
                  <a:pt x="5954" y="6359"/>
                  <a:pt x="5847" y="6049"/>
                  <a:pt x="5656" y="5811"/>
                </a:cubicBezTo>
                <a:lnTo>
                  <a:pt x="6168" y="5287"/>
                </a:lnTo>
                <a:cubicBezTo>
                  <a:pt x="6501" y="5668"/>
                  <a:pt x="6680" y="6168"/>
                  <a:pt x="6680" y="6668"/>
                </a:cubicBezTo>
                <a:cubicBezTo>
                  <a:pt x="6680" y="7847"/>
                  <a:pt x="5727" y="8799"/>
                  <a:pt x="4549" y="8799"/>
                </a:cubicBezTo>
                <a:cubicBezTo>
                  <a:pt x="3370" y="8799"/>
                  <a:pt x="2418" y="7847"/>
                  <a:pt x="2418" y="6668"/>
                </a:cubicBezTo>
                <a:cubicBezTo>
                  <a:pt x="2418" y="5490"/>
                  <a:pt x="3370" y="4537"/>
                  <a:pt x="4549" y="4537"/>
                </a:cubicBezTo>
                <a:cubicBezTo>
                  <a:pt x="4906" y="4537"/>
                  <a:pt x="5251" y="4632"/>
                  <a:pt x="5561" y="4799"/>
                </a:cubicBezTo>
                <a:cubicBezTo>
                  <a:pt x="5583" y="4810"/>
                  <a:pt x="5608" y="4815"/>
                  <a:pt x="5635" y="4815"/>
                </a:cubicBezTo>
                <a:cubicBezTo>
                  <a:pt x="5693" y="4815"/>
                  <a:pt x="5754" y="4789"/>
                  <a:pt x="5787" y="4739"/>
                </a:cubicBezTo>
                <a:cubicBezTo>
                  <a:pt x="5835" y="4656"/>
                  <a:pt x="5799" y="4561"/>
                  <a:pt x="5727" y="4513"/>
                </a:cubicBezTo>
                <a:cubicBezTo>
                  <a:pt x="5370" y="4323"/>
                  <a:pt x="4965" y="4216"/>
                  <a:pt x="4561" y="4216"/>
                </a:cubicBezTo>
                <a:cubicBezTo>
                  <a:pt x="3215" y="4216"/>
                  <a:pt x="2108" y="5311"/>
                  <a:pt x="2108" y="6668"/>
                </a:cubicBezTo>
                <a:cubicBezTo>
                  <a:pt x="2108" y="8026"/>
                  <a:pt x="3215" y="9121"/>
                  <a:pt x="4561" y="9121"/>
                </a:cubicBezTo>
                <a:cubicBezTo>
                  <a:pt x="5918" y="9121"/>
                  <a:pt x="7025" y="8026"/>
                  <a:pt x="7025" y="6668"/>
                </a:cubicBezTo>
                <a:cubicBezTo>
                  <a:pt x="7025" y="6073"/>
                  <a:pt x="6811" y="5490"/>
                  <a:pt x="6406" y="5049"/>
                </a:cubicBezTo>
                <a:lnTo>
                  <a:pt x="6930" y="4525"/>
                </a:lnTo>
                <a:cubicBezTo>
                  <a:pt x="7466" y="5109"/>
                  <a:pt x="7752" y="5871"/>
                  <a:pt x="7752" y="6656"/>
                </a:cubicBezTo>
                <a:cubicBezTo>
                  <a:pt x="7752" y="8407"/>
                  <a:pt x="6323" y="9835"/>
                  <a:pt x="4561" y="9835"/>
                </a:cubicBezTo>
                <a:cubicBezTo>
                  <a:pt x="2810" y="9835"/>
                  <a:pt x="1382" y="8407"/>
                  <a:pt x="1382" y="6656"/>
                </a:cubicBezTo>
                <a:cubicBezTo>
                  <a:pt x="1382" y="4894"/>
                  <a:pt x="2810" y="3465"/>
                  <a:pt x="4561" y="3465"/>
                </a:cubicBezTo>
                <a:cubicBezTo>
                  <a:pt x="5180" y="3465"/>
                  <a:pt x="5775" y="3644"/>
                  <a:pt x="6275" y="3977"/>
                </a:cubicBezTo>
                <a:cubicBezTo>
                  <a:pt x="6300" y="3994"/>
                  <a:pt x="6330" y="4002"/>
                  <a:pt x="6360" y="4002"/>
                </a:cubicBezTo>
                <a:cubicBezTo>
                  <a:pt x="6415" y="4002"/>
                  <a:pt x="6471" y="3976"/>
                  <a:pt x="6501" y="3930"/>
                </a:cubicBezTo>
                <a:cubicBezTo>
                  <a:pt x="6549" y="3858"/>
                  <a:pt x="6525" y="3751"/>
                  <a:pt x="6454" y="3704"/>
                </a:cubicBezTo>
                <a:cubicBezTo>
                  <a:pt x="5894" y="3346"/>
                  <a:pt x="5239" y="3156"/>
                  <a:pt x="4561" y="3156"/>
                </a:cubicBezTo>
                <a:cubicBezTo>
                  <a:pt x="2632" y="3156"/>
                  <a:pt x="1048" y="4739"/>
                  <a:pt x="1048" y="6668"/>
                </a:cubicBezTo>
                <a:cubicBezTo>
                  <a:pt x="1048" y="8609"/>
                  <a:pt x="2632" y="10181"/>
                  <a:pt x="4561" y="10181"/>
                </a:cubicBezTo>
                <a:cubicBezTo>
                  <a:pt x="6501" y="10181"/>
                  <a:pt x="8073" y="8609"/>
                  <a:pt x="8073" y="6668"/>
                </a:cubicBezTo>
                <a:cubicBezTo>
                  <a:pt x="8073" y="5787"/>
                  <a:pt x="7752" y="4954"/>
                  <a:pt x="7156" y="4299"/>
                </a:cubicBezTo>
                <a:lnTo>
                  <a:pt x="7680" y="3787"/>
                </a:lnTo>
                <a:cubicBezTo>
                  <a:pt x="8383" y="4561"/>
                  <a:pt x="8799" y="5573"/>
                  <a:pt x="8799" y="6680"/>
                </a:cubicBezTo>
                <a:cubicBezTo>
                  <a:pt x="8799" y="9026"/>
                  <a:pt x="6894" y="10931"/>
                  <a:pt x="4549" y="10931"/>
                </a:cubicBezTo>
                <a:cubicBezTo>
                  <a:pt x="2215" y="10931"/>
                  <a:pt x="310" y="9026"/>
                  <a:pt x="310" y="6680"/>
                </a:cubicBezTo>
                <a:cubicBezTo>
                  <a:pt x="310" y="4347"/>
                  <a:pt x="2215" y="2442"/>
                  <a:pt x="4549" y="2442"/>
                </a:cubicBezTo>
                <a:close/>
                <a:moveTo>
                  <a:pt x="10023" y="1"/>
                </a:moveTo>
                <a:cubicBezTo>
                  <a:pt x="9981" y="1"/>
                  <a:pt x="9938" y="17"/>
                  <a:pt x="9907" y="48"/>
                </a:cubicBezTo>
                <a:lnTo>
                  <a:pt x="8156" y="1799"/>
                </a:lnTo>
                <a:cubicBezTo>
                  <a:pt x="8121" y="1834"/>
                  <a:pt x="8109" y="1882"/>
                  <a:pt x="8109" y="1918"/>
                </a:cubicBezTo>
                <a:lnTo>
                  <a:pt x="8109" y="2906"/>
                </a:lnTo>
                <a:lnTo>
                  <a:pt x="7680" y="3334"/>
                </a:lnTo>
                <a:cubicBezTo>
                  <a:pt x="6859" y="2572"/>
                  <a:pt x="5775" y="2120"/>
                  <a:pt x="4573" y="2120"/>
                </a:cubicBezTo>
                <a:cubicBezTo>
                  <a:pt x="2048" y="2120"/>
                  <a:pt x="1" y="4168"/>
                  <a:pt x="1" y="6680"/>
                </a:cubicBezTo>
                <a:cubicBezTo>
                  <a:pt x="1" y="9204"/>
                  <a:pt x="2048" y="11252"/>
                  <a:pt x="4573" y="11252"/>
                </a:cubicBezTo>
                <a:cubicBezTo>
                  <a:pt x="7085" y="11252"/>
                  <a:pt x="9133" y="9204"/>
                  <a:pt x="9133" y="6680"/>
                </a:cubicBezTo>
                <a:cubicBezTo>
                  <a:pt x="9133" y="5478"/>
                  <a:pt x="8680" y="4394"/>
                  <a:pt x="7918" y="3573"/>
                </a:cubicBezTo>
                <a:lnTo>
                  <a:pt x="8347" y="3144"/>
                </a:lnTo>
                <a:lnTo>
                  <a:pt x="9335" y="3144"/>
                </a:lnTo>
                <a:cubicBezTo>
                  <a:pt x="9371" y="3144"/>
                  <a:pt x="9418" y="3132"/>
                  <a:pt x="9454" y="3096"/>
                </a:cubicBezTo>
                <a:lnTo>
                  <a:pt x="11204" y="1346"/>
                </a:lnTo>
                <a:cubicBezTo>
                  <a:pt x="11252" y="1287"/>
                  <a:pt x="11264" y="1227"/>
                  <a:pt x="11240" y="1168"/>
                </a:cubicBezTo>
                <a:cubicBezTo>
                  <a:pt x="11204" y="1108"/>
                  <a:pt x="11145" y="1060"/>
                  <a:pt x="11085" y="1060"/>
                </a:cubicBezTo>
                <a:lnTo>
                  <a:pt x="10192" y="1060"/>
                </a:lnTo>
                <a:lnTo>
                  <a:pt x="10192" y="167"/>
                </a:lnTo>
                <a:cubicBezTo>
                  <a:pt x="10192" y="108"/>
                  <a:pt x="10145" y="36"/>
                  <a:pt x="10085" y="13"/>
                </a:cubicBezTo>
                <a:cubicBezTo>
                  <a:pt x="10065" y="5"/>
                  <a:pt x="10044" y="1"/>
                  <a:pt x="1002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75" name="Google Shape;3175;p57"/>
          <p:cNvGrpSpPr/>
          <p:nvPr/>
        </p:nvGrpSpPr>
        <p:grpSpPr>
          <a:xfrm>
            <a:off x="7315250" y="1840032"/>
            <a:ext cx="382519" cy="350682"/>
            <a:chOff x="2903337" y="4279032"/>
            <a:chExt cx="382519" cy="350682"/>
          </a:xfrm>
        </p:grpSpPr>
        <p:sp>
          <p:nvSpPr>
            <p:cNvPr id="3176" name="Google Shape;3176;p57"/>
            <p:cNvSpPr/>
            <p:nvPr/>
          </p:nvSpPr>
          <p:spPr>
            <a:xfrm>
              <a:off x="2966979" y="4320570"/>
              <a:ext cx="202248" cy="184183"/>
            </a:xfrm>
            <a:custGeom>
              <a:rect b="b" l="l" r="r" t="t"/>
              <a:pathLst>
                <a:path extrusionOk="0" h="5791" w="6359">
                  <a:moveTo>
                    <a:pt x="3179" y="361"/>
                  </a:moveTo>
                  <a:cubicBezTo>
                    <a:pt x="3834" y="361"/>
                    <a:pt x="4477" y="611"/>
                    <a:pt x="4989" y="1099"/>
                  </a:cubicBezTo>
                  <a:cubicBezTo>
                    <a:pt x="5965" y="2087"/>
                    <a:pt x="5965" y="3707"/>
                    <a:pt x="4965" y="4683"/>
                  </a:cubicBezTo>
                  <a:cubicBezTo>
                    <a:pt x="4465" y="5183"/>
                    <a:pt x="3813" y="5433"/>
                    <a:pt x="3164" y="5433"/>
                  </a:cubicBezTo>
                  <a:cubicBezTo>
                    <a:pt x="2515" y="5433"/>
                    <a:pt x="1870" y="5183"/>
                    <a:pt x="1381" y="4683"/>
                  </a:cubicBezTo>
                  <a:cubicBezTo>
                    <a:pt x="393" y="3695"/>
                    <a:pt x="381" y="2087"/>
                    <a:pt x="1381" y="1099"/>
                  </a:cubicBezTo>
                  <a:cubicBezTo>
                    <a:pt x="1870" y="611"/>
                    <a:pt x="2524" y="361"/>
                    <a:pt x="3179" y="361"/>
                  </a:cubicBezTo>
                  <a:close/>
                  <a:moveTo>
                    <a:pt x="3179" y="1"/>
                  </a:moveTo>
                  <a:cubicBezTo>
                    <a:pt x="2438" y="1"/>
                    <a:pt x="1697" y="284"/>
                    <a:pt x="1131" y="849"/>
                  </a:cubicBezTo>
                  <a:cubicBezTo>
                    <a:pt x="0" y="1980"/>
                    <a:pt x="0" y="3814"/>
                    <a:pt x="1131" y="4945"/>
                  </a:cubicBezTo>
                  <a:cubicBezTo>
                    <a:pt x="1691" y="5504"/>
                    <a:pt x="2441" y="5790"/>
                    <a:pt x="3167" y="5790"/>
                  </a:cubicBezTo>
                  <a:cubicBezTo>
                    <a:pt x="3917" y="5790"/>
                    <a:pt x="4644" y="5504"/>
                    <a:pt x="5203" y="4945"/>
                  </a:cubicBezTo>
                  <a:cubicBezTo>
                    <a:pt x="6358" y="3814"/>
                    <a:pt x="6358" y="1980"/>
                    <a:pt x="5227" y="849"/>
                  </a:cubicBezTo>
                  <a:cubicBezTo>
                    <a:pt x="4662" y="284"/>
                    <a:pt x="3920" y="1"/>
                    <a:pt x="31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7" name="Google Shape;3177;p57"/>
            <p:cNvSpPr/>
            <p:nvPr/>
          </p:nvSpPr>
          <p:spPr>
            <a:xfrm>
              <a:off x="2903337" y="4279032"/>
              <a:ext cx="382519" cy="350682"/>
            </a:xfrm>
            <a:custGeom>
              <a:rect b="b" l="l" r="r" t="t"/>
              <a:pathLst>
                <a:path extrusionOk="0" h="11026" w="12027">
                  <a:moveTo>
                    <a:pt x="5168" y="1072"/>
                  </a:moveTo>
                  <a:cubicBezTo>
                    <a:pt x="5966" y="1072"/>
                    <a:pt x="6776" y="1381"/>
                    <a:pt x="7383" y="1988"/>
                  </a:cubicBezTo>
                  <a:cubicBezTo>
                    <a:pt x="8609" y="3215"/>
                    <a:pt x="8609" y="5203"/>
                    <a:pt x="7383" y="6429"/>
                  </a:cubicBezTo>
                  <a:cubicBezTo>
                    <a:pt x="6776" y="7037"/>
                    <a:pt x="5966" y="7346"/>
                    <a:pt x="5168" y="7346"/>
                  </a:cubicBezTo>
                  <a:cubicBezTo>
                    <a:pt x="4359" y="7334"/>
                    <a:pt x="3561" y="7037"/>
                    <a:pt x="2954" y="6429"/>
                  </a:cubicBezTo>
                  <a:cubicBezTo>
                    <a:pt x="1727" y="5203"/>
                    <a:pt x="1727" y="3215"/>
                    <a:pt x="2954" y="1988"/>
                  </a:cubicBezTo>
                  <a:cubicBezTo>
                    <a:pt x="3561" y="1381"/>
                    <a:pt x="4359" y="1072"/>
                    <a:pt x="5168" y="1072"/>
                  </a:cubicBezTo>
                  <a:close/>
                  <a:moveTo>
                    <a:pt x="7788" y="6513"/>
                  </a:moveTo>
                  <a:lnTo>
                    <a:pt x="8538" y="7263"/>
                  </a:lnTo>
                  <a:lnTo>
                    <a:pt x="8240" y="7561"/>
                  </a:lnTo>
                  <a:lnTo>
                    <a:pt x="7490" y="6810"/>
                  </a:lnTo>
                  <a:cubicBezTo>
                    <a:pt x="7550" y="6763"/>
                    <a:pt x="7597" y="6727"/>
                    <a:pt x="7633" y="6668"/>
                  </a:cubicBezTo>
                  <a:lnTo>
                    <a:pt x="7788" y="6513"/>
                  </a:lnTo>
                  <a:close/>
                  <a:moveTo>
                    <a:pt x="9038" y="7251"/>
                  </a:moveTo>
                  <a:cubicBezTo>
                    <a:pt x="9050" y="7251"/>
                    <a:pt x="9050" y="7251"/>
                    <a:pt x="9074" y="7275"/>
                  </a:cubicBezTo>
                  <a:lnTo>
                    <a:pt x="11276" y="9477"/>
                  </a:lnTo>
                  <a:lnTo>
                    <a:pt x="10455" y="10287"/>
                  </a:lnTo>
                  <a:lnTo>
                    <a:pt x="8252" y="8084"/>
                  </a:lnTo>
                  <a:cubicBezTo>
                    <a:pt x="8240" y="8073"/>
                    <a:pt x="8240" y="8061"/>
                    <a:pt x="8240" y="8061"/>
                  </a:cubicBezTo>
                  <a:cubicBezTo>
                    <a:pt x="8240" y="8049"/>
                    <a:pt x="8240" y="8049"/>
                    <a:pt x="8252" y="8037"/>
                  </a:cubicBezTo>
                  <a:lnTo>
                    <a:pt x="9014" y="7275"/>
                  </a:lnTo>
                  <a:cubicBezTo>
                    <a:pt x="9026" y="7251"/>
                    <a:pt x="9026" y="7251"/>
                    <a:pt x="9038" y="7251"/>
                  </a:cubicBezTo>
                  <a:close/>
                  <a:moveTo>
                    <a:pt x="11514" y="9716"/>
                  </a:moveTo>
                  <a:lnTo>
                    <a:pt x="11621" y="9835"/>
                  </a:lnTo>
                  <a:cubicBezTo>
                    <a:pt x="11645" y="9847"/>
                    <a:pt x="11645" y="9882"/>
                    <a:pt x="11633" y="9894"/>
                  </a:cubicBezTo>
                  <a:lnTo>
                    <a:pt x="10871" y="10656"/>
                  </a:lnTo>
                  <a:cubicBezTo>
                    <a:pt x="10859" y="10668"/>
                    <a:pt x="10859" y="10668"/>
                    <a:pt x="10836" y="10668"/>
                  </a:cubicBezTo>
                  <a:cubicBezTo>
                    <a:pt x="10824" y="10668"/>
                    <a:pt x="10824" y="10668"/>
                    <a:pt x="10812" y="10656"/>
                  </a:cubicBezTo>
                  <a:lnTo>
                    <a:pt x="10693" y="10537"/>
                  </a:lnTo>
                  <a:lnTo>
                    <a:pt x="11514" y="9716"/>
                  </a:lnTo>
                  <a:close/>
                  <a:moveTo>
                    <a:pt x="656" y="0"/>
                  </a:moveTo>
                  <a:cubicBezTo>
                    <a:pt x="299" y="0"/>
                    <a:pt x="1" y="298"/>
                    <a:pt x="1" y="655"/>
                  </a:cubicBezTo>
                  <a:lnTo>
                    <a:pt x="1" y="8715"/>
                  </a:lnTo>
                  <a:cubicBezTo>
                    <a:pt x="1" y="8942"/>
                    <a:pt x="180" y="9132"/>
                    <a:pt x="418" y="9132"/>
                  </a:cubicBezTo>
                  <a:lnTo>
                    <a:pt x="5859" y="9132"/>
                  </a:lnTo>
                  <a:cubicBezTo>
                    <a:pt x="5954" y="9132"/>
                    <a:pt x="6037" y="9061"/>
                    <a:pt x="6037" y="8954"/>
                  </a:cubicBezTo>
                  <a:cubicBezTo>
                    <a:pt x="6037" y="8846"/>
                    <a:pt x="5954" y="8775"/>
                    <a:pt x="5859" y="8775"/>
                  </a:cubicBezTo>
                  <a:lnTo>
                    <a:pt x="418" y="8775"/>
                  </a:lnTo>
                  <a:cubicBezTo>
                    <a:pt x="394" y="8775"/>
                    <a:pt x="358" y="8739"/>
                    <a:pt x="358" y="8715"/>
                  </a:cubicBezTo>
                  <a:lnTo>
                    <a:pt x="358" y="1631"/>
                  </a:lnTo>
                  <a:lnTo>
                    <a:pt x="2787" y="1631"/>
                  </a:lnTo>
                  <a:lnTo>
                    <a:pt x="2704" y="1727"/>
                  </a:lnTo>
                  <a:cubicBezTo>
                    <a:pt x="1346" y="3072"/>
                    <a:pt x="1346" y="5298"/>
                    <a:pt x="2704" y="6668"/>
                  </a:cubicBezTo>
                  <a:cubicBezTo>
                    <a:pt x="3382" y="7346"/>
                    <a:pt x="4275" y="7692"/>
                    <a:pt x="5168" y="7692"/>
                  </a:cubicBezTo>
                  <a:cubicBezTo>
                    <a:pt x="5883" y="7692"/>
                    <a:pt x="6597" y="7465"/>
                    <a:pt x="7204" y="7037"/>
                  </a:cubicBezTo>
                  <a:lnTo>
                    <a:pt x="7978" y="7811"/>
                  </a:lnTo>
                  <a:cubicBezTo>
                    <a:pt x="7919" y="7882"/>
                    <a:pt x="7883" y="7977"/>
                    <a:pt x="7883" y="8061"/>
                  </a:cubicBezTo>
                  <a:cubicBezTo>
                    <a:pt x="7883" y="8168"/>
                    <a:pt x="7919" y="8275"/>
                    <a:pt x="8002" y="8346"/>
                  </a:cubicBezTo>
                  <a:lnTo>
                    <a:pt x="8443" y="8787"/>
                  </a:lnTo>
                  <a:lnTo>
                    <a:pt x="6609" y="8787"/>
                  </a:lnTo>
                  <a:cubicBezTo>
                    <a:pt x="6514" y="8787"/>
                    <a:pt x="6430" y="8870"/>
                    <a:pt x="6430" y="8966"/>
                  </a:cubicBezTo>
                  <a:cubicBezTo>
                    <a:pt x="6430" y="9073"/>
                    <a:pt x="6514" y="9144"/>
                    <a:pt x="6609" y="9144"/>
                  </a:cubicBezTo>
                  <a:lnTo>
                    <a:pt x="8800" y="9144"/>
                  </a:lnTo>
                  <a:lnTo>
                    <a:pt x="10562" y="10906"/>
                  </a:lnTo>
                  <a:cubicBezTo>
                    <a:pt x="10633" y="10978"/>
                    <a:pt x="10740" y="11025"/>
                    <a:pt x="10836" y="11025"/>
                  </a:cubicBezTo>
                  <a:cubicBezTo>
                    <a:pt x="10943" y="11025"/>
                    <a:pt x="11050" y="10978"/>
                    <a:pt x="11121" y="10906"/>
                  </a:cubicBezTo>
                  <a:lnTo>
                    <a:pt x="11883" y="10144"/>
                  </a:lnTo>
                  <a:cubicBezTo>
                    <a:pt x="12026" y="9978"/>
                    <a:pt x="12026" y="9728"/>
                    <a:pt x="11872" y="9585"/>
                  </a:cubicBezTo>
                  <a:lnTo>
                    <a:pt x="11062" y="8775"/>
                  </a:lnTo>
                  <a:lnTo>
                    <a:pt x="11062" y="8727"/>
                  </a:lnTo>
                  <a:lnTo>
                    <a:pt x="11062" y="7025"/>
                  </a:lnTo>
                  <a:cubicBezTo>
                    <a:pt x="11062" y="6918"/>
                    <a:pt x="10990" y="6846"/>
                    <a:pt x="10883" y="6846"/>
                  </a:cubicBezTo>
                  <a:cubicBezTo>
                    <a:pt x="10776" y="6846"/>
                    <a:pt x="10705" y="6918"/>
                    <a:pt x="10705" y="7025"/>
                  </a:cubicBezTo>
                  <a:lnTo>
                    <a:pt x="10705" y="8430"/>
                  </a:lnTo>
                  <a:lnTo>
                    <a:pt x="9312" y="7037"/>
                  </a:lnTo>
                  <a:cubicBezTo>
                    <a:pt x="9233" y="6958"/>
                    <a:pt x="9132" y="6919"/>
                    <a:pt x="9034" y="6919"/>
                  </a:cubicBezTo>
                  <a:cubicBezTo>
                    <a:pt x="8939" y="6919"/>
                    <a:pt x="8846" y="6955"/>
                    <a:pt x="8776" y="7025"/>
                  </a:cubicBezTo>
                  <a:lnTo>
                    <a:pt x="8002" y="6251"/>
                  </a:lnTo>
                  <a:cubicBezTo>
                    <a:pt x="8978" y="4882"/>
                    <a:pt x="8859" y="2953"/>
                    <a:pt x="7633" y="1738"/>
                  </a:cubicBezTo>
                  <a:lnTo>
                    <a:pt x="7550" y="1643"/>
                  </a:lnTo>
                  <a:lnTo>
                    <a:pt x="10705" y="1643"/>
                  </a:lnTo>
                  <a:lnTo>
                    <a:pt x="10705" y="6251"/>
                  </a:lnTo>
                  <a:cubicBezTo>
                    <a:pt x="10705" y="6346"/>
                    <a:pt x="10776" y="6429"/>
                    <a:pt x="10883" y="6429"/>
                  </a:cubicBezTo>
                  <a:cubicBezTo>
                    <a:pt x="10990" y="6429"/>
                    <a:pt x="11062" y="6346"/>
                    <a:pt x="11062" y="6251"/>
                  </a:cubicBezTo>
                  <a:lnTo>
                    <a:pt x="11062" y="655"/>
                  </a:lnTo>
                  <a:cubicBezTo>
                    <a:pt x="11062" y="298"/>
                    <a:pt x="10764" y="0"/>
                    <a:pt x="10407" y="0"/>
                  </a:cubicBezTo>
                  <a:lnTo>
                    <a:pt x="8812" y="0"/>
                  </a:lnTo>
                  <a:cubicBezTo>
                    <a:pt x="8716" y="0"/>
                    <a:pt x="8633" y="72"/>
                    <a:pt x="8633" y="179"/>
                  </a:cubicBezTo>
                  <a:cubicBezTo>
                    <a:pt x="8633" y="274"/>
                    <a:pt x="8716" y="357"/>
                    <a:pt x="8812" y="357"/>
                  </a:cubicBezTo>
                  <a:lnTo>
                    <a:pt x="10407" y="357"/>
                  </a:lnTo>
                  <a:cubicBezTo>
                    <a:pt x="10574" y="357"/>
                    <a:pt x="10705" y="488"/>
                    <a:pt x="10705" y="655"/>
                  </a:cubicBezTo>
                  <a:lnTo>
                    <a:pt x="10705" y="1286"/>
                  </a:lnTo>
                  <a:lnTo>
                    <a:pt x="7109" y="1286"/>
                  </a:lnTo>
                  <a:cubicBezTo>
                    <a:pt x="6520" y="899"/>
                    <a:pt x="5841" y="706"/>
                    <a:pt x="5165" y="706"/>
                  </a:cubicBezTo>
                  <a:cubicBezTo>
                    <a:pt x="4490" y="706"/>
                    <a:pt x="3817" y="899"/>
                    <a:pt x="3239" y="1286"/>
                  </a:cubicBezTo>
                  <a:lnTo>
                    <a:pt x="358" y="1286"/>
                  </a:lnTo>
                  <a:lnTo>
                    <a:pt x="358" y="655"/>
                  </a:lnTo>
                  <a:cubicBezTo>
                    <a:pt x="358" y="488"/>
                    <a:pt x="501" y="357"/>
                    <a:pt x="656" y="357"/>
                  </a:cubicBezTo>
                  <a:lnTo>
                    <a:pt x="8062" y="357"/>
                  </a:lnTo>
                  <a:cubicBezTo>
                    <a:pt x="8157" y="357"/>
                    <a:pt x="8240" y="274"/>
                    <a:pt x="8240" y="179"/>
                  </a:cubicBezTo>
                  <a:cubicBezTo>
                    <a:pt x="8240" y="72"/>
                    <a:pt x="8157" y="0"/>
                    <a:pt x="806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8" name="Google Shape;3178;p57"/>
            <p:cNvSpPr/>
            <p:nvPr/>
          </p:nvSpPr>
          <p:spPr>
            <a:xfrm>
              <a:off x="2937814" y="4300215"/>
              <a:ext cx="11768" cy="11418"/>
            </a:xfrm>
            <a:custGeom>
              <a:rect b="b" l="l" r="r" t="t"/>
              <a:pathLst>
                <a:path extrusionOk="0" h="359" w="370">
                  <a:moveTo>
                    <a:pt x="191" y="1"/>
                  </a:moveTo>
                  <a:cubicBezTo>
                    <a:pt x="84" y="1"/>
                    <a:pt x="0" y="72"/>
                    <a:pt x="0" y="179"/>
                  </a:cubicBezTo>
                  <a:cubicBezTo>
                    <a:pt x="0" y="263"/>
                    <a:pt x="84" y="358"/>
                    <a:pt x="191" y="358"/>
                  </a:cubicBezTo>
                  <a:cubicBezTo>
                    <a:pt x="286" y="358"/>
                    <a:pt x="370" y="287"/>
                    <a:pt x="370" y="179"/>
                  </a:cubicBezTo>
                  <a:cubicBezTo>
                    <a:pt x="370" y="72"/>
                    <a:pt x="286" y="1"/>
                    <a:pt x="19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9" name="Google Shape;3179;p57"/>
            <p:cNvSpPr/>
            <p:nvPr/>
          </p:nvSpPr>
          <p:spPr>
            <a:xfrm>
              <a:off x="2952572" y="4300215"/>
              <a:ext cx="11386" cy="11418"/>
            </a:xfrm>
            <a:custGeom>
              <a:rect b="b" l="l" r="r" t="t"/>
              <a:pathLst>
                <a:path extrusionOk="0" h="359" w="358">
                  <a:moveTo>
                    <a:pt x="179" y="1"/>
                  </a:moveTo>
                  <a:cubicBezTo>
                    <a:pt x="84" y="1"/>
                    <a:pt x="1" y="72"/>
                    <a:pt x="1" y="179"/>
                  </a:cubicBezTo>
                  <a:cubicBezTo>
                    <a:pt x="1" y="263"/>
                    <a:pt x="84" y="358"/>
                    <a:pt x="179" y="358"/>
                  </a:cubicBezTo>
                  <a:cubicBezTo>
                    <a:pt x="287" y="358"/>
                    <a:pt x="358" y="287"/>
                    <a:pt x="358" y="179"/>
                  </a:cubicBezTo>
                  <a:cubicBezTo>
                    <a:pt x="358" y="72"/>
                    <a:pt x="275" y="1"/>
                    <a:pt x="1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0" name="Google Shape;3180;p57"/>
            <p:cNvSpPr/>
            <p:nvPr/>
          </p:nvSpPr>
          <p:spPr>
            <a:xfrm>
              <a:off x="2967361" y="4300215"/>
              <a:ext cx="11386" cy="11418"/>
            </a:xfrm>
            <a:custGeom>
              <a:rect b="b" l="l" r="r" t="t"/>
              <a:pathLst>
                <a:path extrusionOk="0" h="359" w="358">
                  <a:moveTo>
                    <a:pt x="179" y="1"/>
                  </a:moveTo>
                  <a:cubicBezTo>
                    <a:pt x="72" y="1"/>
                    <a:pt x="0" y="72"/>
                    <a:pt x="0" y="179"/>
                  </a:cubicBezTo>
                  <a:cubicBezTo>
                    <a:pt x="0" y="263"/>
                    <a:pt x="72" y="358"/>
                    <a:pt x="179" y="358"/>
                  </a:cubicBezTo>
                  <a:cubicBezTo>
                    <a:pt x="286" y="358"/>
                    <a:pt x="357" y="287"/>
                    <a:pt x="357" y="179"/>
                  </a:cubicBezTo>
                  <a:cubicBezTo>
                    <a:pt x="345" y="72"/>
                    <a:pt x="262" y="1"/>
                    <a:pt x="1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1" name="Google Shape;3181;p57"/>
            <p:cNvSpPr/>
            <p:nvPr/>
          </p:nvSpPr>
          <p:spPr>
            <a:xfrm>
              <a:off x="3016563" y="4424063"/>
              <a:ext cx="11418" cy="11386"/>
            </a:xfrm>
            <a:custGeom>
              <a:rect b="b" l="l" r="r" t="t"/>
              <a:pathLst>
                <a:path extrusionOk="0" h="358" w="359">
                  <a:moveTo>
                    <a:pt x="180" y="0"/>
                  </a:moveTo>
                  <a:cubicBezTo>
                    <a:pt x="72" y="0"/>
                    <a:pt x="1" y="84"/>
                    <a:pt x="1" y="179"/>
                  </a:cubicBezTo>
                  <a:cubicBezTo>
                    <a:pt x="1" y="286"/>
                    <a:pt x="72" y="357"/>
                    <a:pt x="180" y="357"/>
                  </a:cubicBezTo>
                  <a:cubicBezTo>
                    <a:pt x="287" y="357"/>
                    <a:pt x="358" y="286"/>
                    <a:pt x="358" y="179"/>
                  </a:cubicBezTo>
                  <a:cubicBezTo>
                    <a:pt x="358" y="84"/>
                    <a:pt x="287" y="0"/>
                    <a:pt x="18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2" name="Google Shape;3182;p57"/>
            <p:cNvSpPr/>
            <p:nvPr/>
          </p:nvSpPr>
          <p:spPr>
            <a:xfrm>
              <a:off x="3016563" y="4442606"/>
              <a:ext cx="11418" cy="11386"/>
            </a:xfrm>
            <a:custGeom>
              <a:rect b="b" l="l" r="r" t="t"/>
              <a:pathLst>
                <a:path extrusionOk="0" h="358" w="359">
                  <a:moveTo>
                    <a:pt x="180" y="1"/>
                  </a:moveTo>
                  <a:cubicBezTo>
                    <a:pt x="72" y="1"/>
                    <a:pt x="1" y="72"/>
                    <a:pt x="1" y="179"/>
                  </a:cubicBezTo>
                  <a:cubicBezTo>
                    <a:pt x="1" y="286"/>
                    <a:pt x="72" y="358"/>
                    <a:pt x="180" y="358"/>
                  </a:cubicBezTo>
                  <a:cubicBezTo>
                    <a:pt x="287" y="358"/>
                    <a:pt x="358" y="286"/>
                    <a:pt x="358" y="179"/>
                  </a:cubicBezTo>
                  <a:cubicBezTo>
                    <a:pt x="358" y="72"/>
                    <a:pt x="287" y="1"/>
                    <a:pt x="18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3" name="Google Shape;3183;p57"/>
            <p:cNvSpPr/>
            <p:nvPr/>
          </p:nvSpPr>
          <p:spPr>
            <a:xfrm>
              <a:off x="3032498" y="4424063"/>
              <a:ext cx="11768" cy="11386"/>
            </a:xfrm>
            <a:custGeom>
              <a:rect b="b" l="l" r="r" t="t"/>
              <a:pathLst>
                <a:path extrusionOk="0" h="358" w="370">
                  <a:moveTo>
                    <a:pt x="191" y="0"/>
                  </a:moveTo>
                  <a:cubicBezTo>
                    <a:pt x="83" y="0"/>
                    <a:pt x="0" y="84"/>
                    <a:pt x="0" y="179"/>
                  </a:cubicBezTo>
                  <a:cubicBezTo>
                    <a:pt x="0" y="286"/>
                    <a:pt x="83" y="357"/>
                    <a:pt x="191" y="357"/>
                  </a:cubicBezTo>
                  <a:cubicBezTo>
                    <a:pt x="286" y="357"/>
                    <a:pt x="369" y="286"/>
                    <a:pt x="369" y="179"/>
                  </a:cubicBezTo>
                  <a:cubicBezTo>
                    <a:pt x="369" y="84"/>
                    <a:pt x="274" y="0"/>
                    <a:pt x="19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4" name="Google Shape;3184;p57"/>
            <p:cNvSpPr/>
            <p:nvPr/>
          </p:nvSpPr>
          <p:spPr>
            <a:xfrm>
              <a:off x="3032498" y="4442606"/>
              <a:ext cx="11768" cy="11386"/>
            </a:xfrm>
            <a:custGeom>
              <a:rect b="b" l="l" r="r" t="t"/>
              <a:pathLst>
                <a:path extrusionOk="0" h="358" w="370">
                  <a:moveTo>
                    <a:pt x="191" y="1"/>
                  </a:moveTo>
                  <a:cubicBezTo>
                    <a:pt x="83" y="1"/>
                    <a:pt x="0" y="72"/>
                    <a:pt x="0" y="179"/>
                  </a:cubicBezTo>
                  <a:cubicBezTo>
                    <a:pt x="0" y="286"/>
                    <a:pt x="83" y="358"/>
                    <a:pt x="191" y="358"/>
                  </a:cubicBezTo>
                  <a:cubicBezTo>
                    <a:pt x="286" y="358"/>
                    <a:pt x="369" y="286"/>
                    <a:pt x="369" y="179"/>
                  </a:cubicBezTo>
                  <a:cubicBezTo>
                    <a:pt x="369" y="72"/>
                    <a:pt x="274" y="1"/>
                    <a:pt x="19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5" name="Google Shape;3185;p57"/>
            <p:cNvSpPr/>
            <p:nvPr/>
          </p:nvSpPr>
          <p:spPr>
            <a:xfrm>
              <a:off x="3016213" y="4357527"/>
              <a:ext cx="112494" cy="111636"/>
            </a:xfrm>
            <a:custGeom>
              <a:rect b="b" l="l" r="r" t="t"/>
              <a:pathLst>
                <a:path extrusionOk="0" h="3510" w="3537">
                  <a:moveTo>
                    <a:pt x="2250" y="354"/>
                  </a:moveTo>
                  <a:lnTo>
                    <a:pt x="2096" y="1080"/>
                  </a:lnTo>
                  <a:lnTo>
                    <a:pt x="1357" y="913"/>
                  </a:lnTo>
                  <a:cubicBezTo>
                    <a:pt x="1336" y="909"/>
                    <a:pt x="1315" y="907"/>
                    <a:pt x="1293" y="907"/>
                  </a:cubicBezTo>
                  <a:cubicBezTo>
                    <a:pt x="1193" y="907"/>
                    <a:pt x="1093" y="950"/>
                    <a:pt x="1024" y="1009"/>
                  </a:cubicBezTo>
                  <a:cubicBezTo>
                    <a:pt x="929" y="1104"/>
                    <a:pt x="905" y="1211"/>
                    <a:pt x="929" y="1342"/>
                  </a:cubicBezTo>
                  <a:lnTo>
                    <a:pt x="953" y="1366"/>
                  </a:lnTo>
                  <a:lnTo>
                    <a:pt x="369" y="818"/>
                  </a:lnTo>
                  <a:lnTo>
                    <a:pt x="2250" y="354"/>
                  </a:lnTo>
                  <a:close/>
                  <a:moveTo>
                    <a:pt x="1274" y="1259"/>
                  </a:moveTo>
                  <a:lnTo>
                    <a:pt x="2036" y="1425"/>
                  </a:lnTo>
                  <a:lnTo>
                    <a:pt x="1869" y="2259"/>
                  </a:lnTo>
                  <a:lnTo>
                    <a:pt x="1429" y="1830"/>
                  </a:lnTo>
                  <a:lnTo>
                    <a:pt x="1274" y="1259"/>
                  </a:lnTo>
                  <a:close/>
                  <a:moveTo>
                    <a:pt x="2369" y="1521"/>
                  </a:moveTo>
                  <a:lnTo>
                    <a:pt x="3167" y="1699"/>
                  </a:lnTo>
                  <a:lnTo>
                    <a:pt x="1715" y="3152"/>
                  </a:lnTo>
                  <a:lnTo>
                    <a:pt x="1548" y="2449"/>
                  </a:lnTo>
                  <a:lnTo>
                    <a:pt x="1607" y="2509"/>
                  </a:lnTo>
                  <a:cubicBezTo>
                    <a:pt x="1679" y="2568"/>
                    <a:pt x="1774" y="2616"/>
                    <a:pt x="1857" y="2616"/>
                  </a:cubicBezTo>
                  <a:cubicBezTo>
                    <a:pt x="1893" y="2616"/>
                    <a:pt x="1929" y="2616"/>
                    <a:pt x="1965" y="2604"/>
                  </a:cubicBezTo>
                  <a:cubicBezTo>
                    <a:pt x="2084" y="2557"/>
                    <a:pt x="2191" y="2473"/>
                    <a:pt x="2203" y="2330"/>
                  </a:cubicBezTo>
                  <a:lnTo>
                    <a:pt x="2369" y="1521"/>
                  </a:lnTo>
                  <a:close/>
                  <a:moveTo>
                    <a:pt x="2239" y="0"/>
                  </a:moveTo>
                  <a:cubicBezTo>
                    <a:pt x="2211" y="0"/>
                    <a:pt x="2183" y="3"/>
                    <a:pt x="2155" y="9"/>
                  </a:cubicBezTo>
                  <a:lnTo>
                    <a:pt x="274" y="473"/>
                  </a:lnTo>
                  <a:cubicBezTo>
                    <a:pt x="167" y="509"/>
                    <a:pt x="60" y="604"/>
                    <a:pt x="24" y="723"/>
                  </a:cubicBezTo>
                  <a:cubicBezTo>
                    <a:pt x="0" y="842"/>
                    <a:pt x="24" y="985"/>
                    <a:pt x="119" y="1068"/>
                  </a:cubicBezTo>
                  <a:lnTo>
                    <a:pt x="1084" y="2009"/>
                  </a:lnTo>
                  <a:lnTo>
                    <a:pt x="1369" y="3223"/>
                  </a:lnTo>
                  <a:cubicBezTo>
                    <a:pt x="1393" y="3342"/>
                    <a:pt x="1488" y="3450"/>
                    <a:pt x="1619" y="3497"/>
                  </a:cubicBezTo>
                  <a:cubicBezTo>
                    <a:pt x="1655" y="3509"/>
                    <a:pt x="1679" y="3509"/>
                    <a:pt x="1726" y="3509"/>
                  </a:cubicBezTo>
                  <a:cubicBezTo>
                    <a:pt x="1810" y="3509"/>
                    <a:pt x="1905" y="3473"/>
                    <a:pt x="1976" y="3402"/>
                  </a:cubicBezTo>
                  <a:lnTo>
                    <a:pt x="3441" y="1949"/>
                  </a:lnTo>
                  <a:cubicBezTo>
                    <a:pt x="3512" y="1842"/>
                    <a:pt x="3536" y="1711"/>
                    <a:pt x="3512" y="1592"/>
                  </a:cubicBezTo>
                  <a:cubicBezTo>
                    <a:pt x="3477" y="1473"/>
                    <a:pt x="3381" y="1366"/>
                    <a:pt x="3239" y="1342"/>
                  </a:cubicBezTo>
                  <a:lnTo>
                    <a:pt x="2441" y="1152"/>
                  </a:lnTo>
                  <a:lnTo>
                    <a:pt x="2584" y="425"/>
                  </a:lnTo>
                  <a:cubicBezTo>
                    <a:pt x="2619" y="306"/>
                    <a:pt x="2572" y="187"/>
                    <a:pt x="2488" y="104"/>
                  </a:cubicBezTo>
                  <a:cubicBezTo>
                    <a:pt x="2416" y="31"/>
                    <a:pt x="2329" y="0"/>
                    <a:pt x="223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6" name="Google Shape;3186;p57"/>
            <p:cNvSpPr/>
            <p:nvPr/>
          </p:nvSpPr>
          <p:spPr>
            <a:xfrm>
              <a:off x="2937051" y="4499791"/>
              <a:ext cx="14439" cy="11386"/>
            </a:xfrm>
            <a:custGeom>
              <a:rect b="b" l="l" r="r" t="t"/>
              <a:pathLst>
                <a:path extrusionOk="0" h="358" w="454">
                  <a:moveTo>
                    <a:pt x="179" y="0"/>
                  </a:moveTo>
                  <a:cubicBezTo>
                    <a:pt x="72" y="0"/>
                    <a:pt x="1" y="72"/>
                    <a:pt x="1" y="179"/>
                  </a:cubicBezTo>
                  <a:cubicBezTo>
                    <a:pt x="1" y="286"/>
                    <a:pt x="96" y="358"/>
                    <a:pt x="179" y="358"/>
                  </a:cubicBezTo>
                  <a:lnTo>
                    <a:pt x="274" y="358"/>
                  </a:lnTo>
                  <a:cubicBezTo>
                    <a:pt x="370" y="358"/>
                    <a:pt x="453" y="286"/>
                    <a:pt x="453" y="179"/>
                  </a:cubicBezTo>
                  <a:cubicBezTo>
                    <a:pt x="453" y="72"/>
                    <a:pt x="370" y="0"/>
                    <a:pt x="27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7" name="Google Shape;3187;p57"/>
            <p:cNvSpPr/>
            <p:nvPr/>
          </p:nvSpPr>
          <p:spPr>
            <a:xfrm>
              <a:off x="2953717" y="4499791"/>
              <a:ext cx="30310" cy="11386"/>
            </a:xfrm>
            <a:custGeom>
              <a:rect b="b" l="l" r="r" t="t"/>
              <a:pathLst>
                <a:path extrusionOk="0" h="358" w="953">
                  <a:moveTo>
                    <a:pt x="179" y="0"/>
                  </a:moveTo>
                  <a:cubicBezTo>
                    <a:pt x="72" y="0"/>
                    <a:pt x="1" y="84"/>
                    <a:pt x="1" y="179"/>
                  </a:cubicBezTo>
                  <a:cubicBezTo>
                    <a:pt x="1" y="286"/>
                    <a:pt x="72" y="358"/>
                    <a:pt x="179" y="358"/>
                  </a:cubicBezTo>
                  <a:lnTo>
                    <a:pt x="774" y="358"/>
                  </a:lnTo>
                  <a:cubicBezTo>
                    <a:pt x="882" y="358"/>
                    <a:pt x="953" y="286"/>
                    <a:pt x="953" y="179"/>
                  </a:cubicBezTo>
                  <a:cubicBezTo>
                    <a:pt x="953" y="96"/>
                    <a:pt x="858" y="0"/>
                    <a:pt x="77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8" name="Google Shape;3188;p57"/>
            <p:cNvSpPr/>
            <p:nvPr/>
          </p:nvSpPr>
          <p:spPr>
            <a:xfrm>
              <a:off x="2937051" y="4514930"/>
              <a:ext cx="46976" cy="11386"/>
            </a:xfrm>
            <a:custGeom>
              <a:rect b="b" l="l" r="r" t="t"/>
              <a:pathLst>
                <a:path extrusionOk="0" h="358" w="1477">
                  <a:moveTo>
                    <a:pt x="179" y="1"/>
                  </a:moveTo>
                  <a:cubicBezTo>
                    <a:pt x="72" y="1"/>
                    <a:pt x="1" y="84"/>
                    <a:pt x="1" y="179"/>
                  </a:cubicBezTo>
                  <a:cubicBezTo>
                    <a:pt x="1" y="286"/>
                    <a:pt x="72" y="358"/>
                    <a:pt x="179" y="358"/>
                  </a:cubicBezTo>
                  <a:lnTo>
                    <a:pt x="1298" y="358"/>
                  </a:lnTo>
                  <a:cubicBezTo>
                    <a:pt x="1406" y="358"/>
                    <a:pt x="1477" y="286"/>
                    <a:pt x="1477" y="179"/>
                  </a:cubicBezTo>
                  <a:cubicBezTo>
                    <a:pt x="1477" y="84"/>
                    <a:pt x="1382" y="1"/>
                    <a:pt x="129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9" name="Google Shape;3189;p57"/>
            <p:cNvSpPr/>
            <p:nvPr/>
          </p:nvSpPr>
          <p:spPr>
            <a:xfrm>
              <a:off x="2937051" y="4529719"/>
              <a:ext cx="46976" cy="11386"/>
            </a:xfrm>
            <a:custGeom>
              <a:rect b="b" l="l" r="r" t="t"/>
              <a:pathLst>
                <a:path extrusionOk="0" h="358" w="1477">
                  <a:moveTo>
                    <a:pt x="179" y="0"/>
                  </a:moveTo>
                  <a:cubicBezTo>
                    <a:pt x="72" y="0"/>
                    <a:pt x="1" y="71"/>
                    <a:pt x="1" y="179"/>
                  </a:cubicBezTo>
                  <a:cubicBezTo>
                    <a:pt x="1" y="286"/>
                    <a:pt x="72" y="357"/>
                    <a:pt x="179" y="357"/>
                  </a:cubicBezTo>
                  <a:lnTo>
                    <a:pt x="1298" y="357"/>
                  </a:lnTo>
                  <a:cubicBezTo>
                    <a:pt x="1406" y="357"/>
                    <a:pt x="1477" y="286"/>
                    <a:pt x="1477" y="179"/>
                  </a:cubicBezTo>
                  <a:cubicBezTo>
                    <a:pt x="1477" y="71"/>
                    <a:pt x="1382" y="0"/>
                    <a:pt x="129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0" name="Google Shape;3190;p57"/>
            <p:cNvSpPr/>
            <p:nvPr/>
          </p:nvSpPr>
          <p:spPr>
            <a:xfrm>
              <a:off x="3213881" y="4343787"/>
              <a:ext cx="11386" cy="126488"/>
            </a:xfrm>
            <a:custGeom>
              <a:rect b="b" l="l" r="r" t="t"/>
              <a:pathLst>
                <a:path extrusionOk="0" h="3977" w="358">
                  <a:moveTo>
                    <a:pt x="179" y="0"/>
                  </a:moveTo>
                  <a:cubicBezTo>
                    <a:pt x="83" y="0"/>
                    <a:pt x="0" y="83"/>
                    <a:pt x="0" y="179"/>
                  </a:cubicBezTo>
                  <a:lnTo>
                    <a:pt x="0" y="3798"/>
                  </a:lnTo>
                  <a:cubicBezTo>
                    <a:pt x="0" y="3893"/>
                    <a:pt x="83" y="3977"/>
                    <a:pt x="179" y="3977"/>
                  </a:cubicBezTo>
                  <a:cubicBezTo>
                    <a:pt x="286" y="3977"/>
                    <a:pt x="357" y="3893"/>
                    <a:pt x="357" y="3798"/>
                  </a:cubicBezTo>
                  <a:lnTo>
                    <a:pt x="357" y="179"/>
                  </a:lnTo>
                  <a:cubicBezTo>
                    <a:pt x="357" y="72"/>
                    <a:pt x="286" y="0"/>
                    <a:pt x="17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91" name="Google Shape;3191;p57"/>
          <p:cNvGrpSpPr/>
          <p:nvPr/>
        </p:nvGrpSpPr>
        <p:grpSpPr>
          <a:xfrm>
            <a:off x="4221051" y="1839329"/>
            <a:ext cx="352103" cy="352103"/>
            <a:chOff x="1819576" y="1511679"/>
            <a:chExt cx="352103" cy="352103"/>
          </a:xfrm>
        </p:grpSpPr>
        <p:sp>
          <p:nvSpPr>
            <p:cNvPr id="3192" name="Google Shape;3192;p57"/>
            <p:cNvSpPr/>
            <p:nvPr/>
          </p:nvSpPr>
          <p:spPr>
            <a:xfrm>
              <a:off x="1819576" y="1511679"/>
              <a:ext cx="352103" cy="352103"/>
            </a:xfrm>
            <a:custGeom>
              <a:rect b="b" l="l" r="r" t="t"/>
              <a:pathLst>
                <a:path extrusionOk="0" h="11062" w="11062">
                  <a:moveTo>
                    <a:pt x="6216" y="310"/>
                  </a:moveTo>
                  <a:cubicBezTo>
                    <a:pt x="6216" y="310"/>
                    <a:pt x="6240" y="310"/>
                    <a:pt x="6240" y="322"/>
                  </a:cubicBezTo>
                  <a:lnTo>
                    <a:pt x="6240" y="786"/>
                  </a:lnTo>
                  <a:cubicBezTo>
                    <a:pt x="6240" y="953"/>
                    <a:pt x="6335" y="1084"/>
                    <a:pt x="6502" y="1108"/>
                  </a:cubicBezTo>
                  <a:cubicBezTo>
                    <a:pt x="7025" y="1227"/>
                    <a:pt x="7514" y="1429"/>
                    <a:pt x="7966" y="1727"/>
                  </a:cubicBezTo>
                  <a:cubicBezTo>
                    <a:pt x="8022" y="1762"/>
                    <a:pt x="8086" y="1780"/>
                    <a:pt x="8150" y="1780"/>
                  </a:cubicBezTo>
                  <a:cubicBezTo>
                    <a:pt x="8236" y="1780"/>
                    <a:pt x="8321" y="1747"/>
                    <a:pt x="8383" y="1679"/>
                  </a:cubicBezTo>
                  <a:lnTo>
                    <a:pt x="8704" y="1346"/>
                  </a:lnTo>
                  <a:lnTo>
                    <a:pt x="8716" y="1346"/>
                  </a:lnTo>
                  <a:lnTo>
                    <a:pt x="9704" y="2334"/>
                  </a:lnTo>
                  <a:lnTo>
                    <a:pt x="9704" y="2346"/>
                  </a:lnTo>
                  <a:lnTo>
                    <a:pt x="9371" y="2679"/>
                  </a:lnTo>
                  <a:cubicBezTo>
                    <a:pt x="9252" y="2798"/>
                    <a:pt x="9240" y="2953"/>
                    <a:pt x="9335" y="3096"/>
                  </a:cubicBezTo>
                  <a:cubicBezTo>
                    <a:pt x="9609" y="3536"/>
                    <a:pt x="9823" y="4025"/>
                    <a:pt x="9943" y="4548"/>
                  </a:cubicBezTo>
                  <a:cubicBezTo>
                    <a:pt x="9966" y="4703"/>
                    <a:pt x="10109" y="4822"/>
                    <a:pt x="10264" y="4822"/>
                  </a:cubicBezTo>
                  <a:lnTo>
                    <a:pt x="10728" y="4822"/>
                  </a:lnTo>
                  <a:cubicBezTo>
                    <a:pt x="10728" y="4822"/>
                    <a:pt x="10752" y="4822"/>
                    <a:pt x="10752" y="4834"/>
                  </a:cubicBezTo>
                  <a:lnTo>
                    <a:pt x="10728" y="6239"/>
                  </a:lnTo>
                  <a:lnTo>
                    <a:pt x="10264" y="6239"/>
                  </a:lnTo>
                  <a:cubicBezTo>
                    <a:pt x="10109" y="6239"/>
                    <a:pt x="9966" y="6334"/>
                    <a:pt x="9943" y="6501"/>
                  </a:cubicBezTo>
                  <a:cubicBezTo>
                    <a:pt x="9823" y="7025"/>
                    <a:pt x="9633" y="7513"/>
                    <a:pt x="9335" y="7966"/>
                  </a:cubicBezTo>
                  <a:cubicBezTo>
                    <a:pt x="9240" y="8097"/>
                    <a:pt x="9252" y="8275"/>
                    <a:pt x="9371" y="8382"/>
                  </a:cubicBezTo>
                  <a:lnTo>
                    <a:pt x="9704" y="8704"/>
                  </a:lnTo>
                  <a:lnTo>
                    <a:pt x="9704" y="8716"/>
                  </a:lnTo>
                  <a:lnTo>
                    <a:pt x="8716" y="9704"/>
                  </a:lnTo>
                  <a:lnTo>
                    <a:pt x="8704" y="9704"/>
                  </a:lnTo>
                  <a:lnTo>
                    <a:pt x="8383" y="9370"/>
                  </a:lnTo>
                  <a:cubicBezTo>
                    <a:pt x="8317" y="9304"/>
                    <a:pt x="8236" y="9271"/>
                    <a:pt x="8155" y="9271"/>
                  </a:cubicBezTo>
                  <a:cubicBezTo>
                    <a:pt x="8090" y="9271"/>
                    <a:pt x="8024" y="9292"/>
                    <a:pt x="7966" y="9335"/>
                  </a:cubicBezTo>
                  <a:cubicBezTo>
                    <a:pt x="7514" y="9609"/>
                    <a:pt x="7025" y="9823"/>
                    <a:pt x="6502" y="9942"/>
                  </a:cubicBezTo>
                  <a:cubicBezTo>
                    <a:pt x="6359" y="9966"/>
                    <a:pt x="6240" y="10109"/>
                    <a:pt x="6240" y="10263"/>
                  </a:cubicBezTo>
                  <a:lnTo>
                    <a:pt x="6240" y="10728"/>
                  </a:lnTo>
                  <a:cubicBezTo>
                    <a:pt x="6240" y="10728"/>
                    <a:pt x="6240" y="10740"/>
                    <a:pt x="6216" y="10740"/>
                  </a:cubicBezTo>
                  <a:lnTo>
                    <a:pt x="4835" y="10740"/>
                  </a:lnTo>
                  <a:cubicBezTo>
                    <a:pt x="4835" y="10740"/>
                    <a:pt x="4823" y="10740"/>
                    <a:pt x="4823" y="10728"/>
                  </a:cubicBezTo>
                  <a:lnTo>
                    <a:pt x="4823" y="10263"/>
                  </a:lnTo>
                  <a:cubicBezTo>
                    <a:pt x="4823" y="10109"/>
                    <a:pt x="4716" y="9966"/>
                    <a:pt x="4549" y="9942"/>
                  </a:cubicBezTo>
                  <a:cubicBezTo>
                    <a:pt x="4037" y="9823"/>
                    <a:pt x="3537" y="9632"/>
                    <a:pt x="3096" y="9335"/>
                  </a:cubicBezTo>
                  <a:cubicBezTo>
                    <a:pt x="3037" y="9299"/>
                    <a:pt x="2977" y="9275"/>
                    <a:pt x="2918" y="9275"/>
                  </a:cubicBezTo>
                  <a:cubicBezTo>
                    <a:pt x="2823" y="9275"/>
                    <a:pt x="2751" y="9299"/>
                    <a:pt x="2680" y="9370"/>
                  </a:cubicBezTo>
                  <a:lnTo>
                    <a:pt x="2346" y="9704"/>
                  </a:lnTo>
                  <a:lnTo>
                    <a:pt x="2334" y="9704"/>
                  </a:lnTo>
                  <a:lnTo>
                    <a:pt x="1358" y="8716"/>
                  </a:lnTo>
                  <a:lnTo>
                    <a:pt x="1358" y="8704"/>
                  </a:lnTo>
                  <a:lnTo>
                    <a:pt x="1680" y="8382"/>
                  </a:lnTo>
                  <a:cubicBezTo>
                    <a:pt x="1799" y="8263"/>
                    <a:pt x="1811" y="8097"/>
                    <a:pt x="1727" y="7966"/>
                  </a:cubicBezTo>
                  <a:cubicBezTo>
                    <a:pt x="1441" y="7513"/>
                    <a:pt x="1239" y="7025"/>
                    <a:pt x="1120" y="6501"/>
                  </a:cubicBezTo>
                  <a:cubicBezTo>
                    <a:pt x="1084" y="6358"/>
                    <a:pt x="953" y="6239"/>
                    <a:pt x="787" y="6239"/>
                  </a:cubicBezTo>
                  <a:lnTo>
                    <a:pt x="322" y="6239"/>
                  </a:lnTo>
                  <a:cubicBezTo>
                    <a:pt x="322" y="6239"/>
                    <a:pt x="310" y="6239"/>
                    <a:pt x="310" y="6215"/>
                  </a:cubicBezTo>
                  <a:lnTo>
                    <a:pt x="310" y="4834"/>
                  </a:lnTo>
                  <a:cubicBezTo>
                    <a:pt x="310" y="4834"/>
                    <a:pt x="310" y="4822"/>
                    <a:pt x="322" y="4822"/>
                  </a:cubicBezTo>
                  <a:lnTo>
                    <a:pt x="787" y="4822"/>
                  </a:lnTo>
                  <a:cubicBezTo>
                    <a:pt x="953" y="4822"/>
                    <a:pt x="1084" y="4715"/>
                    <a:pt x="1120" y="4548"/>
                  </a:cubicBezTo>
                  <a:cubicBezTo>
                    <a:pt x="1239" y="4025"/>
                    <a:pt x="1430" y="3536"/>
                    <a:pt x="1727" y="3096"/>
                  </a:cubicBezTo>
                  <a:cubicBezTo>
                    <a:pt x="1811" y="2953"/>
                    <a:pt x="1799" y="2774"/>
                    <a:pt x="1680" y="2679"/>
                  </a:cubicBezTo>
                  <a:lnTo>
                    <a:pt x="1358" y="2346"/>
                  </a:lnTo>
                  <a:lnTo>
                    <a:pt x="1358" y="2334"/>
                  </a:lnTo>
                  <a:lnTo>
                    <a:pt x="2334" y="1346"/>
                  </a:lnTo>
                  <a:lnTo>
                    <a:pt x="2346" y="1346"/>
                  </a:lnTo>
                  <a:lnTo>
                    <a:pt x="2680" y="1679"/>
                  </a:lnTo>
                  <a:cubicBezTo>
                    <a:pt x="2748" y="1747"/>
                    <a:pt x="2832" y="1780"/>
                    <a:pt x="2916" y="1780"/>
                  </a:cubicBezTo>
                  <a:cubicBezTo>
                    <a:pt x="2978" y="1780"/>
                    <a:pt x="3041" y="1762"/>
                    <a:pt x="3096" y="1727"/>
                  </a:cubicBezTo>
                  <a:cubicBezTo>
                    <a:pt x="3537" y="1441"/>
                    <a:pt x="4037" y="1227"/>
                    <a:pt x="4549" y="1108"/>
                  </a:cubicBezTo>
                  <a:cubicBezTo>
                    <a:pt x="4704" y="1084"/>
                    <a:pt x="4823" y="953"/>
                    <a:pt x="4823" y="786"/>
                  </a:cubicBezTo>
                  <a:lnTo>
                    <a:pt x="4823" y="322"/>
                  </a:lnTo>
                  <a:cubicBezTo>
                    <a:pt x="4823" y="322"/>
                    <a:pt x="4823" y="310"/>
                    <a:pt x="4835" y="310"/>
                  </a:cubicBezTo>
                  <a:close/>
                  <a:moveTo>
                    <a:pt x="4835" y="0"/>
                  </a:moveTo>
                  <a:cubicBezTo>
                    <a:pt x="4656" y="0"/>
                    <a:pt x="4513" y="143"/>
                    <a:pt x="4513" y="322"/>
                  </a:cubicBezTo>
                  <a:lnTo>
                    <a:pt x="4513" y="786"/>
                  </a:lnTo>
                  <a:cubicBezTo>
                    <a:pt x="4513" y="786"/>
                    <a:pt x="4513" y="798"/>
                    <a:pt x="4489" y="798"/>
                  </a:cubicBezTo>
                  <a:cubicBezTo>
                    <a:pt x="3930" y="917"/>
                    <a:pt x="3406" y="1143"/>
                    <a:pt x="2930" y="1453"/>
                  </a:cubicBezTo>
                  <a:lnTo>
                    <a:pt x="2918" y="1453"/>
                  </a:lnTo>
                  <a:lnTo>
                    <a:pt x="2584" y="1131"/>
                  </a:lnTo>
                  <a:cubicBezTo>
                    <a:pt x="2519" y="1066"/>
                    <a:pt x="2436" y="1033"/>
                    <a:pt x="2351" y="1033"/>
                  </a:cubicBezTo>
                  <a:cubicBezTo>
                    <a:pt x="2266" y="1033"/>
                    <a:pt x="2180" y="1066"/>
                    <a:pt x="2108" y="1131"/>
                  </a:cubicBezTo>
                  <a:lnTo>
                    <a:pt x="1132" y="2108"/>
                  </a:lnTo>
                  <a:cubicBezTo>
                    <a:pt x="1001" y="2251"/>
                    <a:pt x="1001" y="2453"/>
                    <a:pt x="1132" y="2584"/>
                  </a:cubicBezTo>
                  <a:lnTo>
                    <a:pt x="1453" y="2917"/>
                  </a:lnTo>
                  <a:lnTo>
                    <a:pt x="1453" y="2929"/>
                  </a:lnTo>
                  <a:cubicBezTo>
                    <a:pt x="1144" y="3405"/>
                    <a:pt x="941" y="3941"/>
                    <a:pt x="799" y="4489"/>
                  </a:cubicBezTo>
                  <a:cubicBezTo>
                    <a:pt x="799" y="4489"/>
                    <a:pt x="799" y="4513"/>
                    <a:pt x="787" y="4513"/>
                  </a:cubicBezTo>
                  <a:lnTo>
                    <a:pt x="322" y="4513"/>
                  </a:lnTo>
                  <a:cubicBezTo>
                    <a:pt x="144" y="4513"/>
                    <a:pt x="1" y="4656"/>
                    <a:pt x="1" y="4834"/>
                  </a:cubicBezTo>
                  <a:lnTo>
                    <a:pt x="1" y="6215"/>
                  </a:lnTo>
                  <a:cubicBezTo>
                    <a:pt x="1" y="6394"/>
                    <a:pt x="144" y="6549"/>
                    <a:pt x="322" y="6549"/>
                  </a:cubicBezTo>
                  <a:lnTo>
                    <a:pt x="787" y="6549"/>
                  </a:lnTo>
                  <a:cubicBezTo>
                    <a:pt x="787" y="6549"/>
                    <a:pt x="799" y="6549"/>
                    <a:pt x="799" y="6561"/>
                  </a:cubicBezTo>
                  <a:cubicBezTo>
                    <a:pt x="918" y="7132"/>
                    <a:pt x="1144" y="7644"/>
                    <a:pt x="1453" y="8120"/>
                  </a:cubicBezTo>
                  <a:lnTo>
                    <a:pt x="1453" y="8144"/>
                  </a:lnTo>
                  <a:lnTo>
                    <a:pt x="1132" y="8466"/>
                  </a:lnTo>
                  <a:cubicBezTo>
                    <a:pt x="1001" y="8597"/>
                    <a:pt x="1001" y="8811"/>
                    <a:pt x="1132" y="8942"/>
                  </a:cubicBezTo>
                  <a:lnTo>
                    <a:pt x="2108" y="9930"/>
                  </a:lnTo>
                  <a:cubicBezTo>
                    <a:pt x="2180" y="9996"/>
                    <a:pt x="2266" y="10028"/>
                    <a:pt x="2351" y="10028"/>
                  </a:cubicBezTo>
                  <a:cubicBezTo>
                    <a:pt x="2436" y="10028"/>
                    <a:pt x="2519" y="9996"/>
                    <a:pt x="2584" y="9930"/>
                  </a:cubicBezTo>
                  <a:lnTo>
                    <a:pt x="2918" y="9597"/>
                  </a:lnTo>
                  <a:lnTo>
                    <a:pt x="2930" y="9597"/>
                  </a:lnTo>
                  <a:cubicBezTo>
                    <a:pt x="3406" y="9906"/>
                    <a:pt x="3942" y="10121"/>
                    <a:pt x="4489" y="10252"/>
                  </a:cubicBezTo>
                  <a:cubicBezTo>
                    <a:pt x="4489" y="10252"/>
                    <a:pt x="4513" y="10252"/>
                    <a:pt x="4513" y="10263"/>
                  </a:cubicBezTo>
                  <a:lnTo>
                    <a:pt x="4513" y="10728"/>
                  </a:lnTo>
                  <a:cubicBezTo>
                    <a:pt x="4513" y="10906"/>
                    <a:pt x="4656" y="11061"/>
                    <a:pt x="4835" y="11061"/>
                  </a:cubicBezTo>
                  <a:lnTo>
                    <a:pt x="6216" y="11061"/>
                  </a:lnTo>
                  <a:cubicBezTo>
                    <a:pt x="6394" y="11061"/>
                    <a:pt x="6549" y="10906"/>
                    <a:pt x="6549" y="10728"/>
                  </a:cubicBezTo>
                  <a:lnTo>
                    <a:pt x="6549" y="10263"/>
                  </a:lnTo>
                  <a:cubicBezTo>
                    <a:pt x="6549" y="10263"/>
                    <a:pt x="6549" y="10252"/>
                    <a:pt x="6561" y="10252"/>
                  </a:cubicBezTo>
                  <a:cubicBezTo>
                    <a:pt x="7133" y="10132"/>
                    <a:pt x="7645" y="9906"/>
                    <a:pt x="8121" y="9597"/>
                  </a:cubicBezTo>
                  <a:lnTo>
                    <a:pt x="8145" y="9597"/>
                  </a:lnTo>
                  <a:lnTo>
                    <a:pt x="8466" y="9930"/>
                  </a:lnTo>
                  <a:cubicBezTo>
                    <a:pt x="8532" y="9996"/>
                    <a:pt x="8618" y="10028"/>
                    <a:pt x="8704" y="10028"/>
                  </a:cubicBezTo>
                  <a:cubicBezTo>
                    <a:pt x="8791" y="10028"/>
                    <a:pt x="8877" y="9996"/>
                    <a:pt x="8942" y="9930"/>
                  </a:cubicBezTo>
                  <a:lnTo>
                    <a:pt x="9931" y="8942"/>
                  </a:lnTo>
                  <a:cubicBezTo>
                    <a:pt x="10062" y="8811"/>
                    <a:pt x="10062" y="8597"/>
                    <a:pt x="9931" y="8466"/>
                  </a:cubicBezTo>
                  <a:lnTo>
                    <a:pt x="9597" y="8144"/>
                  </a:lnTo>
                  <a:lnTo>
                    <a:pt x="9597" y="8120"/>
                  </a:lnTo>
                  <a:cubicBezTo>
                    <a:pt x="9919" y="7644"/>
                    <a:pt x="10121" y="7108"/>
                    <a:pt x="10252" y="6561"/>
                  </a:cubicBezTo>
                  <a:cubicBezTo>
                    <a:pt x="10252" y="6561"/>
                    <a:pt x="10252" y="6549"/>
                    <a:pt x="10264" y="6549"/>
                  </a:cubicBezTo>
                  <a:lnTo>
                    <a:pt x="10728" y="6549"/>
                  </a:lnTo>
                  <a:cubicBezTo>
                    <a:pt x="10907" y="6549"/>
                    <a:pt x="11062" y="6394"/>
                    <a:pt x="11062" y="6215"/>
                  </a:cubicBezTo>
                  <a:lnTo>
                    <a:pt x="11062" y="4834"/>
                  </a:lnTo>
                  <a:cubicBezTo>
                    <a:pt x="11062" y="4656"/>
                    <a:pt x="10907" y="4513"/>
                    <a:pt x="10728" y="4513"/>
                  </a:cubicBezTo>
                  <a:lnTo>
                    <a:pt x="10264" y="4513"/>
                  </a:lnTo>
                  <a:cubicBezTo>
                    <a:pt x="10264" y="4513"/>
                    <a:pt x="10252" y="4513"/>
                    <a:pt x="10252" y="4489"/>
                  </a:cubicBezTo>
                  <a:cubicBezTo>
                    <a:pt x="10133" y="3929"/>
                    <a:pt x="9907" y="3405"/>
                    <a:pt x="9597" y="2929"/>
                  </a:cubicBezTo>
                  <a:lnTo>
                    <a:pt x="9597" y="2917"/>
                  </a:lnTo>
                  <a:lnTo>
                    <a:pt x="9931" y="2584"/>
                  </a:lnTo>
                  <a:cubicBezTo>
                    <a:pt x="10062" y="2453"/>
                    <a:pt x="10062" y="2239"/>
                    <a:pt x="9931" y="2108"/>
                  </a:cubicBezTo>
                  <a:lnTo>
                    <a:pt x="8942" y="1131"/>
                  </a:lnTo>
                  <a:cubicBezTo>
                    <a:pt x="8877" y="1066"/>
                    <a:pt x="8791" y="1033"/>
                    <a:pt x="8704" y="1033"/>
                  </a:cubicBezTo>
                  <a:cubicBezTo>
                    <a:pt x="8618" y="1033"/>
                    <a:pt x="8532" y="1066"/>
                    <a:pt x="8466" y="1131"/>
                  </a:cubicBezTo>
                  <a:lnTo>
                    <a:pt x="8145" y="1453"/>
                  </a:lnTo>
                  <a:lnTo>
                    <a:pt x="8121" y="1453"/>
                  </a:lnTo>
                  <a:cubicBezTo>
                    <a:pt x="7645" y="1143"/>
                    <a:pt x="7109" y="941"/>
                    <a:pt x="6561" y="798"/>
                  </a:cubicBezTo>
                  <a:cubicBezTo>
                    <a:pt x="6561" y="798"/>
                    <a:pt x="6549" y="798"/>
                    <a:pt x="6549" y="786"/>
                  </a:cubicBezTo>
                  <a:lnTo>
                    <a:pt x="6549" y="322"/>
                  </a:lnTo>
                  <a:cubicBezTo>
                    <a:pt x="6549" y="143"/>
                    <a:pt x="6394" y="0"/>
                    <a:pt x="621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3" name="Google Shape;3193;p57"/>
            <p:cNvSpPr/>
            <p:nvPr/>
          </p:nvSpPr>
          <p:spPr>
            <a:xfrm>
              <a:off x="1885146" y="1578204"/>
              <a:ext cx="182322" cy="180603"/>
            </a:xfrm>
            <a:custGeom>
              <a:rect b="b" l="l" r="r" t="t"/>
              <a:pathLst>
                <a:path extrusionOk="0" h="5674" w="5728">
                  <a:moveTo>
                    <a:pt x="3502" y="0"/>
                  </a:moveTo>
                  <a:cubicBezTo>
                    <a:pt x="3438" y="0"/>
                    <a:pt x="3374" y="2"/>
                    <a:pt x="3311" y="6"/>
                  </a:cubicBezTo>
                  <a:cubicBezTo>
                    <a:pt x="2453" y="53"/>
                    <a:pt x="1644" y="411"/>
                    <a:pt x="1048" y="1018"/>
                  </a:cubicBezTo>
                  <a:cubicBezTo>
                    <a:pt x="441" y="1625"/>
                    <a:pt x="84" y="2435"/>
                    <a:pt x="36" y="3280"/>
                  </a:cubicBezTo>
                  <a:cubicBezTo>
                    <a:pt x="1" y="4125"/>
                    <a:pt x="263" y="4959"/>
                    <a:pt x="798" y="5614"/>
                  </a:cubicBezTo>
                  <a:cubicBezTo>
                    <a:pt x="834" y="5661"/>
                    <a:pt x="870" y="5673"/>
                    <a:pt x="917" y="5673"/>
                  </a:cubicBezTo>
                  <a:cubicBezTo>
                    <a:pt x="953" y="5673"/>
                    <a:pt x="989" y="5661"/>
                    <a:pt x="1025" y="5649"/>
                  </a:cubicBezTo>
                  <a:cubicBezTo>
                    <a:pt x="1096" y="5590"/>
                    <a:pt x="1096" y="5483"/>
                    <a:pt x="1048" y="5423"/>
                  </a:cubicBezTo>
                  <a:cubicBezTo>
                    <a:pt x="572" y="4828"/>
                    <a:pt x="322" y="4066"/>
                    <a:pt x="370" y="3304"/>
                  </a:cubicBezTo>
                  <a:cubicBezTo>
                    <a:pt x="417" y="2530"/>
                    <a:pt x="727" y="1804"/>
                    <a:pt x="1275" y="1256"/>
                  </a:cubicBezTo>
                  <a:cubicBezTo>
                    <a:pt x="1822" y="708"/>
                    <a:pt x="2560" y="375"/>
                    <a:pt x="3334" y="351"/>
                  </a:cubicBezTo>
                  <a:cubicBezTo>
                    <a:pt x="3397" y="347"/>
                    <a:pt x="3459" y="345"/>
                    <a:pt x="3521" y="345"/>
                  </a:cubicBezTo>
                  <a:cubicBezTo>
                    <a:pt x="4227" y="345"/>
                    <a:pt x="4895" y="592"/>
                    <a:pt x="5442" y="1030"/>
                  </a:cubicBezTo>
                  <a:cubicBezTo>
                    <a:pt x="5473" y="1055"/>
                    <a:pt x="5510" y="1068"/>
                    <a:pt x="5547" y="1068"/>
                  </a:cubicBezTo>
                  <a:cubicBezTo>
                    <a:pt x="5595" y="1068"/>
                    <a:pt x="5641" y="1046"/>
                    <a:pt x="5668" y="1006"/>
                  </a:cubicBezTo>
                  <a:cubicBezTo>
                    <a:pt x="5727" y="911"/>
                    <a:pt x="5716" y="815"/>
                    <a:pt x="5656" y="768"/>
                  </a:cubicBezTo>
                  <a:cubicBezTo>
                    <a:pt x="5050" y="272"/>
                    <a:pt x="4291" y="0"/>
                    <a:pt x="350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4" name="Google Shape;3194;p57"/>
            <p:cNvSpPr/>
            <p:nvPr/>
          </p:nvSpPr>
          <p:spPr>
            <a:xfrm>
              <a:off x="1923820" y="1610193"/>
              <a:ext cx="183054" cy="186874"/>
            </a:xfrm>
            <a:custGeom>
              <a:rect b="b" l="l" r="r" t="t"/>
              <a:pathLst>
                <a:path extrusionOk="0" h="5871" w="5751">
                  <a:moveTo>
                    <a:pt x="3310" y="358"/>
                  </a:moveTo>
                  <a:lnTo>
                    <a:pt x="3310" y="1025"/>
                  </a:lnTo>
                  <a:cubicBezTo>
                    <a:pt x="3310" y="1132"/>
                    <a:pt x="3274" y="1251"/>
                    <a:pt x="3227" y="1334"/>
                  </a:cubicBezTo>
                  <a:lnTo>
                    <a:pt x="3155" y="1501"/>
                  </a:lnTo>
                  <a:cubicBezTo>
                    <a:pt x="3143" y="1525"/>
                    <a:pt x="3143" y="1549"/>
                    <a:pt x="3143" y="1573"/>
                  </a:cubicBezTo>
                  <a:lnTo>
                    <a:pt x="3143" y="1918"/>
                  </a:lnTo>
                  <a:cubicBezTo>
                    <a:pt x="3143" y="2156"/>
                    <a:pt x="3048" y="2382"/>
                    <a:pt x="2869" y="2549"/>
                  </a:cubicBezTo>
                  <a:cubicBezTo>
                    <a:pt x="2691" y="2704"/>
                    <a:pt x="2477" y="2799"/>
                    <a:pt x="2226" y="2799"/>
                  </a:cubicBezTo>
                  <a:cubicBezTo>
                    <a:pt x="1774" y="2787"/>
                    <a:pt x="1381" y="2370"/>
                    <a:pt x="1381" y="1870"/>
                  </a:cubicBezTo>
                  <a:lnTo>
                    <a:pt x="1381" y="1573"/>
                  </a:lnTo>
                  <a:cubicBezTo>
                    <a:pt x="1381" y="1549"/>
                    <a:pt x="1381" y="1525"/>
                    <a:pt x="1369" y="1501"/>
                  </a:cubicBezTo>
                  <a:lnTo>
                    <a:pt x="1262" y="1311"/>
                  </a:lnTo>
                  <a:cubicBezTo>
                    <a:pt x="1238" y="1227"/>
                    <a:pt x="1203" y="1156"/>
                    <a:pt x="1203" y="1072"/>
                  </a:cubicBezTo>
                  <a:lnTo>
                    <a:pt x="1203" y="1049"/>
                  </a:lnTo>
                  <a:cubicBezTo>
                    <a:pt x="1203" y="668"/>
                    <a:pt x="1524" y="358"/>
                    <a:pt x="1905" y="358"/>
                  </a:cubicBezTo>
                  <a:close/>
                  <a:moveTo>
                    <a:pt x="1905" y="3049"/>
                  </a:moveTo>
                  <a:cubicBezTo>
                    <a:pt x="2012" y="3085"/>
                    <a:pt x="2119" y="3108"/>
                    <a:pt x="2238" y="3108"/>
                  </a:cubicBezTo>
                  <a:lnTo>
                    <a:pt x="2274" y="3108"/>
                  </a:lnTo>
                  <a:cubicBezTo>
                    <a:pt x="2393" y="3108"/>
                    <a:pt x="2512" y="3097"/>
                    <a:pt x="2631" y="3049"/>
                  </a:cubicBezTo>
                  <a:lnTo>
                    <a:pt x="2631" y="3049"/>
                  </a:lnTo>
                  <a:cubicBezTo>
                    <a:pt x="2619" y="3108"/>
                    <a:pt x="2631" y="3156"/>
                    <a:pt x="2655" y="3204"/>
                  </a:cubicBezTo>
                  <a:lnTo>
                    <a:pt x="2512" y="3335"/>
                  </a:lnTo>
                  <a:cubicBezTo>
                    <a:pt x="2441" y="3406"/>
                    <a:pt x="2357" y="3442"/>
                    <a:pt x="2262" y="3442"/>
                  </a:cubicBezTo>
                  <a:cubicBezTo>
                    <a:pt x="2179" y="3442"/>
                    <a:pt x="2084" y="3406"/>
                    <a:pt x="2012" y="3335"/>
                  </a:cubicBezTo>
                  <a:lnTo>
                    <a:pt x="1881" y="3204"/>
                  </a:lnTo>
                  <a:cubicBezTo>
                    <a:pt x="1893" y="3156"/>
                    <a:pt x="1905" y="3108"/>
                    <a:pt x="1905" y="3049"/>
                  </a:cubicBezTo>
                  <a:close/>
                  <a:moveTo>
                    <a:pt x="2810" y="3466"/>
                  </a:moveTo>
                  <a:cubicBezTo>
                    <a:pt x="2858" y="3501"/>
                    <a:pt x="2905" y="3513"/>
                    <a:pt x="2941" y="3525"/>
                  </a:cubicBezTo>
                  <a:lnTo>
                    <a:pt x="3524" y="3692"/>
                  </a:lnTo>
                  <a:cubicBezTo>
                    <a:pt x="3679" y="3739"/>
                    <a:pt x="3774" y="3870"/>
                    <a:pt x="3774" y="4037"/>
                  </a:cubicBezTo>
                  <a:lnTo>
                    <a:pt x="3774" y="5132"/>
                  </a:lnTo>
                  <a:lnTo>
                    <a:pt x="3822" y="5132"/>
                  </a:lnTo>
                  <a:cubicBezTo>
                    <a:pt x="3703" y="5204"/>
                    <a:pt x="3584" y="5263"/>
                    <a:pt x="3453" y="5311"/>
                  </a:cubicBezTo>
                  <a:lnTo>
                    <a:pt x="3453" y="4335"/>
                  </a:lnTo>
                  <a:cubicBezTo>
                    <a:pt x="3453" y="4240"/>
                    <a:pt x="3381" y="4168"/>
                    <a:pt x="3286" y="4168"/>
                  </a:cubicBezTo>
                  <a:cubicBezTo>
                    <a:pt x="3203" y="4168"/>
                    <a:pt x="3119" y="4240"/>
                    <a:pt x="3119" y="4335"/>
                  </a:cubicBezTo>
                  <a:lnTo>
                    <a:pt x="3119" y="5430"/>
                  </a:lnTo>
                  <a:cubicBezTo>
                    <a:pt x="2881" y="5502"/>
                    <a:pt x="2655" y="5537"/>
                    <a:pt x="2405" y="5549"/>
                  </a:cubicBezTo>
                  <a:lnTo>
                    <a:pt x="2262" y="5549"/>
                  </a:lnTo>
                  <a:cubicBezTo>
                    <a:pt x="1965" y="5549"/>
                    <a:pt x="1667" y="5502"/>
                    <a:pt x="1381" y="5430"/>
                  </a:cubicBezTo>
                  <a:lnTo>
                    <a:pt x="1381" y="4335"/>
                  </a:lnTo>
                  <a:cubicBezTo>
                    <a:pt x="1381" y="4240"/>
                    <a:pt x="1310" y="4168"/>
                    <a:pt x="1214" y="4168"/>
                  </a:cubicBezTo>
                  <a:cubicBezTo>
                    <a:pt x="1131" y="4168"/>
                    <a:pt x="1060" y="4240"/>
                    <a:pt x="1060" y="4335"/>
                  </a:cubicBezTo>
                  <a:lnTo>
                    <a:pt x="1060" y="5311"/>
                  </a:lnTo>
                  <a:cubicBezTo>
                    <a:pt x="941" y="5252"/>
                    <a:pt x="798" y="5192"/>
                    <a:pt x="679" y="5132"/>
                  </a:cubicBezTo>
                  <a:lnTo>
                    <a:pt x="679" y="4037"/>
                  </a:lnTo>
                  <a:cubicBezTo>
                    <a:pt x="679" y="3870"/>
                    <a:pt x="786" y="3739"/>
                    <a:pt x="941" y="3692"/>
                  </a:cubicBezTo>
                  <a:lnTo>
                    <a:pt x="1512" y="3525"/>
                  </a:lnTo>
                  <a:cubicBezTo>
                    <a:pt x="1560" y="3513"/>
                    <a:pt x="1619" y="3501"/>
                    <a:pt x="1655" y="3466"/>
                  </a:cubicBezTo>
                  <a:lnTo>
                    <a:pt x="1750" y="3573"/>
                  </a:lnTo>
                  <a:cubicBezTo>
                    <a:pt x="1893" y="3704"/>
                    <a:pt x="2072" y="3763"/>
                    <a:pt x="2226" y="3763"/>
                  </a:cubicBezTo>
                  <a:cubicBezTo>
                    <a:pt x="2405" y="3763"/>
                    <a:pt x="2572" y="3704"/>
                    <a:pt x="2703" y="3573"/>
                  </a:cubicBezTo>
                  <a:lnTo>
                    <a:pt x="2810" y="3466"/>
                  </a:lnTo>
                  <a:close/>
                  <a:moveTo>
                    <a:pt x="1893" y="1"/>
                  </a:moveTo>
                  <a:cubicBezTo>
                    <a:pt x="1322" y="1"/>
                    <a:pt x="869" y="465"/>
                    <a:pt x="869" y="1025"/>
                  </a:cubicBezTo>
                  <a:lnTo>
                    <a:pt x="869" y="1037"/>
                  </a:lnTo>
                  <a:cubicBezTo>
                    <a:pt x="869" y="1168"/>
                    <a:pt x="893" y="1311"/>
                    <a:pt x="953" y="1430"/>
                  </a:cubicBezTo>
                  <a:lnTo>
                    <a:pt x="1048" y="1596"/>
                  </a:lnTo>
                  <a:lnTo>
                    <a:pt x="1048" y="1858"/>
                  </a:lnTo>
                  <a:cubicBezTo>
                    <a:pt x="1048" y="2275"/>
                    <a:pt x="1250" y="2644"/>
                    <a:pt x="1560" y="2882"/>
                  </a:cubicBezTo>
                  <a:lnTo>
                    <a:pt x="1560" y="3037"/>
                  </a:lnTo>
                  <a:cubicBezTo>
                    <a:pt x="1560" y="3108"/>
                    <a:pt x="1500" y="3180"/>
                    <a:pt x="1429" y="3216"/>
                  </a:cubicBezTo>
                  <a:lnTo>
                    <a:pt x="845" y="3382"/>
                  </a:lnTo>
                  <a:cubicBezTo>
                    <a:pt x="548" y="3466"/>
                    <a:pt x="357" y="3739"/>
                    <a:pt x="357" y="4037"/>
                  </a:cubicBezTo>
                  <a:lnTo>
                    <a:pt x="357" y="4906"/>
                  </a:lnTo>
                  <a:cubicBezTo>
                    <a:pt x="333" y="4894"/>
                    <a:pt x="310" y="4859"/>
                    <a:pt x="286" y="4847"/>
                  </a:cubicBezTo>
                  <a:cubicBezTo>
                    <a:pt x="256" y="4822"/>
                    <a:pt x="220" y="4810"/>
                    <a:pt x="185" y="4810"/>
                  </a:cubicBezTo>
                  <a:cubicBezTo>
                    <a:pt x="135" y="4810"/>
                    <a:pt x="87" y="4834"/>
                    <a:pt x="60" y="4882"/>
                  </a:cubicBezTo>
                  <a:cubicBezTo>
                    <a:pt x="0" y="4954"/>
                    <a:pt x="12" y="5061"/>
                    <a:pt x="95" y="5097"/>
                  </a:cubicBezTo>
                  <a:cubicBezTo>
                    <a:pt x="702" y="5597"/>
                    <a:pt x="1476" y="5871"/>
                    <a:pt x="2262" y="5871"/>
                  </a:cubicBezTo>
                  <a:lnTo>
                    <a:pt x="2429" y="5871"/>
                  </a:lnTo>
                  <a:cubicBezTo>
                    <a:pt x="3286" y="5835"/>
                    <a:pt x="4096" y="5478"/>
                    <a:pt x="4691" y="4859"/>
                  </a:cubicBezTo>
                  <a:cubicBezTo>
                    <a:pt x="5298" y="4251"/>
                    <a:pt x="5655" y="3454"/>
                    <a:pt x="5703" y="2596"/>
                  </a:cubicBezTo>
                  <a:cubicBezTo>
                    <a:pt x="5751" y="1751"/>
                    <a:pt x="5477" y="918"/>
                    <a:pt x="4941" y="263"/>
                  </a:cubicBezTo>
                  <a:cubicBezTo>
                    <a:pt x="4908" y="223"/>
                    <a:pt x="4861" y="206"/>
                    <a:pt x="4815" y="206"/>
                  </a:cubicBezTo>
                  <a:cubicBezTo>
                    <a:pt x="4778" y="206"/>
                    <a:pt x="4742" y="218"/>
                    <a:pt x="4715" y="239"/>
                  </a:cubicBezTo>
                  <a:cubicBezTo>
                    <a:pt x="4643" y="299"/>
                    <a:pt x="4643" y="406"/>
                    <a:pt x="4691" y="465"/>
                  </a:cubicBezTo>
                  <a:cubicBezTo>
                    <a:pt x="5167" y="1061"/>
                    <a:pt x="5417" y="1811"/>
                    <a:pt x="5370" y="2573"/>
                  </a:cubicBezTo>
                  <a:cubicBezTo>
                    <a:pt x="5334" y="3347"/>
                    <a:pt x="5013" y="4073"/>
                    <a:pt x="4465" y="4632"/>
                  </a:cubicBezTo>
                  <a:cubicBezTo>
                    <a:pt x="4358" y="4728"/>
                    <a:pt x="4262" y="4823"/>
                    <a:pt x="4155" y="4906"/>
                  </a:cubicBezTo>
                  <a:lnTo>
                    <a:pt x="4155" y="4037"/>
                  </a:lnTo>
                  <a:cubicBezTo>
                    <a:pt x="4155" y="3739"/>
                    <a:pt x="3941" y="3466"/>
                    <a:pt x="3667" y="3382"/>
                  </a:cubicBezTo>
                  <a:lnTo>
                    <a:pt x="3084" y="3216"/>
                  </a:lnTo>
                  <a:cubicBezTo>
                    <a:pt x="3012" y="3180"/>
                    <a:pt x="2953" y="3120"/>
                    <a:pt x="2953" y="3037"/>
                  </a:cubicBezTo>
                  <a:lnTo>
                    <a:pt x="2953" y="2906"/>
                  </a:lnTo>
                  <a:cubicBezTo>
                    <a:pt x="3012" y="2858"/>
                    <a:pt x="3048" y="2823"/>
                    <a:pt x="3096" y="2763"/>
                  </a:cubicBezTo>
                  <a:cubicBezTo>
                    <a:pt x="3334" y="2549"/>
                    <a:pt x="3453" y="2227"/>
                    <a:pt x="3453" y="1906"/>
                  </a:cubicBezTo>
                  <a:lnTo>
                    <a:pt x="3453" y="1596"/>
                  </a:lnTo>
                  <a:lnTo>
                    <a:pt x="3512" y="1453"/>
                  </a:lnTo>
                  <a:cubicBezTo>
                    <a:pt x="3584" y="1311"/>
                    <a:pt x="3620" y="1156"/>
                    <a:pt x="3620" y="1001"/>
                  </a:cubicBezTo>
                  <a:lnTo>
                    <a:pt x="3620" y="168"/>
                  </a:lnTo>
                  <a:cubicBezTo>
                    <a:pt x="3620" y="72"/>
                    <a:pt x="3548" y="1"/>
                    <a:pt x="345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5" name="Google Shape;3195;p57"/>
            <p:cNvSpPr/>
            <p:nvPr/>
          </p:nvSpPr>
          <p:spPr>
            <a:xfrm>
              <a:off x="1974207" y="1638617"/>
              <a:ext cx="43989" cy="15597"/>
            </a:xfrm>
            <a:custGeom>
              <a:rect b="b" l="l" r="r" t="t"/>
              <a:pathLst>
                <a:path extrusionOk="0" h="490" w="1382">
                  <a:moveTo>
                    <a:pt x="155" y="1"/>
                  </a:moveTo>
                  <a:cubicBezTo>
                    <a:pt x="72" y="1"/>
                    <a:pt x="1" y="72"/>
                    <a:pt x="1" y="168"/>
                  </a:cubicBezTo>
                  <a:cubicBezTo>
                    <a:pt x="1" y="251"/>
                    <a:pt x="72" y="322"/>
                    <a:pt x="155" y="322"/>
                  </a:cubicBezTo>
                  <a:cubicBezTo>
                    <a:pt x="334" y="322"/>
                    <a:pt x="870" y="358"/>
                    <a:pt x="1132" y="477"/>
                  </a:cubicBezTo>
                  <a:cubicBezTo>
                    <a:pt x="1155" y="489"/>
                    <a:pt x="1167" y="489"/>
                    <a:pt x="1203" y="489"/>
                  </a:cubicBezTo>
                  <a:cubicBezTo>
                    <a:pt x="1263" y="489"/>
                    <a:pt x="1322" y="465"/>
                    <a:pt x="1346" y="406"/>
                  </a:cubicBezTo>
                  <a:cubicBezTo>
                    <a:pt x="1382" y="322"/>
                    <a:pt x="1346" y="227"/>
                    <a:pt x="1275" y="191"/>
                  </a:cubicBezTo>
                  <a:cubicBezTo>
                    <a:pt x="905" y="1"/>
                    <a:pt x="191" y="1"/>
                    <a:pt x="1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96" name="Google Shape;3196;p57"/>
          <p:cNvGrpSpPr/>
          <p:nvPr/>
        </p:nvGrpSpPr>
        <p:grpSpPr>
          <a:xfrm>
            <a:off x="5791357" y="3407943"/>
            <a:ext cx="352840" cy="354717"/>
            <a:chOff x="3095745" y="3805393"/>
            <a:chExt cx="352840" cy="354717"/>
          </a:xfrm>
        </p:grpSpPr>
        <p:sp>
          <p:nvSpPr>
            <p:cNvPr id="3197" name="Google Shape;3197;p57"/>
            <p:cNvSpPr/>
            <p:nvPr/>
          </p:nvSpPr>
          <p:spPr>
            <a:xfrm>
              <a:off x="3095745" y="3805393"/>
              <a:ext cx="272093" cy="271711"/>
            </a:xfrm>
            <a:custGeom>
              <a:rect b="b" l="l" r="r" t="t"/>
              <a:pathLst>
                <a:path extrusionOk="0" h="8537" w="8549">
                  <a:moveTo>
                    <a:pt x="4025" y="0"/>
                  </a:moveTo>
                  <a:cubicBezTo>
                    <a:pt x="3763" y="0"/>
                    <a:pt x="3525" y="179"/>
                    <a:pt x="3489" y="441"/>
                  </a:cubicBezTo>
                  <a:lnTo>
                    <a:pt x="3322" y="1262"/>
                  </a:lnTo>
                  <a:cubicBezTo>
                    <a:pt x="3155" y="1322"/>
                    <a:pt x="2977" y="1381"/>
                    <a:pt x="2834" y="1465"/>
                  </a:cubicBezTo>
                  <a:lnTo>
                    <a:pt x="2132" y="1012"/>
                  </a:lnTo>
                  <a:cubicBezTo>
                    <a:pt x="2036" y="947"/>
                    <a:pt x="1929" y="915"/>
                    <a:pt x="1825" y="915"/>
                  </a:cubicBezTo>
                  <a:cubicBezTo>
                    <a:pt x="1683" y="915"/>
                    <a:pt x="1544" y="974"/>
                    <a:pt x="1441" y="1084"/>
                  </a:cubicBezTo>
                  <a:lnTo>
                    <a:pt x="1084" y="1441"/>
                  </a:lnTo>
                  <a:cubicBezTo>
                    <a:pt x="905" y="1619"/>
                    <a:pt x="881" y="1917"/>
                    <a:pt x="1012" y="2119"/>
                  </a:cubicBezTo>
                  <a:lnTo>
                    <a:pt x="1477" y="2822"/>
                  </a:lnTo>
                  <a:cubicBezTo>
                    <a:pt x="1381" y="2989"/>
                    <a:pt x="1322" y="3155"/>
                    <a:pt x="1262" y="3310"/>
                  </a:cubicBezTo>
                  <a:lnTo>
                    <a:pt x="453" y="3477"/>
                  </a:lnTo>
                  <a:cubicBezTo>
                    <a:pt x="191" y="3524"/>
                    <a:pt x="0" y="3763"/>
                    <a:pt x="0" y="4013"/>
                  </a:cubicBezTo>
                  <a:lnTo>
                    <a:pt x="0" y="4525"/>
                  </a:lnTo>
                  <a:cubicBezTo>
                    <a:pt x="0" y="4775"/>
                    <a:pt x="179" y="5013"/>
                    <a:pt x="453" y="5060"/>
                  </a:cubicBezTo>
                  <a:lnTo>
                    <a:pt x="1262" y="5215"/>
                  </a:lnTo>
                  <a:cubicBezTo>
                    <a:pt x="1322" y="5382"/>
                    <a:pt x="1381" y="5560"/>
                    <a:pt x="1477" y="5715"/>
                  </a:cubicBezTo>
                  <a:lnTo>
                    <a:pt x="1012" y="6406"/>
                  </a:lnTo>
                  <a:cubicBezTo>
                    <a:pt x="869" y="6632"/>
                    <a:pt x="893" y="6918"/>
                    <a:pt x="1084" y="7096"/>
                  </a:cubicBezTo>
                  <a:lnTo>
                    <a:pt x="1441" y="7453"/>
                  </a:lnTo>
                  <a:cubicBezTo>
                    <a:pt x="1544" y="7557"/>
                    <a:pt x="1687" y="7608"/>
                    <a:pt x="1830" y="7608"/>
                  </a:cubicBezTo>
                  <a:cubicBezTo>
                    <a:pt x="1935" y="7608"/>
                    <a:pt x="2041" y="7580"/>
                    <a:pt x="2132" y="7525"/>
                  </a:cubicBezTo>
                  <a:lnTo>
                    <a:pt x="2834" y="7061"/>
                  </a:lnTo>
                  <a:cubicBezTo>
                    <a:pt x="2989" y="7156"/>
                    <a:pt x="3155" y="7215"/>
                    <a:pt x="3322" y="7275"/>
                  </a:cubicBezTo>
                  <a:lnTo>
                    <a:pt x="3489" y="8096"/>
                  </a:lnTo>
                  <a:cubicBezTo>
                    <a:pt x="3525" y="8346"/>
                    <a:pt x="3763" y="8537"/>
                    <a:pt x="4025" y="8537"/>
                  </a:cubicBezTo>
                  <a:lnTo>
                    <a:pt x="4525" y="8537"/>
                  </a:lnTo>
                  <a:cubicBezTo>
                    <a:pt x="4775" y="8537"/>
                    <a:pt x="5013" y="8358"/>
                    <a:pt x="5060" y="8096"/>
                  </a:cubicBezTo>
                  <a:lnTo>
                    <a:pt x="5227" y="7275"/>
                  </a:lnTo>
                  <a:cubicBezTo>
                    <a:pt x="5358" y="7227"/>
                    <a:pt x="5489" y="7180"/>
                    <a:pt x="5632" y="7120"/>
                  </a:cubicBezTo>
                  <a:cubicBezTo>
                    <a:pt x="5692" y="7084"/>
                    <a:pt x="5727" y="6977"/>
                    <a:pt x="5692" y="6894"/>
                  </a:cubicBezTo>
                  <a:cubicBezTo>
                    <a:pt x="5655" y="6821"/>
                    <a:pt x="5584" y="6790"/>
                    <a:pt x="5515" y="6790"/>
                  </a:cubicBezTo>
                  <a:cubicBezTo>
                    <a:pt x="5494" y="6790"/>
                    <a:pt x="5473" y="6793"/>
                    <a:pt x="5453" y="6799"/>
                  </a:cubicBezTo>
                  <a:cubicBezTo>
                    <a:pt x="5299" y="6870"/>
                    <a:pt x="5156" y="6918"/>
                    <a:pt x="5001" y="6965"/>
                  </a:cubicBezTo>
                  <a:cubicBezTo>
                    <a:pt x="4941" y="6977"/>
                    <a:pt x="4882" y="7037"/>
                    <a:pt x="4882" y="7096"/>
                  </a:cubicBezTo>
                  <a:lnTo>
                    <a:pt x="4703" y="8025"/>
                  </a:lnTo>
                  <a:cubicBezTo>
                    <a:pt x="4691" y="8108"/>
                    <a:pt x="4596" y="8180"/>
                    <a:pt x="4513" y="8180"/>
                  </a:cubicBezTo>
                  <a:lnTo>
                    <a:pt x="4001" y="8180"/>
                  </a:lnTo>
                  <a:cubicBezTo>
                    <a:pt x="3917" y="8180"/>
                    <a:pt x="3822" y="8120"/>
                    <a:pt x="3810" y="8025"/>
                  </a:cubicBezTo>
                  <a:lnTo>
                    <a:pt x="3632" y="7096"/>
                  </a:lnTo>
                  <a:cubicBezTo>
                    <a:pt x="3620" y="7037"/>
                    <a:pt x="3572" y="6977"/>
                    <a:pt x="3513" y="6965"/>
                  </a:cubicBezTo>
                  <a:cubicBezTo>
                    <a:pt x="3310" y="6906"/>
                    <a:pt x="3096" y="6811"/>
                    <a:pt x="2905" y="6703"/>
                  </a:cubicBezTo>
                  <a:cubicBezTo>
                    <a:pt x="2876" y="6691"/>
                    <a:pt x="2843" y="6686"/>
                    <a:pt x="2812" y="6686"/>
                  </a:cubicBezTo>
                  <a:cubicBezTo>
                    <a:pt x="2780" y="6686"/>
                    <a:pt x="2751" y="6691"/>
                    <a:pt x="2727" y="6703"/>
                  </a:cubicBezTo>
                  <a:lnTo>
                    <a:pt x="1941" y="7227"/>
                  </a:lnTo>
                  <a:cubicBezTo>
                    <a:pt x="1904" y="7249"/>
                    <a:pt x="1864" y="7260"/>
                    <a:pt x="1824" y="7260"/>
                  </a:cubicBezTo>
                  <a:cubicBezTo>
                    <a:pt x="1774" y="7260"/>
                    <a:pt x="1725" y="7243"/>
                    <a:pt x="1679" y="7203"/>
                  </a:cubicBezTo>
                  <a:lnTo>
                    <a:pt x="1322" y="6846"/>
                  </a:lnTo>
                  <a:cubicBezTo>
                    <a:pt x="1262" y="6787"/>
                    <a:pt x="1250" y="6680"/>
                    <a:pt x="1298" y="6584"/>
                  </a:cubicBezTo>
                  <a:lnTo>
                    <a:pt x="1822" y="5799"/>
                  </a:lnTo>
                  <a:cubicBezTo>
                    <a:pt x="1846" y="5739"/>
                    <a:pt x="1858" y="5679"/>
                    <a:pt x="1822" y="5620"/>
                  </a:cubicBezTo>
                  <a:cubicBezTo>
                    <a:pt x="1715" y="5429"/>
                    <a:pt x="1620" y="5215"/>
                    <a:pt x="1560" y="5013"/>
                  </a:cubicBezTo>
                  <a:cubicBezTo>
                    <a:pt x="1548" y="4953"/>
                    <a:pt x="1489" y="4894"/>
                    <a:pt x="1429" y="4894"/>
                  </a:cubicBezTo>
                  <a:lnTo>
                    <a:pt x="512" y="4715"/>
                  </a:lnTo>
                  <a:cubicBezTo>
                    <a:pt x="417" y="4703"/>
                    <a:pt x="346" y="4608"/>
                    <a:pt x="346" y="4525"/>
                  </a:cubicBezTo>
                  <a:lnTo>
                    <a:pt x="346" y="4013"/>
                  </a:lnTo>
                  <a:cubicBezTo>
                    <a:pt x="346" y="3929"/>
                    <a:pt x="405" y="3834"/>
                    <a:pt x="512" y="3822"/>
                  </a:cubicBezTo>
                  <a:lnTo>
                    <a:pt x="1429" y="3643"/>
                  </a:lnTo>
                  <a:cubicBezTo>
                    <a:pt x="1489" y="3632"/>
                    <a:pt x="1548" y="3584"/>
                    <a:pt x="1560" y="3524"/>
                  </a:cubicBezTo>
                  <a:cubicBezTo>
                    <a:pt x="1620" y="3322"/>
                    <a:pt x="1715" y="3108"/>
                    <a:pt x="1822" y="2917"/>
                  </a:cubicBezTo>
                  <a:cubicBezTo>
                    <a:pt x="1846" y="2858"/>
                    <a:pt x="1846" y="2786"/>
                    <a:pt x="1822" y="2739"/>
                  </a:cubicBezTo>
                  <a:lnTo>
                    <a:pt x="1298" y="1941"/>
                  </a:lnTo>
                  <a:cubicBezTo>
                    <a:pt x="1250" y="1869"/>
                    <a:pt x="1250" y="1762"/>
                    <a:pt x="1322" y="1691"/>
                  </a:cubicBezTo>
                  <a:lnTo>
                    <a:pt x="1679" y="1334"/>
                  </a:lnTo>
                  <a:cubicBezTo>
                    <a:pt x="1714" y="1299"/>
                    <a:pt x="1765" y="1280"/>
                    <a:pt x="1820" y="1280"/>
                  </a:cubicBezTo>
                  <a:cubicBezTo>
                    <a:pt x="1859" y="1280"/>
                    <a:pt x="1901" y="1290"/>
                    <a:pt x="1941" y="1310"/>
                  </a:cubicBezTo>
                  <a:lnTo>
                    <a:pt x="2727" y="1822"/>
                  </a:lnTo>
                  <a:cubicBezTo>
                    <a:pt x="2759" y="1841"/>
                    <a:pt x="2791" y="1853"/>
                    <a:pt x="2822" y="1853"/>
                  </a:cubicBezTo>
                  <a:cubicBezTo>
                    <a:pt x="2850" y="1853"/>
                    <a:pt x="2878" y="1844"/>
                    <a:pt x="2905" y="1822"/>
                  </a:cubicBezTo>
                  <a:cubicBezTo>
                    <a:pt x="3096" y="1727"/>
                    <a:pt x="3310" y="1631"/>
                    <a:pt x="3513" y="1572"/>
                  </a:cubicBezTo>
                  <a:cubicBezTo>
                    <a:pt x="3572" y="1560"/>
                    <a:pt x="3632" y="1500"/>
                    <a:pt x="3632" y="1441"/>
                  </a:cubicBezTo>
                  <a:lnTo>
                    <a:pt x="3810" y="512"/>
                  </a:lnTo>
                  <a:cubicBezTo>
                    <a:pt x="3822" y="429"/>
                    <a:pt x="3917" y="357"/>
                    <a:pt x="4001" y="357"/>
                  </a:cubicBezTo>
                  <a:lnTo>
                    <a:pt x="4513" y="357"/>
                  </a:lnTo>
                  <a:cubicBezTo>
                    <a:pt x="4596" y="357"/>
                    <a:pt x="4691" y="417"/>
                    <a:pt x="4703" y="512"/>
                  </a:cubicBezTo>
                  <a:lnTo>
                    <a:pt x="4882" y="1441"/>
                  </a:lnTo>
                  <a:cubicBezTo>
                    <a:pt x="4894" y="1500"/>
                    <a:pt x="4941" y="1560"/>
                    <a:pt x="5001" y="1572"/>
                  </a:cubicBezTo>
                  <a:cubicBezTo>
                    <a:pt x="5215" y="1631"/>
                    <a:pt x="5418" y="1727"/>
                    <a:pt x="5608" y="1822"/>
                  </a:cubicBezTo>
                  <a:cubicBezTo>
                    <a:pt x="5638" y="1840"/>
                    <a:pt x="5674" y="1849"/>
                    <a:pt x="5706" y="1849"/>
                  </a:cubicBezTo>
                  <a:cubicBezTo>
                    <a:pt x="5739" y="1849"/>
                    <a:pt x="5769" y="1840"/>
                    <a:pt x="5787" y="1822"/>
                  </a:cubicBezTo>
                  <a:lnTo>
                    <a:pt x="6584" y="1310"/>
                  </a:lnTo>
                  <a:cubicBezTo>
                    <a:pt x="6617" y="1288"/>
                    <a:pt x="6656" y="1277"/>
                    <a:pt x="6696" y="1277"/>
                  </a:cubicBezTo>
                  <a:cubicBezTo>
                    <a:pt x="6745" y="1277"/>
                    <a:pt x="6795" y="1294"/>
                    <a:pt x="6835" y="1334"/>
                  </a:cubicBezTo>
                  <a:lnTo>
                    <a:pt x="7192" y="1691"/>
                  </a:lnTo>
                  <a:cubicBezTo>
                    <a:pt x="7251" y="1750"/>
                    <a:pt x="7263" y="1858"/>
                    <a:pt x="7216" y="1941"/>
                  </a:cubicBezTo>
                  <a:lnTo>
                    <a:pt x="6704" y="2739"/>
                  </a:lnTo>
                  <a:cubicBezTo>
                    <a:pt x="6668" y="2798"/>
                    <a:pt x="6656" y="2858"/>
                    <a:pt x="6704" y="2917"/>
                  </a:cubicBezTo>
                  <a:cubicBezTo>
                    <a:pt x="6799" y="3108"/>
                    <a:pt x="6894" y="3322"/>
                    <a:pt x="6954" y="3524"/>
                  </a:cubicBezTo>
                  <a:cubicBezTo>
                    <a:pt x="6965" y="3584"/>
                    <a:pt x="7025" y="3643"/>
                    <a:pt x="7085" y="3643"/>
                  </a:cubicBezTo>
                  <a:lnTo>
                    <a:pt x="8013" y="3822"/>
                  </a:lnTo>
                  <a:cubicBezTo>
                    <a:pt x="8097" y="3834"/>
                    <a:pt x="8168" y="3929"/>
                    <a:pt x="8168" y="4013"/>
                  </a:cubicBezTo>
                  <a:lnTo>
                    <a:pt x="8168" y="4525"/>
                  </a:lnTo>
                  <a:cubicBezTo>
                    <a:pt x="8168" y="4608"/>
                    <a:pt x="8108" y="4703"/>
                    <a:pt x="8013" y="4715"/>
                  </a:cubicBezTo>
                  <a:lnTo>
                    <a:pt x="7085" y="4894"/>
                  </a:lnTo>
                  <a:cubicBezTo>
                    <a:pt x="7025" y="4906"/>
                    <a:pt x="6965" y="4953"/>
                    <a:pt x="6954" y="5013"/>
                  </a:cubicBezTo>
                  <a:cubicBezTo>
                    <a:pt x="6906" y="5156"/>
                    <a:pt x="6846" y="5322"/>
                    <a:pt x="6787" y="5477"/>
                  </a:cubicBezTo>
                  <a:cubicBezTo>
                    <a:pt x="6739" y="5560"/>
                    <a:pt x="6787" y="5668"/>
                    <a:pt x="6882" y="5715"/>
                  </a:cubicBezTo>
                  <a:cubicBezTo>
                    <a:pt x="6903" y="5724"/>
                    <a:pt x="6926" y="5729"/>
                    <a:pt x="6949" y="5729"/>
                  </a:cubicBezTo>
                  <a:cubicBezTo>
                    <a:pt x="7016" y="5729"/>
                    <a:pt x="7085" y="5691"/>
                    <a:pt x="7120" y="5620"/>
                  </a:cubicBezTo>
                  <a:cubicBezTo>
                    <a:pt x="7180" y="5489"/>
                    <a:pt x="7239" y="5358"/>
                    <a:pt x="7275" y="5215"/>
                  </a:cubicBezTo>
                  <a:lnTo>
                    <a:pt x="8097" y="5060"/>
                  </a:lnTo>
                  <a:cubicBezTo>
                    <a:pt x="8347" y="5013"/>
                    <a:pt x="8549" y="4775"/>
                    <a:pt x="8549" y="4525"/>
                  </a:cubicBezTo>
                  <a:lnTo>
                    <a:pt x="8549" y="4013"/>
                  </a:lnTo>
                  <a:cubicBezTo>
                    <a:pt x="8549" y="3763"/>
                    <a:pt x="8370" y="3524"/>
                    <a:pt x="8097" y="3477"/>
                  </a:cubicBezTo>
                  <a:lnTo>
                    <a:pt x="7275" y="3310"/>
                  </a:lnTo>
                  <a:cubicBezTo>
                    <a:pt x="7216" y="3155"/>
                    <a:pt x="7156" y="2977"/>
                    <a:pt x="7073" y="2822"/>
                  </a:cubicBezTo>
                  <a:lnTo>
                    <a:pt x="7537" y="2119"/>
                  </a:lnTo>
                  <a:cubicBezTo>
                    <a:pt x="7680" y="1905"/>
                    <a:pt x="7656" y="1619"/>
                    <a:pt x="7454" y="1441"/>
                  </a:cubicBezTo>
                  <a:lnTo>
                    <a:pt x="7096" y="1084"/>
                  </a:lnTo>
                  <a:cubicBezTo>
                    <a:pt x="6992" y="980"/>
                    <a:pt x="6848" y="924"/>
                    <a:pt x="6705" y="924"/>
                  </a:cubicBezTo>
                  <a:cubicBezTo>
                    <a:pt x="6603" y="924"/>
                    <a:pt x="6502" y="953"/>
                    <a:pt x="6418" y="1012"/>
                  </a:cubicBezTo>
                  <a:lnTo>
                    <a:pt x="5715" y="1465"/>
                  </a:lnTo>
                  <a:cubicBezTo>
                    <a:pt x="5549" y="1381"/>
                    <a:pt x="5394" y="1322"/>
                    <a:pt x="5227" y="1262"/>
                  </a:cubicBezTo>
                  <a:lnTo>
                    <a:pt x="5060" y="441"/>
                  </a:lnTo>
                  <a:cubicBezTo>
                    <a:pt x="5013" y="191"/>
                    <a:pt x="4775" y="0"/>
                    <a:pt x="452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8" name="Google Shape;3198;p57"/>
            <p:cNvSpPr/>
            <p:nvPr/>
          </p:nvSpPr>
          <p:spPr>
            <a:xfrm>
              <a:off x="3184798" y="3878883"/>
              <a:ext cx="109550" cy="94018"/>
            </a:xfrm>
            <a:custGeom>
              <a:rect b="b" l="l" r="r" t="t"/>
              <a:pathLst>
                <a:path extrusionOk="0" h="2954" w="3442">
                  <a:moveTo>
                    <a:pt x="1465" y="1"/>
                  </a:moveTo>
                  <a:cubicBezTo>
                    <a:pt x="941" y="1"/>
                    <a:pt x="453" y="191"/>
                    <a:pt x="72" y="561"/>
                  </a:cubicBezTo>
                  <a:cubicBezTo>
                    <a:pt x="0" y="632"/>
                    <a:pt x="0" y="739"/>
                    <a:pt x="72" y="811"/>
                  </a:cubicBezTo>
                  <a:cubicBezTo>
                    <a:pt x="113" y="852"/>
                    <a:pt x="158" y="873"/>
                    <a:pt x="203" y="873"/>
                  </a:cubicBezTo>
                  <a:cubicBezTo>
                    <a:pt x="247" y="873"/>
                    <a:pt x="292" y="852"/>
                    <a:pt x="334" y="811"/>
                  </a:cubicBezTo>
                  <a:cubicBezTo>
                    <a:pt x="631" y="513"/>
                    <a:pt x="1024" y="358"/>
                    <a:pt x="1465" y="358"/>
                  </a:cubicBezTo>
                  <a:cubicBezTo>
                    <a:pt x="2358" y="358"/>
                    <a:pt x="3084" y="1084"/>
                    <a:pt x="3084" y="1977"/>
                  </a:cubicBezTo>
                  <a:cubicBezTo>
                    <a:pt x="3084" y="2227"/>
                    <a:pt x="3024" y="2477"/>
                    <a:pt x="2905" y="2716"/>
                  </a:cubicBezTo>
                  <a:cubicBezTo>
                    <a:pt x="2846" y="2799"/>
                    <a:pt x="2894" y="2894"/>
                    <a:pt x="2977" y="2942"/>
                  </a:cubicBezTo>
                  <a:cubicBezTo>
                    <a:pt x="3013" y="2954"/>
                    <a:pt x="3036" y="2954"/>
                    <a:pt x="3048" y="2954"/>
                  </a:cubicBezTo>
                  <a:cubicBezTo>
                    <a:pt x="3108" y="2954"/>
                    <a:pt x="3167" y="2930"/>
                    <a:pt x="3215" y="2870"/>
                  </a:cubicBezTo>
                  <a:cubicBezTo>
                    <a:pt x="3370" y="2585"/>
                    <a:pt x="3441" y="2287"/>
                    <a:pt x="3441" y="1977"/>
                  </a:cubicBezTo>
                  <a:cubicBezTo>
                    <a:pt x="3441" y="894"/>
                    <a:pt x="2560" y="1"/>
                    <a:pt x="14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9" name="Google Shape;3199;p57"/>
            <p:cNvSpPr/>
            <p:nvPr/>
          </p:nvSpPr>
          <p:spPr>
            <a:xfrm>
              <a:off x="3168120" y="3917331"/>
              <a:ext cx="102707" cy="87016"/>
            </a:xfrm>
            <a:custGeom>
              <a:rect b="b" l="l" r="r" t="t"/>
              <a:pathLst>
                <a:path extrusionOk="0" h="2734" w="3227">
                  <a:moveTo>
                    <a:pt x="277" y="0"/>
                  </a:moveTo>
                  <a:cubicBezTo>
                    <a:pt x="203" y="0"/>
                    <a:pt x="136" y="38"/>
                    <a:pt x="108" y="115"/>
                  </a:cubicBezTo>
                  <a:cubicBezTo>
                    <a:pt x="36" y="317"/>
                    <a:pt x="0" y="531"/>
                    <a:pt x="0" y="758"/>
                  </a:cubicBezTo>
                  <a:cubicBezTo>
                    <a:pt x="0" y="1841"/>
                    <a:pt x="881" y="2734"/>
                    <a:pt x="1977" y="2734"/>
                  </a:cubicBezTo>
                  <a:cubicBezTo>
                    <a:pt x="2394" y="2734"/>
                    <a:pt x="2798" y="2603"/>
                    <a:pt x="3144" y="2365"/>
                  </a:cubicBezTo>
                  <a:cubicBezTo>
                    <a:pt x="3215" y="2305"/>
                    <a:pt x="3227" y="2198"/>
                    <a:pt x="3191" y="2127"/>
                  </a:cubicBezTo>
                  <a:cubicBezTo>
                    <a:pt x="3162" y="2075"/>
                    <a:pt x="3106" y="2051"/>
                    <a:pt x="3050" y="2051"/>
                  </a:cubicBezTo>
                  <a:cubicBezTo>
                    <a:pt x="3015" y="2051"/>
                    <a:pt x="2981" y="2061"/>
                    <a:pt x="2953" y="2079"/>
                  </a:cubicBezTo>
                  <a:cubicBezTo>
                    <a:pt x="2667" y="2282"/>
                    <a:pt x="2334" y="2389"/>
                    <a:pt x="2001" y="2389"/>
                  </a:cubicBezTo>
                  <a:cubicBezTo>
                    <a:pt x="1108" y="2389"/>
                    <a:pt x="370" y="1662"/>
                    <a:pt x="370" y="769"/>
                  </a:cubicBezTo>
                  <a:cubicBezTo>
                    <a:pt x="370" y="591"/>
                    <a:pt x="405" y="412"/>
                    <a:pt x="465" y="246"/>
                  </a:cubicBezTo>
                  <a:cubicBezTo>
                    <a:pt x="465" y="138"/>
                    <a:pt x="417" y="43"/>
                    <a:pt x="334" y="7"/>
                  </a:cubicBezTo>
                  <a:cubicBezTo>
                    <a:pt x="315" y="3"/>
                    <a:pt x="296" y="0"/>
                    <a:pt x="27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0" name="Google Shape;3200;p57"/>
            <p:cNvSpPr/>
            <p:nvPr/>
          </p:nvSpPr>
          <p:spPr>
            <a:xfrm>
              <a:off x="3264749" y="3976275"/>
              <a:ext cx="183836" cy="183836"/>
            </a:xfrm>
            <a:custGeom>
              <a:rect b="b" l="l" r="r" t="t"/>
              <a:pathLst>
                <a:path extrusionOk="0" h="5776" w="5776">
                  <a:moveTo>
                    <a:pt x="2739" y="1"/>
                  </a:moveTo>
                  <a:cubicBezTo>
                    <a:pt x="2548" y="1"/>
                    <a:pt x="2370" y="156"/>
                    <a:pt x="2322" y="346"/>
                  </a:cubicBezTo>
                  <a:lnTo>
                    <a:pt x="2215" y="846"/>
                  </a:lnTo>
                  <a:cubicBezTo>
                    <a:pt x="2132" y="882"/>
                    <a:pt x="2036" y="930"/>
                    <a:pt x="1953" y="953"/>
                  </a:cubicBezTo>
                  <a:lnTo>
                    <a:pt x="1525" y="668"/>
                  </a:lnTo>
                  <a:cubicBezTo>
                    <a:pt x="1454" y="627"/>
                    <a:pt x="1372" y="606"/>
                    <a:pt x="1291" y="606"/>
                  </a:cubicBezTo>
                  <a:cubicBezTo>
                    <a:pt x="1181" y="606"/>
                    <a:pt x="1071" y="645"/>
                    <a:pt x="989" y="727"/>
                  </a:cubicBezTo>
                  <a:lnTo>
                    <a:pt x="751" y="965"/>
                  </a:lnTo>
                  <a:cubicBezTo>
                    <a:pt x="620" y="1108"/>
                    <a:pt x="584" y="1322"/>
                    <a:pt x="691" y="1501"/>
                  </a:cubicBezTo>
                  <a:lnTo>
                    <a:pt x="977" y="1942"/>
                  </a:lnTo>
                  <a:cubicBezTo>
                    <a:pt x="917" y="2061"/>
                    <a:pt x="870" y="2180"/>
                    <a:pt x="822" y="2311"/>
                  </a:cubicBezTo>
                  <a:cubicBezTo>
                    <a:pt x="786" y="2394"/>
                    <a:pt x="858" y="2501"/>
                    <a:pt x="941" y="2537"/>
                  </a:cubicBezTo>
                  <a:cubicBezTo>
                    <a:pt x="954" y="2541"/>
                    <a:pt x="967" y="2542"/>
                    <a:pt x="980" y="2542"/>
                  </a:cubicBezTo>
                  <a:cubicBezTo>
                    <a:pt x="1055" y="2542"/>
                    <a:pt x="1137" y="2489"/>
                    <a:pt x="1167" y="2418"/>
                  </a:cubicBezTo>
                  <a:cubicBezTo>
                    <a:pt x="1203" y="2275"/>
                    <a:pt x="1251" y="2144"/>
                    <a:pt x="1322" y="2025"/>
                  </a:cubicBezTo>
                  <a:cubicBezTo>
                    <a:pt x="1358" y="1965"/>
                    <a:pt x="1358" y="1894"/>
                    <a:pt x="1322" y="1846"/>
                  </a:cubicBezTo>
                  <a:lnTo>
                    <a:pt x="989" y="1322"/>
                  </a:lnTo>
                  <a:cubicBezTo>
                    <a:pt x="977" y="1299"/>
                    <a:pt x="977" y="1263"/>
                    <a:pt x="1001" y="1239"/>
                  </a:cubicBezTo>
                  <a:lnTo>
                    <a:pt x="1239" y="1001"/>
                  </a:lnTo>
                  <a:cubicBezTo>
                    <a:pt x="1258" y="981"/>
                    <a:pt x="1274" y="973"/>
                    <a:pt x="1291" y="973"/>
                  </a:cubicBezTo>
                  <a:cubicBezTo>
                    <a:pt x="1304" y="973"/>
                    <a:pt x="1318" y="978"/>
                    <a:pt x="1334" y="989"/>
                  </a:cubicBezTo>
                  <a:lnTo>
                    <a:pt x="1846" y="1322"/>
                  </a:lnTo>
                  <a:cubicBezTo>
                    <a:pt x="1878" y="1342"/>
                    <a:pt x="1910" y="1354"/>
                    <a:pt x="1942" y="1354"/>
                  </a:cubicBezTo>
                  <a:cubicBezTo>
                    <a:pt x="1969" y="1354"/>
                    <a:pt x="1997" y="1345"/>
                    <a:pt x="2025" y="1322"/>
                  </a:cubicBezTo>
                  <a:cubicBezTo>
                    <a:pt x="2144" y="1251"/>
                    <a:pt x="2287" y="1203"/>
                    <a:pt x="2417" y="1156"/>
                  </a:cubicBezTo>
                  <a:cubicBezTo>
                    <a:pt x="2477" y="1144"/>
                    <a:pt x="2537" y="1084"/>
                    <a:pt x="2537" y="1025"/>
                  </a:cubicBezTo>
                  <a:lnTo>
                    <a:pt x="2656" y="418"/>
                  </a:lnTo>
                  <a:cubicBezTo>
                    <a:pt x="2656" y="382"/>
                    <a:pt x="2679" y="358"/>
                    <a:pt x="2727" y="358"/>
                  </a:cubicBezTo>
                  <a:lnTo>
                    <a:pt x="3060" y="358"/>
                  </a:lnTo>
                  <a:cubicBezTo>
                    <a:pt x="3084" y="358"/>
                    <a:pt x="3120" y="394"/>
                    <a:pt x="3132" y="418"/>
                  </a:cubicBezTo>
                  <a:lnTo>
                    <a:pt x="3251" y="1025"/>
                  </a:lnTo>
                  <a:cubicBezTo>
                    <a:pt x="3263" y="1084"/>
                    <a:pt x="3310" y="1144"/>
                    <a:pt x="3370" y="1156"/>
                  </a:cubicBezTo>
                  <a:cubicBezTo>
                    <a:pt x="3501" y="1203"/>
                    <a:pt x="3632" y="1251"/>
                    <a:pt x="3751" y="1322"/>
                  </a:cubicBezTo>
                  <a:cubicBezTo>
                    <a:pt x="3781" y="1340"/>
                    <a:pt x="3816" y="1349"/>
                    <a:pt x="3849" y="1349"/>
                  </a:cubicBezTo>
                  <a:cubicBezTo>
                    <a:pt x="3882" y="1349"/>
                    <a:pt x="3912" y="1340"/>
                    <a:pt x="3930" y="1322"/>
                  </a:cubicBezTo>
                  <a:lnTo>
                    <a:pt x="4453" y="989"/>
                  </a:lnTo>
                  <a:cubicBezTo>
                    <a:pt x="4469" y="978"/>
                    <a:pt x="4483" y="973"/>
                    <a:pt x="4497" y="973"/>
                  </a:cubicBezTo>
                  <a:cubicBezTo>
                    <a:pt x="4513" y="973"/>
                    <a:pt x="4529" y="981"/>
                    <a:pt x="4549" y="1001"/>
                  </a:cubicBezTo>
                  <a:lnTo>
                    <a:pt x="4787" y="1239"/>
                  </a:lnTo>
                  <a:cubicBezTo>
                    <a:pt x="4811" y="1263"/>
                    <a:pt x="4811" y="1299"/>
                    <a:pt x="4799" y="1322"/>
                  </a:cubicBezTo>
                  <a:lnTo>
                    <a:pt x="4453" y="1846"/>
                  </a:lnTo>
                  <a:cubicBezTo>
                    <a:pt x="4430" y="1906"/>
                    <a:pt x="4406" y="1965"/>
                    <a:pt x="4453" y="2025"/>
                  </a:cubicBezTo>
                  <a:cubicBezTo>
                    <a:pt x="4525" y="2144"/>
                    <a:pt x="4573" y="2275"/>
                    <a:pt x="4620" y="2418"/>
                  </a:cubicBezTo>
                  <a:cubicBezTo>
                    <a:pt x="4632" y="2477"/>
                    <a:pt x="4692" y="2537"/>
                    <a:pt x="4751" y="2537"/>
                  </a:cubicBezTo>
                  <a:lnTo>
                    <a:pt x="5358" y="2656"/>
                  </a:lnTo>
                  <a:cubicBezTo>
                    <a:pt x="5394" y="2656"/>
                    <a:pt x="5418" y="2680"/>
                    <a:pt x="5418" y="2727"/>
                  </a:cubicBezTo>
                  <a:lnTo>
                    <a:pt x="5418" y="3049"/>
                  </a:lnTo>
                  <a:cubicBezTo>
                    <a:pt x="5418" y="3085"/>
                    <a:pt x="5394" y="3108"/>
                    <a:pt x="5358" y="3132"/>
                  </a:cubicBezTo>
                  <a:lnTo>
                    <a:pt x="4751" y="3251"/>
                  </a:lnTo>
                  <a:cubicBezTo>
                    <a:pt x="4692" y="3263"/>
                    <a:pt x="4632" y="3311"/>
                    <a:pt x="4620" y="3370"/>
                  </a:cubicBezTo>
                  <a:cubicBezTo>
                    <a:pt x="4573" y="3501"/>
                    <a:pt x="4525" y="3632"/>
                    <a:pt x="4453" y="3751"/>
                  </a:cubicBezTo>
                  <a:cubicBezTo>
                    <a:pt x="4430" y="3811"/>
                    <a:pt x="4430" y="3882"/>
                    <a:pt x="4453" y="3930"/>
                  </a:cubicBezTo>
                  <a:lnTo>
                    <a:pt x="4799" y="4454"/>
                  </a:lnTo>
                  <a:cubicBezTo>
                    <a:pt x="4811" y="4478"/>
                    <a:pt x="4811" y="4513"/>
                    <a:pt x="4787" y="4537"/>
                  </a:cubicBezTo>
                  <a:lnTo>
                    <a:pt x="4549" y="4775"/>
                  </a:lnTo>
                  <a:cubicBezTo>
                    <a:pt x="4526" y="4798"/>
                    <a:pt x="4508" y="4806"/>
                    <a:pt x="4489" y="4806"/>
                  </a:cubicBezTo>
                  <a:cubicBezTo>
                    <a:pt x="4478" y="4806"/>
                    <a:pt x="4467" y="4803"/>
                    <a:pt x="4453" y="4799"/>
                  </a:cubicBezTo>
                  <a:lnTo>
                    <a:pt x="3930" y="4454"/>
                  </a:lnTo>
                  <a:cubicBezTo>
                    <a:pt x="3898" y="4435"/>
                    <a:pt x="3866" y="4422"/>
                    <a:pt x="3834" y="4422"/>
                  </a:cubicBezTo>
                  <a:cubicBezTo>
                    <a:pt x="3806" y="4422"/>
                    <a:pt x="3779" y="4432"/>
                    <a:pt x="3751" y="4454"/>
                  </a:cubicBezTo>
                  <a:cubicBezTo>
                    <a:pt x="3632" y="4525"/>
                    <a:pt x="3501" y="4573"/>
                    <a:pt x="3370" y="4621"/>
                  </a:cubicBezTo>
                  <a:cubicBezTo>
                    <a:pt x="3310" y="4632"/>
                    <a:pt x="3251" y="4692"/>
                    <a:pt x="3251" y="4751"/>
                  </a:cubicBezTo>
                  <a:lnTo>
                    <a:pt x="3132" y="5359"/>
                  </a:lnTo>
                  <a:cubicBezTo>
                    <a:pt x="3132" y="5394"/>
                    <a:pt x="3096" y="5418"/>
                    <a:pt x="3060" y="5418"/>
                  </a:cubicBezTo>
                  <a:lnTo>
                    <a:pt x="2727" y="5418"/>
                  </a:lnTo>
                  <a:cubicBezTo>
                    <a:pt x="2703" y="5418"/>
                    <a:pt x="2668" y="5394"/>
                    <a:pt x="2656" y="5359"/>
                  </a:cubicBezTo>
                  <a:lnTo>
                    <a:pt x="2537" y="4751"/>
                  </a:lnTo>
                  <a:cubicBezTo>
                    <a:pt x="2525" y="4692"/>
                    <a:pt x="2477" y="4632"/>
                    <a:pt x="2417" y="4621"/>
                  </a:cubicBezTo>
                  <a:cubicBezTo>
                    <a:pt x="2287" y="4573"/>
                    <a:pt x="2144" y="4525"/>
                    <a:pt x="2025" y="4454"/>
                  </a:cubicBezTo>
                  <a:cubicBezTo>
                    <a:pt x="1995" y="4436"/>
                    <a:pt x="1962" y="4427"/>
                    <a:pt x="1931" y="4427"/>
                  </a:cubicBezTo>
                  <a:cubicBezTo>
                    <a:pt x="1900" y="4427"/>
                    <a:pt x="1870" y="4436"/>
                    <a:pt x="1846" y="4454"/>
                  </a:cubicBezTo>
                  <a:lnTo>
                    <a:pt x="1334" y="4799"/>
                  </a:lnTo>
                  <a:cubicBezTo>
                    <a:pt x="1321" y="4803"/>
                    <a:pt x="1309" y="4806"/>
                    <a:pt x="1298" y="4806"/>
                  </a:cubicBezTo>
                  <a:cubicBezTo>
                    <a:pt x="1279" y="4806"/>
                    <a:pt x="1261" y="4798"/>
                    <a:pt x="1239" y="4775"/>
                  </a:cubicBezTo>
                  <a:lnTo>
                    <a:pt x="1001" y="4537"/>
                  </a:lnTo>
                  <a:cubicBezTo>
                    <a:pt x="977" y="4513"/>
                    <a:pt x="977" y="4478"/>
                    <a:pt x="989" y="4454"/>
                  </a:cubicBezTo>
                  <a:lnTo>
                    <a:pt x="1322" y="3930"/>
                  </a:lnTo>
                  <a:cubicBezTo>
                    <a:pt x="1358" y="3870"/>
                    <a:pt x="1370" y="3811"/>
                    <a:pt x="1322" y="3751"/>
                  </a:cubicBezTo>
                  <a:cubicBezTo>
                    <a:pt x="1251" y="3632"/>
                    <a:pt x="1215" y="3501"/>
                    <a:pt x="1167" y="3370"/>
                  </a:cubicBezTo>
                  <a:cubicBezTo>
                    <a:pt x="1144" y="3311"/>
                    <a:pt x="1084" y="3251"/>
                    <a:pt x="1024" y="3251"/>
                  </a:cubicBezTo>
                  <a:lnTo>
                    <a:pt x="417" y="3132"/>
                  </a:lnTo>
                  <a:cubicBezTo>
                    <a:pt x="393" y="3132"/>
                    <a:pt x="358" y="3097"/>
                    <a:pt x="358" y="3049"/>
                  </a:cubicBezTo>
                  <a:lnTo>
                    <a:pt x="358" y="2727"/>
                  </a:lnTo>
                  <a:cubicBezTo>
                    <a:pt x="358" y="2692"/>
                    <a:pt x="393" y="2668"/>
                    <a:pt x="417" y="2656"/>
                  </a:cubicBezTo>
                  <a:lnTo>
                    <a:pt x="465" y="2632"/>
                  </a:lnTo>
                  <a:cubicBezTo>
                    <a:pt x="548" y="2620"/>
                    <a:pt x="632" y="2525"/>
                    <a:pt x="596" y="2430"/>
                  </a:cubicBezTo>
                  <a:cubicBezTo>
                    <a:pt x="586" y="2352"/>
                    <a:pt x="520" y="2289"/>
                    <a:pt x="444" y="2289"/>
                  </a:cubicBezTo>
                  <a:cubicBezTo>
                    <a:pt x="428" y="2289"/>
                    <a:pt x="410" y="2292"/>
                    <a:pt x="393" y="2299"/>
                  </a:cubicBezTo>
                  <a:lnTo>
                    <a:pt x="346" y="2311"/>
                  </a:lnTo>
                  <a:cubicBezTo>
                    <a:pt x="155" y="2358"/>
                    <a:pt x="1" y="2513"/>
                    <a:pt x="1" y="2727"/>
                  </a:cubicBezTo>
                  <a:lnTo>
                    <a:pt x="1" y="3049"/>
                  </a:lnTo>
                  <a:cubicBezTo>
                    <a:pt x="1" y="3251"/>
                    <a:pt x="155" y="3430"/>
                    <a:pt x="346" y="3466"/>
                  </a:cubicBezTo>
                  <a:lnTo>
                    <a:pt x="846" y="3573"/>
                  </a:lnTo>
                  <a:cubicBezTo>
                    <a:pt x="882" y="3668"/>
                    <a:pt x="929" y="3751"/>
                    <a:pt x="953" y="3847"/>
                  </a:cubicBezTo>
                  <a:lnTo>
                    <a:pt x="679" y="4275"/>
                  </a:lnTo>
                  <a:cubicBezTo>
                    <a:pt x="572" y="4442"/>
                    <a:pt x="584" y="4656"/>
                    <a:pt x="727" y="4811"/>
                  </a:cubicBezTo>
                  <a:lnTo>
                    <a:pt x="977" y="5049"/>
                  </a:lnTo>
                  <a:cubicBezTo>
                    <a:pt x="1055" y="5127"/>
                    <a:pt x="1163" y="5172"/>
                    <a:pt x="1278" y="5172"/>
                  </a:cubicBezTo>
                  <a:cubicBezTo>
                    <a:pt x="1356" y="5172"/>
                    <a:pt x="1436" y="5152"/>
                    <a:pt x="1513" y="5109"/>
                  </a:cubicBezTo>
                  <a:lnTo>
                    <a:pt x="1941" y="4823"/>
                  </a:lnTo>
                  <a:cubicBezTo>
                    <a:pt x="2025" y="4871"/>
                    <a:pt x="2120" y="4894"/>
                    <a:pt x="2203" y="4930"/>
                  </a:cubicBezTo>
                  <a:lnTo>
                    <a:pt x="2310" y="5430"/>
                  </a:lnTo>
                  <a:cubicBezTo>
                    <a:pt x="2358" y="5633"/>
                    <a:pt x="2513" y="5775"/>
                    <a:pt x="2727" y="5775"/>
                  </a:cubicBezTo>
                  <a:lnTo>
                    <a:pt x="3060" y="5775"/>
                  </a:lnTo>
                  <a:cubicBezTo>
                    <a:pt x="3251" y="5775"/>
                    <a:pt x="3430" y="5633"/>
                    <a:pt x="3465" y="5430"/>
                  </a:cubicBezTo>
                  <a:lnTo>
                    <a:pt x="3572" y="4930"/>
                  </a:lnTo>
                  <a:cubicBezTo>
                    <a:pt x="3668" y="4894"/>
                    <a:pt x="3751" y="4859"/>
                    <a:pt x="3846" y="4823"/>
                  </a:cubicBezTo>
                  <a:lnTo>
                    <a:pt x="4275" y="5109"/>
                  </a:lnTo>
                  <a:cubicBezTo>
                    <a:pt x="4344" y="5153"/>
                    <a:pt x="4422" y="5175"/>
                    <a:pt x="4500" y="5175"/>
                  </a:cubicBezTo>
                  <a:cubicBezTo>
                    <a:pt x="4610" y="5175"/>
                    <a:pt x="4720" y="5132"/>
                    <a:pt x="4811" y="5049"/>
                  </a:cubicBezTo>
                  <a:lnTo>
                    <a:pt x="5049" y="4811"/>
                  </a:lnTo>
                  <a:cubicBezTo>
                    <a:pt x="5180" y="4680"/>
                    <a:pt x="5215" y="4454"/>
                    <a:pt x="5108" y="4275"/>
                  </a:cubicBezTo>
                  <a:lnTo>
                    <a:pt x="4823" y="3847"/>
                  </a:lnTo>
                  <a:cubicBezTo>
                    <a:pt x="4870" y="3751"/>
                    <a:pt x="4894" y="3668"/>
                    <a:pt x="4930" y="3573"/>
                  </a:cubicBezTo>
                  <a:lnTo>
                    <a:pt x="5442" y="3466"/>
                  </a:lnTo>
                  <a:cubicBezTo>
                    <a:pt x="5632" y="3430"/>
                    <a:pt x="5775" y="3263"/>
                    <a:pt x="5775" y="3049"/>
                  </a:cubicBezTo>
                  <a:lnTo>
                    <a:pt x="5775" y="2727"/>
                  </a:lnTo>
                  <a:cubicBezTo>
                    <a:pt x="5775" y="2513"/>
                    <a:pt x="5644" y="2358"/>
                    <a:pt x="5454" y="2311"/>
                  </a:cubicBezTo>
                  <a:lnTo>
                    <a:pt x="4942" y="2204"/>
                  </a:lnTo>
                  <a:cubicBezTo>
                    <a:pt x="4918" y="2120"/>
                    <a:pt x="4870" y="2025"/>
                    <a:pt x="4846" y="1942"/>
                  </a:cubicBezTo>
                  <a:lnTo>
                    <a:pt x="5120" y="1501"/>
                  </a:lnTo>
                  <a:cubicBezTo>
                    <a:pt x="5227" y="1346"/>
                    <a:pt x="5215" y="1120"/>
                    <a:pt x="5061" y="965"/>
                  </a:cubicBezTo>
                  <a:lnTo>
                    <a:pt x="4823" y="727"/>
                  </a:lnTo>
                  <a:cubicBezTo>
                    <a:pt x="4745" y="650"/>
                    <a:pt x="4634" y="610"/>
                    <a:pt x="4520" y="610"/>
                  </a:cubicBezTo>
                  <a:cubicBezTo>
                    <a:pt x="4441" y="610"/>
                    <a:pt x="4360" y="629"/>
                    <a:pt x="4287" y="668"/>
                  </a:cubicBezTo>
                  <a:lnTo>
                    <a:pt x="3858" y="953"/>
                  </a:lnTo>
                  <a:cubicBezTo>
                    <a:pt x="3763" y="906"/>
                    <a:pt x="3680" y="882"/>
                    <a:pt x="3596" y="846"/>
                  </a:cubicBezTo>
                  <a:lnTo>
                    <a:pt x="3489" y="346"/>
                  </a:lnTo>
                  <a:cubicBezTo>
                    <a:pt x="3441" y="156"/>
                    <a:pt x="3275" y="1"/>
                    <a:pt x="307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1" name="Google Shape;3201;p57"/>
            <p:cNvSpPr/>
            <p:nvPr/>
          </p:nvSpPr>
          <p:spPr>
            <a:xfrm>
              <a:off x="3326526" y="4036907"/>
              <a:ext cx="62541" cy="62573"/>
            </a:xfrm>
            <a:custGeom>
              <a:rect b="b" l="l" r="r" t="t"/>
              <a:pathLst>
                <a:path extrusionOk="0" h="1966" w="1965">
                  <a:moveTo>
                    <a:pt x="977" y="1"/>
                  </a:moveTo>
                  <a:cubicBezTo>
                    <a:pt x="441" y="1"/>
                    <a:pt x="0" y="453"/>
                    <a:pt x="0" y="989"/>
                  </a:cubicBezTo>
                  <a:cubicBezTo>
                    <a:pt x="0" y="1525"/>
                    <a:pt x="441" y="1965"/>
                    <a:pt x="977" y="1965"/>
                  </a:cubicBezTo>
                  <a:cubicBezTo>
                    <a:pt x="1203" y="1965"/>
                    <a:pt x="1417" y="1894"/>
                    <a:pt x="1572" y="1763"/>
                  </a:cubicBezTo>
                  <a:cubicBezTo>
                    <a:pt x="1655" y="1703"/>
                    <a:pt x="1667" y="1596"/>
                    <a:pt x="1608" y="1501"/>
                  </a:cubicBezTo>
                  <a:cubicBezTo>
                    <a:pt x="1574" y="1461"/>
                    <a:pt x="1525" y="1439"/>
                    <a:pt x="1473" y="1439"/>
                  </a:cubicBezTo>
                  <a:cubicBezTo>
                    <a:pt x="1434" y="1439"/>
                    <a:pt x="1394" y="1452"/>
                    <a:pt x="1358" y="1477"/>
                  </a:cubicBezTo>
                  <a:cubicBezTo>
                    <a:pt x="1250" y="1561"/>
                    <a:pt x="1119" y="1608"/>
                    <a:pt x="965" y="1608"/>
                  </a:cubicBezTo>
                  <a:cubicBezTo>
                    <a:pt x="619" y="1608"/>
                    <a:pt x="346" y="1322"/>
                    <a:pt x="346" y="977"/>
                  </a:cubicBezTo>
                  <a:cubicBezTo>
                    <a:pt x="346" y="644"/>
                    <a:pt x="619" y="358"/>
                    <a:pt x="977" y="358"/>
                  </a:cubicBezTo>
                  <a:cubicBezTo>
                    <a:pt x="1322" y="358"/>
                    <a:pt x="1608" y="644"/>
                    <a:pt x="1608" y="989"/>
                  </a:cubicBezTo>
                  <a:cubicBezTo>
                    <a:pt x="1608" y="1084"/>
                    <a:pt x="1679" y="1168"/>
                    <a:pt x="1786" y="1168"/>
                  </a:cubicBezTo>
                  <a:cubicBezTo>
                    <a:pt x="1893" y="1168"/>
                    <a:pt x="1965" y="1084"/>
                    <a:pt x="1965" y="989"/>
                  </a:cubicBezTo>
                  <a:cubicBezTo>
                    <a:pt x="1965" y="453"/>
                    <a:pt x="1512" y="1"/>
                    <a:pt x="97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2" name="Google Shape;3202;p57"/>
            <p:cNvSpPr/>
            <p:nvPr/>
          </p:nvSpPr>
          <p:spPr>
            <a:xfrm>
              <a:off x="3196542" y="3907687"/>
              <a:ext cx="68238" cy="68238"/>
            </a:xfrm>
            <a:custGeom>
              <a:rect b="b" l="l" r="r" t="t"/>
              <a:pathLst>
                <a:path extrusionOk="0" h="2144" w="2144">
                  <a:moveTo>
                    <a:pt x="1072" y="358"/>
                  </a:moveTo>
                  <a:cubicBezTo>
                    <a:pt x="1477" y="358"/>
                    <a:pt x="1786" y="680"/>
                    <a:pt x="1786" y="1072"/>
                  </a:cubicBezTo>
                  <a:cubicBezTo>
                    <a:pt x="1786" y="1477"/>
                    <a:pt x="1465" y="1787"/>
                    <a:pt x="1072" y="1787"/>
                  </a:cubicBezTo>
                  <a:cubicBezTo>
                    <a:pt x="691" y="1787"/>
                    <a:pt x="358" y="1453"/>
                    <a:pt x="358" y="1072"/>
                  </a:cubicBezTo>
                  <a:cubicBezTo>
                    <a:pt x="358" y="668"/>
                    <a:pt x="691" y="358"/>
                    <a:pt x="1072" y="358"/>
                  </a:cubicBezTo>
                  <a:close/>
                  <a:moveTo>
                    <a:pt x="1072" y="1"/>
                  </a:moveTo>
                  <a:cubicBezTo>
                    <a:pt x="477" y="1"/>
                    <a:pt x="0" y="477"/>
                    <a:pt x="0" y="1072"/>
                  </a:cubicBezTo>
                  <a:cubicBezTo>
                    <a:pt x="0" y="1668"/>
                    <a:pt x="477" y="2144"/>
                    <a:pt x="1072" y="2144"/>
                  </a:cubicBezTo>
                  <a:cubicBezTo>
                    <a:pt x="1667" y="2144"/>
                    <a:pt x="2144" y="1656"/>
                    <a:pt x="2144" y="1072"/>
                  </a:cubicBezTo>
                  <a:cubicBezTo>
                    <a:pt x="2144" y="477"/>
                    <a:pt x="1667" y="1"/>
                    <a:pt x="107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03" name="Google Shape;3203;p57"/>
          <p:cNvSpPr txBox="1"/>
          <p:nvPr>
            <p:ph type="ctrTitle"/>
          </p:nvPr>
        </p:nvSpPr>
        <p:spPr>
          <a:xfrm flipH="1">
            <a:off x="973625" y="702025"/>
            <a:ext cx="14265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a:t>EXECUTION / EVALUATION</a:t>
            </a:r>
            <a:endParaRPr/>
          </a:p>
          <a:p>
            <a:pPr indent="0" lvl="0" marL="0" rtl="0" algn="ctr">
              <a:spcBef>
                <a:spcPts val="0"/>
              </a:spcBef>
              <a:spcAft>
                <a:spcPts val="0"/>
              </a:spcAft>
              <a:buNone/>
            </a:pPr>
            <a:r>
              <a:rPr lang="en"/>
              <a:t>LOOP</a:t>
            </a:r>
            <a:endParaRPr/>
          </a:p>
        </p:txBody>
      </p:sp>
      <p:sp>
        <p:nvSpPr>
          <p:cNvPr id="3204" name="Google Shape;3204;p57"/>
          <p:cNvSpPr txBox="1"/>
          <p:nvPr>
            <p:ph idx="1" type="subTitle"/>
          </p:nvPr>
        </p:nvSpPr>
        <p:spPr>
          <a:xfrm>
            <a:off x="432775" y="2744175"/>
            <a:ext cx="5506200" cy="1504500"/>
          </a:xfrm>
          <a:prstGeom prst="rect">
            <a:avLst/>
          </a:prstGeom>
        </p:spPr>
        <p:txBody>
          <a:bodyPr anchorCtr="0" anchor="t" bIns="91425" lIns="91425" spcFirstLastPara="1" rIns="91425" wrap="square" tIns="91425">
            <a:noAutofit/>
          </a:bodyPr>
          <a:lstStyle/>
          <a:p>
            <a:pPr indent="0" lvl="0" marL="571500" marR="0" rtl="0" algn="l">
              <a:lnSpc>
                <a:spcPct val="100000"/>
              </a:lnSpc>
              <a:spcBef>
                <a:spcPts val="0"/>
              </a:spcBef>
              <a:spcAft>
                <a:spcPts val="0"/>
              </a:spcAft>
              <a:buNone/>
            </a:pPr>
            <a:r>
              <a:rPr b="1" lang="en" sz="1500">
                <a:solidFill>
                  <a:srgbClr val="49476E"/>
                </a:solidFill>
              </a:rPr>
              <a:t>Seven stages </a:t>
            </a:r>
            <a:endParaRPr sz="1300">
              <a:solidFill>
                <a:srgbClr val="49476E"/>
              </a:solidFill>
            </a:endParaRPr>
          </a:p>
          <a:p>
            <a:pPr indent="-114300" lvl="1" marL="800100" marR="0" rtl="0" algn="l">
              <a:lnSpc>
                <a:spcPct val="100000"/>
              </a:lnSpc>
              <a:spcBef>
                <a:spcPts val="1000"/>
              </a:spcBef>
              <a:spcAft>
                <a:spcPts val="0"/>
              </a:spcAft>
              <a:buClr>
                <a:srgbClr val="49476E"/>
              </a:buClr>
              <a:buSzPts val="1300"/>
              <a:buNone/>
            </a:pPr>
            <a:r>
              <a:rPr lang="en" sz="1300">
                <a:solidFill>
                  <a:srgbClr val="49476E"/>
                </a:solidFill>
              </a:rPr>
              <a:t>user establishes the goal </a:t>
            </a:r>
            <a:endParaRPr sz="1300">
              <a:solidFill>
                <a:srgbClr val="49476E"/>
              </a:solidFill>
            </a:endParaRPr>
          </a:p>
          <a:p>
            <a:pPr indent="-114300" lvl="1" marL="800100" marR="0" rtl="0" algn="l">
              <a:lnSpc>
                <a:spcPct val="100000"/>
              </a:lnSpc>
              <a:spcBef>
                <a:spcPts val="0"/>
              </a:spcBef>
              <a:spcAft>
                <a:spcPts val="0"/>
              </a:spcAft>
              <a:buClr>
                <a:srgbClr val="49476E"/>
              </a:buClr>
              <a:buSzPts val="1300"/>
              <a:buNone/>
            </a:pPr>
            <a:r>
              <a:rPr lang="en" sz="1300">
                <a:solidFill>
                  <a:srgbClr val="49476E"/>
                </a:solidFill>
              </a:rPr>
              <a:t>formulates intention </a:t>
            </a:r>
            <a:endParaRPr sz="1300">
              <a:solidFill>
                <a:srgbClr val="49476E"/>
              </a:solidFill>
            </a:endParaRPr>
          </a:p>
          <a:p>
            <a:pPr indent="-114300" lvl="1" marL="800100" marR="0" rtl="0" algn="l">
              <a:lnSpc>
                <a:spcPct val="100000"/>
              </a:lnSpc>
              <a:spcBef>
                <a:spcPts val="0"/>
              </a:spcBef>
              <a:spcAft>
                <a:spcPts val="0"/>
              </a:spcAft>
              <a:buClr>
                <a:srgbClr val="49476E"/>
              </a:buClr>
              <a:buSzPts val="1300"/>
              <a:buNone/>
            </a:pPr>
            <a:r>
              <a:rPr lang="en" sz="1300">
                <a:solidFill>
                  <a:srgbClr val="49476E"/>
                </a:solidFill>
              </a:rPr>
              <a:t>specifies actions at interface </a:t>
            </a:r>
            <a:endParaRPr sz="1300">
              <a:solidFill>
                <a:srgbClr val="49476E"/>
              </a:solidFill>
            </a:endParaRPr>
          </a:p>
          <a:p>
            <a:pPr indent="-114300" lvl="1" marL="800100" marR="0" rtl="0" algn="l">
              <a:lnSpc>
                <a:spcPct val="100000"/>
              </a:lnSpc>
              <a:spcBef>
                <a:spcPts val="0"/>
              </a:spcBef>
              <a:spcAft>
                <a:spcPts val="0"/>
              </a:spcAft>
              <a:buClr>
                <a:srgbClr val="49476E"/>
              </a:buClr>
              <a:buSzPts val="1300"/>
              <a:buNone/>
            </a:pPr>
            <a:r>
              <a:rPr lang="en" sz="1300">
                <a:solidFill>
                  <a:srgbClr val="49476E"/>
                </a:solidFill>
              </a:rPr>
              <a:t>executes action </a:t>
            </a:r>
            <a:endParaRPr sz="1300">
              <a:solidFill>
                <a:srgbClr val="49476E"/>
              </a:solidFill>
            </a:endParaRPr>
          </a:p>
          <a:p>
            <a:pPr indent="-114300" lvl="1" marL="800100" marR="0" rtl="0" algn="l">
              <a:lnSpc>
                <a:spcPct val="100000"/>
              </a:lnSpc>
              <a:spcBef>
                <a:spcPts val="0"/>
              </a:spcBef>
              <a:spcAft>
                <a:spcPts val="0"/>
              </a:spcAft>
              <a:buClr>
                <a:schemeClr val="accent5"/>
              </a:buClr>
              <a:buSzPts val="1300"/>
              <a:buNone/>
            </a:pPr>
            <a:r>
              <a:rPr lang="en" sz="1300">
                <a:solidFill>
                  <a:schemeClr val="accent5"/>
                </a:solidFill>
              </a:rPr>
              <a:t>perceives system state </a:t>
            </a:r>
            <a:endParaRPr sz="1300">
              <a:solidFill>
                <a:schemeClr val="accent5"/>
              </a:solidFill>
            </a:endParaRPr>
          </a:p>
          <a:p>
            <a:pPr indent="-114300" lvl="1" marL="800100" marR="0" rtl="0" algn="l">
              <a:lnSpc>
                <a:spcPct val="100000"/>
              </a:lnSpc>
              <a:spcBef>
                <a:spcPts val="0"/>
              </a:spcBef>
              <a:spcAft>
                <a:spcPts val="0"/>
              </a:spcAft>
              <a:buClr>
                <a:schemeClr val="accent5"/>
              </a:buClr>
              <a:buSzPts val="1300"/>
              <a:buNone/>
            </a:pPr>
            <a:r>
              <a:rPr lang="en" sz="1300">
                <a:solidFill>
                  <a:schemeClr val="accent5"/>
                </a:solidFill>
              </a:rPr>
              <a:t>interprets system state </a:t>
            </a:r>
            <a:endParaRPr sz="1300">
              <a:solidFill>
                <a:schemeClr val="accent5"/>
              </a:solidFill>
            </a:endParaRPr>
          </a:p>
          <a:p>
            <a:pPr indent="-114300" lvl="1" marL="800100" marR="0" rtl="0" algn="l">
              <a:lnSpc>
                <a:spcPct val="100000"/>
              </a:lnSpc>
              <a:spcBef>
                <a:spcPts val="0"/>
              </a:spcBef>
              <a:spcAft>
                <a:spcPts val="0"/>
              </a:spcAft>
              <a:buClr>
                <a:schemeClr val="accent5"/>
              </a:buClr>
              <a:buSzPts val="1300"/>
              <a:buNone/>
            </a:pPr>
            <a:r>
              <a:rPr lang="en" sz="1300">
                <a:solidFill>
                  <a:schemeClr val="accent5"/>
                </a:solidFill>
              </a:rPr>
              <a:t>evaluates system state with respect to goal </a:t>
            </a:r>
            <a:endParaRPr sz="1300">
              <a:solidFill>
                <a:schemeClr val="accent5"/>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208" name="Shape 3208"/>
        <p:cNvGrpSpPr/>
        <p:nvPr/>
      </p:nvGrpSpPr>
      <p:grpSpPr>
        <a:xfrm>
          <a:off x="0" y="0"/>
          <a:ext cx="0" cy="0"/>
          <a:chOff x="0" y="0"/>
          <a:chExt cx="0" cy="0"/>
        </a:xfrm>
      </p:grpSpPr>
      <p:sp>
        <p:nvSpPr>
          <p:cNvPr id="3209" name="Google Shape;3209;p58"/>
          <p:cNvSpPr/>
          <p:nvPr/>
        </p:nvSpPr>
        <p:spPr>
          <a:xfrm rot="10800000">
            <a:off x="5942900" y="236656"/>
            <a:ext cx="912600" cy="1926000"/>
          </a:xfrm>
          <a:prstGeom prst="curvedRightArrow">
            <a:avLst>
              <a:gd fmla="val 25000" name="adj1"/>
              <a:gd fmla="val 50000" name="adj2"/>
              <a:gd fmla="val 25000" name="adj3"/>
            </a:avLst>
          </a:prstGeom>
          <a:solidFill>
            <a:srgbClr val="FFD4E0"/>
          </a:solidFill>
          <a:ln cap="flat" cmpd="sng" w="952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0" name="Google Shape;3210;p58"/>
          <p:cNvSpPr/>
          <p:nvPr/>
        </p:nvSpPr>
        <p:spPr>
          <a:xfrm>
            <a:off x="3962500" y="236656"/>
            <a:ext cx="912600" cy="1926000"/>
          </a:xfrm>
          <a:prstGeom prst="curvedRightArrow">
            <a:avLst>
              <a:gd fmla="val 25000" name="adj1"/>
              <a:gd fmla="val 50000" name="adj2"/>
              <a:gd fmla="val 25000" name="adj3"/>
            </a:avLst>
          </a:prstGeom>
          <a:solidFill>
            <a:srgbClr val="FFD4E0"/>
          </a:solidFill>
          <a:ln cap="flat" cmpd="sng" w="952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1" name="Google Shape;3211;p58"/>
          <p:cNvSpPr/>
          <p:nvPr/>
        </p:nvSpPr>
        <p:spPr>
          <a:xfrm rot="-2700000">
            <a:off x="4570336" y="-1292753"/>
            <a:ext cx="1778091" cy="1794213"/>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2" name="Google Shape;3212;p58"/>
          <p:cNvSpPr/>
          <p:nvPr/>
        </p:nvSpPr>
        <p:spPr>
          <a:xfrm rot="-2700000">
            <a:off x="4567330" y="1838810"/>
            <a:ext cx="1778091" cy="1794213"/>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3" name="Google Shape;3213;p58"/>
          <p:cNvSpPr/>
          <p:nvPr/>
        </p:nvSpPr>
        <p:spPr>
          <a:xfrm rot="-2700000">
            <a:off x="3003051" y="274531"/>
            <a:ext cx="1778091" cy="1794213"/>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4" name="Google Shape;3214;p58"/>
          <p:cNvSpPr/>
          <p:nvPr/>
        </p:nvSpPr>
        <p:spPr>
          <a:xfrm rot="-2700000">
            <a:off x="6134615" y="271526"/>
            <a:ext cx="1778091" cy="1794213"/>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5" name="Google Shape;3215;p58"/>
          <p:cNvSpPr txBox="1"/>
          <p:nvPr>
            <p:ph idx="3" type="subTitle"/>
          </p:nvPr>
        </p:nvSpPr>
        <p:spPr>
          <a:xfrm flipH="1">
            <a:off x="6283350" y="864583"/>
            <a:ext cx="1426500" cy="34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EVALUATION</a:t>
            </a:r>
            <a:endParaRPr/>
          </a:p>
        </p:txBody>
      </p:sp>
      <p:sp>
        <p:nvSpPr>
          <p:cNvPr id="3216" name="Google Shape;3216;p58"/>
          <p:cNvSpPr txBox="1"/>
          <p:nvPr>
            <p:ph idx="4" type="subTitle"/>
          </p:nvPr>
        </p:nvSpPr>
        <p:spPr>
          <a:xfrm flipH="1">
            <a:off x="4746125" y="2438745"/>
            <a:ext cx="1426500" cy="34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SYSTEM</a:t>
            </a:r>
            <a:endParaRPr/>
          </a:p>
        </p:txBody>
      </p:sp>
      <p:sp>
        <p:nvSpPr>
          <p:cNvPr id="3217" name="Google Shape;3217;p58"/>
          <p:cNvSpPr/>
          <p:nvPr/>
        </p:nvSpPr>
        <p:spPr>
          <a:xfrm>
            <a:off x="3638150" y="359838"/>
            <a:ext cx="507900" cy="507900"/>
          </a:xfrm>
          <a:prstGeom prst="rect">
            <a:avLst/>
          </a:pr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8" name="Google Shape;3218;p58"/>
          <p:cNvSpPr/>
          <p:nvPr/>
        </p:nvSpPr>
        <p:spPr>
          <a:xfrm>
            <a:off x="5205425" y="1929775"/>
            <a:ext cx="507900" cy="507900"/>
          </a:xfrm>
          <a:prstGeom prst="rect">
            <a:avLst/>
          </a:pr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9" name="Google Shape;3219;p58"/>
          <p:cNvSpPr/>
          <p:nvPr/>
        </p:nvSpPr>
        <p:spPr>
          <a:xfrm>
            <a:off x="6742650" y="362488"/>
            <a:ext cx="507900" cy="507900"/>
          </a:xfrm>
          <a:prstGeom prst="rect">
            <a:avLst/>
          </a:pr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0" name="Google Shape;3220;p58"/>
          <p:cNvSpPr txBox="1"/>
          <p:nvPr>
            <p:ph idx="6" type="subTitle"/>
          </p:nvPr>
        </p:nvSpPr>
        <p:spPr>
          <a:xfrm flipH="1">
            <a:off x="3178850" y="877019"/>
            <a:ext cx="1426500" cy="34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EXECUTION</a:t>
            </a:r>
            <a:endParaRPr/>
          </a:p>
        </p:txBody>
      </p:sp>
      <p:sp>
        <p:nvSpPr>
          <p:cNvPr id="3221" name="Google Shape;3221;p58"/>
          <p:cNvSpPr txBox="1"/>
          <p:nvPr>
            <p:ph idx="8" type="subTitle"/>
          </p:nvPr>
        </p:nvSpPr>
        <p:spPr>
          <a:xfrm flipH="1">
            <a:off x="3409325" y="1215300"/>
            <a:ext cx="1336800" cy="611400"/>
          </a:xfrm>
          <a:prstGeom prst="rect">
            <a:avLst/>
          </a:prstGeom>
        </p:spPr>
        <p:txBody>
          <a:bodyPr anchorCtr="0" anchor="t" bIns="91425" lIns="91425" spcFirstLastPara="1" rIns="91425" wrap="square" tIns="91425">
            <a:noAutofit/>
          </a:bodyPr>
          <a:lstStyle/>
          <a:p>
            <a:pPr indent="-120650" lvl="0" marL="57150" rtl="0" algn="l">
              <a:spcBef>
                <a:spcPts val="0"/>
              </a:spcBef>
              <a:spcAft>
                <a:spcPts val="0"/>
              </a:spcAft>
              <a:buSzPts val="1000"/>
              <a:buChar char="●"/>
            </a:pPr>
            <a:r>
              <a:rPr lang="en"/>
              <a:t>Formulates intention</a:t>
            </a:r>
            <a:endParaRPr/>
          </a:p>
          <a:p>
            <a:pPr indent="-120650" lvl="0" marL="57150" rtl="0" algn="l">
              <a:spcBef>
                <a:spcPts val="0"/>
              </a:spcBef>
              <a:spcAft>
                <a:spcPts val="0"/>
              </a:spcAft>
              <a:buSzPts val="1000"/>
              <a:buChar char="●"/>
            </a:pPr>
            <a:r>
              <a:rPr lang="en"/>
              <a:t>Specifies actions at interface</a:t>
            </a:r>
            <a:endParaRPr/>
          </a:p>
          <a:p>
            <a:pPr indent="-120650" lvl="0" marL="57150" rtl="0" algn="l">
              <a:spcBef>
                <a:spcPts val="0"/>
              </a:spcBef>
              <a:spcAft>
                <a:spcPts val="0"/>
              </a:spcAft>
              <a:buSzPts val="1000"/>
              <a:buChar char="●"/>
            </a:pPr>
            <a:r>
              <a:rPr lang="en"/>
              <a:t>Executes action</a:t>
            </a:r>
            <a:endParaRPr/>
          </a:p>
        </p:txBody>
      </p:sp>
      <p:sp>
        <p:nvSpPr>
          <p:cNvPr id="3222" name="Google Shape;3222;p58"/>
          <p:cNvSpPr txBox="1"/>
          <p:nvPr>
            <p:ph idx="8" type="subTitle"/>
          </p:nvPr>
        </p:nvSpPr>
        <p:spPr>
          <a:xfrm flipH="1">
            <a:off x="6495950" y="1215300"/>
            <a:ext cx="1485600" cy="611400"/>
          </a:xfrm>
          <a:prstGeom prst="rect">
            <a:avLst/>
          </a:prstGeom>
        </p:spPr>
        <p:txBody>
          <a:bodyPr anchorCtr="0" anchor="t" bIns="91425" lIns="91425" spcFirstLastPara="1" rIns="91425" wrap="square" tIns="91425">
            <a:noAutofit/>
          </a:bodyPr>
          <a:lstStyle/>
          <a:p>
            <a:pPr indent="-120650" lvl="0" marL="57150" rtl="0" algn="l">
              <a:spcBef>
                <a:spcPts val="0"/>
              </a:spcBef>
              <a:spcAft>
                <a:spcPts val="0"/>
              </a:spcAft>
              <a:buSzPts val="1000"/>
              <a:buChar char="●"/>
            </a:pPr>
            <a:r>
              <a:rPr lang="en"/>
              <a:t>Perceives system state</a:t>
            </a:r>
            <a:endParaRPr/>
          </a:p>
          <a:p>
            <a:pPr indent="-120650" lvl="0" marL="57150" rtl="0" algn="l">
              <a:spcBef>
                <a:spcPts val="0"/>
              </a:spcBef>
              <a:spcAft>
                <a:spcPts val="0"/>
              </a:spcAft>
              <a:buSzPts val="1000"/>
              <a:buChar char="●"/>
            </a:pPr>
            <a:r>
              <a:rPr lang="en"/>
              <a:t>Interprets system state</a:t>
            </a:r>
            <a:endParaRPr/>
          </a:p>
          <a:p>
            <a:pPr indent="-120650" lvl="0" marL="57150" rtl="0" algn="l">
              <a:spcBef>
                <a:spcPts val="0"/>
              </a:spcBef>
              <a:spcAft>
                <a:spcPts val="0"/>
              </a:spcAft>
              <a:buSzPts val="1000"/>
              <a:buChar char="●"/>
            </a:pPr>
            <a:r>
              <a:rPr lang="en"/>
              <a:t>Evaluates sytem stat </a:t>
            </a:r>
            <a:br>
              <a:rPr lang="en"/>
            </a:br>
            <a:r>
              <a:rPr lang="en"/>
              <a:t>with respect to goal</a:t>
            </a:r>
            <a:endParaRPr/>
          </a:p>
        </p:txBody>
      </p:sp>
      <p:grpSp>
        <p:nvGrpSpPr>
          <p:cNvPr id="3223" name="Google Shape;3223;p58"/>
          <p:cNvGrpSpPr/>
          <p:nvPr/>
        </p:nvGrpSpPr>
        <p:grpSpPr>
          <a:xfrm>
            <a:off x="6805350" y="438457"/>
            <a:ext cx="382519" cy="350682"/>
            <a:chOff x="2903337" y="4279032"/>
            <a:chExt cx="382519" cy="350682"/>
          </a:xfrm>
        </p:grpSpPr>
        <p:sp>
          <p:nvSpPr>
            <p:cNvPr id="3224" name="Google Shape;3224;p58"/>
            <p:cNvSpPr/>
            <p:nvPr/>
          </p:nvSpPr>
          <p:spPr>
            <a:xfrm>
              <a:off x="2966979" y="4320570"/>
              <a:ext cx="202248" cy="184183"/>
            </a:xfrm>
            <a:custGeom>
              <a:rect b="b" l="l" r="r" t="t"/>
              <a:pathLst>
                <a:path extrusionOk="0" h="5791" w="6359">
                  <a:moveTo>
                    <a:pt x="3179" y="361"/>
                  </a:moveTo>
                  <a:cubicBezTo>
                    <a:pt x="3834" y="361"/>
                    <a:pt x="4477" y="611"/>
                    <a:pt x="4989" y="1099"/>
                  </a:cubicBezTo>
                  <a:cubicBezTo>
                    <a:pt x="5965" y="2087"/>
                    <a:pt x="5965" y="3707"/>
                    <a:pt x="4965" y="4683"/>
                  </a:cubicBezTo>
                  <a:cubicBezTo>
                    <a:pt x="4465" y="5183"/>
                    <a:pt x="3813" y="5433"/>
                    <a:pt x="3164" y="5433"/>
                  </a:cubicBezTo>
                  <a:cubicBezTo>
                    <a:pt x="2515" y="5433"/>
                    <a:pt x="1870" y="5183"/>
                    <a:pt x="1381" y="4683"/>
                  </a:cubicBezTo>
                  <a:cubicBezTo>
                    <a:pt x="393" y="3695"/>
                    <a:pt x="381" y="2087"/>
                    <a:pt x="1381" y="1099"/>
                  </a:cubicBezTo>
                  <a:cubicBezTo>
                    <a:pt x="1870" y="611"/>
                    <a:pt x="2524" y="361"/>
                    <a:pt x="3179" y="361"/>
                  </a:cubicBezTo>
                  <a:close/>
                  <a:moveTo>
                    <a:pt x="3179" y="1"/>
                  </a:moveTo>
                  <a:cubicBezTo>
                    <a:pt x="2438" y="1"/>
                    <a:pt x="1697" y="284"/>
                    <a:pt x="1131" y="849"/>
                  </a:cubicBezTo>
                  <a:cubicBezTo>
                    <a:pt x="0" y="1980"/>
                    <a:pt x="0" y="3814"/>
                    <a:pt x="1131" y="4945"/>
                  </a:cubicBezTo>
                  <a:cubicBezTo>
                    <a:pt x="1691" y="5504"/>
                    <a:pt x="2441" y="5790"/>
                    <a:pt x="3167" y="5790"/>
                  </a:cubicBezTo>
                  <a:cubicBezTo>
                    <a:pt x="3917" y="5790"/>
                    <a:pt x="4644" y="5504"/>
                    <a:pt x="5203" y="4945"/>
                  </a:cubicBezTo>
                  <a:cubicBezTo>
                    <a:pt x="6358" y="3814"/>
                    <a:pt x="6358" y="1980"/>
                    <a:pt x="5227" y="849"/>
                  </a:cubicBezTo>
                  <a:cubicBezTo>
                    <a:pt x="4662" y="284"/>
                    <a:pt x="3920" y="1"/>
                    <a:pt x="31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5" name="Google Shape;3225;p58"/>
            <p:cNvSpPr/>
            <p:nvPr/>
          </p:nvSpPr>
          <p:spPr>
            <a:xfrm>
              <a:off x="2903337" y="4279032"/>
              <a:ext cx="382519" cy="350682"/>
            </a:xfrm>
            <a:custGeom>
              <a:rect b="b" l="l" r="r" t="t"/>
              <a:pathLst>
                <a:path extrusionOk="0" h="11026" w="12027">
                  <a:moveTo>
                    <a:pt x="5168" y="1072"/>
                  </a:moveTo>
                  <a:cubicBezTo>
                    <a:pt x="5966" y="1072"/>
                    <a:pt x="6776" y="1381"/>
                    <a:pt x="7383" y="1988"/>
                  </a:cubicBezTo>
                  <a:cubicBezTo>
                    <a:pt x="8609" y="3215"/>
                    <a:pt x="8609" y="5203"/>
                    <a:pt x="7383" y="6429"/>
                  </a:cubicBezTo>
                  <a:cubicBezTo>
                    <a:pt x="6776" y="7037"/>
                    <a:pt x="5966" y="7346"/>
                    <a:pt x="5168" y="7346"/>
                  </a:cubicBezTo>
                  <a:cubicBezTo>
                    <a:pt x="4359" y="7334"/>
                    <a:pt x="3561" y="7037"/>
                    <a:pt x="2954" y="6429"/>
                  </a:cubicBezTo>
                  <a:cubicBezTo>
                    <a:pt x="1727" y="5203"/>
                    <a:pt x="1727" y="3215"/>
                    <a:pt x="2954" y="1988"/>
                  </a:cubicBezTo>
                  <a:cubicBezTo>
                    <a:pt x="3561" y="1381"/>
                    <a:pt x="4359" y="1072"/>
                    <a:pt x="5168" y="1072"/>
                  </a:cubicBezTo>
                  <a:close/>
                  <a:moveTo>
                    <a:pt x="7788" y="6513"/>
                  </a:moveTo>
                  <a:lnTo>
                    <a:pt x="8538" y="7263"/>
                  </a:lnTo>
                  <a:lnTo>
                    <a:pt x="8240" y="7561"/>
                  </a:lnTo>
                  <a:lnTo>
                    <a:pt x="7490" y="6810"/>
                  </a:lnTo>
                  <a:cubicBezTo>
                    <a:pt x="7550" y="6763"/>
                    <a:pt x="7597" y="6727"/>
                    <a:pt x="7633" y="6668"/>
                  </a:cubicBezTo>
                  <a:lnTo>
                    <a:pt x="7788" y="6513"/>
                  </a:lnTo>
                  <a:close/>
                  <a:moveTo>
                    <a:pt x="9038" y="7251"/>
                  </a:moveTo>
                  <a:cubicBezTo>
                    <a:pt x="9050" y="7251"/>
                    <a:pt x="9050" y="7251"/>
                    <a:pt x="9074" y="7275"/>
                  </a:cubicBezTo>
                  <a:lnTo>
                    <a:pt x="11276" y="9477"/>
                  </a:lnTo>
                  <a:lnTo>
                    <a:pt x="10455" y="10287"/>
                  </a:lnTo>
                  <a:lnTo>
                    <a:pt x="8252" y="8084"/>
                  </a:lnTo>
                  <a:cubicBezTo>
                    <a:pt x="8240" y="8073"/>
                    <a:pt x="8240" y="8061"/>
                    <a:pt x="8240" y="8061"/>
                  </a:cubicBezTo>
                  <a:cubicBezTo>
                    <a:pt x="8240" y="8049"/>
                    <a:pt x="8240" y="8049"/>
                    <a:pt x="8252" y="8037"/>
                  </a:cubicBezTo>
                  <a:lnTo>
                    <a:pt x="9014" y="7275"/>
                  </a:lnTo>
                  <a:cubicBezTo>
                    <a:pt x="9026" y="7251"/>
                    <a:pt x="9026" y="7251"/>
                    <a:pt x="9038" y="7251"/>
                  </a:cubicBezTo>
                  <a:close/>
                  <a:moveTo>
                    <a:pt x="11514" y="9716"/>
                  </a:moveTo>
                  <a:lnTo>
                    <a:pt x="11621" y="9835"/>
                  </a:lnTo>
                  <a:cubicBezTo>
                    <a:pt x="11645" y="9847"/>
                    <a:pt x="11645" y="9882"/>
                    <a:pt x="11633" y="9894"/>
                  </a:cubicBezTo>
                  <a:lnTo>
                    <a:pt x="10871" y="10656"/>
                  </a:lnTo>
                  <a:cubicBezTo>
                    <a:pt x="10859" y="10668"/>
                    <a:pt x="10859" y="10668"/>
                    <a:pt x="10836" y="10668"/>
                  </a:cubicBezTo>
                  <a:cubicBezTo>
                    <a:pt x="10824" y="10668"/>
                    <a:pt x="10824" y="10668"/>
                    <a:pt x="10812" y="10656"/>
                  </a:cubicBezTo>
                  <a:lnTo>
                    <a:pt x="10693" y="10537"/>
                  </a:lnTo>
                  <a:lnTo>
                    <a:pt x="11514" y="9716"/>
                  </a:lnTo>
                  <a:close/>
                  <a:moveTo>
                    <a:pt x="656" y="0"/>
                  </a:moveTo>
                  <a:cubicBezTo>
                    <a:pt x="299" y="0"/>
                    <a:pt x="1" y="298"/>
                    <a:pt x="1" y="655"/>
                  </a:cubicBezTo>
                  <a:lnTo>
                    <a:pt x="1" y="8715"/>
                  </a:lnTo>
                  <a:cubicBezTo>
                    <a:pt x="1" y="8942"/>
                    <a:pt x="180" y="9132"/>
                    <a:pt x="418" y="9132"/>
                  </a:cubicBezTo>
                  <a:lnTo>
                    <a:pt x="5859" y="9132"/>
                  </a:lnTo>
                  <a:cubicBezTo>
                    <a:pt x="5954" y="9132"/>
                    <a:pt x="6037" y="9061"/>
                    <a:pt x="6037" y="8954"/>
                  </a:cubicBezTo>
                  <a:cubicBezTo>
                    <a:pt x="6037" y="8846"/>
                    <a:pt x="5954" y="8775"/>
                    <a:pt x="5859" y="8775"/>
                  </a:cubicBezTo>
                  <a:lnTo>
                    <a:pt x="418" y="8775"/>
                  </a:lnTo>
                  <a:cubicBezTo>
                    <a:pt x="394" y="8775"/>
                    <a:pt x="358" y="8739"/>
                    <a:pt x="358" y="8715"/>
                  </a:cubicBezTo>
                  <a:lnTo>
                    <a:pt x="358" y="1631"/>
                  </a:lnTo>
                  <a:lnTo>
                    <a:pt x="2787" y="1631"/>
                  </a:lnTo>
                  <a:lnTo>
                    <a:pt x="2704" y="1727"/>
                  </a:lnTo>
                  <a:cubicBezTo>
                    <a:pt x="1346" y="3072"/>
                    <a:pt x="1346" y="5298"/>
                    <a:pt x="2704" y="6668"/>
                  </a:cubicBezTo>
                  <a:cubicBezTo>
                    <a:pt x="3382" y="7346"/>
                    <a:pt x="4275" y="7692"/>
                    <a:pt x="5168" y="7692"/>
                  </a:cubicBezTo>
                  <a:cubicBezTo>
                    <a:pt x="5883" y="7692"/>
                    <a:pt x="6597" y="7465"/>
                    <a:pt x="7204" y="7037"/>
                  </a:cubicBezTo>
                  <a:lnTo>
                    <a:pt x="7978" y="7811"/>
                  </a:lnTo>
                  <a:cubicBezTo>
                    <a:pt x="7919" y="7882"/>
                    <a:pt x="7883" y="7977"/>
                    <a:pt x="7883" y="8061"/>
                  </a:cubicBezTo>
                  <a:cubicBezTo>
                    <a:pt x="7883" y="8168"/>
                    <a:pt x="7919" y="8275"/>
                    <a:pt x="8002" y="8346"/>
                  </a:cubicBezTo>
                  <a:lnTo>
                    <a:pt x="8443" y="8787"/>
                  </a:lnTo>
                  <a:lnTo>
                    <a:pt x="6609" y="8787"/>
                  </a:lnTo>
                  <a:cubicBezTo>
                    <a:pt x="6514" y="8787"/>
                    <a:pt x="6430" y="8870"/>
                    <a:pt x="6430" y="8966"/>
                  </a:cubicBezTo>
                  <a:cubicBezTo>
                    <a:pt x="6430" y="9073"/>
                    <a:pt x="6514" y="9144"/>
                    <a:pt x="6609" y="9144"/>
                  </a:cubicBezTo>
                  <a:lnTo>
                    <a:pt x="8800" y="9144"/>
                  </a:lnTo>
                  <a:lnTo>
                    <a:pt x="10562" y="10906"/>
                  </a:lnTo>
                  <a:cubicBezTo>
                    <a:pt x="10633" y="10978"/>
                    <a:pt x="10740" y="11025"/>
                    <a:pt x="10836" y="11025"/>
                  </a:cubicBezTo>
                  <a:cubicBezTo>
                    <a:pt x="10943" y="11025"/>
                    <a:pt x="11050" y="10978"/>
                    <a:pt x="11121" y="10906"/>
                  </a:cubicBezTo>
                  <a:lnTo>
                    <a:pt x="11883" y="10144"/>
                  </a:lnTo>
                  <a:cubicBezTo>
                    <a:pt x="12026" y="9978"/>
                    <a:pt x="12026" y="9728"/>
                    <a:pt x="11872" y="9585"/>
                  </a:cubicBezTo>
                  <a:lnTo>
                    <a:pt x="11062" y="8775"/>
                  </a:lnTo>
                  <a:lnTo>
                    <a:pt x="11062" y="8727"/>
                  </a:lnTo>
                  <a:lnTo>
                    <a:pt x="11062" y="7025"/>
                  </a:lnTo>
                  <a:cubicBezTo>
                    <a:pt x="11062" y="6918"/>
                    <a:pt x="10990" y="6846"/>
                    <a:pt x="10883" y="6846"/>
                  </a:cubicBezTo>
                  <a:cubicBezTo>
                    <a:pt x="10776" y="6846"/>
                    <a:pt x="10705" y="6918"/>
                    <a:pt x="10705" y="7025"/>
                  </a:cubicBezTo>
                  <a:lnTo>
                    <a:pt x="10705" y="8430"/>
                  </a:lnTo>
                  <a:lnTo>
                    <a:pt x="9312" y="7037"/>
                  </a:lnTo>
                  <a:cubicBezTo>
                    <a:pt x="9233" y="6958"/>
                    <a:pt x="9132" y="6919"/>
                    <a:pt x="9034" y="6919"/>
                  </a:cubicBezTo>
                  <a:cubicBezTo>
                    <a:pt x="8939" y="6919"/>
                    <a:pt x="8846" y="6955"/>
                    <a:pt x="8776" y="7025"/>
                  </a:cubicBezTo>
                  <a:lnTo>
                    <a:pt x="8002" y="6251"/>
                  </a:lnTo>
                  <a:cubicBezTo>
                    <a:pt x="8978" y="4882"/>
                    <a:pt x="8859" y="2953"/>
                    <a:pt x="7633" y="1738"/>
                  </a:cubicBezTo>
                  <a:lnTo>
                    <a:pt x="7550" y="1643"/>
                  </a:lnTo>
                  <a:lnTo>
                    <a:pt x="10705" y="1643"/>
                  </a:lnTo>
                  <a:lnTo>
                    <a:pt x="10705" y="6251"/>
                  </a:lnTo>
                  <a:cubicBezTo>
                    <a:pt x="10705" y="6346"/>
                    <a:pt x="10776" y="6429"/>
                    <a:pt x="10883" y="6429"/>
                  </a:cubicBezTo>
                  <a:cubicBezTo>
                    <a:pt x="10990" y="6429"/>
                    <a:pt x="11062" y="6346"/>
                    <a:pt x="11062" y="6251"/>
                  </a:cubicBezTo>
                  <a:lnTo>
                    <a:pt x="11062" y="655"/>
                  </a:lnTo>
                  <a:cubicBezTo>
                    <a:pt x="11062" y="298"/>
                    <a:pt x="10764" y="0"/>
                    <a:pt x="10407" y="0"/>
                  </a:cubicBezTo>
                  <a:lnTo>
                    <a:pt x="8812" y="0"/>
                  </a:lnTo>
                  <a:cubicBezTo>
                    <a:pt x="8716" y="0"/>
                    <a:pt x="8633" y="72"/>
                    <a:pt x="8633" y="179"/>
                  </a:cubicBezTo>
                  <a:cubicBezTo>
                    <a:pt x="8633" y="274"/>
                    <a:pt x="8716" y="357"/>
                    <a:pt x="8812" y="357"/>
                  </a:cubicBezTo>
                  <a:lnTo>
                    <a:pt x="10407" y="357"/>
                  </a:lnTo>
                  <a:cubicBezTo>
                    <a:pt x="10574" y="357"/>
                    <a:pt x="10705" y="488"/>
                    <a:pt x="10705" y="655"/>
                  </a:cubicBezTo>
                  <a:lnTo>
                    <a:pt x="10705" y="1286"/>
                  </a:lnTo>
                  <a:lnTo>
                    <a:pt x="7109" y="1286"/>
                  </a:lnTo>
                  <a:cubicBezTo>
                    <a:pt x="6520" y="899"/>
                    <a:pt x="5841" y="706"/>
                    <a:pt x="5165" y="706"/>
                  </a:cubicBezTo>
                  <a:cubicBezTo>
                    <a:pt x="4490" y="706"/>
                    <a:pt x="3817" y="899"/>
                    <a:pt x="3239" y="1286"/>
                  </a:cubicBezTo>
                  <a:lnTo>
                    <a:pt x="358" y="1286"/>
                  </a:lnTo>
                  <a:lnTo>
                    <a:pt x="358" y="655"/>
                  </a:lnTo>
                  <a:cubicBezTo>
                    <a:pt x="358" y="488"/>
                    <a:pt x="501" y="357"/>
                    <a:pt x="656" y="357"/>
                  </a:cubicBezTo>
                  <a:lnTo>
                    <a:pt x="8062" y="357"/>
                  </a:lnTo>
                  <a:cubicBezTo>
                    <a:pt x="8157" y="357"/>
                    <a:pt x="8240" y="274"/>
                    <a:pt x="8240" y="179"/>
                  </a:cubicBezTo>
                  <a:cubicBezTo>
                    <a:pt x="8240" y="72"/>
                    <a:pt x="8157" y="0"/>
                    <a:pt x="806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6" name="Google Shape;3226;p58"/>
            <p:cNvSpPr/>
            <p:nvPr/>
          </p:nvSpPr>
          <p:spPr>
            <a:xfrm>
              <a:off x="2937814" y="4300215"/>
              <a:ext cx="11768" cy="11418"/>
            </a:xfrm>
            <a:custGeom>
              <a:rect b="b" l="l" r="r" t="t"/>
              <a:pathLst>
                <a:path extrusionOk="0" h="359" w="370">
                  <a:moveTo>
                    <a:pt x="191" y="1"/>
                  </a:moveTo>
                  <a:cubicBezTo>
                    <a:pt x="84" y="1"/>
                    <a:pt x="0" y="72"/>
                    <a:pt x="0" y="179"/>
                  </a:cubicBezTo>
                  <a:cubicBezTo>
                    <a:pt x="0" y="263"/>
                    <a:pt x="84" y="358"/>
                    <a:pt x="191" y="358"/>
                  </a:cubicBezTo>
                  <a:cubicBezTo>
                    <a:pt x="286" y="358"/>
                    <a:pt x="370" y="287"/>
                    <a:pt x="370" y="179"/>
                  </a:cubicBezTo>
                  <a:cubicBezTo>
                    <a:pt x="370" y="72"/>
                    <a:pt x="286" y="1"/>
                    <a:pt x="19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7" name="Google Shape;3227;p58"/>
            <p:cNvSpPr/>
            <p:nvPr/>
          </p:nvSpPr>
          <p:spPr>
            <a:xfrm>
              <a:off x="2952572" y="4300215"/>
              <a:ext cx="11386" cy="11418"/>
            </a:xfrm>
            <a:custGeom>
              <a:rect b="b" l="l" r="r" t="t"/>
              <a:pathLst>
                <a:path extrusionOk="0" h="359" w="358">
                  <a:moveTo>
                    <a:pt x="179" y="1"/>
                  </a:moveTo>
                  <a:cubicBezTo>
                    <a:pt x="84" y="1"/>
                    <a:pt x="1" y="72"/>
                    <a:pt x="1" y="179"/>
                  </a:cubicBezTo>
                  <a:cubicBezTo>
                    <a:pt x="1" y="263"/>
                    <a:pt x="84" y="358"/>
                    <a:pt x="179" y="358"/>
                  </a:cubicBezTo>
                  <a:cubicBezTo>
                    <a:pt x="287" y="358"/>
                    <a:pt x="358" y="287"/>
                    <a:pt x="358" y="179"/>
                  </a:cubicBezTo>
                  <a:cubicBezTo>
                    <a:pt x="358" y="72"/>
                    <a:pt x="275" y="1"/>
                    <a:pt x="1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8" name="Google Shape;3228;p58"/>
            <p:cNvSpPr/>
            <p:nvPr/>
          </p:nvSpPr>
          <p:spPr>
            <a:xfrm>
              <a:off x="2967361" y="4300215"/>
              <a:ext cx="11386" cy="11418"/>
            </a:xfrm>
            <a:custGeom>
              <a:rect b="b" l="l" r="r" t="t"/>
              <a:pathLst>
                <a:path extrusionOk="0" h="359" w="358">
                  <a:moveTo>
                    <a:pt x="179" y="1"/>
                  </a:moveTo>
                  <a:cubicBezTo>
                    <a:pt x="72" y="1"/>
                    <a:pt x="0" y="72"/>
                    <a:pt x="0" y="179"/>
                  </a:cubicBezTo>
                  <a:cubicBezTo>
                    <a:pt x="0" y="263"/>
                    <a:pt x="72" y="358"/>
                    <a:pt x="179" y="358"/>
                  </a:cubicBezTo>
                  <a:cubicBezTo>
                    <a:pt x="286" y="358"/>
                    <a:pt x="357" y="287"/>
                    <a:pt x="357" y="179"/>
                  </a:cubicBezTo>
                  <a:cubicBezTo>
                    <a:pt x="345" y="72"/>
                    <a:pt x="262" y="1"/>
                    <a:pt x="1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9" name="Google Shape;3229;p58"/>
            <p:cNvSpPr/>
            <p:nvPr/>
          </p:nvSpPr>
          <p:spPr>
            <a:xfrm>
              <a:off x="3016563" y="4424063"/>
              <a:ext cx="11418" cy="11386"/>
            </a:xfrm>
            <a:custGeom>
              <a:rect b="b" l="l" r="r" t="t"/>
              <a:pathLst>
                <a:path extrusionOk="0" h="358" w="359">
                  <a:moveTo>
                    <a:pt x="180" y="0"/>
                  </a:moveTo>
                  <a:cubicBezTo>
                    <a:pt x="72" y="0"/>
                    <a:pt x="1" y="84"/>
                    <a:pt x="1" y="179"/>
                  </a:cubicBezTo>
                  <a:cubicBezTo>
                    <a:pt x="1" y="286"/>
                    <a:pt x="72" y="357"/>
                    <a:pt x="180" y="357"/>
                  </a:cubicBezTo>
                  <a:cubicBezTo>
                    <a:pt x="287" y="357"/>
                    <a:pt x="358" y="286"/>
                    <a:pt x="358" y="179"/>
                  </a:cubicBezTo>
                  <a:cubicBezTo>
                    <a:pt x="358" y="84"/>
                    <a:pt x="287" y="0"/>
                    <a:pt x="18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0" name="Google Shape;3230;p58"/>
            <p:cNvSpPr/>
            <p:nvPr/>
          </p:nvSpPr>
          <p:spPr>
            <a:xfrm>
              <a:off x="3016563" y="4442606"/>
              <a:ext cx="11418" cy="11386"/>
            </a:xfrm>
            <a:custGeom>
              <a:rect b="b" l="l" r="r" t="t"/>
              <a:pathLst>
                <a:path extrusionOk="0" h="358" w="359">
                  <a:moveTo>
                    <a:pt x="180" y="1"/>
                  </a:moveTo>
                  <a:cubicBezTo>
                    <a:pt x="72" y="1"/>
                    <a:pt x="1" y="72"/>
                    <a:pt x="1" y="179"/>
                  </a:cubicBezTo>
                  <a:cubicBezTo>
                    <a:pt x="1" y="286"/>
                    <a:pt x="72" y="358"/>
                    <a:pt x="180" y="358"/>
                  </a:cubicBezTo>
                  <a:cubicBezTo>
                    <a:pt x="287" y="358"/>
                    <a:pt x="358" y="286"/>
                    <a:pt x="358" y="179"/>
                  </a:cubicBezTo>
                  <a:cubicBezTo>
                    <a:pt x="358" y="72"/>
                    <a:pt x="287" y="1"/>
                    <a:pt x="18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1" name="Google Shape;3231;p58"/>
            <p:cNvSpPr/>
            <p:nvPr/>
          </p:nvSpPr>
          <p:spPr>
            <a:xfrm>
              <a:off x="3032498" y="4424063"/>
              <a:ext cx="11768" cy="11386"/>
            </a:xfrm>
            <a:custGeom>
              <a:rect b="b" l="l" r="r" t="t"/>
              <a:pathLst>
                <a:path extrusionOk="0" h="358" w="370">
                  <a:moveTo>
                    <a:pt x="191" y="0"/>
                  </a:moveTo>
                  <a:cubicBezTo>
                    <a:pt x="83" y="0"/>
                    <a:pt x="0" y="84"/>
                    <a:pt x="0" y="179"/>
                  </a:cubicBezTo>
                  <a:cubicBezTo>
                    <a:pt x="0" y="286"/>
                    <a:pt x="83" y="357"/>
                    <a:pt x="191" y="357"/>
                  </a:cubicBezTo>
                  <a:cubicBezTo>
                    <a:pt x="286" y="357"/>
                    <a:pt x="369" y="286"/>
                    <a:pt x="369" y="179"/>
                  </a:cubicBezTo>
                  <a:cubicBezTo>
                    <a:pt x="369" y="84"/>
                    <a:pt x="274" y="0"/>
                    <a:pt x="19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2" name="Google Shape;3232;p58"/>
            <p:cNvSpPr/>
            <p:nvPr/>
          </p:nvSpPr>
          <p:spPr>
            <a:xfrm>
              <a:off x="3032498" y="4442606"/>
              <a:ext cx="11768" cy="11386"/>
            </a:xfrm>
            <a:custGeom>
              <a:rect b="b" l="l" r="r" t="t"/>
              <a:pathLst>
                <a:path extrusionOk="0" h="358" w="370">
                  <a:moveTo>
                    <a:pt x="191" y="1"/>
                  </a:moveTo>
                  <a:cubicBezTo>
                    <a:pt x="83" y="1"/>
                    <a:pt x="0" y="72"/>
                    <a:pt x="0" y="179"/>
                  </a:cubicBezTo>
                  <a:cubicBezTo>
                    <a:pt x="0" y="286"/>
                    <a:pt x="83" y="358"/>
                    <a:pt x="191" y="358"/>
                  </a:cubicBezTo>
                  <a:cubicBezTo>
                    <a:pt x="286" y="358"/>
                    <a:pt x="369" y="286"/>
                    <a:pt x="369" y="179"/>
                  </a:cubicBezTo>
                  <a:cubicBezTo>
                    <a:pt x="369" y="72"/>
                    <a:pt x="274" y="1"/>
                    <a:pt x="19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3" name="Google Shape;3233;p58"/>
            <p:cNvSpPr/>
            <p:nvPr/>
          </p:nvSpPr>
          <p:spPr>
            <a:xfrm>
              <a:off x="3016213" y="4357527"/>
              <a:ext cx="112494" cy="111636"/>
            </a:xfrm>
            <a:custGeom>
              <a:rect b="b" l="l" r="r" t="t"/>
              <a:pathLst>
                <a:path extrusionOk="0" h="3510" w="3537">
                  <a:moveTo>
                    <a:pt x="2250" y="354"/>
                  </a:moveTo>
                  <a:lnTo>
                    <a:pt x="2096" y="1080"/>
                  </a:lnTo>
                  <a:lnTo>
                    <a:pt x="1357" y="913"/>
                  </a:lnTo>
                  <a:cubicBezTo>
                    <a:pt x="1336" y="909"/>
                    <a:pt x="1315" y="907"/>
                    <a:pt x="1293" y="907"/>
                  </a:cubicBezTo>
                  <a:cubicBezTo>
                    <a:pt x="1193" y="907"/>
                    <a:pt x="1093" y="950"/>
                    <a:pt x="1024" y="1009"/>
                  </a:cubicBezTo>
                  <a:cubicBezTo>
                    <a:pt x="929" y="1104"/>
                    <a:pt x="905" y="1211"/>
                    <a:pt x="929" y="1342"/>
                  </a:cubicBezTo>
                  <a:lnTo>
                    <a:pt x="953" y="1366"/>
                  </a:lnTo>
                  <a:lnTo>
                    <a:pt x="369" y="818"/>
                  </a:lnTo>
                  <a:lnTo>
                    <a:pt x="2250" y="354"/>
                  </a:lnTo>
                  <a:close/>
                  <a:moveTo>
                    <a:pt x="1274" y="1259"/>
                  </a:moveTo>
                  <a:lnTo>
                    <a:pt x="2036" y="1425"/>
                  </a:lnTo>
                  <a:lnTo>
                    <a:pt x="1869" y="2259"/>
                  </a:lnTo>
                  <a:lnTo>
                    <a:pt x="1429" y="1830"/>
                  </a:lnTo>
                  <a:lnTo>
                    <a:pt x="1274" y="1259"/>
                  </a:lnTo>
                  <a:close/>
                  <a:moveTo>
                    <a:pt x="2369" y="1521"/>
                  </a:moveTo>
                  <a:lnTo>
                    <a:pt x="3167" y="1699"/>
                  </a:lnTo>
                  <a:lnTo>
                    <a:pt x="1715" y="3152"/>
                  </a:lnTo>
                  <a:lnTo>
                    <a:pt x="1548" y="2449"/>
                  </a:lnTo>
                  <a:lnTo>
                    <a:pt x="1607" y="2509"/>
                  </a:lnTo>
                  <a:cubicBezTo>
                    <a:pt x="1679" y="2568"/>
                    <a:pt x="1774" y="2616"/>
                    <a:pt x="1857" y="2616"/>
                  </a:cubicBezTo>
                  <a:cubicBezTo>
                    <a:pt x="1893" y="2616"/>
                    <a:pt x="1929" y="2616"/>
                    <a:pt x="1965" y="2604"/>
                  </a:cubicBezTo>
                  <a:cubicBezTo>
                    <a:pt x="2084" y="2557"/>
                    <a:pt x="2191" y="2473"/>
                    <a:pt x="2203" y="2330"/>
                  </a:cubicBezTo>
                  <a:lnTo>
                    <a:pt x="2369" y="1521"/>
                  </a:lnTo>
                  <a:close/>
                  <a:moveTo>
                    <a:pt x="2239" y="0"/>
                  </a:moveTo>
                  <a:cubicBezTo>
                    <a:pt x="2211" y="0"/>
                    <a:pt x="2183" y="3"/>
                    <a:pt x="2155" y="9"/>
                  </a:cubicBezTo>
                  <a:lnTo>
                    <a:pt x="274" y="473"/>
                  </a:lnTo>
                  <a:cubicBezTo>
                    <a:pt x="167" y="509"/>
                    <a:pt x="60" y="604"/>
                    <a:pt x="24" y="723"/>
                  </a:cubicBezTo>
                  <a:cubicBezTo>
                    <a:pt x="0" y="842"/>
                    <a:pt x="24" y="985"/>
                    <a:pt x="119" y="1068"/>
                  </a:cubicBezTo>
                  <a:lnTo>
                    <a:pt x="1084" y="2009"/>
                  </a:lnTo>
                  <a:lnTo>
                    <a:pt x="1369" y="3223"/>
                  </a:lnTo>
                  <a:cubicBezTo>
                    <a:pt x="1393" y="3342"/>
                    <a:pt x="1488" y="3450"/>
                    <a:pt x="1619" y="3497"/>
                  </a:cubicBezTo>
                  <a:cubicBezTo>
                    <a:pt x="1655" y="3509"/>
                    <a:pt x="1679" y="3509"/>
                    <a:pt x="1726" y="3509"/>
                  </a:cubicBezTo>
                  <a:cubicBezTo>
                    <a:pt x="1810" y="3509"/>
                    <a:pt x="1905" y="3473"/>
                    <a:pt x="1976" y="3402"/>
                  </a:cubicBezTo>
                  <a:lnTo>
                    <a:pt x="3441" y="1949"/>
                  </a:lnTo>
                  <a:cubicBezTo>
                    <a:pt x="3512" y="1842"/>
                    <a:pt x="3536" y="1711"/>
                    <a:pt x="3512" y="1592"/>
                  </a:cubicBezTo>
                  <a:cubicBezTo>
                    <a:pt x="3477" y="1473"/>
                    <a:pt x="3381" y="1366"/>
                    <a:pt x="3239" y="1342"/>
                  </a:cubicBezTo>
                  <a:lnTo>
                    <a:pt x="2441" y="1152"/>
                  </a:lnTo>
                  <a:lnTo>
                    <a:pt x="2584" y="425"/>
                  </a:lnTo>
                  <a:cubicBezTo>
                    <a:pt x="2619" y="306"/>
                    <a:pt x="2572" y="187"/>
                    <a:pt x="2488" y="104"/>
                  </a:cubicBezTo>
                  <a:cubicBezTo>
                    <a:pt x="2416" y="31"/>
                    <a:pt x="2329" y="0"/>
                    <a:pt x="223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4" name="Google Shape;3234;p58"/>
            <p:cNvSpPr/>
            <p:nvPr/>
          </p:nvSpPr>
          <p:spPr>
            <a:xfrm>
              <a:off x="2937051" y="4499791"/>
              <a:ext cx="14439" cy="11386"/>
            </a:xfrm>
            <a:custGeom>
              <a:rect b="b" l="l" r="r" t="t"/>
              <a:pathLst>
                <a:path extrusionOk="0" h="358" w="454">
                  <a:moveTo>
                    <a:pt x="179" y="0"/>
                  </a:moveTo>
                  <a:cubicBezTo>
                    <a:pt x="72" y="0"/>
                    <a:pt x="1" y="72"/>
                    <a:pt x="1" y="179"/>
                  </a:cubicBezTo>
                  <a:cubicBezTo>
                    <a:pt x="1" y="286"/>
                    <a:pt x="96" y="358"/>
                    <a:pt x="179" y="358"/>
                  </a:cubicBezTo>
                  <a:lnTo>
                    <a:pt x="274" y="358"/>
                  </a:lnTo>
                  <a:cubicBezTo>
                    <a:pt x="370" y="358"/>
                    <a:pt x="453" y="286"/>
                    <a:pt x="453" y="179"/>
                  </a:cubicBezTo>
                  <a:cubicBezTo>
                    <a:pt x="453" y="72"/>
                    <a:pt x="370" y="0"/>
                    <a:pt x="27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5" name="Google Shape;3235;p58"/>
            <p:cNvSpPr/>
            <p:nvPr/>
          </p:nvSpPr>
          <p:spPr>
            <a:xfrm>
              <a:off x="2953717" y="4499791"/>
              <a:ext cx="30310" cy="11386"/>
            </a:xfrm>
            <a:custGeom>
              <a:rect b="b" l="l" r="r" t="t"/>
              <a:pathLst>
                <a:path extrusionOk="0" h="358" w="953">
                  <a:moveTo>
                    <a:pt x="179" y="0"/>
                  </a:moveTo>
                  <a:cubicBezTo>
                    <a:pt x="72" y="0"/>
                    <a:pt x="1" y="84"/>
                    <a:pt x="1" y="179"/>
                  </a:cubicBezTo>
                  <a:cubicBezTo>
                    <a:pt x="1" y="286"/>
                    <a:pt x="72" y="358"/>
                    <a:pt x="179" y="358"/>
                  </a:cubicBezTo>
                  <a:lnTo>
                    <a:pt x="774" y="358"/>
                  </a:lnTo>
                  <a:cubicBezTo>
                    <a:pt x="882" y="358"/>
                    <a:pt x="953" y="286"/>
                    <a:pt x="953" y="179"/>
                  </a:cubicBezTo>
                  <a:cubicBezTo>
                    <a:pt x="953" y="96"/>
                    <a:pt x="858" y="0"/>
                    <a:pt x="77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6" name="Google Shape;3236;p58"/>
            <p:cNvSpPr/>
            <p:nvPr/>
          </p:nvSpPr>
          <p:spPr>
            <a:xfrm>
              <a:off x="2937051" y="4514930"/>
              <a:ext cx="46976" cy="11386"/>
            </a:xfrm>
            <a:custGeom>
              <a:rect b="b" l="l" r="r" t="t"/>
              <a:pathLst>
                <a:path extrusionOk="0" h="358" w="1477">
                  <a:moveTo>
                    <a:pt x="179" y="1"/>
                  </a:moveTo>
                  <a:cubicBezTo>
                    <a:pt x="72" y="1"/>
                    <a:pt x="1" y="84"/>
                    <a:pt x="1" y="179"/>
                  </a:cubicBezTo>
                  <a:cubicBezTo>
                    <a:pt x="1" y="286"/>
                    <a:pt x="72" y="358"/>
                    <a:pt x="179" y="358"/>
                  </a:cubicBezTo>
                  <a:lnTo>
                    <a:pt x="1298" y="358"/>
                  </a:lnTo>
                  <a:cubicBezTo>
                    <a:pt x="1406" y="358"/>
                    <a:pt x="1477" y="286"/>
                    <a:pt x="1477" y="179"/>
                  </a:cubicBezTo>
                  <a:cubicBezTo>
                    <a:pt x="1477" y="84"/>
                    <a:pt x="1382" y="1"/>
                    <a:pt x="129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7" name="Google Shape;3237;p58"/>
            <p:cNvSpPr/>
            <p:nvPr/>
          </p:nvSpPr>
          <p:spPr>
            <a:xfrm>
              <a:off x="2937051" y="4529719"/>
              <a:ext cx="46976" cy="11386"/>
            </a:xfrm>
            <a:custGeom>
              <a:rect b="b" l="l" r="r" t="t"/>
              <a:pathLst>
                <a:path extrusionOk="0" h="358" w="1477">
                  <a:moveTo>
                    <a:pt x="179" y="0"/>
                  </a:moveTo>
                  <a:cubicBezTo>
                    <a:pt x="72" y="0"/>
                    <a:pt x="1" y="71"/>
                    <a:pt x="1" y="179"/>
                  </a:cubicBezTo>
                  <a:cubicBezTo>
                    <a:pt x="1" y="286"/>
                    <a:pt x="72" y="357"/>
                    <a:pt x="179" y="357"/>
                  </a:cubicBezTo>
                  <a:lnTo>
                    <a:pt x="1298" y="357"/>
                  </a:lnTo>
                  <a:cubicBezTo>
                    <a:pt x="1406" y="357"/>
                    <a:pt x="1477" y="286"/>
                    <a:pt x="1477" y="179"/>
                  </a:cubicBezTo>
                  <a:cubicBezTo>
                    <a:pt x="1477" y="71"/>
                    <a:pt x="1382" y="0"/>
                    <a:pt x="129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8" name="Google Shape;3238;p58"/>
            <p:cNvSpPr/>
            <p:nvPr/>
          </p:nvSpPr>
          <p:spPr>
            <a:xfrm>
              <a:off x="3213881" y="4343787"/>
              <a:ext cx="11386" cy="126488"/>
            </a:xfrm>
            <a:custGeom>
              <a:rect b="b" l="l" r="r" t="t"/>
              <a:pathLst>
                <a:path extrusionOk="0" h="3977" w="358">
                  <a:moveTo>
                    <a:pt x="179" y="0"/>
                  </a:moveTo>
                  <a:cubicBezTo>
                    <a:pt x="83" y="0"/>
                    <a:pt x="0" y="83"/>
                    <a:pt x="0" y="179"/>
                  </a:cubicBezTo>
                  <a:lnTo>
                    <a:pt x="0" y="3798"/>
                  </a:lnTo>
                  <a:cubicBezTo>
                    <a:pt x="0" y="3893"/>
                    <a:pt x="83" y="3977"/>
                    <a:pt x="179" y="3977"/>
                  </a:cubicBezTo>
                  <a:cubicBezTo>
                    <a:pt x="286" y="3977"/>
                    <a:pt x="357" y="3893"/>
                    <a:pt x="357" y="3798"/>
                  </a:cubicBezTo>
                  <a:lnTo>
                    <a:pt x="357" y="179"/>
                  </a:lnTo>
                  <a:cubicBezTo>
                    <a:pt x="357" y="72"/>
                    <a:pt x="286" y="0"/>
                    <a:pt x="17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39" name="Google Shape;3239;p58"/>
          <p:cNvGrpSpPr/>
          <p:nvPr/>
        </p:nvGrpSpPr>
        <p:grpSpPr>
          <a:xfrm>
            <a:off x="3711151" y="437754"/>
            <a:ext cx="352103" cy="352103"/>
            <a:chOff x="1819576" y="1511679"/>
            <a:chExt cx="352103" cy="352103"/>
          </a:xfrm>
        </p:grpSpPr>
        <p:sp>
          <p:nvSpPr>
            <p:cNvPr id="3240" name="Google Shape;3240;p58"/>
            <p:cNvSpPr/>
            <p:nvPr/>
          </p:nvSpPr>
          <p:spPr>
            <a:xfrm>
              <a:off x="1819576" y="1511679"/>
              <a:ext cx="352103" cy="352103"/>
            </a:xfrm>
            <a:custGeom>
              <a:rect b="b" l="l" r="r" t="t"/>
              <a:pathLst>
                <a:path extrusionOk="0" h="11062" w="11062">
                  <a:moveTo>
                    <a:pt x="6216" y="310"/>
                  </a:moveTo>
                  <a:cubicBezTo>
                    <a:pt x="6216" y="310"/>
                    <a:pt x="6240" y="310"/>
                    <a:pt x="6240" y="322"/>
                  </a:cubicBezTo>
                  <a:lnTo>
                    <a:pt x="6240" y="786"/>
                  </a:lnTo>
                  <a:cubicBezTo>
                    <a:pt x="6240" y="953"/>
                    <a:pt x="6335" y="1084"/>
                    <a:pt x="6502" y="1108"/>
                  </a:cubicBezTo>
                  <a:cubicBezTo>
                    <a:pt x="7025" y="1227"/>
                    <a:pt x="7514" y="1429"/>
                    <a:pt x="7966" y="1727"/>
                  </a:cubicBezTo>
                  <a:cubicBezTo>
                    <a:pt x="8022" y="1762"/>
                    <a:pt x="8086" y="1780"/>
                    <a:pt x="8150" y="1780"/>
                  </a:cubicBezTo>
                  <a:cubicBezTo>
                    <a:pt x="8236" y="1780"/>
                    <a:pt x="8321" y="1747"/>
                    <a:pt x="8383" y="1679"/>
                  </a:cubicBezTo>
                  <a:lnTo>
                    <a:pt x="8704" y="1346"/>
                  </a:lnTo>
                  <a:lnTo>
                    <a:pt x="8716" y="1346"/>
                  </a:lnTo>
                  <a:lnTo>
                    <a:pt x="9704" y="2334"/>
                  </a:lnTo>
                  <a:lnTo>
                    <a:pt x="9704" y="2346"/>
                  </a:lnTo>
                  <a:lnTo>
                    <a:pt x="9371" y="2679"/>
                  </a:lnTo>
                  <a:cubicBezTo>
                    <a:pt x="9252" y="2798"/>
                    <a:pt x="9240" y="2953"/>
                    <a:pt x="9335" y="3096"/>
                  </a:cubicBezTo>
                  <a:cubicBezTo>
                    <a:pt x="9609" y="3536"/>
                    <a:pt x="9823" y="4025"/>
                    <a:pt x="9943" y="4548"/>
                  </a:cubicBezTo>
                  <a:cubicBezTo>
                    <a:pt x="9966" y="4703"/>
                    <a:pt x="10109" y="4822"/>
                    <a:pt x="10264" y="4822"/>
                  </a:cubicBezTo>
                  <a:lnTo>
                    <a:pt x="10728" y="4822"/>
                  </a:lnTo>
                  <a:cubicBezTo>
                    <a:pt x="10728" y="4822"/>
                    <a:pt x="10752" y="4822"/>
                    <a:pt x="10752" y="4834"/>
                  </a:cubicBezTo>
                  <a:lnTo>
                    <a:pt x="10728" y="6239"/>
                  </a:lnTo>
                  <a:lnTo>
                    <a:pt x="10264" y="6239"/>
                  </a:lnTo>
                  <a:cubicBezTo>
                    <a:pt x="10109" y="6239"/>
                    <a:pt x="9966" y="6334"/>
                    <a:pt x="9943" y="6501"/>
                  </a:cubicBezTo>
                  <a:cubicBezTo>
                    <a:pt x="9823" y="7025"/>
                    <a:pt x="9633" y="7513"/>
                    <a:pt x="9335" y="7966"/>
                  </a:cubicBezTo>
                  <a:cubicBezTo>
                    <a:pt x="9240" y="8097"/>
                    <a:pt x="9252" y="8275"/>
                    <a:pt x="9371" y="8382"/>
                  </a:cubicBezTo>
                  <a:lnTo>
                    <a:pt x="9704" y="8704"/>
                  </a:lnTo>
                  <a:lnTo>
                    <a:pt x="9704" y="8716"/>
                  </a:lnTo>
                  <a:lnTo>
                    <a:pt x="8716" y="9704"/>
                  </a:lnTo>
                  <a:lnTo>
                    <a:pt x="8704" y="9704"/>
                  </a:lnTo>
                  <a:lnTo>
                    <a:pt x="8383" y="9370"/>
                  </a:lnTo>
                  <a:cubicBezTo>
                    <a:pt x="8317" y="9304"/>
                    <a:pt x="8236" y="9271"/>
                    <a:pt x="8155" y="9271"/>
                  </a:cubicBezTo>
                  <a:cubicBezTo>
                    <a:pt x="8090" y="9271"/>
                    <a:pt x="8024" y="9292"/>
                    <a:pt x="7966" y="9335"/>
                  </a:cubicBezTo>
                  <a:cubicBezTo>
                    <a:pt x="7514" y="9609"/>
                    <a:pt x="7025" y="9823"/>
                    <a:pt x="6502" y="9942"/>
                  </a:cubicBezTo>
                  <a:cubicBezTo>
                    <a:pt x="6359" y="9966"/>
                    <a:pt x="6240" y="10109"/>
                    <a:pt x="6240" y="10263"/>
                  </a:cubicBezTo>
                  <a:lnTo>
                    <a:pt x="6240" y="10728"/>
                  </a:lnTo>
                  <a:cubicBezTo>
                    <a:pt x="6240" y="10728"/>
                    <a:pt x="6240" y="10740"/>
                    <a:pt x="6216" y="10740"/>
                  </a:cubicBezTo>
                  <a:lnTo>
                    <a:pt x="4835" y="10740"/>
                  </a:lnTo>
                  <a:cubicBezTo>
                    <a:pt x="4835" y="10740"/>
                    <a:pt x="4823" y="10740"/>
                    <a:pt x="4823" y="10728"/>
                  </a:cubicBezTo>
                  <a:lnTo>
                    <a:pt x="4823" y="10263"/>
                  </a:lnTo>
                  <a:cubicBezTo>
                    <a:pt x="4823" y="10109"/>
                    <a:pt x="4716" y="9966"/>
                    <a:pt x="4549" y="9942"/>
                  </a:cubicBezTo>
                  <a:cubicBezTo>
                    <a:pt x="4037" y="9823"/>
                    <a:pt x="3537" y="9632"/>
                    <a:pt x="3096" y="9335"/>
                  </a:cubicBezTo>
                  <a:cubicBezTo>
                    <a:pt x="3037" y="9299"/>
                    <a:pt x="2977" y="9275"/>
                    <a:pt x="2918" y="9275"/>
                  </a:cubicBezTo>
                  <a:cubicBezTo>
                    <a:pt x="2823" y="9275"/>
                    <a:pt x="2751" y="9299"/>
                    <a:pt x="2680" y="9370"/>
                  </a:cubicBezTo>
                  <a:lnTo>
                    <a:pt x="2346" y="9704"/>
                  </a:lnTo>
                  <a:lnTo>
                    <a:pt x="2334" y="9704"/>
                  </a:lnTo>
                  <a:lnTo>
                    <a:pt x="1358" y="8716"/>
                  </a:lnTo>
                  <a:lnTo>
                    <a:pt x="1358" y="8704"/>
                  </a:lnTo>
                  <a:lnTo>
                    <a:pt x="1680" y="8382"/>
                  </a:lnTo>
                  <a:cubicBezTo>
                    <a:pt x="1799" y="8263"/>
                    <a:pt x="1811" y="8097"/>
                    <a:pt x="1727" y="7966"/>
                  </a:cubicBezTo>
                  <a:cubicBezTo>
                    <a:pt x="1441" y="7513"/>
                    <a:pt x="1239" y="7025"/>
                    <a:pt x="1120" y="6501"/>
                  </a:cubicBezTo>
                  <a:cubicBezTo>
                    <a:pt x="1084" y="6358"/>
                    <a:pt x="953" y="6239"/>
                    <a:pt x="787" y="6239"/>
                  </a:cubicBezTo>
                  <a:lnTo>
                    <a:pt x="322" y="6239"/>
                  </a:lnTo>
                  <a:cubicBezTo>
                    <a:pt x="322" y="6239"/>
                    <a:pt x="310" y="6239"/>
                    <a:pt x="310" y="6215"/>
                  </a:cubicBezTo>
                  <a:lnTo>
                    <a:pt x="310" y="4834"/>
                  </a:lnTo>
                  <a:cubicBezTo>
                    <a:pt x="310" y="4834"/>
                    <a:pt x="310" y="4822"/>
                    <a:pt x="322" y="4822"/>
                  </a:cubicBezTo>
                  <a:lnTo>
                    <a:pt x="787" y="4822"/>
                  </a:lnTo>
                  <a:cubicBezTo>
                    <a:pt x="953" y="4822"/>
                    <a:pt x="1084" y="4715"/>
                    <a:pt x="1120" y="4548"/>
                  </a:cubicBezTo>
                  <a:cubicBezTo>
                    <a:pt x="1239" y="4025"/>
                    <a:pt x="1430" y="3536"/>
                    <a:pt x="1727" y="3096"/>
                  </a:cubicBezTo>
                  <a:cubicBezTo>
                    <a:pt x="1811" y="2953"/>
                    <a:pt x="1799" y="2774"/>
                    <a:pt x="1680" y="2679"/>
                  </a:cubicBezTo>
                  <a:lnTo>
                    <a:pt x="1358" y="2346"/>
                  </a:lnTo>
                  <a:lnTo>
                    <a:pt x="1358" y="2334"/>
                  </a:lnTo>
                  <a:lnTo>
                    <a:pt x="2334" y="1346"/>
                  </a:lnTo>
                  <a:lnTo>
                    <a:pt x="2346" y="1346"/>
                  </a:lnTo>
                  <a:lnTo>
                    <a:pt x="2680" y="1679"/>
                  </a:lnTo>
                  <a:cubicBezTo>
                    <a:pt x="2748" y="1747"/>
                    <a:pt x="2832" y="1780"/>
                    <a:pt x="2916" y="1780"/>
                  </a:cubicBezTo>
                  <a:cubicBezTo>
                    <a:pt x="2978" y="1780"/>
                    <a:pt x="3041" y="1762"/>
                    <a:pt x="3096" y="1727"/>
                  </a:cubicBezTo>
                  <a:cubicBezTo>
                    <a:pt x="3537" y="1441"/>
                    <a:pt x="4037" y="1227"/>
                    <a:pt x="4549" y="1108"/>
                  </a:cubicBezTo>
                  <a:cubicBezTo>
                    <a:pt x="4704" y="1084"/>
                    <a:pt x="4823" y="953"/>
                    <a:pt x="4823" y="786"/>
                  </a:cubicBezTo>
                  <a:lnTo>
                    <a:pt x="4823" y="322"/>
                  </a:lnTo>
                  <a:cubicBezTo>
                    <a:pt x="4823" y="322"/>
                    <a:pt x="4823" y="310"/>
                    <a:pt x="4835" y="310"/>
                  </a:cubicBezTo>
                  <a:close/>
                  <a:moveTo>
                    <a:pt x="4835" y="0"/>
                  </a:moveTo>
                  <a:cubicBezTo>
                    <a:pt x="4656" y="0"/>
                    <a:pt x="4513" y="143"/>
                    <a:pt x="4513" y="322"/>
                  </a:cubicBezTo>
                  <a:lnTo>
                    <a:pt x="4513" y="786"/>
                  </a:lnTo>
                  <a:cubicBezTo>
                    <a:pt x="4513" y="786"/>
                    <a:pt x="4513" y="798"/>
                    <a:pt x="4489" y="798"/>
                  </a:cubicBezTo>
                  <a:cubicBezTo>
                    <a:pt x="3930" y="917"/>
                    <a:pt x="3406" y="1143"/>
                    <a:pt x="2930" y="1453"/>
                  </a:cubicBezTo>
                  <a:lnTo>
                    <a:pt x="2918" y="1453"/>
                  </a:lnTo>
                  <a:lnTo>
                    <a:pt x="2584" y="1131"/>
                  </a:lnTo>
                  <a:cubicBezTo>
                    <a:pt x="2519" y="1066"/>
                    <a:pt x="2436" y="1033"/>
                    <a:pt x="2351" y="1033"/>
                  </a:cubicBezTo>
                  <a:cubicBezTo>
                    <a:pt x="2266" y="1033"/>
                    <a:pt x="2180" y="1066"/>
                    <a:pt x="2108" y="1131"/>
                  </a:cubicBezTo>
                  <a:lnTo>
                    <a:pt x="1132" y="2108"/>
                  </a:lnTo>
                  <a:cubicBezTo>
                    <a:pt x="1001" y="2251"/>
                    <a:pt x="1001" y="2453"/>
                    <a:pt x="1132" y="2584"/>
                  </a:cubicBezTo>
                  <a:lnTo>
                    <a:pt x="1453" y="2917"/>
                  </a:lnTo>
                  <a:lnTo>
                    <a:pt x="1453" y="2929"/>
                  </a:lnTo>
                  <a:cubicBezTo>
                    <a:pt x="1144" y="3405"/>
                    <a:pt x="941" y="3941"/>
                    <a:pt x="799" y="4489"/>
                  </a:cubicBezTo>
                  <a:cubicBezTo>
                    <a:pt x="799" y="4489"/>
                    <a:pt x="799" y="4513"/>
                    <a:pt x="787" y="4513"/>
                  </a:cubicBezTo>
                  <a:lnTo>
                    <a:pt x="322" y="4513"/>
                  </a:lnTo>
                  <a:cubicBezTo>
                    <a:pt x="144" y="4513"/>
                    <a:pt x="1" y="4656"/>
                    <a:pt x="1" y="4834"/>
                  </a:cubicBezTo>
                  <a:lnTo>
                    <a:pt x="1" y="6215"/>
                  </a:lnTo>
                  <a:cubicBezTo>
                    <a:pt x="1" y="6394"/>
                    <a:pt x="144" y="6549"/>
                    <a:pt x="322" y="6549"/>
                  </a:cubicBezTo>
                  <a:lnTo>
                    <a:pt x="787" y="6549"/>
                  </a:lnTo>
                  <a:cubicBezTo>
                    <a:pt x="787" y="6549"/>
                    <a:pt x="799" y="6549"/>
                    <a:pt x="799" y="6561"/>
                  </a:cubicBezTo>
                  <a:cubicBezTo>
                    <a:pt x="918" y="7132"/>
                    <a:pt x="1144" y="7644"/>
                    <a:pt x="1453" y="8120"/>
                  </a:cubicBezTo>
                  <a:lnTo>
                    <a:pt x="1453" y="8144"/>
                  </a:lnTo>
                  <a:lnTo>
                    <a:pt x="1132" y="8466"/>
                  </a:lnTo>
                  <a:cubicBezTo>
                    <a:pt x="1001" y="8597"/>
                    <a:pt x="1001" y="8811"/>
                    <a:pt x="1132" y="8942"/>
                  </a:cubicBezTo>
                  <a:lnTo>
                    <a:pt x="2108" y="9930"/>
                  </a:lnTo>
                  <a:cubicBezTo>
                    <a:pt x="2180" y="9996"/>
                    <a:pt x="2266" y="10028"/>
                    <a:pt x="2351" y="10028"/>
                  </a:cubicBezTo>
                  <a:cubicBezTo>
                    <a:pt x="2436" y="10028"/>
                    <a:pt x="2519" y="9996"/>
                    <a:pt x="2584" y="9930"/>
                  </a:cubicBezTo>
                  <a:lnTo>
                    <a:pt x="2918" y="9597"/>
                  </a:lnTo>
                  <a:lnTo>
                    <a:pt x="2930" y="9597"/>
                  </a:lnTo>
                  <a:cubicBezTo>
                    <a:pt x="3406" y="9906"/>
                    <a:pt x="3942" y="10121"/>
                    <a:pt x="4489" y="10252"/>
                  </a:cubicBezTo>
                  <a:cubicBezTo>
                    <a:pt x="4489" y="10252"/>
                    <a:pt x="4513" y="10252"/>
                    <a:pt x="4513" y="10263"/>
                  </a:cubicBezTo>
                  <a:lnTo>
                    <a:pt x="4513" y="10728"/>
                  </a:lnTo>
                  <a:cubicBezTo>
                    <a:pt x="4513" y="10906"/>
                    <a:pt x="4656" y="11061"/>
                    <a:pt x="4835" y="11061"/>
                  </a:cubicBezTo>
                  <a:lnTo>
                    <a:pt x="6216" y="11061"/>
                  </a:lnTo>
                  <a:cubicBezTo>
                    <a:pt x="6394" y="11061"/>
                    <a:pt x="6549" y="10906"/>
                    <a:pt x="6549" y="10728"/>
                  </a:cubicBezTo>
                  <a:lnTo>
                    <a:pt x="6549" y="10263"/>
                  </a:lnTo>
                  <a:cubicBezTo>
                    <a:pt x="6549" y="10263"/>
                    <a:pt x="6549" y="10252"/>
                    <a:pt x="6561" y="10252"/>
                  </a:cubicBezTo>
                  <a:cubicBezTo>
                    <a:pt x="7133" y="10132"/>
                    <a:pt x="7645" y="9906"/>
                    <a:pt x="8121" y="9597"/>
                  </a:cubicBezTo>
                  <a:lnTo>
                    <a:pt x="8145" y="9597"/>
                  </a:lnTo>
                  <a:lnTo>
                    <a:pt x="8466" y="9930"/>
                  </a:lnTo>
                  <a:cubicBezTo>
                    <a:pt x="8532" y="9996"/>
                    <a:pt x="8618" y="10028"/>
                    <a:pt x="8704" y="10028"/>
                  </a:cubicBezTo>
                  <a:cubicBezTo>
                    <a:pt x="8791" y="10028"/>
                    <a:pt x="8877" y="9996"/>
                    <a:pt x="8942" y="9930"/>
                  </a:cubicBezTo>
                  <a:lnTo>
                    <a:pt x="9931" y="8942"/>
                  </a:lnTo>
                  <a:cubicBezTo>
                    <a:pt x="10062" y="8811"/>
                    <a:pt x="10062" y="8597"/>
                    <a:pt x="9931" y="8466"/>
                  </a:cubicBezTo>
                  <a:lnTo>
                    <a:pt x="9597" y="8144"/>
                  </a:lnTo>
                  <a:lnTo>
                    <a:pt x="9597" y="8120"/>
                  </a:lnTo>
                  <a:cubicBezTo>
                    <a:pt x="9919" y="7644"/>
                    <a:pt x="10121" y="7108"/>
                    <a:pt x="10252" y="6561"/>
                  </a:cubicBezTo>
                  <a:cubicBezTo>
                    <a:pt x="10252" y="6561"/>
                    <a:pt x="10252" y="6549"/>
                    <a:pt x="10264" y="6549"/>
                  </a:cubicBezTo>
                  <a:lnTo>
                    <a:pt x="10728" y="6549"/>
                  </a:lnTo>
                  <a:cubicBezTo>
                    <a:pt x="10907" y="6549"/>
                    <a:pt x="11062" y="6394"/>
                    <a:pt x="11062" y="6215"/>
                  </a:cubicBezTo>
                  <a:lnTo>
                    <a:pt x="11062" y="4834"/>
                  </a:lnTo>
                  <a:cubicBezTo>
                    <a:pt x="11062" y="4656"/>
                    <a:pt x="10907" y="4513"/>
                    <a:pt x="10728" y="4513"/>
                  </a:cubicBezTo>
                  <a:lnTo>
                    <a:pt x="10264" y="4513"/>
                  </a:lnTo>
                  <a:cubicBezTo>
                    <a:pt x="10264" y="4513"/>
                    <a:pt x="10252" y="4513"/>
                    <a:pt x="10252" y="4489"/>
                  </a:cubicBezTo>
                  <a:cubicBezTo>
                    <a:pt x="10133" y="3929"/>
                    <a:pt x="9907" y="3405"/>
                    <a:pt x="9597" y="2929"/>
                  </a:cubicBezTo>
                  <a:lnTo>
                    <a:pt x="9597" y="2917"/>
                  </a:lnTo>
                  <a:lnTo>
                    <a:pt x="9931" y="2584"/>
                  </a:lnTo>
                  <a:cubicBezTo>
                    <a:pt x="10062" y="2453"/>
                    <a:pt x="10062" y="2239"/>
                    <a:pt x="9931" y="2108"/>
                  </a:cubicBezTo>
                  <a:lnTo>
                    <a:pt x="8942" y="1131"/>
                  </a:lnTo>
                  <a:cubicBezTo>
                    <a:pt x="8877" y="1066"/>
                    <a:pt x="8791" y="1033"/>
                    <a:pt x="8704" y="1033"/>
                  </a:cubicBezTo>
                  <a:cubicBezTo>
                    <a:pt x="8618" y="1033"/>
                    <a:pt x="8532" y="1066"/>
                    <a:pt x="8466" y="1131"/>
                  </a:cubicBezTo>
                  <a:lnTo>
                    <a:pt x="8145" y="1453"/>
                  </a:lnTo>
                  <a:lnTo>
                    <a:pt x="8121" y="1453"/>
                  </a:lnTo>
                  <a:cubicBezTo>
                    <a:pt x="7645" y="1143"/>
                    <a:pt x="7109" y="941"/>
                    <a:pt x="6561" y="798"/>
                  </a:cubicBezTo>
                  <a:cubicBezTo>
                    <a:pt x="6561" y="798"/>
                    <a:pt x="6549" y="798"/>
                    <a:pt x="6549" y="786"/>
                  </a:cubicBezTo>
                  <a:lnTo>
                    <a:pt x="6549" y="322"/>
                  </a:lnTo>
                  <a:cubicBezTo>
                    <a:pt x="6549" y="143"/>
                    <a:pt x="6394" y="0"/>
                    <a:pt x="621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1" name="Google Shape;3241;p58"/>
            <p:cNvSpPr/>
            <p:nvPr/>
          </p:nvSpPr>
          <p:spPr>
            <a:xfrm>
              <a:off x="1885146" y="1578204"/>
              <a:ext cx="182322" cy="180603"/>
            </a:xfrm>
            <a:custGeom>
              <a:rect b="b" l="l" r="r" t="t"/>
              <a:pathLst>
                <a:path extrusionOk="0" h="5674" w="5728">
                  <a:moveTo>
                    <a:pt x="3502" y="0"/>
                  </a:moveTo>
                  <a:cubicBezTo>
                    <a:pt x="3438" y="0"/>
                    <a:pt x="3374" y="2"/>
                    <a:pt x="3311" y="6"/>
                  </a:cubicBezTo>
                  <a:cubicBezTo>
                    <a:pt x="2453" y="53"/>
                    <a:pt x="1644" y="411"/>
                    <a:pt x="1048" y="1018"/>
                  </a:cubicBezTo>
                  <a:cubicBezTo>
                    <a:pt x="441" y="1625"/>
                    <a:pt x="84" y="2435"/>
                    <a:pt x="36" y="3280"/>
                  </a:cubicBezTo>
                  <a:cubicBezTo>
                    <a:pt x="1" y="4125"/>
                    <a:pt x="263" y="4959"/>
                    <a:pt x="798" y="5614"/>
                  </a:cubicBezTo>
                  <a:cubicBezTo>
                    <a:pt x="834" y="5661"/>
                    <a:pt x="870" y="5673"/>
                    <a:pt x="917" y="5673"/>
                  </a:cubicBezTo>
                  <a:cubicBezTo>
                    <a:pt x="953" y="5673"/>
                    <a:pt x="989" y="5661"/>
                    <a:pt x="1025" y="5649"/>
                  </a:cubicBezTo>
                  <a:cubicBezTo>
                    <a:pt x="1096" y="5590"/>
                    <a:pt x="1096" y="5483"/>
                    <a:pt x="1048" y="5423"/>
                  </a:cubicBezTo>
                  <a:cubicBezTo>
                    <a:pt x="572" y="4828"/>
                    <a:pt x="322" y="4066"/>
                    <a:pt x="370" y="3304"/>
                  </a:cubicBezTo>
                  <a:cubicBezTo>
                    <a:pt x="417" y="2530"/>
                    <a:pt x="727" y="1804"/>
                    <a:pt x="1275" y="1256"/>
                  </a:cubicBezTo>
                  <a:cubicBezTo>
                    <a:pt x="1822" y="708"/>
                    <a:pt x="2560" y="375"/>
                    <a:pt x="3334" y="351"/>
                  </a:cubicBezTo>
                  <a:cubicBezTo>
                    <a:pt x="3397" y="347"/>
                    <a:pt x="3459" y="345"/>
                    <a:pt x="3521" y="345"/>
                  </a:cubicBezTo>
                  <a:cubicBezTo>
                    <a:pt x="4227" y="345"/>
                    <a:pt x="4895" y="592"/>
                    <a:pt x="5442" y="1030"/>
                  </a:cubicBezTo>
                  <a:cubicBezTo>
                    <a:pt x="5473" y="1055"/>
                    <a:pt x="5510" y="1068"/>
                    <a:pt x="5547" y="1068"/>
                  </a:cubicBezTo>
                  <a:cubicBezTo>
                    <a:pt x="5595" y="1068"/>
                    <a:pt x="5641" y="1046"/>
                    <a:pt x="5668" y="1006"/>
                  </a:cubicBezTo>
                  <a:cubicBezTo>
                    <a:pt x="5727" y="911"/>
                    <a:pt x="5716" y="815"/>
                    <a:pt x="5656" y="768"/>
                  </a:cubicBezTo>
                  <a:cubicBezTo>
                    <a:pt x="5050" y="272"/>
                    <a:pt x="4291" y="0"/>
                    <a:pt x="350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2" name="Google Shape;3242;p58"/>
            <p:cNvSpPr/>
            <p:nvPr/>
          </p:nvSpPr>
          <p:spPr>
            <a:xfrm>
              <a:off x="1923820" y="1610193"/>
              <a:ext cx="183054" cy="186874"/>
            </a:xfrm>
            <a:custGeom>
              <a:rect b="b" l="l" r="r" t="t"/>
              <a:pathLst>
                <a:path extrusionOk="0" h="5871" w="5751">
                  <a:moveTo>
                    <a:pt x="3310" y="358"/>
                  </a:moveTo>
                  <a:lnTo>
                    <a:pt x="3310" y="1025"/>
                  </a:lnTo>
                  <a:cubicBezTo>
                    <a:pt x="3310" y="1132"/>
                    <a:pt x="3274" y="1251"/>
                    <a:pt x="3227" y="1334"/>
                  </a:cubicBezTo>
                  <a:lnTo>
                    <a:pt x="3155" y="1501"/>
                  </a:lnTo>
                  <a:cubicBezTo>
                    <a:pt x="3143" y="1525"/>
                    <a:pt x="3143" y="1549"/>
                    <a:pt x="3143" y="1573"/>
                  </a:cubicBezTo>
                  <a:lnTo>
                    <a:pt x="3143" y="1918"/>
                  </a:lnTo>
                  <a:cubicBezTo>
                    <a:pt x="3143" y="2156"/>
                    <a:pt x="3048" y="2382"/>
                    <a:pt x="2869" y="2549"/>
                  </a:cubicBezTo>
                  <a:cubicBezTo>
                    <a:pt x="2691" y="2704"/>
                    <a:pt x="2477" y="2799"/>
                    <a:pt x="2226" y="2799"/>
                  </a:cubicBezTo>
                  <a:cubicBezTo>
                    <a:pt x="1774" y="2787"/>
                    <a:pt x="1381" y="2370"/>
                    <a:pt x="1381" y="1870"/>
                  </a:cubicBezTo>
                  <a:lnTo>
                    <a:pt x="1381" y="1573"/>
                  </a:lnTo>
                  <a:cubicBezTo>
                    <a:pt x="1381" y="1549"/>
                    <a:pt x="1381" y="1525"/>
                    <a:pt x="1369" y="1501"/>
                  </a:cubicBezTo>
                  <a:lnTo>
                    <a:pt x="1262" y="1311"/>
                  </a:lnTo>
                  <a:cubicBezTo>
                    <a:pt x="1238" y="1227"/>
                    <a:pt x="1203" y="1156"/>
                    <a:pt x="1203" y="1072"/>
                  </a:cubicBezTo>
                  <a:lnTo>
                    <a:pt x="1203" y="1049"/>
                  </a:lnTo>
                  <a:cubicBezTo>
                    <a:pt x="1203" y="668"/>
                    <a:pt x="1524" y="358"/>
                    <a:pt x="1905" y="358"/>
                  </a:cubicBezTo>
                  <a:close/>
                  <a:moveTo>
                    <a:pt x="1905" y="3049"/>
                  </a:moveTo>
                  <a:cubicBezTo>
                    <a:pt x="2012" y="3085"/>
                    <a:pt x="2119" y="3108"/>
                    <a:pt x="2238" y="3108"/>
                  </a:cubicBezTo>
                  <a:lnTo>
                    <a:pt x="2274" y="3108"/>
                  </a:lnTo>
                  <a:cubicBezTo>
                    <a:pt x="2393" y="3108"/>
                    <a:pt x="2512" y="3097"/>
                    <a:pt x="2631" y="3049"/>
                  </a:cubicBezTo>
                  <a:lnTo>
                    <a:pt x="2631" y="3049"/>
                  </a:lnTo>
                  <a:cubicBezTo>
                    <a:pt x="2619" y="3108"/>
                    <a:pt x="2631" y="3156"/>
                    <a:pt x="2655" y="3204"/>
                  </a:cubicBezTo>
                  <a:lnTo>
                    <a:pt x="2512" y="3335"/>
                  </a:lnTo>
                  <a:cubicBezTo>
                    <a:pt x="2441" y="3406"/>
                    <a:pt x="2357" y="3442"/>
                    <a:pt x="2262" y="3442"/>
                  </a:cubicBezTo>
                  <a:cubicBezTo>
                    <a:pt x="2179" y="3442"/>
                    <a:pt x="2084" y="3406"/>
                    <a:pt x="2012" y="3335"/>
                  </a:cubicBezTo>
                  <a:lnTo>
                    <a:pt x="1881" y="3204"/>
                  </a:lnTo>
                  <a:cubicBezTo>
                    <a:pt x="1893" y="3156"/>
                    <a:pt x="1905" y="3108"/>
                    <a:pt x="1905" y="3049"/>
                  </a:cubicBezTo>
                  <a:close/>
                  <a:moveTo>
                    <a:pt x="2810" y="3466"/>
                  </a:moveTo>
                  <a:cubicBezTo>
                    <a:pt x="2858" y="3501"/>
                    <a:pt x="2905" y="3513"/>
                    <a:pt x="2941" y="3525"/>
                  </a:cubicBezTo>
                  <a:lnTo>
                    <a:pt x="3524" y="3692"/>
                  </a:lnTo>
                  <a:cubicBezTo>
                    <a:pt x="3679" y="3739"/>
                    <a:pt x="3774" y="3870"/>
                    <a:pt x="3774" y="4037"/>
                  </a:cubicBezTo>
                  <a:lnTo>
                    <a:pt x="3774" y="5132"/>
                  </a:lnTo>
                  <a:lnTo>
                    <a:pt x="3822" y="5132"/>
                  </a:lnTo>
                  <a:cubicBezTo>
                    <a:pt x="3703" y="5204"/>
                    <a:pt x="3584" y="5263"/>
                    <a:pt x="3453" y="5311"/>
                  </a:cubicBezTo>
                  <a:lnTo>
                    <a:pt x="3453" y="4335"/>
                  </a:lnTo>
                  <a:cubicBezTo>
                    <a:pt x="3453" y="4240"/>
                    <a:pt x="3381" y="4168"/>
                    <a:pt x="3286" y="4168"/>
                  </a:cubicBezTo>
                  <a:cubicBezTo>
                    <a:pt x="3203" y="4168"/>
                    <a:pt x="3119" y="4240"/>
                    <a:pt x="3119" y="4335"/>
                  </a:cubicBezTo>
                  <a:lnTo>
                    <a:pt x="3119" y="5430"/>
                  </a:lnTo>
                  <a:cubicBezTo>
                    <a:pt x="2881" y="5502"/>
                    <a:pt x="2655" y="5537"/>
                    <a:pt x="2405" y="5549"/>
                  </a:cubicBezTo>
                  <a:lnTo>
                    <a:pt x="2262" y="5549"/>
                  </a:lnTo>
                  <a:cubicBezTo>
                    <a:pt x="1965" y="5549"/>
                    <a:pt x="1667" y="5502"/>
                    <a:pt x="1381" y="5430"/>
                  </a:cubicBezTo>
                  <a:lnTo>
                    <a:pt x="1381" y="4335"/>
                  </a:lnTo>
                  <a:cubicBezTo>
                    <a:pt x="1381" y="4240"/>
                    <a:pt x="1310" y="4168"/>
                    <a:pt x="1214" y="4168"/>
                  </a:cubicBezTo>
                  <a:cubicBezTo>
                    <a:pt x="1131" y="4168"/>
                    <a:pt x="1060" y="4240"/>
                    <a:pt x="1060" y="4335"/>
                  </a:cubicBezTo>
                  <a:lnTo>
                    <a:pt x="1060" y="5311"/>
                  </a:lnTo>
                  <a:cubicBezTo>
                    <a:pt x="941" y="5252"/>
                    <a:pt x="798" y="5192"/>
                    <a:pt x="679" y="5132"/>
                  </a:cubicBezTo>
                  <a:lnTo>
                    <a:pt x="679" y="4037"/>
                  </a:lnTo>
                  <a:cubicBezTo>
                    <a:pt x="679" y="3870"/>
                    <a:pt x="786" y="3739"/>
                    <a:pt x="941" y="3692"/>
                  </a:cubicBezTo>
                  <a:lnTo>
                    <a:pt x="1512" y="3525"/>
                  </a:lnTo>
                  <a:cubicBezTo>
                    <a:pt x="1560" y="3513"/>
                    <a:pt x="1619" y="3501"/>
                    <a:pt x="1655" y="3466"/>
                  </a:cubicBezTo>
                  <a:lnTo>
                    <a:pt x="1750" y="3573"/>
                  </a:lnTo>
                  <a:cubicBezTo>
                    <a:pt x="1893" y="3704"/>
                    <a:pt x="2072" y="3763"/>
                    <a:pt x="2226" y="3763"/>
                  </a:cubicBezTo>
                  <a:cubicBezTo>
                    <a:pt x="2405" y="3763"/>
                    <a:pt x="2572" y="3704"/>
                    <a:pt x="2703" y="3573"/>
                  </a:cubicBezTo>
                  <a:lnTo>
                    <a:pt x="2810" y="3466"/>
                  </a:lnTo>
                  <a:close/>
                  <a:moveTo>
                    <a:pt x="1893" y="1"/>
                  </a:moveTo>
                  <a:cubicBezTo>
                    <a:pt x="1322" y="1"/>
                    <a:pt x="869" y="465"/>
                    <a:pt x="869" y="1025"/>
                  </a:cubicBezTo>
                  <a:lnTo>
                    <a:pt x="869" y="1037"/>
                  </a:lnTo>
                  <a:cubicBezTo>
                    <a:pt x="869" y="1168"/>
                    <a:pt x="893" y="1311"/>
                    <a:pt x="953" y="1430"/>
                  </a:cubicBezTo>
                  <a:lnTo>
                    <a:pt x="1048" y="1596"/>
                  </a:lnTo>
                  <a:lnTo>
                    <a:pt x="1048" y="1858"/>
                  </a:lnTo>
                  <a:cubicBezTo>
                    <a:pt x="1048" y="2275"/>
                    <a:pt x="1250" y="2644"/>
                    <a:pt x="1560" y="2882"/>
                  </a:cubicBezTo>
                  <a:lnTo>
                    <a:pt x="1560" y="3037"/>
                  </a:lnTo>
                  <a:cubicBezTo>
                    <a:pt x="1560" y="3108"/>
                    <a:pt x="1500" y="3180"/>
                    <a:pt x="1429" y="3216"/>
                  </a:cubicBezTo>
                  <a:lnTo>
                    <a:pt x="845" y="3382"/>
                  </a:lnTo>
                  <a:cubicBezTo>
                    <a:pt x="548" y="3466"/>
                    <a:pt x="357" y="3739"/>
                    <a:pt x="357" y="4037"/>
                  </a:cubicBezTo>
                  <a:lnTo>
                    <a:pt x="357" y="4906"/>
                  </a:lnTo>
                  <a:cubicBezTo>
                    <a:pt x="333" y="4894"/>
                    <a:pt x="310" y="4859"/>
                    <a:pt x="286" y="4847"/>
                  </a:cubicBezTo>
                  <a:cubicBezTo>
                    <a:pt x="256" y="4822"/>
                    <a:pt x="220" y="4810"/>
                    <a:pt x="185" y="4810"/>
                  </a:cubicBezTo>
                  <a:cubicBezTo>
                    <a:pt x="135" y="4810"/>
                    <a:pt x="87" y="4834"/>
                    <a:pt x="60" y="4882"/>
                  </a:cubicBezTo>
                  <a:cubicBezTo>
                    <a:pt x="0" y="4954"/>
                    <a:pt x="12" y="5061"/>
                    <a:pt x="95" y="5097"/>
                  </a:cubicBezTo>
                  <a:cubicBezTo>
                    <a:pt x="702" y="5597"/>
                    <a:pt x="1476" y="5871"/>
                    <a:pt x="2262" y="5871"/>
                  </a:cubicBezTo>
                  <a:lnTo>
                    <a:pt x="2429" y="5871"/>
                  </a:lnTo>
                  <a:cubicBezTo>
                    <a:pt x="3286" y="5835"/>
                    <a:pt x="4096" y="5478"/>
                    <a:pt x="4691" y="4859"/>
                  </a:cubicBezTo>
                  <a:cubicBezTo>
                    <a:pt x="5298" y="4251"/>
                    <a:pt x="5655" y="3454"/>
                    <a:pt x="5703" y="2596"/>
                  </a:cubicBezTo>
                  <a:cubicBezTo>
                    <a:pt x="5751" y="1751"/>
                    <a:pt x="5477" y="918"/>
                    <a:pt x="4941" y="263"/>
                  </a:cubicBezTo>
                  <a:cubicBezTo>
                    <a:pt x="4908" y="223"/>
                    <a:pt x="4861" y="206"/>
                    <a:pt x="4815" y="206"/>
                  </a:cubicBezTo>
                  <a:cubicBezTo>
                    <a:pt x="4778" y="206"/>
                    <a:pt x="4742" y="218"/>
                    <a:pt x="4715" y="239"/>
                  </a:cubicBezTo>
                  <a:cubicBezTo>
                    <a:pt x="4643" y="299"/>
                    <a:pt x="4643" y="406"/>
                    <a:pt x="4691" y="465"/>
                  </a:cubicBezTo>
                  <a:cubicBezTo>
                    <a:pt x="5167" y="1061"/>
                    <a:pt x="5417" y="1811"/>
                    <a:pt x="5370" y="2573"/>
                  </a:cubicBezTo>
                  <a:cubicBezTo>
                    <a:pt x="5334" y="3347"/>
                    <a:pt x="5013" y="4073"/>
                    <a:pt x="4465" y="4632"/>
                  </a:cubicBezTo>
                  <a:cubicBezTo>
                    <a:pt x="4358" y="4728"/>
                    <a:pt x="4262" y="4823"/>
                    <a:pt x="4155" y="4906"/>
                  </a:cubicBezTo>
                  <a:lnTo>
                    <a:pt x="4155" y="4037"/>
                  </a:lnTo>
                  <a:cubicBezTo>
                    <a:pt x="4155" y="3739"/>
                    <a:pt x="3941" y="3466"/>
                    <a:pt x="3667" y="3382"/>
                  </a:cubicBezTo>
                  <a:lnTo>
                    <a:pt x="3084" y="3216"/>
                  </a:lnTo>
                  <a:cubicBezTo>
                    <a:pt x="3012" y="3180"/>
                    <a:pt x="2953" y="3120"/>
                    <a:pt x="2953" y="3037"/>
                  </a:cubicBezTo>
                  <a:lnTo>
                    <a:pt x="2953" y="2906"/>
                  </a:lnTo>
                  <a:cubicBezTo>
                    <a:pt x="3012" y="2858"/>
                    <a:pt x="3048" y="2823"/>
                    <a:pt x="3096" y="2763"/>
                  </a:cubicBezTo>
                  <a:cubicBezTo>
                    <a:pt x="3334" y="2549"/>
                    <a:pt x="3453" y="2227"/>
                    <a:pt x="3453" y="1906"/>
                  </a:cubicBezTo>
                  <a:lnTo>
                    <a:pt x="3453" y="1596"/>
                  </a:lnTo>
                  <a:lnTo>
                    <a:pt x="3512" y="1453"/>
                  </a:lnTo>
                  <a:cubicBezTo>
                    <a:pt x="3584" y="1311"/>
                    <a:pt x="3620" y="1156"/>
                    <a:pt x="3620" y="1001"/>
                  </a:cubicBezTo>
                  <a:lnTo>
                    <a:pt x="3620" y="168"/>
                  </a:lnTo>
                  <a:cubicBezTo>
                    <a:pt x="3620" y="72"/>
                    <a:pt x="3548" y="1"/>
                    <a:pt x="345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3" name="Google Shape;3243;p58"/>
            <p:cNvSpPr/>
            <p:nvPr/>
          </p:nvSpPr>
          <p:spPr>
            <a:xfrm>
              <a:off x="1974207" y="1638617"/>
              <a:ext cx="43989" cy="15597"/>
            </a:xfrm>
            <a:custGeom>
              <a:rect b="b" l="l" r="r" t="t"/>
              <a:pathLst>
                <a:path extrusionOk="0" h="490" w="1382">
                  <a:moveTo>
                    <a:pt x="155" y="1"/>
                  </a:moveTo>
                  <a:cubicBezTo>
                    <a:pt x="72" y="1"/>
                    <a:pt x="1" y="72"/>
                    <a:pt x="1" y="168"/>
                  </a:cubicBezTo>
                  <a:cubicBezTo>
                    <a:pt x="1" y="251"/>
                    <a:pt x="72" y="322"/>
                    <a:pt x="155" y="322"/>
                  </a:cubicBezTo>
                  <a:cubicBezTo>
                    <a:pt x="334" y="322"/>
                    <a:pt x="870" y="358"/>
                    <a:pt x="1132" y="477"/>
                  </a:cubicBezTo>
                  <a:cubicBezTo>
                    <a:pt x="1155" y="489"/>
                    <a:pt x="1167" y="489"/>
                    <a:pt x="1203" y="489"/>
                  </a:cubicBezTo>
                  <a:cubicBezTo>
                    <a:pt x="1263" y="489"/>
                    <a:pt x="1322" y="465"/>
                    <a:pt x="1346" y="406"/>
                  </a:cubicBezTo>
                  <a:cubicBezTo>
                    <a:pt x="1382" y="322"/>
                    <a:pt x="1346" y="227"/>
                    <a:pt x="1275" y="191"/>
                  </a:cubicBezTo>
                  <a:cubicBezTo>
                    <a:pt x="905" y="1"/>
                    <a:pt x="191" y="1"/>
                    <a:pt x="1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44" name="Google Shape;3244;p58"/>
          <p:cNvGrpSpPr/>
          <p:nvPr/>
        </p:nvGrpSpPr>
        <p:grpSpPr>
          <a:xfrm>
            <a:off x="5281457" y="2006368"/>
            <a:ext cx="352840" cy="354717"/>
            <a:chOff x="3095745" y="3805393"/>
            <a:chExt cx="352840" cy="354717"/>
          </a:xfrm>
        </p:grpSpPr>
        <p:sp>
          <p:nvSpPr>
            <p:cNvPr id="3245" name="Google Shape;3245;p58"/>
            <p:cNvSpPr/>
            <p:nvPr/>
          </p:nvSpPr>
          <p:spPr>
            <a:xfrm>
              <a:off x="3095745" y="3805393"/>
              <a:ext cx="272093" cy="271711"/>
            </a:xfrm>
            <a:custGeom>
              <a:rect b="b" l="l" r="r" t="t"/>
              <a:pathLst>
                <a:path extrusionOk="0" h="8537" w="8549">
                  <a:moveTo>
                    <a:pt x="4025" y="0"/>
                  </a:moveTo>
                  <a:cubicBezTo>
                    <a:pt x="3763" y="0"/>
                    <a:pt x="3525" y="179"/>
                    <a:pt x="3489" y="441"/>
                  </a:cubicBezTo>
                  <a:lnTo>
                    <a:pt x="3322" y="1262"/>
                  </a:lnTo>
                  <a:cubicBezTo>
                    <a:pt x="3155" y="1322"/>
                    <a:pt x="2977" y="1381"/>
                    <a:pt x="2834" y="1465"/>
                  </a:cubicBezTo>
                  <a:lnTo>
                    <a:pt x="2132" y="1012"/>
                  </a:lnTo>
                  <a:cubicBezTo>
                    <a:pt x="2036" y="947"/>
                    <a:pt x="1929" y="915"/>
                    <a:pt x="1825" y="915"/>
                  </a:cubicBezTo>
                  <a:cubicBezTo>
                    <a:pt x="1683" y="915"/>
                    <a:pt x="1544" y="974"/>
                    <a:pt x="1441" y="1084"/>
                  </a:cubicBezTo>
                  <a:lnTo>
                    <a:pt x="1084" y="1441"/>
                  </a:lnTo>
                  <a:cubicBezTo>
                    <a:pt x="905" y="1619"/>
                    <a:pt x="881" y="1917"/>
                    <a:pt x="1012" y="2119"/>
                  </a:cubicBezTo>
                  <a:lnTo>
                    <a:pt x="1477" y="2822"/>
                  </a:lnTo>
                  <a:cubicBezTo>
                    <a:pt x="1381" y="2989"/>
                    <a:pt x="1322" y="3155"/>
                    <a:pt x="1262" y="3310"/>
                  </a:cubicBezTo>
                  <a:lnTo>
                    <a:pt x="453" y="3477"/>
                  </a:lnTo>
                  <a:cubicBezTo>
                    <a:pt x="191" y="3524"/>
                    <a:pt x="0" y="3763"/>
                    <a:pt x="0" y="4013"/>
                  </a:cubicBezTo>
                  <a:lnTo>
                    <a:pt x="0" y="4525"/>
                  </a:lnTo>
                  <a:cubicBezTo>
                    <a:pt x="0" y="4775"/>
                    <a:pt x="179" y="5013"/>
                    <a:pt x="453" y="5060"/>
                  </a:cubicBezTo>
                  <a:lnTo>
                    <a:pt x="1262" y="5215"/>
                  </a:lnTo>
                  <a:cubicBezTo>
                    <a:pt x="1322" y="5382"/>
                    <a:pt x="1381" y="5560"/>
                    <a:pt x="1477" y="5715"/>
                  </a:cubicBezTo>
                  <a:lnTo>
                    <a:pt x="1012" y="6406"/>
                  </a:lnTo>
                  <a:cubicBezTo>
                    <a:pt x="869" y="6632"/>
                    <a:pt x="893" y="6918"/>
                    <a:pt x="1084" y="7096"/>
                  </a:cubicBezTo>
                  <a:lnTo>
                    <a:pt x="1441" y="7453"/>
                  </a:lnTo>
                  <a:cubicBezTo>
                    <a:pt x="1544" y="7557"/>
                    <a:pt x="1687" y="7608"/>
                    <a:pt x="1830" y="7608"/>
                  </a:cubicBezTo>
                  <a:cubicBezTo>
                    <a:pt x="1935" y="7608"/>
                    <a:pt x="2041" y="7580"/>
                    <a:pt x="2132" y="7525"/>
                  </a:cubicBezTo>
                  <a:lnTo>
                    <a:pt x="2834" y="7061"/>
                  </a:lnTo>
                  <a:cubicBezTo>
                    <a:pt x="2989" y="7156"/>
                    <a:pt x="3155" y="7215"/>
                    <a:pt x="3322" y="7275"/>
                  </a:cubicBezTo>
                  <a:lnTo>
                    <a:pt x="3489" y="8096"/>
                  </a:lnTo>
                  <a:cubicBezTo>
                    <a:pt x="3525" y="8346"/>
                    <a:pt x="3763" y="8537"/>
                    <a:pt x="4025" y="8537"/>
                  </a:cubicBezTo>
                  <a:lnTo>
                    <a:pt x="4525" y="8537"/>
                  </a:lnTo>
                  <a:cubicBezTo>
                    <a:pt x="4775" y="8537"/>
                    <a:pt x="5013" y="8358"/>
                    <a:pt x="5060" y="8096"/>
                  </a:cubicBezTo>
                  <a:lnTo>
                    <a:pt x="5227" y="7275"/>
                  </a:lnTo>
                  <a:cubicBezTo>
                    <a:pt x="5358" y="7227"/>
                    <a:pt x="5489" y="7180"/>
                    <a:pt x="5632" y="7120"/>
                  </a:cubicBezTo>
                  <a:cubicBezTo>
                    <a:pt x="5692" y="7084"/>
                    <a:pt x="5727" y="6977"/>
                    <a:pt x="5692" y="6894"/>
                  </a:cubicBezTo>
                  <a:cubicBezTo>
                    <a:pt x="5655" y="6821"/>
                    <a:pt x="5584" y="6790"/>
                    <a:pt x="5515" y="6790"/>
                  </a:cubicBezTo>
                  <a:cubicBezTo>
                    <a:pt x="5494" y="6790"/>
                    <a:pt x="5473" y="6793"/>
                    <a:pt x="5453" y="6799"/>
                  </a:cubicBezTo>
                  <a:cubicBezTo>
                    <a:pt x="5299" y="6870"/>
                    <a:pt x="5156" y="6918"/>
                    <a:pt x="5001" y="6965"/>
                  </a:cubicBezTo>
                  <a:cubicBezTo>
                    <a:pt x="4941" y="6977"/>
                    <a:pt x="4882" y="7037"/>
                    <a:pt x="4882" y="7096"/>
                  </a:cubicBezTo>
                  <a:lnTo>
                    <a:pt x="4703" y="8025"/>
                  </a:lnTo>
                  <a:cubicBezTo>
                    <a:pt x="4691" y="8108"/>
                    <a:pt x="4596" y="8180"/>
                    <a:pt x="4513" y="8180"/>
                  </a:cubicBezTo>
                  <a:lnTo>
                    <a:pt x="4001" y="8180"/>
                  </a:lnTo>
                  <a:cubicBezTo>
                    <a:pt x="3917" y="8180"/>
                    <a:pt x="3822" y="8120"/>
                    <a:pt x="3810" y="8025"/>
                  </a:cubicBezTo>
                  <a:lnTo>
                    <a:pt x="3632" y="7096"/>
                  </a:lnTo>
                  <a:cubicBezTo>
                    <a:pt x="3620" y="7037"/>
                    <a:pt x="3572" y="6977"/>
                    <a:pt x="3513" y="6965"/>
                  </a:cubicBezTo>
                  <a:cubicBezTo>
                    <a:pt x="3310" y="6906"/>
                    <a:pt x="3096" y="6811"/>
                    <a:pt x="2905" y="6703"/>
                  </a:cubicBezTo>
                  <a:cubicBezTo>
                    <a:pt x="2876" y="6691"/>
                    <a:pt x="2843" y="6686"/>
                    <a:pt x="2812" y="6686"/>
                  </a:cubicBezTo>
                  <a:cubicBezTo>
                    <a:pt x="2780" y="6686"/>
                    <a:pt x="2751" y="6691"/>
                    <a:pt x="2727" y="6703"/>
                  </a:cubicBezTo>
                  <a:lnTo>
                    <a:pt x="1941" y="7227"/>
                  </a:lnTo>
                  <a:cubicBezTo>
                    <a:pt x="1904" y="7249"/>
                    <a:pt x="1864" y="7260"/>
                    <a:pt x="1824" y="7260"/>
                  </a:cubicBezTo>
                  <a:cubicBezTo>
                    <a:pt x="1774" y="7260"/>
                    <a:pt x="1725" y="7243"/>
                    <a:pt x="1679" y="7203"/>
                  </a:cubicBezTo>
                  <a:lnTo>
                    <a:pt x="1322" y="6846"/>
                  </a:lnTo>
                  <a:cubicBezTo>
                    <a:pt x="1262" y="6787"/>
                    <a:pt x="1250" y="6680"/>
                    <a:pt x="1298" y="6584"/>
                  </a:cubicBezTo>
                  <a:lnTo>
                    <a:pt x="1822" y="5799"/>
                  </a:lnTo>
                  <a:cubicBezTo>
                    <a:pt x="1846" y="5739"/>
                    <a:pt x="1858" y="5679"/>
                    <a:pt x="1822" y="5620"/>
                  </a:cubicBezTo>
                  <a:cubicBezTo>
                    <a:pt x="1715" y="5429"/>
                    <a:pt x="1620" y="5215"/>
                    <a:pt x="1560" y="5013"/>
                  </a:cubicBezTo>
                  <a:cubicBezTo>
                    <a:pt x="1548" y="4953"/>
                    <a:pt x="1489" y="4894"/>
                    <a:pt x="1429" y="4894"/>
                  </a:cubicBezTo>
                  <a:lnTo>
                    <a:pt x="512" y="4715"/>
                  </a:lnTo>
                  <a:cubicBezTo>
                    <a:pt x="417" y="4703"/>
                    <a:pt x="346" y="4608"/>
                    <a:pt x="346" y="4525"/>
                  </a:cubicBezTo>
                  <a:lnTo>
                    <a:pt x="346" y="4013"/>
                  </a:lnTo>
                  <a:cubicBezTo>
                    <a:pt x="346" y="3929"/>
                    <a:pt x="405" y="3834"/>
                    <a:pt x="512" y="3822"/>
                  </a:cubicBezTo>
                  <a:lnTo>
                    <a:pt x="1429" y="3643"/>
                  </a:lnTo>
                  <a:cubicBezTo>
                    <a:pt x="1489" y="3632"/>
                    <a:pt x="1548" y="3584"/>
                    <a:pt x="1560" y="3524"/>
                  </a:cubicBezTo>
                  <a:cubicBezTo>
                    <a:pt x="1620" y="3322"/>
                    <a:pt x="1715" y="3108"/>
                    <a:pt x="1822" y="2917"/>
                  </a:cubicBezTo>
                  <a:cubicBezTo>
                    <a:pt x="1846" y="2858"/>
                    <a:pt x="1846" y="2786"/>
                    <a:pt x="1822" y="2739"/>
                  </a:cubicBezTo>
                  <a:lnTo>
                    <a:pt x="1298" y="1941"/>
                  </a:lnTo>
                  <a:cubicBezTo>
                    <a:pt x="1250" y="1869"/>
                    <a:pt x="1250" y="1762"/>
                    <a:pt x="1322" y="1691"/>
                  </a:cubicBezTo>
                  <a:lnTo>
                    <a:pt x="1679" y="1334"/>
                  </a:lnTo>
                  <a:cubicBezTo>
                    <a:pt x="1714" y="1299"/>
                    <a:pt x="1765" y="1280"/>
                    <a:pt x="1820" y="1280"/>
                  </a:cubicBezTo>
                  <a:cubicBezTo>
                    <a:pt x="1859" y="1280"/>
                    <a:pt x="1901" y="1290"/>
                    <a:pt x="1941" y="1310"/>
                  </a:cubicBezTo>
                  <a:lnTo>
                    <a:pt x="2727" y="1822"/>
                  </a:lnTo>
                  <a:cubicBezTo>
                    <a:pt x="2759" y="1841"/>
                    <a:pt x="2791" y="1853"/>
                    <a:pt x="2822" y="1853"/>
                  </a:cubicBezTo>
                  <a:cubicBezTo>
                    <a:pt x="2850" y="1853"/>
                    <a:pt x="2878" y="1844"/>
                    <a:pt x="2905" y="1822"/>
                  </a:cubicBezTo>
                  <a:cubicBezTo>
                    <a:pt x="3096" y="1727"/>
                    <a:pt x="3310" y="1631"/>
                    <a:pt x="3513" y="1572"/>
                  </a:cubicBezTo>
                  <a:cubicBezTo>
                    <a:pt x="3572" y="1560"/>
                    <a:pt x="3632" y="1500"/>
                    <a:pt x="3632" y="1441"/>
                  </a:cubicBezTo>
                  <a:lnTo>
                    <a:pt x="3810" y="512"/>
                  </a:lnTo>
                  <a:cubicBezTo>
                    <a:pt x="3822" y="429"/>
                    <a:pt x="3917" y="357"/>
                    <a:pt x="4001" y="357"/>
                  </a:cubicBezTo>
                  <a:lnTo>
                    <a:pt x="4513" y="357"/>
                  </a:lnTo>
                  <a:cubicBezTo>
                    <a:pt x="4596" y="357"/>
                    <a:pt x="4691" y="417"/>
                    <a:pt x="4703" y="512"/>
                  </a:cubicBezTo>
                  <a:lnTo>
                    <a:pt x="4882" y="1441"/>
                  </a:lnTo>
                  <a:cubicBezTo>
                    <a:pt x="4894" y="1500"/>
                    <a:pt x="4941" y="1560"/>
                    <a:pt x="5001" y="1572"/>
                  </a:cubicBezTo>
                  <a:cubicBezTo>
                    <a:pt x="5215" y="1631"/>
                    <a:pt x="5418" y="1727"/>
                    <a:pt x="5608" y="1822"/>
                  </a:cubicBezTo>
                  <a:cubicBezTo>
                    <a:pt x="5638" y="1840"/>
                    <a:pt x="5674" y="1849"/>
                    <a:pt x="5706" y="1849"/>
                  </a:cubicBezTo>
                  <a:cubicBezTo>
                    <a:pt x="5739" y="1849"/>
                    <a:pt x="5769" y="1840"/>
                    <a:pt x="5787" y="1822"/>
                  </a:cubicBezTo>
                  <a:lnTo>
                    <a:pt x="6584" y="1310"/>
                  </a:lnTo>
                  <a:cubicBezTo>
                    <a:pt x="6617" y="1288"/>
                    <a:pt x="6656" y="1277"/>
                    <a:pt x="6696" y="1277"/>
                  </a:cubicBezTo>
                  <a:cubicBezTo>
                    <a:pt x="6745" y="1277"/>
                    <a:pt x="6795" y="1294"/>
                    <a:pt x="6835" y="1334"/>
                  </a:cubicBezTo>
                  <a:lnTo>
                    <a:pt x="7192" y="1691"/>
                  </a:lnTo>
                  <a:cubicBezTo>
                    <a:pt x="7251" y="1750"/>
                    <a:pt x="7263" y="1858"/>
                    <a:pt x="7216" y="1941"/>
                  </a:cubicBezTo>
                  <a:lnTo>
                    <a:pt x="6704" y="2739"/>
                  </a:lnTo>
                  <a:cubicBezTo>
                    <a:pt x="6668" y="2798"/>
                    <a:pt x="6656" y="2858"/>
                    <a:pt x="6704" y="2917"/>
                  </a:cubicBezTo>
                  <a:cubicBezTo>
                    <a:pt x="6799" y="3108"/>
                    <a:pt x="6894" y="3322"/>
                    <a:pt x="6954" y="3524"/>
                  </a:cubicBezTo>
                  <a:cubicBezTo>
                    <a:pt x="6965" y="3584"/>
                    <a:pt x="7025" y="3643"/>
                    <a:pt x="7085" y="3643"/>
                  </a:cubicBezTo>
                  <a:lnTo>
                    <a:pt x="8013" y="3822"/>
                  </a:lnTo>
                  <a:cubicBezTo>
                    <a:pt x="8097" y="3834"/>
                    <a:pt x="8168" y="3929"/>
                    <a:pt x="8168" y="4013"/>
                  </a:cubicBezTo>
                  <a:lnTo>
                    <a:pt x="8168" y="4525"/>
                  </a:lnTo>
                  <a:cubicBezTo>
                    <a:pt x="8168" y="4608"/>
                    <a:pt x="8108" y="4703"/>
                    <a:pt x="8013" y="4715"/>
                  </a:cubicBezTo>
                  <a:lnTo>
                    <a:pt x="7085" y="4894"/>
                  </a:lnTo>
                  <a:cubicBezTo>
                    <a:pt x="7025" y="4906"/>
                    <a:pt x="6965" y="4953"/>
                    <a:pt x="6954" y="5013"/>
                  </a:cubicBezTo>
                  <a:cubicBezTo>
                    <a:pt x="6906" y="5156"/>
                    <a:pt x="6846" y="5322"/>
                    <a:pt x="6787" y="5477"/>
                  </a:cubicBezTo>
                  <a:cubicBezTo>
                    <a:pt x="6739" y="5560"/>
                    <a:pt x="6787" y="5668"/>
                    <a:pt x="6882" y="5715"/>
                  </a:cubicBezTo>
                  <a:cubicBezTo>
                    <a:pt x="6903" y="5724"/>
                    <a:pt x="6926" y="5729"/>
                    <a:pt x="6949" y="5729"/>
                  </a:cubicBezTo>
                  <a:cubicBezTo>
                    <a:pt x="7016" y="5729"/>
                    <a:pt x="7085" y="5691"/>
                    <a:pt x="7120" y="5620"/>
                  </a:cubicBezTo>
                  <a:cubicBezTo>
                    <a:pt x="7180" y="5489"/>
                    <a:pt x="7239" y="5358"/>
                    <a:pt x="7275" y="5215"/>
                  </a:cubicBezTo>
                  <a:lnTo>
                    <a:pt x="8097" y="5060"/>
                  </a:lnTo>
                  <a:cubicBezTo>
                    <a:pt x="8347" y="5013"/>
                    <a:pt x="8549" y="4775"/>
                    <a:pt x="8549" y="4525"/>
                  </a:cubicBezTo>
                  <a:lnTo>
                    <a:pt x="8549" y="4013"/>
                  </a:lnTo>
                  <a:cubicBezTo>
                    <a:pt x="8549" y="3763"/>
                    <a:pt x="8370" y="3524"/>
                    <a:pt x="8097" y="3477"/>
                  </a:cubicBezTo>
                  <a:lnTo>
                    <a:pt x="7275" y="3310"/>
                  </a:lnTo>
                  <a:cubicBezTo>
                    <a:pt x="7216" y="3155"/>
                    <a:pt x="7156" y="2977"/>
                    <a:pt x="7073" y="2822"/>
                  </a:cubicBezTo>
                  <a:lnTo>
                    <a:pt x="7537" y="2119"/>
                  </a:lnTo>
                  <a:cubicBezTo>
                    <a:pt x="7680" y="1905"/>
                    <a:pt x="7656" y="1619"/>
                    <a:pt x="7454" y="1441"/>
                  </a:cubicBezTo>
                  <a:lnTo>
                    <a:pt x="7096" y="1084"/>
                  </a:lnTo>
                  <a:cubicBezTo>
                    <a:pt x="6992" y="980"/>
                    <a:pt x="6848" y="924"/>
                    <a:pt x="6705" y="924"/>
                  </a:cubicBezTo>
                  <a:cubicBezTo>
                    <a:pt x="6603" y="924"/>
                    <a:pt x="6502" y="953"/>
                    <a:pt x="6418" y="1012"/>
                  </a:cubicBezTo>
                  <a:lnTo>
                    <a:pt x="5715" y="1465"/>
                  </a:lnTo>
                  <a:cubicBezTo>
                    <a:pt x="5549" y="1381"/>
                    <a:pt x="5394" y="1322"/>
                    <a:pt x="5227" y="1262"/>
                  </a:cubicBezTo>
                  <a:lnTo>
                    <a:pt x="5060" y="441"/>
                  </a:lnTo>
                  <a:cubicBezTo>
                    <a:pt x="5013" y="191"/>
                    <a:pt x="4775" y="0"/>
                    <a:pt x="452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6" name="Google Shape;3246;p58"/>
            <p:cNvSpPr/>
            <p:nvPr/>
          </p:nvSpPr>
          <p:spPr>
            <a:xfrm>
              <a:off x="3184798" y="3878883"/>
              <a:ext cx="109550" cy="94018"/>
            </a:xfrm>
            <a:custGeom>
              <a:rect b="b" l="l" r="r" t="t"/>
              <a:pathLst>
                <a:path extrusionOk="0" h="2954" w="3442">
                  <a:moveTo>
                    <a:pt x="1465" y="1"/>
                  </a:moveTo>
                  <a:cubicBezTo>
                    <a:pt x="941" y="1"/>
                    <a:pt x="453" y="191"/>
                    <a:pt x="72" y="561"/>
                  </a:cubicBezTo>
                  <a:cubicBezTo>
                    <a:pt x="0" y="632"/>
                    <a:pt x="0" y="739"/>
                    <a:pt x="72" y="811"/>
                  </a:cubicBezTo>
                  <a:cubicBezTo>
                    <a:pt x="113" y="852"/>
                    <a:pt x="158" y="873"/>
                    <a:pt x="203" y="873"/>
                  </a:cubicBezTo>
                  <a:cubicBezTo>
                    <a:pt x="247" y="873"/>
                    <a:pt x="292" y="852"/>
                    <a:pt x="334" y="811"/>
                  </a:cubicBezTo>
                  <a:cubicBezTo>
                    <a:pt x="631" y="513"/>
                    <a:pt x="1024" y="358"/>
                    <a:pt x="1465" y="358"/>
                  </a:cubicBezTo>
                  <a:cubicBezTo>
                    <a:pt x="2358" y="358"/>
                    <a:pt x="3084" y="1084"/>
                    <a:pt x="3084" y="1977"/>
                  </a:cubicBezTo>
                  <a:cubicBezTo>
                    <a:pt x="3084" y="2227"/>
                    <a:pt x="3024" y="2477"/>
                    <a:pt x="2905" y="2716"/>
                  </a:cubicBezTo>
                  <a:cubicBezTo>
                    <a:pt x="2846" y="2799"/>
                    <a:pt x="2894" y="2894"/>
                    <a:pt x="2977" y="2942"/>
                  </a:cubicBezTo>
                  <a:cubicBezTo>
                    <a:pt x="3013" y="2954"/>
                    <a:pt x="3036" y="2954"/>
                    <a:pt x="3048" y="2954"/>
                  </a:cubicBezTo>
                  <a:cubicBezTo>
                    <a:pt x="3108" y="2954"/>
                    <a:pt x="3167" y="2930"/>
                    <a:pt x="3215" y="2870"/>
                  </a:cubicBezTo>
                  <a:cubicBezTo>
                    <a:pt x="3370" y="2585"/>
                    <a:pt x="3441" y="2287"/>
                    <a:pt x="3441" y="1977"/>
                  </a:cubicBezTo>
                  <a:cubicBezTo>
                    <a:pt x="3441" y="894"/>
                    <a:pt x="2560" y="1"/>
                    <a:pt x="14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7" name="Google Shape;3247;p58"/>
            <p:cNvSpPr/>
            <p:nvPr/>
          </p:nvSpPr>
          <p:spPr>
            <a:xfrm>
              <a:off x="3168120" y="3917331"/>
              <a:ext cx="102707" cy="87016"/>
            </a:xfrm>
            <a:custGeom>
              <a:rect b="b" l="l" r="r" t="t"/>
              <a:pathLst>
                <a:path extrusionOk="0" h="2734" w="3227">
                  <a:moveTo>
                    <a:pt x="277" y="0"/>
                  </a:moveTo>
                  <a:cubicBezTo>
                    <a:pt x="203" y="0"/>
                    <a:pt x="136" y="38"/>
                    <a:pt x="108" y="115"/>
                  </a:cubicBezTo>
                  <a:cubicBezTo>
                    <a:pt x="36" y="317"/>
                    <a:pt x="0" y="531"/>
                    <a:pt x="0" y="758"/>
                  </a:cubicBezTo>
                  <a:cubicBezTo>
                    <a:pt x="0" y="1841"/>
                    <a:pt x="881" y="2734"/>
                    <a:pt x="1977" y="2734"/>
                  </a:cubicBezTo>
                  <a:cubicBezTo>
                    <a:pt x="2394" y="2734"/>
                    <a:pt x="2798" y="2603"/>
                    <a:pt x="3144" y="2365"/>
                  </a:cubicBezTo>
                  <a:cubicBezTo>
                    <a:pt x="3215" y="2305"/>
                    <a:pt x="3227" y="2198"/>
                    <a:pt x="3191" y="2127"/>
                  </a:cubicBezTo>
                  <a:cubicBezTo>
                    <a:pt x="3162" y="2075"/>
                    <a:pt x="3106" y="2051"/>
                    <a:pt x="3050" y="2051"/>
                  </a:cubicBezTo>
                  <a:cubicBezTo>
                    <a:pt x="3015" y="2051"/>
                    <a:pt x="2981" y="2061"/>
                    <a:pt x="2953" y="2079"/>
                  </a:cubicBezTo>
                  <a:cubicBezTo>
                    <a:pt x="2667" y="2282"/>
                    <a:pt x="2334" y="2389"/>
                    <a:pt x="2001" y="2389"/>
                  </a:cubicBezTo>
                  <a:cubicBezTo>
                    <a:pt x="1108" y="2389"/>
                    <a:pt x="370" y="1662"/>
                    <a:pt x="370" y="769"/>
                  </a:cubicBezTo>
                  <a:cubicBezTo>
                    <a:pt x="370" y="591"/>
                    <a:pt x="405" y="412"/>
                    <a:pt x="465" y="246"/>
                  </a:cubicBezTo>
                  <a:cubicBezTo>
                    <a:pt x="465" y="138"/>
                    <a:pt x="417" y="43"/>
                    <a:pt x="334" y="7"/>
                  </a:cubicBezTo>
                  <a:cubicBezTo>
                    <a:pt x="315" y="3"/>
                    <a:pt x="296" y="0"/>
                    <a:pt x="27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8" name="Google Shape;3248;p58"/>
            <p:cNvSpPr/>
            <p:nvPr/>
          </p:nvSpPr>
          <p:spPr>
            <a:xfrm>
              <a:off x="3264749" y="3976275"/>
              <a:ext cx="183836" cy="183836"/>
            </a:xfrm>
            <a:custGeom>
              <a:rect b="b" l="l" r="r" t="t"/>
              <a:pathLst>
                <a:path extrusionOk="0" h="5776" w="5776">
                  <a:moveTo>
                    <a:pt x="2739" y="1"/>
                  </a:moveTo>
                  <a:cubicBezTo>
                    <a:pt x="2548" y="1"/>
                    <a:pt x="2370" y="156"/>
                    <a:pt x="2322" y="346"/>
                  </a:cubicBezTo>
                  <a:lnTo>
                    <a:pt x="2215" y="846"/>
                  </a:lnTo>
                  <a:cubicBezTo>
                    <a:pt x="2132" y="882"/>
                    <a:pt x="2036" y="930"/>
                    <a:pt x="1953" y="953"/>
                  </a:cubicBezTo>
                  <a:lnTo>
                    <a:pt x="1525" y="668"/>
                  </a:lnTo>
                  <a:cubicBezTo>
                    <a:pt x="1454" y="627"/>
                    <a:pt x="1372" y="606"/>
                    <a:pt x="1291" y="606"/>
                  </a:cubicBezTo>
                  <a:cubicBezTo>
                    <a:pt x="1181" y="606"/>
                    <a:pt x="1071" y="645"/>
                    <a:pt x="989" y="727"/>
                  </a:cubicBezTo>
                  <a:lnTo>
                    <a:pt x="751" y="965"/>
                  </a:lnTo>
                  <a:cubicBezTo>
                    <a:pt x="620" y="1108"/>
                    <a:pt x="584" y="1322"/>
                    <a:pt x="691" y="1501"/>
                  </a:cubicBezTo>
                  <a:lnTo>
                    <a:pt x="977" y="1942"/>
                  </a:lnTo>
                  <a:cubicBezTo>
                    <a:pt x="917" y="2061"/>
                    <a:pt x="870" y="2180"/>
                    <a:pt x="822" y="2311"/>
                  </a:cubicBezTo>
                  <a:cubicBezTo>
                    <a:pt x="786" y="2394"/>
                    <a:pt x="858" y="2501"/>
                    <a:pt x="941" y="2537"/>
                  </a:cubicBezTo>
                  <a:cubicBezTo>
                    <a:pt x="954" y="2541"/>
                    <a:pt x="967" y="2542"/>
                    <a:pt x="980" y="2542"/>
                  </a:cubicBezTo>
                  <a:cubicBezTo>
                    <a:pt x="1055" y="2542"/>
                    <a:pt x="1137" y="2489"/>
                    <a:pt x="1167" y="2418"/>
                  </a:cubicBezTo>
                  <a:cubicBezTo>
                    <a:pt x="1203" y="2275"/>
                    <a:pt x="1251" y="2144"/>
                    <a:pt x="1322" y="2025"/>
                  </a:cubicBezTo>
                  <a:cubicBezTo>
                    <a:pt x="1358" y="1965"/>
                    <a:pt x="1358" y="1894"/>
                    <a:pt x="1322" y="1846"/>
                  </a:cubicBezTo>
                  <a:lnTo>
                    <a:pt x="989" y="1322"/>
                  </a:lnTo>
                  <a:cubicBezTo>
                    <a:pt x="977" y="1299"/>
                    <a:pt x="977" y="1263"/>
                    <a:pt x="1001" y="1239"/>
                  </a:cubicBezTo>
                  <a:lnTo>
                    <a:pt x="1239" y="1001"/>
                  </a:lnTo>
                  <a:cubicBezTo>
                    <a:pt x="1258" y="981"/>
                    <a:pt x="1274" y="973"/>
                    <a:pt x="1291" y="973"/>
                  </a:cubicBezTo>
                  <a:cubicBezTo>
                    <a:pt x="1304" y="973"/>
                    <a:pt x="1318" y="978"/>
                    <a:pt x="1334" y="989"/>
                  </a:cubicBezTo>
                  <a:lnTo>
                    <a:pt x="1846" y="1322"/>
                  </a:lnTo>
                  <a:cubicBezTo>
                    <a:pt x="1878" y="1342"/>
                    <a:pt x="1910" y="1354"/>
                    <a:pt x="1942" y="1354"/>
                  </a:cubicBezTo>
                  <a:cubicBezTo>
                    <a:pt x="1969" y="1354"/>
                    <a:pt x="1997" y="1345"/>
                    <a:pt x="2025" y="1322"/>
                  </a:cubicBezTo>
                  <a:cubicBezTo>
                    <a:pt x="2144" y="1251"/>
                    <a:pt x="2287" y="1203"/>
                    <a:pt x="2417" y="1156"/>
                  </a:cubicBezTo>
                  <a:cubicBezTo>
                    <a:pt x="2477" y="1144"/>
                    <a:pt x="2537" y="1084"/>
                    <a:pt x="2537" y="1025"/>
                  </a:cubicBezTo>
                  <a:lnTo>
                    <a:pt x="2656" y="418"/>
                  </a:lnTo>
                  <a:cubicBezTo>
                    <a:pt x="2656" y="382"/>
                    <a:pt x="2679" y="358"/>
                    <a:pt x="2727" y="358"/>
                  </a:cubicBezTo>
                  <a:lnTo>
                    <a:pt x="3060" y="358"/>
                  </a:lnTo>
                  <a:cubicBezTo>
                    <a:pt x="3084" y="358"/>
                    <a:pt x="3120" y="394"/>
                    <a:pt x="3132" y="418"/>
                  </a:cubicBezTo>
                  <a:lnTo>
                    <a:pt x="3251" y="1025"/>
                  </a:lnTo>
                  <a:cubicBezTo>
                    <a:pt x="3263" y="1084"/>
                    <a:pt x="3310" y="1144"/>
                    <a:pt x="3370" y="1156"/>
                  </a:cubicBezTo>
                  <a:cubicBezTo>
                    <a:pt x="3501" y="1203"/>
                    <a:pt x="3632" y="1251"/>
                    <a:pt x="3751" y="1322"/>
                  </a:cubicBezTo>
                  <a:cubicBezTo>
                    <a:pt x="3781" y="1340"/>
                    <a:pt x="3816" y="1349"/>
                    <a:pt x="3849" y="1349"/>
                  </a:cubicBezTo>
                  <a:cubicBezTo>
                    <a:pt x="3882" y="1349"/>
                    <a:pt x="3912" y="1340"/>
                    <a:pt x="3930" y="1322"/>
                  </a:cubicBezTo>
                  <a:lnTo>
                    <a:pt x="4453" y="989"/>
                  </a:lnTo>
                  <a:cubicBezTo>
                    <a:pt x="4469" y="978"/>
                    <a:pt x="4483" y="973"/>
                    <a:pt x="4497" y="973"/>
                  </a:cubicBezTo>
                  <a:cubicBezTo>
                    <a:pt x="4513" y="973"/>
                    <a:pt x="4529" y="981"/>
                    <a:pt x="4549" y="1001"/>
                  </a:cubicBezTo>
                  <a:lnTo>
                    <a:pt x="4787" y="1239"/>
                  </a:lnTo>
                  <a:cubicBezTo>
                    <a:pt x="4811" y="1263"/>
                    <a:pt x="4811" y="1299"/>
                    <a:pt x="4799" y="1322"/>
                  </a:cubicBezTo>
                  <a:lnTo>
                    <a:pt x="4453" y="1846"/>
                  </a:lnTo>
                  <a:cubicBezTo>
                    <a:pt x="4430" y="1906"/>
                    <a:pt x="4406" y="1965"/>
                    <a:pt x="4453" y="2025"/>
                  </a:cubicBezTo>
                  <a:cubicBezTo>
                    <a:pt x="4525" y="2144"/>
                    <a:pt x="4573" y="2275"/>
                    <a:pt x="4620" y="2418"/>
                  </a:cubicBezTo>
                  <a:cubicBezTo>
                    <a:pt x="4632" y="2477"/>
                    <a:pt x="4692" y="2537"/>
                    <a:pt x="4751" y="2537"/>
                  </a:cubicBezTo>
                  <a:lnTo>
                    <a:pt x="5358" y="2656"/>
                  </a:lnTo>
                  <a:cubicBezTo>
                    <a:pt x="5394" y="2656"/>
                    <a:pt x="5418" y="2680"/>
                    <a:pt x="5418" y="2727"/>
                  </a:cubicBezTo>
                  <a:lnTo>
                    <a:pt x="5418" y="3049"/>
                  </a:lnTo>
                  <a:cubicBezTo>
                    <a:pt x="5418" y="3085"/>
                    <a:pt x="5394" y="3108"/>
                    <a:pt x="5358" y="3132"/>
                  </a:cubicBezTo>
                  <a:lnTo>
                    <a:pt x="4751" y="3251"/>
                  </a:lnTo>
                  <a:cubicBezTo>
                    <a:pt x="4692" y="3263"/>
                    <a:pt x="4632" y="3311"/>
                    <a:pt x="4620" y="3370"/>
                  </a:cubicBezTo>
                  <a:cubicBezTo>
                    <a:pt x="4573" y="3501"/>
                    <a:pt x="4525" y="3632"/>
                    <a:pt x="4453" y="3751"/>
                  </a:cubicBezTo>
                  <a:cubicBezTo>
                    <a:pt x="4430" y="3811"/>
                    <a:pt x="4430" y="3882"/>
                    <a:pt x="4453" y="3930"/>
                  </a:cubicBezTo>
                  <a:lnTo>
                    <a:pt x="4799" y="4454"/>
                  </a:lnTo>
                  <a:cubicBezTo>
                    <a:pt x="4811" y="4478"/>
                    <a:pt x="4811" y="4513"/>
                    <a:pt x="4787" y="4537"/>
                  </a:cubicBezTo>
                  <a:lnTo>
                    <a:pt x="4549" y="4775"/>
                  </a:lnTo>
                  <a:cubicBezTo>
                    <a:pt x="4526" y="4798"/>
                    <a:pt x="4508" y="4806"/>
                    <a:pt x="4489" y="4806"/>
                  </a:cubicBezTo>
                  <a:cubicBezTo>
                    <a:pt x="4478" y="4806"/>
                    <a:pt x="4467" y="4803"/>
                    <a:pt x="4453" y="4799"/>
                  </a:cubicBezTo>
                  <a:lnTo>
                    <a:pt x="3930" y="4454"/>
                  </a:lnTo>
                  <a:cubicBezTo>
                    <a:pt x="3898" y="4435"/>
                    <a:pt x="3866" y="4422"/>
                    <a:pt x="3834" y="4422"/>
                  </a:cubicBezTo>
                  <a:cubicBezTo>
                    <a:pt x="3806" y="4422"/>
                    <a:pt x="3779" y="4432"/>
                    <a:pt x="3751" y="4454"/>
                  </a:cubicBezTo>
                  <a:cubicBezTo>
                    <a:pt x="3632" y="4525"/>
                    <a:pt x="3501" y="4573"/>
                    <a:pt x="3370" y="4621"/>
                  </a:cubicBezTo>
                  <a:cubicBezTo>
                    <a:pt x="3310" y="4632"/>
                    <a:pt x="3251" y="4692"/>
                    <a:pt x="3251" y="4751"/>
                  </a:cubicBezTo>
                  <a:lnTo>
                    <a:pt x="3132" y="5359"/>
                  </a:lnTo>
                  <a:cubicBezTo>
                    <a:pt x="3132" y="5394"/>
                    <a:pt x="3096" y="5418"/>
                    <a:pt x="3060" y="5418"/>
                  </a:cubicBezTo>
                  <a:lnTo>
                    <a:pt x="2727" y="5418"/>
                  </a:lnTo>
                  <a:cubicBezTo>
                    <a:pt x="2703" y="5418"/>
                    <a:pt x="2668" y="5394"/>
                    <a:pt x="2656" y="5359"/>
                  </a:cubicBezTo>
                  <a:lnTo>
                    <a:pt x="2537" y="4751"/>
                  </a:lnTo>
                  <a:cubicBezTo>
                    <a:pt x="2525" y="4692"/>
                    <a:pt x="2477" y="4632"/>
                    <a:pt x="2417" y="4621"/>
                  </a:cubicBezTo>
                  <a:cubicBezTo>
                    <a:pt x="2287" y="4573"/>
                    <a:pt x="2144" y="4525"/>
                    <a:pt x="2025" y="4454"/>
                  </a:cubicBezTo>
                  <a:cubicBezTo>
                    <a:pt x="1995" y="4436"/>
                    <a:pt x="1962" y="4427"/>
                    <a:pt x="1931" y="4427"/>
                  </a:cubicBezTo>
                  <a:cubicBezTo>
                    <a:pt x="1900" y="4427"/>
                    <a:pt x="1870" y="4436"/>
                    <a:pt x="1846" y="4454"/>
                  </a:cubicBezTo>
                  <a:lnTo>
                    <a:pt x="1334" y="4799"/>
                  </a:lnTo>
                  <a:cubicBezTo>
                    <a:pt x="1321" y="4803"/>
                    <a:pt x="1309" y="4806"/>
                    <a:pt x="1298" y="4806"/>
                  </a:cubicBezTo>
                  <a:cubicBezTo>
                    <a:pt x="1279" y="4806"/>
                    <a:pt x="1261" y="4798"/>
                    <a:pt x="1239" y="4775"/>
                  </a:cubicBezTo>
                  <a:lnTo>
                    <a:pt x="1001" y="4537"/>
                  </a:lnTo>
                  <a:cubicBezTo>
                    <a:pt x="977" y="4513"/>
                    <a:pt x="977" y="4478"/>
                    <a:pt x="989" y="4454"/>
                  </a:cubicBezTo>
                  <a:lnTo>
                    <a:pt x="1322" y="3930"/>
                  </a:lnTo>
                  <a:cubicBezTo>
                    <a:pt x="1358" y="3870"/>
                    <a:pt x="1370" y="3811"/>
                    <a:pt x="1322" y="3751"/>
                  </a:cubicBezTo>
                  <a:cubicBezTo>
                    <a:pt x="1251" y="3632"/>
                    <a:pt x="1215" y="3501"/>
                    <a:pt x="1167" y="3370"/>
                  </a:cubicBezTo>
                  <a:cubicBezTo>
                    <a:pt x="1144" y="3311"/>
                    <a:pt x="1084" y="3251"/>
                    <a:pt x="1024" y="3251"/>
                  </a:cubicBezTo>
                  <a:lnTo>
                    <a:pt x="417" y="3132"/>
                  </a:lnTo>
                  <a:cubicBezTo>
                    <a:pt x="393" y="3132"/>
                    <a:pt x="358" y="3097"/>
                    <a:pt x="358" y="3049"/>
                  </a:cubicBezTo>
                  <a:lnTo>
                    <a:pt x="358" y="2727"/>
                  </a:lnTo>
                  <a:cubicBezTo>
                    <a:pt x="358" y="2692"/>
                    <a:pt x="393" y="2668"/>
                    <a:pt x="417" y="2656"/>
                  </a:cubicBezTo>
                  <a:lnTo>
                    <a:pt x="465" y="2632"/>
                  </a:lnTo>
                  <a:cubicBezTo>
                    <a:pt x="548" y="2620"/>
                    <a:pt x="632" y="2525"/>
                    <a:pt x="596" y="2430"/>
                  </a:cubicBezTo>
                  <a:cubicBezTo>
                    <a:pt x="586" y="2352"/>
                    <a:pt x="520" y="2289"/>
                    <a:pt x="444" y="2289"/>
                  </a:cubicBezTo>
                  <a:cubicBezTo>
                    <a:pt x="428" y="2289"/>
                    <a:pt x="410" y="2292"/>
                    <a:pt x="393" y="2299"/>
                  </a:cubicBezTo>
                  <a:lnTo>
                    <a:pt x="346" y="2311"/>
                  </a:lnTo>
                  <a:cubicBezTo>
                    <a:pt x="155" y="2358"/>
                    <a:pt x="1" y="2513"/>
                    <a:pt x="1" y="2727"/>
                  </a:cubicBezTo>
                  <a:lnTo>
                    <a:pt x="1" y="3049"/>
                  </a:lnTo>
                  <a:cubicBezTo>
                    <a:pt x="1" y="3251"/>
                    <a:pt x="155" y="3430"/>
                    <a:pt x="346" y="3466"/>
                  </a:cubicBezTo>
                  <a:lnTo>
                    <a:pt x="846" y="3573"/>
                  </a:lnTo>
                  <a:cubicBezTo>
                    <a:pt x="882" y="3668"/>
                    <a:pt x="929" y="3751"/>
                    <a:pt x="953" y="3847"/>
                  </a:cubicBezTo>
                  <a:lnTo>
                    <a:pt x="679" y="4275"/>
                  </a:lnTo>
                  <a:cubicBezTo>
                    <a:pt x="572" y="4442"/>
                    <a:pt x="584" y="4656"/>
                    <a:pt x="727" y="4811"/>
                  </a:cubicBezTo>
                  <a:lnTo>
                    <a:pt x="977" y="5049"/>
                  </a:lnTo>
                  <a:cubicBezTo>
                    <a:pt x="1055" y="5127"/>
                    <a:pt x="1163" y="5172"/>
                    <a:pt x="1278" y="5172"/>
                  </a:cubicBezTo>
                  <a:cubicBezTo>
                    <a:pt x="1356" y="5172"/>
                    <a:pt x="1436" y="5152"/>
                    <a:pt x="1513" y="5109"/>
                  </a:cubicBezTo>
                  <a:lnTo>
                    <a:pt x="1941" y="4823"/>
                  </a:lnTo>
                  <a:cubicBezTo>
                    <a:pt x="2025" y="4871"/>
                    <a:pt x="2120" y="4894"/>
                    <a:pt x="2203" y="4930"/>
                  </a:cubicBezTo>
                  <a:lnTo>
                    <a:pt x="2310" y="5430"/>
                  </a:lnTo>
                  <a:cubicBezTo>
                    <a:pt x="2358" y="5633"/>
                    <a:pt x="2513" y="5775"/>
                    <a:pt x="2727" y="5775"/>
                  </a:cubicBezTo>
                  <a:lnTo>
                    <a:pt x="3060" y="5775"/>
                  </a:lnTo>
                  <a:cubicBezTo>
                    <a:pt x="3251" y="5775"/>
                    <a:pt x="3430" y="5633"/>
                    <a:pt x="3465" y="5430"/>
                  </a:cubicBezTo>
                  <a:lnTo>
                    <a:pt x="3572" y="4930"/>
                  </a:lnTo>
                  <a:cubicBezTo>
                    <a:pt x="3668" y="4894"/>
                    <a:pt x="3751" y="4859"/>
                    <a:pt x="3846" y="4823"/>
                  </a:cubicBezTo>
                  <a:lnTo>
                    <a:pt x="4275" y="5109"/>
                  </a:lnTo>
                  <a:cubicBezTo>
                    <a:pt x="4344" y="5153"/>
                    <a:pt x="4422" y="5175"/>
                    <a:pt x="4500" y="5175"/>
                  </a:cubicBezTo>
                  <a:cubicBezTo>
                    <a:pt x="4610" y="5175"/>
                    <a:pt x="4720" y="5132"/>
                    <a:pt x="4811" y="5049"/>
                  </a:cubicBezTo>
                  <a:lnTo>
                    <a:pt x="5049" y="4811"/>
                  </a:lnTo>
                  <a:cubicBezTo>
                    <a:pt x="5180" y="4680"/>
                    <a:pt x="5215" y="4454"/>
                    <a:pt x="5108" y="4275"/>
                  </a:cubicBezTo>
                  <a:lnTo>
                    <a:pt x="4823" y="3847"/>
                  </a:lnTo>
                  <a:cubicBezTo>
                    <a:pt x="4870" y="3751"/>
                    <a:pt x="4894" y="3668"/>
                    <a:pt x="4930" y="3573"/>
                  </a:cubicBezTo>
                  <a:lnTo>
                    <a:pt x="5442" y="3466"/>
                  </a:lnTo>
                  <a:cubicBezTo>
                    <a:pt x="5632" y="3430"/>
                    <a:pt x="5775" y="3263"/>
                    <a:pt x="5775" y="3049"/>
                  </a:cubicBezTo>
                  <a:lnTo>
                    <a:pt x="5775" y="2727"/>
                  </a:lnTo>
                  <a:cubicBezTo>
                    <a:pt x="5775" y="2513"/>
                    <a:pt x="5644" y="2358"/>
                    <a:pt x="5454" y="2311"/>
                  </a:cubicBezTo>
                  <a:lnTo>
                    <a:pt x="4942" y="2204"/>
                  </a:lnTo>
                  <a:cubicBezTo>
                    <a:pt x="4918" y="2120"/>
                    <a:pt x="4870" y="2025"/>
                    <a:pt x="4846" y="1942"/>
                  </a:cubicBezTo>
                  <a:lnTo>
                    <a:pt x="5120" y="1501"/>
                  </a:lnTo>
                  <a:cubicBezTo>
                    <a:pt x="5227" y="1346"/>
                    <a:pt x="5215" y="1120"/>
                    <a:pt x="5061" y="965"/>
                  </a:cubicBezTo>
                  <a:lnTo>
                    <a:pt x="4823" y="727"/>
                  </a:lnTo>
                  <a:cubicBezTo>
                    <a:pt x="4745" y="650"/>
                    <a:pt x="4634" y="610"/>
                    <a:pt x="4520" y="610"/>
                  </a:cubicBezTo>
                  <a:cubicBezTo>
                    <a:pt x="4441" y="610"/>
                    <a:pt x="4360" y="629"/>
                    <a:pt x="4287" y="668"/>
                  </a:cubicBezTo>
                  <a:lnTo>
                    <a:pt x="3858" y="953"/>
                  </a:lnTo>
                  <a:cubicBezTo>
                    <a:pt x="3763" y="906"/>
                    <a:pt x="3680" y="882"/>
                    <a:pt x="3596" y="846"/>
                  </a:cubicBezTo>
                  <a:lnTo>
                    <a:pt x="3489" y="346"/>
                  </a:lnTo>
                  <a:cubicBezTo>
                    <a:pt x="3441" y="156"/>
                    <a:pt x="3275" y="1"/>
                    <a:pt x="307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9" name="Google Shape;3249;p58"/>
            <p:cNvSpPr/>
            <p:nvPr/>
          </p:nvSpPr>
          <p:spPr>
            <a:xfrm>
              <a:off x="3326526" y="4036907"/>
              <a:ext cx="62541" cy="62573"/>
            </a:xfrm>
            <a:custGeom>
              <a:rect b="b" l="l" r="r" t="t"/>
              <a:pathLst>
                <a:path extrusionOk="0" h="1966" w="1965">
                  <a:moveTo>
                    <a:pt x="977" y="1"/>
                  </a:moveTo>
                  <a:cubicBezTo>
                    <a:pt x="441" y="1"/>
                    <a:pt x="0" y="453"/>
                    <a:pt x="0" y="989"/>
                  </a:cubicBezTo>
                  <a:cubicBezTo>
                    <a:pt x="0" y="1525"/>
                    <a:pt x="441" y="1965"/>
                    <a:pt x="977" y="1965"/>
                  </a:cubicBezTo>
                  <a:cubicBezTo>
                    <a:pt x="1203" y="1965"/>
                    <a:pt x="1417" y="1894"/>
                    <a:pt x="1572" y="1763"/>
                  </a:cubicBezTo>
                  <a:cubicBezTo>
                    <a:pt x="1655" y="1703"/>
                    <a:pt x="1667" y="1596"/>
                    <a:pt x="1608" y="1501"/>
                  </a:cubicBezTo>
                  <a:cubicBezTo>
                    <a:pt x="1574" y="1461"/>
                    <a:pt x="1525" y="1439"/>
                    <a:pt x="1473" y="1439"/>
                  </a:cubicBezTo>
                  <a:cubicBezTo>
                    <a:pt x="1434" y="1439"/>
                    <a:pt x="1394" y="1452"/>
                    <a:pt x="1358" y="1477"/>
                  </a:cubicBezTo>
                  <a:cubicBezTo>
                    <a:pt x="1250" y="1561"/>
                    <a:pt x="1119" y="1608"/>
                    <a:pt x="965" y="1608"/>
                  </a:cubicBezTo>
                  <a:cubicBezTo>
                    <a:pt x="619" y="1608"/>
                    <a:pt x="346" y="1322"/>
                    <a:pt x="346" y="977"/>
                  </a:cubicBezTo>
                  <a:cubicBezTo>
                    <a:pt x="346" y="644"/>
                    <a:pt x="619" y="358"/>
                    <a:pt x="977" y="358"/>
                  </a:cubicBezTo>
                  <a:cubicBezTo>
                    <a:pt x="1322" y="358"/>
                    <a:pt x="1608" y="644"/>
                    <a:pt x="1608" y="989"/>
                  </a:cubicBezTo>
                  <a:cubicBezTo>
                    <a:pt x="1608" y="1084"/>
                    <a:pt x="1679" y="1168"/>
                    <a:pt x="1786" y="1168"/>
                  </a:cubicBezTo>
                  <a:cubicBezTo>
                    <a:pt x="1893" y="1168"/>
                    <a:pt x="1965" y="1084"/>
                    <a:pt x="1965" y="989"/>
                  </a:cubicBezTo>
                  <a:cubicBezTo>
                    <a:pt x="1965" y="453"/>
                    <a:pt x="1512" y="1"/>
                    <a:pt x="97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0" name="Google Shape;3250;p58"/>
            <p:cNvSpPr/>
            <p:nvPr/>
          </p:nvSpPr>
          <p:spPr>
            <a:xfrm>
              <a:off x="3196542" y="3907687"/>
              <a:ext cx="68238" cy="68238"/>
            </a:xfrm>
            <a:custGeom>
              <a:rect b="b" l="l" r="r" t="t"/>
              <a:pathLst>
                <a:path extrusionOk="0" h="2144" w="2144">
                  <a:moveTo>
                    <a:pt x="1072" y="358"/>
                  </a:moveTo>
                  <a:cubicBezTo>
                    <a:pt x="1477" y="358"/>
                    <a:pt x="1786" y="680"/>
                    <a:pt x="1786" y="1072"/>
                  </a:cubicBezTo>
                  <a:cubicBezTo>
                    <a:pt x="1786" y="1477"/>
                    <a:pt x="1465" y="1787"/>
                    <a:pt x="1072" y="1787"/>
                  </a:cubicBezTo>
                  <a:cubicBezTo>
                    <a:pt x="691" y="1787"/>
                    <a:pt x="358" y="1453"/>
                    <a:pt x="358" y="1072"/>
                  </a:cubicBezTo>
                  <a:cubicBezTo>
                    <a:pt x="358" y="668"/>
                    <a:pt x="691" y="358"/>
                    <a:pt x="1072" y="358"/>
                  </a:cubicBezTo>
                  <a:close/>
                  <a:moveTo>
                    <a:pt x="1072" y="1"/>
                  </a:moveTo>
                  <a:cubicBezTo>
                    <a:pt x="477" y="1"/>
                    <a:pt x="0" y="477"/>
                    <a:pt x="0" y="1072"/>
                  </a:cubicBezTo>
                  <a:cubicBezTo>
                    <a:pt x="0" y="1668"/>
                    <a:pt x="477" y="2144"/>
                    <a:pt x="1072" y="2144"/>
                  </a:cubicBezTo>
                  <a:cubicBezTo>
                    <a:pt x="1667" y="2144"/>
                    <a:pt x="2144" y="1656"/>
                    <a:pt x="2144" y="1072"/>
                  </a:cubicBezTo>
                  <a:cubicBezTo>
                    <a:pt x="2144" y="477"/>
                    <a:pt x="1667" y="1"/>
                    <a:pt x="107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51" name="Google Shape;3251;p58"/>
          <p:cNvSpPr txBox="1"/>
          <p:nvPr>
            <p:ph type="ctrTitle"/>
          </p:nvPr>
        </p:nvSpPr>
        <p:spPr>
          <a:xfrm flipH="1">
            <a:off x="973625" y="1951175"/>
            <a:ext cx="13680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a:t>USING </a:t>
            </a:r>
            <a:endParaRPr/>
          </a:p>
          <a:p>
            <a:pPr indent="0" lvl="0" marL="0" rtl="0" algn="ctr">
              <a:spcBef>
                <a:spcPts val="0"/>
              </a:spcBef>
              <a:spcAft>
                <a:spcPts val="0"/>
              </a:spcAft>
              <a:buNone/>
            </a:pPr>
            <a:r>
              <a:rPr lang="en"/>
              <a:t>NORMAN’S </a:t>
            </a:r>
            <a:endParaRPr/>
          </a:p>
          <a:p>
            <a:pPr indent="0" lvl="0" marL="0" rtl="0" algn="ctr">
              <a:spcBef>
                <a:spcPts val="0"/>
              </a:spcBef>
              <a:spcAft>
                <a:spcPts val="0"/>
              </a:spcAft>
              <a:buNone/>
            </a:pPr>
            <a:r>
              <a:rPr lang="en"/>
              <a:t>MODEL</a:t>
            </a:r>
            <a:endParaRPr/>
          </a:p>
        </p:txBody>
      </p:sp>
      <p:sp>
        <p:nvSpPr>
          <p:cNvPr id="3252" name="Google Shape;3252;p58"/>
          <p:cNvSpPr txBox="1"/>
          <p:nvPr>
            <p:ph idx="7" type="subTitle"/>
          </p:nvPr>
        </p:nvSpPr>
        <p:spPr>
          <a:xfrm flipH="1">
            <a:off x="4746125" y="2764194"/>
            <a:ext cx="1426500" cy="611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Some systems are harder </a:t>
            </a:r>
            <a:endParaRPr/>
          </a:p>
          <a:p>
            <a:pPr indent="0" lvl="0" marL="0" rtl="0" algn="ctr">
              <a:spcBef>
                <a:spcPts val="0"/>
              </a:spcBef>
              <a:spcAft>
                <a:spcPts val="0"/>
              </a:spcAft>
              <a:buNone/>
            </a:pPr>
            <a:r>
              <a:rPr lang="en"/>
              <a:t>t</a:t>
            </a:r>
            <a:r>
              <a:rPr lang="en"/>
              <a:t>o use than others</a:t>
            </a:r>
            <a:endParaRPr/>
          </a:p>
        </p:txBody>
      </p:sp>
      <p:sp>
        <p:nvSpPr>
          <p:cNvPr id="3253" name="Google Shape;3253;p58"/>
          <p:cNvSpPr txBox="1"/>
          <p:nvPr>
            <p:ph idx="3" type="subTitle"/>
          </p:nvPr>
        </p:nvSpPr>
        <p:spPr>
          <a:xfrm flipH="1">
            <a:off x="5860199" y="3268400"/>
            <a:ext cx="2113800" cy="611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600"/>
              <a:t>Gulf of Evaluation</a:t>
            </a:r>
            <a:endParaRPr sz="1600"/>
          </a:p>
        </p:txBody>
      </p:sp>
      <p:sp>
        <p:nvSpPr>
          <p:cNvPr id="3254" name="Google Shape;3254;p58"/>
          <p:cNvSpPr txBox="1"/>
          <p:nvPr>
            <p:ph idx="4" type="subTitle"/>
          </p:nvPr>
        </p:nvSpPr>
        <p:spPr>
          <a:xfrm flipH="1">
            <a:off x="2944746" y="3268400"/>
            <a:ext cx="2113800" cy="611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600"/>
              <a:t>Gulf of Execution</a:t>
            </a:r>
            <a:endParaRPr sz="1600"/>
          </a:p>
        </p:txBody>
      </p:sp>
      <p:sp>
        <p:nvSpPr>
          <p:cNvPr id="3255" name="Google Shape;3255;p58"/>
          <p:cNvSpPr txBox="1"/>
          <p:nvPr>
            <p:ph idx="8" type="subTitle"/>
          </p:nvPr>
        </p:nvSpPr>
        <p:spPr>
          <a:xfrm flipH="1">
            <a:off x="3210250" y="3918575"/>
            <a:ext cx="2181900" cy="6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User’s formulation of actions</a:t>
            </a:r>
            <a:br>
              <a:rPr lang="en" sz="1200"/>
            </a:br>
            <a:r>
              <a:rPr lang="en" sz="1200"/>
              <a:t>≠ actions allowed by the system</a:t>
            </a:r>
            <a:endParaRPr sz="1200"/>
          </a:p>
        </p:txBody>
      </p:sp>
      <p:sp>
        <p:nvSpPr>
          <p:cNvPr id="3256" name="Google Shape;3256;p58"/>
          <p:cNvSpPr txBox="1"/>
          <p:nvPr>
            <p:ph idx="8" type="subTitle"/>
          </p:nvPr>
        </p:nvSpPr>
        <p:spPr>
          <a:xfrm flipH="1">
            <a:off x="6104250" y="3918575"/>
            <a:ext cx="2730900" cy="6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User’s expectation of changed system state</a:t>
            </a:r>
            <a:br>
              <a:rPr lang="en" sz="1200"/>
            </a:br>
            <a:r>
              <a:rPr lang="en" sz="1200"/>
              <a:t>≠ actual presentation of this state</a:t>
            </a:r>
            <a:endParaRPr sz="12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260" name="Shape 3260"/>
        <p:cNvGrpSpPr/>
        <p:nvPr/>
      </p:nvGrpSpPr>
      <p:grpSpPr>
        <a:xfrm>
          <a:off x="0" y="0"/>
          <a:ext cx="0" cy="0"/>
          <a:chOff x="0" y="0"/>
          <a:chExt cx="0" cy="0"/>
        </a:xfrm>
      </p:grpSpPr>
      <p:sp>
        <p:nvSpPr>
          <p:cNvPr id="3261" name="Google Shape;3261;p59"/>
          <p:cNvSpPr/>
          <p:nvPr/>
        </p:nvSpPr>
        <p:spPr>
          <a:xfrm>
            <a:off x="5524550" y="568475"/>
            <a:ext cx="1778100" cy="17943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2" name="Google Shape;3262;p59"/>
          <p:cNvSpPr/>
          <p:nvPr/>
        </p:nvSpPr>
        <p:spPr>
          <a:xfrm>
            <a:off x="3308075" y="2780700"/>
            <a:ext cx="3994500" cy="1794300"/>
          </a:xfrm>
          <a:prstGeom prst="rect">
            <a:avLst/>
          </a:prstGeom>
          <a:solidFill>
            <a:srgbClr val="71B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3" name="Google Shape;3263;p59"/>
          <p:cNvSpPr/>
          <p:nvPr/>
        </p:nvSpPr>
        <p:spPr>
          <a:xfrm>
            <a:off x="3308075" y="568475"/>
            <a:ext cx="1778100" cy="17943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4" name="Google Shape;3264;p59"/>
          <p:cNvSpPr txBox="1"/>
          <p:nvPr>
            <p:ph idx="2" type="subTitle"/>
          </p:nvPr>
        </p:nvSpPr>
        <p:spPr>
          <a:xfrm flipH="1">
            <a:off x="3483925" y="3844625"/>
            <a:ext cx="3673200" cy="611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100"/>
              <a:t>SLIP - better interface design</a:t>
            </a:r>
            <a:endParaRPr b="1" sz="1100"/>
          </a:p>
          <a:p>
            <a:pPr indent="0" lvl="0" marL="0" rtl="0" algn="ctr">
              <a:lnSpc>
                <a:spcPct val="100000"/>
              </a:lnSpc>
              <a:spcBef>
                <a:spcPts val="0"/>
              </a:spcBef>
              <a:spcAft>
                <a:spcPts val="0"/>
              </a:spcAft>
              <a:buNone/>
            </a:pPr>
            <a:r>
              <a:rPr b="1" lang="en" sz="1100"/>
              <a:t>MISTAKE - better understanding of system</a:t>
            </a:r>
            <a:endParaRPr b="1" sz="1100"/>
          </a:p>
        </p:txBody>
      </p:sp>
      <p:sp>
        <p:nvSpPr>
          <p:cNvPr id="3265" name="Google Shape;3265;p59"/>
          <p:cNvSpPr txBox="1"/>
          <p:nvPr>
            <p:ph idx="4" type="subTitle"/>
          </p:nvPr>
        </p:nvSpPr>
        <p:spPr>
          <a:xfrm flipH="1">
            <a:off x="4592075" y="3505107"/>
            <a:ext cx="1426500" cy="34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FIXING THINGS?</a:t>
            </a:r>
            <a:endParaRPr/>
          </a:p>
        </p:txBody>
      </p:sp>
      <p:sp>
        <p:nvSpPr>
          <p:cNvPr id="3266" name="Google Shape;3266;p59"/>
          <p:cNvSpPr txBox="1"/>
          <p:nvPr>
            <p:ph type="ctrTitle"/>
          </p:nvPr>
        </p:nvSpPr>
        <p:spPr>
          <a:xfrm flipH="1">
            <a:off x="973575" y="1951175"/>
            <a:ext cx="16383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a:t>HUMAN ERROR -</a:t>
            </a:r>
            <a:endParaRPr/>
          </a:p>
          <a:p>
            <a:pPr indent="0" lvl="0" marL="0" rtl="0" algn="ctr">
              <a:spcBef>
                <a:spcPts val="0"/>
              </a:spcBef>
              <a:spcAft>
                <a:spcPts val="0"/>
              </a:spcAft>
              <a:buNone/>
            </a:pPr>
            <a:r>
              <a:rPr lang="en"/>
              <a:t>SLIPS     &amp;</a:t>
            </a:r>
            <a:endParaRPr/>
          </a:p>
          <a:p>
            <a:pPr indent="0" lvl="0" marL="0" rtl="0" algn="ctr">
              <a:spcBef>
                <a:spcPts val="0"/>
              </a:spcBef>
              <a:spcAft>
                <a:spcPts val="0"/>
              </a:spcAft>
              <a:buNone/>
            </a:pPr>
            <a:r>
              <a:rPr lang="en"/>
              <a:t>MISTAKES</a:t>
            </a:r>
            <a:endParaRPr/>
          </a:p>
        </p:txBody>
      </p:sp>
      <p:sp>
        <p:nvSpPr>
          <p:cNvPr id="3267" name="Google Shape;3267;p59"/>
          <p:cNvSpPr/>
          <p:nvPr/>
        </p:nvSpPr>
        <p:spPr>
          <a:xfrm>
            <a:off x="3943175" y="775688"/>
            <a:ext cx="507900" cy="507900"/>
          </a:xfrm>
          <a:prstGeom prst="rect">
            <a:avLst/>
          </a:pr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8" name="Google Shape;3268;p59"/>
          <p:cNvSpPr/>
          <p:nvPr/>
        </p:nvSpPr>
        <p:spPr>
          <a:xfrm>
            <a:off x="6159650" y="775688"/>
            <a:ext cx="507900" cy="507900"/>
          </a:xfrm>
          <a:prstGeom prst="rect">
            <a:avLst/>
          </a:pr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9" name="Google Shape;3269;p59"/>
          <p:cNvSpPr/>
          <p:nvPr/>
        </p:nvSpPr>
        <p:spPr>
          <a:xfrm>
            <a:off x="5051375" y="2996138"/>
            <a:ext cx="507900" cy="507900"/>
          </a:xfrm>
          <a:prstGeom prst="rect">
            <a:avLst/>
          </a:pr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0" name="Google Shape;3270;p59"/>
          <p:cNvSpPr txBox="1"/>
          <p:nvPr>
            <p:ph idx="5" type="subTitle"/>
          </p:nvPr>
        </p:nvSpPr>
        <p:spPr>
          <a:xfrm flipH="1">
            <a:off x="5700350" y="1292869"/>
            <a:ext cx="1426500" cy="34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MISTAKE</a:t>
            </a:r>
            <a:endParaRPr/>
          </a:p>
        </p:txBody>
      </p:sp>
      <p:sp>
        <p:nvSpPr>
          <p:cNvPr id="3271" name="Google Shape;3271;p59"/>
          <p:cNvSpPr txBox="1"/>
          <p:nvPr>
            <p:ph idx="6" type="subTitle"/>
          </p:nvPr>
        </p:nvSpPr>
        <p:spPr>
          <a:xfrm flipH="1">
            <a:off x="3483875" y="1292869"/>
            <a:ext cx="1426500" cy="34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SLIP</a:t>
            </a:r>
            <a:endParaRPr/>
          </a:p>
        </p:txBody>
      </p:sp>
      <p:sp>
        <p:nvSpPr>
          <p:cNvPr id="3272" name="Google Shape;3272;p59"/>
          <p:cNvSpPr txBox="1"/>
          <p:nvPr>
            <p:ph idx="7" type="subTitle"/>
          </p:nvPr>
        </p:nvSpPr>
        <p:spPr>
          <a:xfrm flipH="1">
            <a:off x="5700350" y="1635481"/>
            <a:ext cx="1426500" cy="6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May not even have right goal</a:t>
            </a:r>
            <a:endParaRPr/>
          </a:p>
        </p:txBody>
      </p:sp>
      <p:sp>
        <p:nvSpPr>
          <p:cNvPr id="3273" name="Google Shape;3273;p59"/>
          <p:cNvSpPr txBox="1"/>
          <p:nvPr>
            <p:ph idx="8" type="subTitle"/>
          </p:nvPr>
        </p:nvSpPr>
        <p:spPr>
          <a:xfrm flipH="1">
            <a:off x="3483875" y="1635500"/>
            <a:ext cx="1602300" cy="6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Understand stystem &amp; goal</a:t>
            </a:r>
            <a:endParaRPr/>
          </a:p>
          <a:p>
            <a:pPr indent="0" lvl="0" marL="0" rtl="0" algn="l">
              <a:spcBef>
                <a:spcPts val="0"/>
              </a:spcBef>
              <a:spcAft>
                <a:spcPts val="0"/>
              </a:spcAft>
              <a:buNone/>
            </a:pPr>
            <a:r>
              <a:rPr lang="en"/>
              <a:t>C</a:t>
            </a:r>
            <a:r>
              <a:rPr lang="en"/>
              <a:t>orrect formulation of action</a:t>
            </a:r>
            <a:endParaRPr/>
          </a:p>
          <a:p>
            <a:pPr indent="0" lvl="0" marL="0" rtl="0" algn="l">
              <a:spcBef>
                <a:spcPts val="0"/>
              </a:spcBef>
              <a:spcAft>
                <a:spcPts val="0"/>
              </a:spcAft>
              <a:buNone/>
            </a:pPr>
            <a:r>
              <a:rPr lang="en"/>
              <a:t>Incorrect action</a:t>
            </a:r>
            <a:endParaRPr/>
          </a:p>
        </p:txBody>
      </p:sp>
      <p:grpSp>
        <p:nvGrpSpPr>
          <p:cNvPr id="3274" name="Google Shape;3274;p59"/>
          <p:cNvGrpSpPr/>
          <p:nvPr/>
        </p:nvGrpSpPr>
        <p:grpSpPr>
          <a:xfrm>
            <a:off x="4019034" y="851746"/>
            <a:ext cx="356164" cy="355815"/>
            <a:chOff x="3040984" y="3681059"/>
            <a:chExt cx="356164" cy="355815"/>
          </a:xfrm>
        </p:grpSpPr>
        <p:sp>
          <p:nvSpPr>
            <p:cNvPr id="3275" name="Google Shape;3275;p59"/>
            <p:cNvSpPr/>
            <p:nvPr/>
          </p:nvSpPr>
          <p:spPr>
            <a:xfrm>
              <a:off x="3040984" y="3681059"/>
              <a:ext cx="356164" cy="355815"/>
            </a:xfrm>
            <a:custGeom>
              <a:rect b="b" l="l" r="r" t="t"/>
              <a:pathLst>
                <a:path extrusionOk="0" h="11205" w="11216">
                  <a:moveTo>
                    <a:pt x="5620" y="0"/>
                  </a:moveTo>
                  <a:cubicBezTo>
                    <a:pt x="4274" y="0"/>
                    <a:pt x="2965" y="488"/>
                    <a:pt x="1953" y="1369"/>
                  </a:cubicBezTo>
                  <a:cubicBezTo>
                    <a:pt x="1881" y="1429"/>
                    <a:pt x="1881" y="1536"/>
                    <a:pt x="1941" y="1608"/>
                  </a:cubicBezTo>
                  <a:cubicBezTo>
                    <a:pt x="1972" y="1645"/>
                    <a:pt x="2016" y="1663"/>
                    <a:pt x="2061" y="1663"/>
                  </a:cubicBezTo>
                  <a:cubicBezTo>
                    <a:pt x="2103" y="1663"/>
                    <a:pt x="2145" y="1648"/>
                    <a:pt x="2179" y="1620"/>
                  </a:cubicBezTo>
                  <a:cubicBezTo>
                    <a:pt x="3131" y="786"/>
                    <a:pt x="4358" y="346"/>
                    <a:pt x="5620" y="346"/>
                  </a:cubicBezTo>
                  <a:cubicBezTo>
                    <a:pt x="7013" y="346"/>
                    <a:pt x="8346" y="893"/>
                    <a:pt x="9335" y="1893"/>
                  </a:cubicBezTo>
                  <a:cubicBezTo>
                    <a:pt x="10335" y="2882"/>
                    <a:pt x="10882" y="4215"/>
                    <a:pt x="10882" y="5608"/>
                  </a:cubicBezTo>
                  <a:cubicBezTo>
                    <a:pt x="10882" y="7013"/>
                    <a:pt x="10335" y="8335"/>
                    <a:pt x="9335" y="9335"/>
                  </a:cubicBezTo>
                  <a:cubicBezTo>
                    <a:pt x="8346" y="10323"/>
                    <a:pt x="7013" y="10883"/>
                    <a:pt x="5620" y="10883"/>
                  </a:cubicBezTo>
                  <a:cubicBezTo>
                    <a:pt x="4215" y="10883"/>
                    <a:pt x="2893" y="10323"/>
                    <a:pt x="1893" y="9335"/>
                  </a:cubicBezTo>
                  <a:cubicBezTo>
                    <a:pt x="893" y="8335"/>
                    <a:pt x="345" y="7013"/>
                    <a:pt x="345" y="5608"/>
                  </a:cubicBezTo>
                  <a:cubicBezTo>
                    <a:pt x="345" y="4298"/>
                    <a:pt x="822" y="3048"/>
                    <a:pt x="1703" y="2084"/>
                  </a:cubicBezTo>
                  <a:cubicBezTo>
                    <a:pt x="1762" y="2012"/>
                    <a:pt x="1762" y="1905"/>
                    <a:pt x="1691" y="1846"/>
                  </a:cubicBezTo>
                  <a:cubicBezTo>
                    <a:pt x="1657" y="1817"/>
                    <a:pt x="1614" y="1802"/>
                    <a:pt x="1573" y="1802"/>
                  </a:cubicBezTo>
                  <a:cubicBezTo>
                    <a:pt x="1528" y="1802"/>
                    <a:pt x="1484" y="1820"/>
                    <a:pt x="1453" y="1858"/>
                  </a:cubicBezTo>
                  <a:cubicBezTo>
                    <a:pt x="512" y="2882"/>
                    <a:pt x="0" y="4227"/>
                    <a:pt x="0" y="5608"/>
                  </a:cubicBezTo>
                  <a:cubicBezTo>
                    <a:pt x="0" y="7096"/>
                    <a:pt x="583" y="8513"/>
                    <a:pt x="1643" y="9573"/>
                  </a:cubicBezTo>
                  <a:cubicBezTo>
                    <a:pt x="2703" y="10621"/>
                    <a:pt x="4096" y="11204"/>
                    <a:pt x="5608" y="11204"/>
                  </a:cubicBezTo>
                  <a:cubicBezTo>
                    <a:pt x="7108" y="11204"/>
                    <a:pt x="8501" y="10621"/>
                    <a:pt x="9561" y="9573"/>
                  </a:cubicBezTo>
                  <a:cubicBezTo>
                    <a:pt x="10620" y="8513"/>
                    <a:pt x="11204" y="7108"/>
                    <a:pt x="11204" y="5608"/>
                  </a:cubicBezTo>
                  <a:cubicBezTo>
                    <a:pt x="11216" y="4096"/>
                    <a:pt x="10632" y="2691"/>
                    <a:pt x="9573" y="1631"/>
                  </a:cubicBezTo>
                  <a:cubicBezTo>
                    <a:pt x="8525" y="572"/>
                    <a:pt x="7120" y="0"/>
                    <a:pt x="562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6" name="Google Shape;3276;p59"/>
            <p:cNvSpPr/>
            <p:nvPr/>
          </p:nvSpPr>
          <p:spPr>
            <a:xfrm>
              <a:off x="3183120" y="3921508"/>
              <a:ext cx="59414" cy="59382"/>
            </a:xfrm>
            <a:custGeom>
              <a:rect b="b" l="l" r="r" t="t"/>
              <a:pathLst>
                <a:path extrusionOk="0" h="1870" w="1871">
                  <a:moveTo>
                    <a:pt x="929" y="334"/>
                  </a:moveTo>
                  <a:cubicBezTo>
                    <a:pt x="1263" y="334"/>
                    <a:pt x="1549" y="608"/>
                    <a:pt x="1549" y="941"/>
                  </a:cubicBezTo>
                  <a:cubicBezTo>
                    <a:pt x="1549" y="1263"/>
                    <a:pt x="1263" y="1548"/>
                    <a:pt x="929" y="1548"/>
                  </a:cubicBezTo>
                  <a:cubicBezTo>
                    <a:pt x="608" y="1548"/>
                    <a:pt x="334" y="1287"/>
                    <a:pt x="334" y="941"/>
                  </a:cubicBezTo>
                  <a:cubicBezTo>
                    <a:pt x="334" y="596"/>
                    <a:pt x="608" y="334"/>
                    <a:pt x="929" y="334"/>
                  </a:cubicBezTo>
                  <a:close/>
                  <a:moveTo>
                    <a:pt x="929" y="1"/>
                  </a:moveTo>
                  <a:cubicBezTo>
                    <a:pt x="429" y="1"/>
                    <a:pt x="1" y="417"/>
                    <a:pt x="1" y="941"/>
                  </a:cubicBezTo>
                  <a:cubicBezTo>
                    <a:pt x="1" y="1453"/>
                    <a:pt x="417" y="1870"/>
                    <a:pt x="929" y="1870"/>
                  </a:cubicBezTo>
                  <a:cubicBezTo>
                    <a:pt x="1191" y="1870"/>
                    <a:pt x="1430" y="1775"/>
                    <a:pt x="1608" y="1596"/>
                  </a:cubicBezTo>
                  <a:cubicBezTo>
                    <a:pt x="1787" y="1417"/>
                    <a:pt x="1870" y="1179"/>
                    <a:pt x="1870" y="941"/>
                  </a:cubicBezTo>
                  <a:cubicBezTo>
                    <a:pt x="1870" y="679"/>
                    <a:pt x="1763" y="453"/>
                    <a:pt x="1584" y="263"/>
                  </a:cubicBezTo>
                  <a:cubicBezTo>
                    <a:pt x="1406" y="108"/>
                    <a:pt x="1191" y="1"/>
                    <a:pt x="92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7" name="Google Shape;3277;p59"/>
            <p:cNvSpPr/>
            <p:nvPr/>
          </p:nvSpPr>
          <p:spPr>
            <a:xfrm>
              <a:off x="3149110" y="3735868"/>
              <a:ext cx="141056" cy="174716"/>
            </a:xfrm>
            <a:custGeom>
              <a:rect b="b" l="l" r="r" t="t"/>
              <a:pathLst>
                <a:path extrusionOk="0" h="5502" w="4442">
                  <a:moveTo>
                    <a:pt x="2143" y="1"/>
                  </a:moveTo>
                  <a:cubicBezTo>
                    <a:pt x="1322" y="1"/>
                    <a:pt x="810" y="286"/>
                    <a:pt x="536" y="501"/>
                  </a:cubicBezTo>
                  <a:cubicBezTo>
                    <a:pt x="191" y="786"/>
                    <a:pt x="0" y="1156"/>
                    <a:pt x="0" y="1513"/>
                  </a:cubicBezTo>
                  <a:cubicBezTo>
                    <a:pt x="0" y="1739"/>
                    <a:pt x="84" y="1941"/>
                    <a:pt x="262" y="2084"/>
                  </a:cubicBezTo>
                  <a:cubicBezTo>
                    <a:pt x="393" y="2203"/>
                    <a:pt x="596" y="2263"/>
                    <a:pt x="774" y="2263"/>
                  </a:cubicBezTo>
                  <a:cubicBezTo>
                    <a:pt x="1084" y="2263"/>
                    <a:pt x="1227" y="2049"/>
                    <a:pt x="1334" y="1894"/>
                  </a:cubicBezTo>
                  <a:cubicBezTo>
                    <a:pt x="1465" y="1679"/>
                    <a:pt x="1596" y="1489"/>
                    <a:pt x="2108" y="1489"/>
                  </a:cubicBezTo>
                  <a:cubicBezTo>
                    <a:pt x="2286" y="1489"/>
                    <a:pt x="2858" y="1525"/>
                    <a:pt x="2858" y="2001"/>
                  </a:cubicBezTo>
                  <a:cubicBezTo>
                    <a:pt x="2858" y="2358"/>
                    <a:pt x="2512" y="2632"/>
                    <a:pt x="2227" y="2858"/>
                  </a:cubicBezTo>
                  <a:cubicBezTo>
                    <a:pt x="2155" y="2918"/>
                    <a:pt x="2072" y="2965"/>
                    <a:pt x="2024" y="3025"/>
                  </a:cubicBezTo>
                  <a:cubicBezTo>
                    <a:pt x="1679" y="3323"/>
                    <a:pt x="1286" y="3763"/>
                    <a:pt x="1286" y="4668"/>
                  </a:cubicBezTo>
                  <a:cubicBezTo>
                    <a:pt x="1286" y="5180"/>
                    <a:pt x="1405" y="5501"/>
                    <a:pt x="2000" y="5501"/>
                  </a:cubicBezTo>
                  <a:cubicBezTo>
                    <a:pt x="2274" y="5501"/>
                    <a:pt x="2465" y="5442"/>
                    <a:pt x="2596" y="5323"/>
                  </a:cubicBezTo>
                  <a:cubicBezTo>
                    <a:pt x="2703" y="5216"/>
                    <a:pt x="2762" y="5085"/>
                    <a:pt x="2762" y="4918"/>
                  </a:cubicBezTo>
                  <a:cubicBezTo>
                    <a:pt x="2762" y="4430"/>
                    <a:pt x="2762" y="4192"/>
                    <a:pt x="3263" y="3787"/>
                  </a:cubicBezTo>
                  <a:lnTo>
                    <a:pt x="3286" y="3787"/>
                  </a:lnTo>
                  <a:cubicBezTo>
                    <a:pt x="3298" y="3775"/>
                    <a:pt x="3322" y="3763"/>
                    <a:pt x="3358" y="3727"/>
                  </a:cubicBezTo>
                  <a:cubicBezTo>
                    <a:pt x="3429" y="3680"/>
                    <a:pt x="3453" y="3573"/>
                    <a:pt x="3393" y="3489"/>
                  </a:cubicBezTo>
                  <a:cubicBezTo>
                    <a:pt x="3360" y="3449"/>
                    <a:pt x="3311" y="3427"/>
                    <a:pt x="3261" y="3427"/>
                  </a:cubicBezTo>
                  <a:cubicBezTo>
                    <a:pt x="3224" y="3427"/>
                    <a:pt x="3186" y="3440"/>
                    <a:pt x="3155" y="3465"/>
                  </a:cubicBezTo>
                  <a:cubicBezTo>
                    <a:pt x="3120" y="3477"/>
                    <a:pt x="3108" y="3513"/>
                    <a:pt x="3072" y="3525"/>
                  </a:cubicBezTo>
                  <a:lnTo>
                    <a:pt x="3060" y="3525"/>
                  </a:lnTo>
                  <a:cubicBezTo>
                    <a:pt x="2465" y="3989"/>
                    <a:pt x="2429" y="4346"/>
                    <a:pt x="2429" y="4906"/>
                  </a:cubicBezTo>
                  <a:cubicBezTo>
                    <a:pt x="2429" y="4977"/>
                    <a:pt x="2429" y="5156"/>
                    <a:pt x="2000" y="5156"/>
                  </a:cubicBezTo>
                  <a:cubicBezTo>
                    <a:pt x="1798" y="5156"/>
                    <a:pt x="1739" y="5120"/>
                    <a:pt x="1703" y="5085"/>
                  </a:cubicBezTo>
                  <a:cubicBezTo>
                    <a:pt x="1643" y="5025"/>
                    <a:pt x="1619" y="4882"/>
                    <a:pt x="1619" y="4656"/>
                  </a:cubicBezTo>
                  <a:cubicBezTo>
                    <a:pt x="1619" y="3882"/>
                    <a:pt x="1929" y="3513"/>
                    <a:pt x="2227" y="3251"/>
                  </a:cubicBezTo>
                  <a:cubicBezTo>
                    <a:pt x="2286" y="3215"/>
                    <a:pt x="2346" y="3156"/>
                    <a:pt x="2417" y="3108"/>
                  </a:cubicBezTo>
                  <a:cubicBezTo>
                    <a:pt x="2762" y="2858"/>
                    <a:pt x="3179" y="2525"/>
                    <a:pt x="3179" y="1989"/>
                  </a:cubicBezTo>
                  <a:cubicBezTo>
                    <a:pt x="3179" y="1465"/>
                    <a:pt x="2762" y="1144"/>
                    <a:pt x="2108" y="1144"/>
                  </a:cubicBezTo>
                  <a:cubicBezTo>
                    <a:pt x="1417" y="1144"/>
                    <a:pt x="1215" y="1453"/>
                    <a:pt x="1048" y="1691"/>
                  </a:cubicBezTo>
                  <a:cubicBezTo>
                    <a:pt x="941" y="1858"/>
                    <a:pt x="881" y="1918"/>
                    <a:pt x="750" y="1918"/>
                  </a:cubicBezTo>
                  <a:cubicBezTo>
                    <a:pt x="572" y="1918"/>
                    <a:pt x="322" y="1810"/>
                    <a:pt x="322" y="1513"/>
                  </a:cubicBezTo>
                  <a:cubicBezTo>
                    <a:pt x="322" y="1322"/>
                    <a:pt x="429" y="1025"/>
                    <a:pt x="738" y="775"/>
                  </a:cubicBezTo>
                  <a:cubicBezTo>
                    <a:pt x="977" y="572"/>
                    <a:pt x="1405" y="334"/>
                    <a:pt x="2131" y="334"/>
                  </a:cubicBezTo>
                  <a:cubicBezTo>
                    <a:pt x="3298" y="334"/>
                    <a:pt x="4120" y="953"/>
                    <a:pt x="4120" y="1822"/>
                  </a:cubicBezTo>
                  <a:cubicBezTo>
                    <a:pt x="4120" y="2227"/>
                    <a:pt x="3941" y="2644"/>
                    <a:pt x="3596" y="3037"/>
                  </a:cubicBezTo>
                  <a:cubicBezTo>
                    <a:pt x="3524" y="3096"/>
                    <a:pt x="3536" y="3203"/>
                    <a:pt x="3596" y="3263"/>
                  </a:cubicBezTo>
                  <a:cubicBezTo>
                    <a:pt x="3629" y="3290"/>
                    <a:pt x="3669" y="3305"/>
                    <a:pt x="3709" y="3305"/>
                  </a:cubicBezTo>
                  <a:cubicBezTo>
                    <a:pt x="3755" y="3305"/>
                    <a:pt x="3802" y="3284"/>
                    <a:pt x="3834" y="3239"/>
                  </a:cubicBezTo>
                  <a:cubicBezTo>
                    <a:pt x="4239" y="2787"/>
                    <a:pt x="4441" y="2310"/>
                    <a:pt x="4441" y="1810"/>
                  </a:cubicBezTo>
                  <a:cubicBezTo>
                    <a:pt x="4441" y="1287"/>
                    <a:pt x="4203" y="834"/>
                    <a:pt x="3786" y="501"/>
                  </a:cubicBezTo>
                  <a:cubicBezTo>
                    <a:pt x="3370" y="179"/>
                    <a:pt x="2798" y="1"/>
                    <a:pt x="214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78" name="Google Shape;3278;p59"/>
          <p:cNvGrpSpPr/>
          <p:nvPr/>
        </p:nvGrpSpPr>
        <p:grpSpPr>
          <a:xfrm>
            <a:off x="6235907" y="852509"/>
            <a:ext cx="355402" cy="354291"/>
            <a:chOff x="4129482" y="3681059"/>
            <a:chExt cx="355402" cy="354291"/>
          </a:xfrm>
        </p:grpSpPr>
        <p:sp>
          <p:nvSpPr>
            <p:cNvPr id="3279" name="Google Shape;3279;p59"/>
            <p:cNvSpPr/>
            <p:nvPr/>
          </p:nvSpPr>
          <p:spPr>
            <a:xfrm>
              <a:off x="4313979" y="3719578"/>
              <a:ext cx="133117" cy="225016"/>
            </a:xfrm>
            <a:custGeom>
              <a:rect b="b" l="l" r="r" t="t"/>
              <a:pathLst>
                <a:path extrusionOk="0" h="7086" w="4192">
                  <a:moveTo>
                    <a:pt x="173" y="0"/>
                  </a:moveTo>
                  <a:cubicBezTo>
                    <a:pt x="96" y="0"/>
                    <a:pt x="23" y="68"/>
                    <a:pt x="12" y="156"/>
                  </a:cubicBezTo>
                  <a:cubicBezTo>
                    <a:pt x="0" y="240"/>
                    <a:pt x="72" y="323"/>
                    <a:pt x="167" y="335"/>
                  </a:cubicBezTo>
                  <a:cubicBezTo>
                    <a:pt x="1167" y="418"/>
                    <a:pt x="2108" y="883"/>
                    <a:pt x="2798" y="1633"/>
                  </a:cubicBezTo>
                  <a:cubicBezTo>
                    <a:pt x="3501" y="2383"/>
                    <a:pt x="3870" y="3359"/>
                    <a:pt x="3870" y="4383"/>
                  </a:cubicBezTo>
                  <a:cubicBezTo>
                    <a:pt x="3870" y="5217"/>
                    <a:pt x="3620" y="6002"/>
                    <a:pt x="3156" y="6693"/>
                  </a:cubicBezTo>
                  <a:lnTo>
                    <a:pt x="893" y="4407"/>
                  </a:lnTo>
                  <a:cubicBezTo>
                    <a:pt x="864" y="4377"/>
                    <a:pt x="822" y="4362"/>
                    <a:pt x="779" y="4362"/>
                  </a:cubicBezTo>
                  <a:cubicBezTo>
                    <a:pt x="736" y="4362"/>
                    <a:pt x="691" y="4377"/>
                    <a:pt x="655" y="4407"/>
                  </a:cubicBezTo>
                  <a:cubicBezTo>
                    <a:pt x="596" y="4467"/>
                    <a:pt x="596" y="4574"/>
                    <a:pt x="655" y="4645"/>
                  </a:cubicBezTo>
                  <a:lnTo>
                    <a:pt x="3048" y="7050"/>
                  </a:lnTo>
                  <a:cubicBezTo>
                    <a:pt x="3084" y="7074"/>
                    <a:pt x="3120" y="7086"/>
                    <a:pt x="3167" y="7086"/>
                  </a:cubicBezTo>
                  <a:lnTo>
                    <a:pt x="3179" y="7086"/>
                  </a:lnTo>
                  <a:cubicBezTo>
                    <a:pt x="3227" y="7086"/>
                    <a:pt x="3275" y="7062"/>
                    <a:pt x="3298" y="7026"/>
                  </a:cubicBezTo>
                  <a:cubicBezTo>
                    <a:pt x="3882" y="6252"/>
                    <a:pt x="4191" y="5348"/>
                    <a:pt x="4191" y="4383"/>
                  </a:cubicBezTo>
                  <a:cubicBezTo>
                    <a:pt x="4191" y="3276"/>
                    <a:pt x="3775" y="2228"/>
                    <a:pt x="3036" y="1407"/>
                  </a:cubicBezTo>
                  <a:cubicBezTo>
                    <a:pt x="2286" y="597"/>
                    <a:pt x="1274" y="97"/>
                    <a:pt x="191" y="2"/>
                  </a:cubicBezTo>
                  <a:cubicBezTo>
                    <a:pt x="185" y="1"/>
                    <a:pt x="179" y="0"/>
                    <a:pt x="17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0" name="Google Shape;3280;p59"/>
            <p:cNvSpPr/>
            <p:nvPr/>
          </p:nvSpPr>
          <p:spPr>
            <a:xfrm>
              <a:off x="4220968" y="3719197"/>
              <a:ext cx="106284" cy="132387"/>
            </a:xfrm>
            <a:custGeom>
              <a:rect b="b" l="l" r="r" t="t"/>
              <a:pathLst>
                <a:path extrusionOk="0" h="4169" w="3347">
                  <a:moveTo>
                    <a:pt x="2340" y="1"/>
                  </a:moveTo>
                  <a:cubicBezTo>
                    <a:pt x="2334" y="1"/>
                    <a:pt x="2328" y="1"/>
                    <a:pt x="2322" y="2"/>
                  </a:cubicBezTo>
                  <a:cubicBezTo>
                    <a:pt x="1501" y="73"/>
                    <a:pt x="715" y="371"/>
                    <a:pt x="60" y="883"/>
                  </a:cubicBezTo>
                  <a:cubicBezTo>
                    <a:pt x="12" y="907"/>
                    <a:pt x="0" y="954"/>
                    <a:pt x="0" y="1002"/>
                  </a:cubicBezTo>
                  <a:cubicBezTo>
                    <a:pt x="0" y="1038"/>
                    <a:pt x="12" y="1085"/>
                    <a:pt x="36" y="1133"/>
                  </a:cubicBezTo>
                  <a:lnTo>
                    <a:pt x="3048" y="4121"/>
                  </a:lnTo>
                  <a:cubicBezTo>
                    <a:pt x="3072" y="4157"/>
                    <a:pt x="3120" y="4169"/>
                    <a:pt x="3167" y="4169"/>
                  </a:cubicBezTo>
                  <a:cubicBezTo>
                    <a:pt x="3203" y="4169"/>
                    <a:pt x="3251" y="4157"/>
                    <a:pt x="3287" y="4121"/>
                  </a:cubicBezTo>
                  <a:cubicBezTo>
                    <a:pt x="3346" y="4062"/>
                    <a:pt x="3346" y="3955"/>
                    <a:pt x="3287" y="3883"/>
                  </a:cubicBezTo>
                  <a:lnTo>
                    <a:pt x="429" y="1026"/>
                  </a:lnTo>
                  <a:cubicBezTo>
                    <a:pt x="1001" y="645"/>
                    <a:pt x="1655" y="383"/>
                    <a:pt x="2358" y="323"/>
                  </a:cubicBezTo>
                  <a:cubicBezTo>
                    <a:pt x="2363" y="324"/>
                    <a:pt x="2367" y="324"/>
                    <a:pt x="2372" y="324"/>
                  </a:cubicBezTo>
                  <a:cubicBezTo>
                    <a:pt x="2449" y="324"/>
                    <a:pt x="2512" y="235"/>
                    <a:pt x="2501" y="157"/>
                  </a:cubicBezTo>
                  <a:cubicBezTo>
                    <a:pt x="2479" y="68"/>
                    <a:pt x="2416" y="1"/>
                    <a:pt x="23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1" name="Google Shape;3281;p59"/>
            <p:cNvSpPr/>
            <p:nvPr/>
          </p:nvSpPr>
          <p:spPr>
            <a:xfrm>
              <a:off x="4167270" y="3772545"/>
              <a:ext cx="226127" cy="225746"/>
            </a:xfrm>
            <a:custGeom>
              <a:rect b="b" l="l" r="r" t="t"/>
              <a:pathLst>
                <a:path extrusionOk="0" h="7109" w="7121">
                  <a:moveTo>
                    <a:pt x="1037" y="405"/>
                  </a:moveTo>
                  <a:lnTo>
                    <a:pt x="6704" y="6061"/>
                  </a:lnTo>
                  <a:cubicBezTo>
                    <a:pt x="6013" y="6537"/>
                    <a:pt x="5228" y="6775"/>
                    <a:pt x="4406" y="6775"/>
                  </a:cubicBezTo>
                  <a:cubicBezTo>
                    <a:pt x="2168" y="6775"/>
                    <a:pt x="334" y="4942"/>
                    <a:pt x="334" y="2703"/>
                  </a:cubicBezTo>
                  <a:cubicBezTo>
                    <a:pt x="334" y="1882"/>
                    <a:pt x="572" y="1096"/>
                    <a:pt x="1037" y="405"/>
                  </a:cubicBezTo>
                  <a:close/>
                  <a:moveTo>
                    <a:pt x="1001" y="1"/>
                  </a:moveTo>
                  <a:cubicBezTo>
                    <a:pt x="953" y="1"/>
                    <a:pt x="918" y="36"/>
                    <a:pt x="882" y="60"/>
                  </a:cubicBezTo>
                  <a:cubicBezTo>
                    <a:pt x="298" y="822"/>
                    <a:pt x="1" y="1739"/>
                    <a:pt x="1" y="2703"/>
                  </a:cubicBezTo>
                  <a:cubicBezTo>
                    <a:pt x="1" y="5120"/>
                    <a:pt x="1989" y="7109"/>
                    <a:pt x="4406" y="7109"/>
                  </a:cubicBezTo>
                  <a:cubicBezTo>
                    <a:pt x="5382" y="7109"/>
                    <a:pt x="6287" y="6811"/>
                    <a:pt x="7061" y="6228"/>
                  </a:cubicBezTo>
                  <a:cubicBezTo>
                    <a:pt x="7109" y="6192"/>
                    <a:pt x="7121" y="6156"/>
                    <a:pt x="7121" y="6108"/>
                  </a:cubicBezTo>
                  <a:cubicBezTo>
                    <a:pt x="7121" y="6061"/>
                    <a:pt x="7109" y="6013"/>
                    <a:pt x="7073" y="5978"/>
                  </a:cubicBezTo>
                  <a:lnTo>
                    <a:pt x="1132" y="36"/>
                  </a:lnTo>
                  <a:cubicBezTo>
                    <a:pt x="1096" y="24"/>
                    <a:pt x="1048" y="1"/>
                    <a:pt x="100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2" name="Google Shape;3282;p59"/>
            <p:cNvSpPr/>
            <p:nvPr/>
          </p:nvSpPr>
          <p:spPr>
            <a:xfrm>
              <a:off x="4129482" y="3681059"/>
              <a:ext cx="355402" cy="354291"/>
            </a:xfrm>
            <a:custGeom>
              <a:rect b="b" l="l" r="r" t="t"/>
              <a:pathLst>
                <a:path extrusionOk="0" h="11157" w="11192">
                  <a:moveTo>
                    <a:pt x="5596" y="0"/>
                  </a:moveTo>
                  <a:cubicBezTo>
                    <a:pt x="4096" y="0"/>
                    <a:pt x="2703" y="572"/>
                    <a:pt x="1643" y="1631"/>
                  </a:cubicBezTo>
                  <a:cubicBezTo>
                    <a:pt x="584" y="2691"/>
                    <a:pt x="0" y="4096"/>
                    <a:pt x="0" y="5584"/>
                  </a:cubicBezTo>
                  <a:cubicBezTo>
                    <a:pt x="0" y="7013"/>
                    <a:pt x="536" y="8358"/>
                    <a:pt x="1512" y="9406"/>
                  </a:cubicBezTo>
                  <a:cubicBezTo>
                    <a:pt x="2477" y="10430"/>
                    <a:pt x="3786" y="11061"/>
                    <a:pt x="5191" y="11156"/>
                  </a:cubicBezTo>
                  <a:cubicBezTo>
                    <a:pt x="5286" y="11156"/>
                    <a:pt x="5358" y="11097"/>
                    <a:pt x="5382" y="11014"/>
                  </a:cubicBezTo>
                  <a:cubicBezTo>
                    <a:pt x="5382" y="10918"/>
                    <a:pt x="5322" y="10847"/>
                    <a:pt x="5227" y="10835"/>
                  </a:cubicBezTo>
                  <a:cubicBezTo>
                    <a:pt x="3905" y="10740"/>
                    <a:pt x="2667" y="10144"/>
                    <a:pt x="1762" y="9180"/>
                  </a:cubicBezTo>
                  <a:cubicBezTo>
                    <a:pt x="834" y="8192"/>
                    <a:pt x="333" y="6930"/>
                    <a:pt x="333" y="5572"/>
                  </a:cubicBezTo>
                  <a:cubicBezTo>
                    <a:pt x="333" y="4179"/>
                    <a:pt x="881" y="2858"/>
                    <a:pt x="1881" y="1858"/>
                  </a:cubicBezTo>
                  <a:cubicBezTo>
                    <a:pt x="2881" y="858"/>
                    <a:pt x="4203" y="310"/>
                    <a:pt x="5596" y="310"/>
                  </a:cubicBezTo>
                  <a:cubicBezTo>
                    <a:pt x="7001" y="310"/>
                    <a:pt x="8323" y="858"/>
                    <a:pt x="9323" y="1858"/>
                  </a:cubicBezTo>
                  <a:cubicBezTo>
                    <a:pt x="10323" y="2858"/>
                    <a:pt x="10871" y="4179"/>
                    <a:pt x="10871" y="5572"/>
                  </a:cubicBezTo>
                  <a:cubicBezTo>
                    <a:pt x="10871" y="6918"/>
                    <a:pt x="10359" y="8192"/>
                    <a:pt x="9442" y="9180"/>
                  </a:cubicBezTo>
                  <a:cubicBezTo>
                    <a:pt x="8525" y="10144"/>
                    <a:pt x="7299" y="10740"/>
                    <a:pt x="5977" y="10835"/>
                  </a:cubicBezTo>
                  <a:cubicBezTo>
                    <a:pt x="5882" y="10835"/>
                    <a:pt x="5810" y="10918"/>
                    <a:pt x="5822" y="11014"/>
                  </a:cubicBezTo>
                  <a:cubicBezTo>
                    <a:pt x="5822" y="11097"/>
                    <a:pt x="5894" y="11156"/>
                    <a:pt x="5989" y="11156"/>
                  </a:cubicBezTo>
                  <a:lnTo>
                    <a:pt x="6001" y="11156"/>
                  </a:lnTo>
                  <a:cubicBezTo>
                    <a:pt x="7418" y="11061"/>
                    <a:pt x="8727" y="10442"/>
                    <a:pt x="9692" y="9406"/>
                  </a:cubicBezTo>
                  <a:cubicBezTo>
                    <a:pt x="10656" y="8358"/>
                    <a:pt x="11192" y="7013"/>
                    <a:pt x="11192" y="5584"/>
                  </a:cubicBezTo>
                  <a:cubicBezTo>
                    <a:pt x="11192" y="4096"/>
                    <a:pt x="10597" y="2691"/>
                    <a:pt x="9561" y="1631"/>
                  </a:cubicBezTo>
                  <a:cubicBezTo>
                    <a:pt x="8501" y="572"/>
                    <a:pt x="7108" y="0"/>
                    <a:pt x="559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83" name="Google Shape;3283;p59"/>
          <p:cNvGrpSpPr/>
          <p:nvPr/>
        </p:nvGrpSpPr>
        <p:grpSpPr>
          <a:xfrm>
            <a:off x="5125143" y="3078370"/>
            <a:ext cx="360356" cy="343462"/>
            <a:chOff x="6870193" y="2295620"/>
            <a:chExt cx="360356" cy="343462"/>
          </a:xfrm>
        </p:grpSpPr>
        <p:sp>
          <p:nvSpPr>
            <p:cNvPr id="3284" name="Google Shape;3284;p59"/>
            <p:cNvSpPr/>
            <p:nvPr/>
          </p:nvSpPr>
          <p:spPr>
            <a:xfrm>
              <a:off x="6870193" y="2295620"/>
              <a:ext cx="360356" cy="343462"/>
            </a:xfrm>
            <a:custGeom>
              <a:rect b="b" l="l" r="r" t="t"/>
              <a:pathLst>
                <a:path extrusionOk="0" h="10816" w="11348">
                  <a:moveTo>
                    <a:pt x="6027" y="0"/>
                  </a:moveTo>
                  <a:cubicBezTo>
                    <a:pt x="5700" y="0"/>
                    <a:pt x="5448" y="70"/>
                    <a:pt x="5430" y="76"/>
                  </a:cubicBezTo>
                  <a:cubicBezTo>
                    <a:pt x="5358" y="112"/>
                    <a:pt x="5299" y="172"/>
                    <a:pt x="5299" y="255"/>
                  </a:cubicBezTo>
                  <a:lnTo>
                    <a:pt x="5299" y="2731"/>
                  </a:lnTo>
                  <a:lnTo>
                    <a:pt x="3501" y="5017"/>
                  </a:lnTo>
                  <a:cubicBezTo>
                    <a:pt x="3441" y="4767"/>
                    <a:pt x="3215" y="4577"/>
                    <a:pt x="2929" y="4577"/>
                  </a:cubicBezTo>
                  <a:lnTo>
                    <a:pt x="584" y="4577"/>
                  </a:lnTo>
                  <a:cubicBezTo>
                    <a:pt x="274" y="4577"/>
                    <a:pt x="1" y="4827"/>
                    <a:pt x="1" y="5160"/>
                  </a:cubicBezTo>
                  <a:lnTo>
                    <a:pt x="1" y="5732"/>
                  </a:lnTo>
                  <a:cubicBezTo>
                    <a:pt x="1" y="5839"/>
                    <a:pt x="96" y="5910"/>
                    <a:pt x="179" y="5910"/>
                  </a:cubicBezTo>
                  <a:cubicBezTo>
                    <a:pt x="274" y="5910"/>
                    <a:pt x="358" y="5827"/>
                    <a:pt x="358" y="5732"/>
                  </a:cubicBezTo>
                  <a:lnTo>
                    <a:pt x="358" y="5160"/>
                  </a:lnTo>
                  <a:cubicBezTo>
                    <a:pt x="358" y="5041"/>
                    <a:pt x="453" y="4946"/>
                    <a:pt x="572" y="4946"/>
                  </a:cubicBezTo>
                  <a:lnTo>
                    <a:pt x="2918" y="4946"/>
                  </a:lnTo>
                  <a:cubicBezTo>
                    <a:pt x="3037" y="4946"/>
                    <a:pt x="3132" y="5041"/>
                    <a:pt x="3132" y="5160"/>
                  </a:cubicBezTo>
                  <a:lnTo>
                    <a:pt x="3132" y="10232"/>
                  </a:lnTo>
                  <a:cubicBezTo>
                    <a:pt x="3132" y="10351"/>
                    <a:pt x="3037" y="10435"/>
                    <a:pt x="2918" y="10435"/>
                  </a:cubicBezTo>
                  <a:lnTo>
                    <a:pt x="572" y="10435"/>
                  </a:lnTo>
                  <a:cubicBezTo>
                    <a:pt x="453" y="10435"/>
                    <a:pt x="358" y="10351"/>
                    <a:pt x="358" y="10232"/>
                  </a:cubicBezTo>
                  <a:lnTo>
                    <a:pt x="358" y="6506"/>
                  </a:lnTo>
                  <a:cubicBezTo>
                    <a:pt x="358" y="6410"/>
                    <a:pt x="274" y="6327"/>
                    <a:pt x="179" y="6327"/>
                  </a:cubicBezTo>
                  <a:cubicBezTo>
                    <a:pt x="72" y="6327"/>
                    <a:pt x="1" y="6422"/>
                    <a:pt x="1" y="6506"/>
                  </a:cubicBezTo>
                  <a:lnTo>
                    <a:pt x="1" y="10232"/>
                  </a:lnTo>
                  <a:cubicBezTo>
                    <a:pt x="1" y="10542"/>
                    <a:pt x="251" y="10816"/>
                    <a:pt x="584" y="10816"/>
                  </a:cubicBezTo>
                  <a:lnTo>
                    <a:pt x="2929" y="10816"/>
                  </a:lnTo>
                  <a:cubicBezTo>
                    <a:pt x="3251" y="10816"/>
                    <a:pt x="3513" y="10554"/>
                    <a:pt x="3513" y="10232"/>
                  </a:cubicBezTo>
                  <a:lnTo>
                    <a:pt x="3513" y="9744"/>
                  </a:lnTo>
                  <a:lnTo>
                    <a:pt x="4418" y="10185"/>
                  </a:lnTo>
                  <a:cubicBezTo>
                    <a:pt x="4453" y="10197"/>
                    <a:pt x="4477" y="10197"/>
                    <a:pt x="4513" y="10197"/>
                  </a:cubicBezTo>
                  <a:lnTo>
                    <a:pt x="8025" y="10197"/>
                  </a:lnTo>
                  <a:cubicBezTo>
                    <a:pt x="8132" y="10197"/>
                    <a:pt x="8204" y="10113"/>
                    <a:pt x="8204" y="10018"/>
                  </a:cubicBezTo>
                  <a:cubicBezTo>
                    <a:pt x="8204" y="9923"/>
                    <a:pt x="8109" y="9839"/>
                    <a:pt x="8025" y="9839"/>
                  </a:cubicBezTo>
                  <a:lnTo>
                    <a:pt x="4561" y="9839"/>
                  </a:lnTo>
                  <a:lnTo>
                    <a:pt x="3525" y="9327"/>
                  </a:lnTo>
                  <a:lnTo>
                    <a:pt x="3525" y="5589"/>
                  </a:lnTo>
                  <a:lnTo>
                    <a:pt x="5644" y="2910"/>
                  </a:lnTo>
                  <a:cubicBezTo>
                    <a:pt x="5668" y="2874"/>
                    <a:pt x="5692" y="2839"/>
                    <a:pt x="5692" y="2791"/>
                  </a:cubicBezTo>
                  <a:lnTo>
                    <a:pt x="5692" y="398"/>
                  </a:lnTo>
                  <a:cubicBezTo>
                    <a:pt x="5787" y="379"/>
                    <a:pt x="5924" y="358"/>
                    <a:pt x="6080" y="358"/>
                  </a:cubicBezTo>
                  <a:cubicBezTo>
                    <a:pt x="6313" y="358"/>
                    <a:pt x="6587" y="405"/>
                    <a:pt x="6823" y="576"/>
                  </a:cubicBezTo>
                  <a:cubicBezTo>
                    <a:pt x="7132" y="791"/>
                    <a:pt x="7275" y="1207"/>
                    <a:pt x="7275" y="1803"/>
                  </a:cubicBezTo>
                  <a:lnTo>
                    <a:pt x="7275" y="3755"/>
                  </a:lnTo>
                  <a:cubicBezTo>
                    <a:pt x="7275" y="3862"/>
                    <a:pt x="7370" y="3934"/>
                    <a:pt x="7454" y="3934"/>
                  </a:cubicBezTo>
                  <a:lnTo>
                    <a:pt x="10395" y="3934"/>
                  </a:lnTo>
                  <a:cubicBezTo>
                    <a:pt x="10716" y="3934"/>
                    <a:pt x="10990" y="4208"/>
                    <a:pt x="10990" y="4529"/>
                  </a:cubicBezTo>
                  <a:cubicBezTo>
                    <a:pt x="10990" y="4863"/>
                    <a:pt x="10716" y="5125"/>
                    <a:pt x="10395" y="5125"/>
                  </a:cubicBezTo>
                  <a:lnTo>
                    <a:pt x="8823" y="5125"/>
                  </a:lnTo>
                  <a:cubicBezTo>
                    <a:pt x="8728" y="5125"/>
                    <a:pt x="8644" y="5220"/>
                    <a:pt x="8644" y="5303"/>
                  </a:cubicBezTo>
                  <a:cubicBezTo>
                    <a:pt x="8644" y="5410"/>
                    <a:pt x="8740" y="5482"/>
                    <a:pt x="8823" y="5482"/>
                  </a:cubicBezTo>
                  <a:lnTo>
                    <a:pt x="10228" y="5482"/>
                  </a:lnTo>
                  <a:cubicBezTo>
                    <a:pt x="10538" y="5494"/>
                    <a:pt x="10788" y="5767"/>
                    <a:pt x="10788" y="6077"/>
                  </a:cubicBezTo>
                  <a:cubicBezTo>
                    <a:pt x="10788" y="6399"/>
                    <a:pt x="10526" y="6672"/>
                    <a:pt x="10192" y="6672"/>
                  </a:cubicBezTo>
                  <a:lnTo>
                    <a:pt x="8823" y="6672"/>
                  </a:lnTo>
                  <a:cubicBezTo>
                    <a:pt x="8728" y="6672"/>
                    <a:pt x="8644" y="6768"/>
                    <a:pt x="8644" y="6851"/>
                  </a:cubicBezTo>
                  <a:cubicBezTo>
                    <a:pt x="8644" y="6958"/>
                    <a:pt x="8740" y="7030"/>
                    <a:pt x="8823" y="7030"/>
                  </a:cubicBezTo>
                  <a:lnTo>
                    <a:pt x="10073" y="7030"/>
                  </a:lnTo>
                  <a:cubicBezTo>
                    <a:pt x="10371" y="7053"/>
                    <a:pt x="10597" y="7327"/>
                    <a:pt x="10597" y="7625"/>
                  </a:cubicBezTo>
                  <a:cubicBezTo>
                    <a:pt x="10597" y="7946"/>
                    <a:pt x="10335" y="8220"/>
                    <a:pt x="10002" y="8220"/>
                  </a:cubicBezTo>
                  <a:lnTo>
                    <a:pt x="8823" y="8220"/>
                  </a:lnTo>
                  <a:cubicBezTo>
                    <a:pt x="8728" y="8220"/>
                    <a:pt x="8644" y="8315"/>
                    <a:pt x="8644" y="8399"/>
                  </a:cubicBezTo>
                  <a:cubicBezTo>
                    <a:pt x="8644" y="8506"/>
                    <a:pt x="8740" y="8577"/>
                    <a:pt x="8823" y="8577"/>
                  </a:cubicBezTo>
                  <a:lnTo>
                    <a:pt x="9883" y="8577"/>
                  </a:lnTo>
                  <a:cubicBezTo>
                    <a:pt x="9895" y="8577"/>
                    <a:pt x="9918" y="8589"/>
                    <a:pt x="9918" y="8589"/>
                  </a:cubicBezTo>
                  <a:cubicBezTo>
                    <a:pt x="10192" y="8649"/>
                    <a:pt x="10407" y="8887"/>
                    <a:pt x="10407" y="9185"/>
                  </a:cubicBezTo>
                  <a:cubicBezTo>
                    <a:pt x="10407" y="9518"/>
                    <a:pt x="10133" y="9780"/>
                    <a:pt x="9811" y="9780"/>
                  </a:cubicBezTo>
                  <a:lnTo>
                    <a:pt x="8823" y="9780"/>
                  </a:lnTo>
                  <a:cubicBezTo>
                    <a:pt x="8728" y="9780"/>
                    <a:pt x="8644" y="9875"/>
                    <a:pt x="8644" y="9958"/>
                  </a:cubicBezTo>
                  <a:cubicBezTo>
                    <a:pt x="8644" y="10066"/>
                    <a:pt x="8740" y="10137"/>
                    <a:pt x="8823" y="10137"/>
                  </a:cubicBezTo>
                  <a:lnTo>
                    <a:pt x="9811" y="10137"/>
                  </a:lnTo>
                  <a:cubicBezTo>
                    <a:pt x="10347" y="10137"/>
                    <a:pt x="10776" y="9708"/>
                    <a:pt x="10776" y="9173"/>
                  </a:cubicBezTo>
                  <a:cubicBezTo>
                    <a:pt x="10776" y="8887"/>
                    <a:pt x="10657" y="8637"/>
                    <a:pt x="10466" y="8458"/>
                  </a:cubicBezTo>
                  <a:cubicBezTo>
                    <a:pt x="10764" y="8292"/>
                    <a:pt x="10966" y="7982"/>
                    <a:pt x="10966" y="7613"/>
                  </a:cubicBezTo>
                  <a:cubicBezTo>
                    <a:pt x="10966" y="7327"/>
                    <a:pt x="10847" y="7077"/>
                    <a:pt x="10657" y="6899"/>
                  </a:cubicBezTo>
                  <a:cubicBezTo>
                    <a:pt x="10954" y="6803"/>
                    <a:pt x="11145" y="6482"/>
                    <a:pt x="11145" y="6113"/>
                  </a:cubicBezTo>
                  <a:cubicBezTo>
                    <a:pt x="11145" y="5827"/>
                    <a:pt x="11026" y="5577"/>
                    <a:pt x="10835" y="5398"/>
                  </a:cubicBezTo>
                  <a:cubicBezTo>
                    <a:pt x="11133" y="5232"/>
                    <a:pt x="11347" y="4922"/>
                    <a:pt x="11347" y="4541"/>
                  </a:cubicBezTo>
                  <a:cubicBezTo>
                    <a:pt x="11347" y="4005"/>
                    <a:pt x="10907" y="3577"/>
                    <a:pt x="10371" y="3577"/>
                  </a:cubicBezTo>
                  <a:lnTo>
                    <a:pt x="7621" y="3577"/>
                  </a:lnTo>
                  <a:lnTo>
                    <a:pt x="7621" y="1827"/>
                  </a:lnTo>
                  <a:cubicBezTo>
                    <a:pt x="7621" y="1112"/>
                    <a:pt x="7418" y="588"/>
                    <a:pt x="7013" y="291"/>
                  </a:cubicBezTo>
                  <a:cubicBezTo>
                    <a:pt x="6703" y="61"/>
                    <a:pt x="6332" y="0"/>
                    <a:pt x="602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5" name="Google Shape;3285;p59"/>
            <p:cNvSpPr/>
            <p:nvPr/>
          </p:nvSpPr>
          <p:spPr>
            <a:xfrm>
              <a:off x="6920842" y="2577064"/>
              <a:ext cx="36709" cy="36677"/>
            </a:xfrm>
            <a:custGeom>
              <a:rect b="b" l="l" r="r" t="t"/>
              <a:pathLst>
                <a:path extrusionOk="0" h="1155" w="1156">
                  <a:moveTo>
                    <a:pt x="584" y="369"/>
                  </a:moveTo>
                  <a:cubicBezTo>
                    <a:pt x="703" y="369"/>
                    <a:pt x="787" y="464"/>
                    <a:pt x="787" y="584"/>
                  </a:cubicBezTo>
                  <a:cubicBezTo>
                    <a:pt x="787" y="703"/>
                    <a:pt x="703" y="786"/>
                    <a:pt x="584" y="786"/>
                  </a:cubicBezTo>
                  <a:cubicBezTo>
                    <a:pt x="465" y="786"/>
                    <a:pt x="370" y="703"/>
                    <a:pt x="370" y="584"/>
                  </a:cubicBezTo>
                  <a:cubicBezTo>
                    <a:pt x="370" y="464"/>
                    <a:pt x="453" y="369"/>
                    <a:pt x="584" y="369"/>
                  </a:cubicBezTo>
                  <a:close/>
                  <a:moveTo>
                    <a:pt x="584" y="0"/>
                  </a:moveTo>
                  <a:cubicBezTo>
                    <a:pt x="263" y="0"/>
                    <a:pt x="1" y="250"/>
                    <a:pt x="1" y="584"/>
                  </a:cubicBezTo>
                  <a:cubicBezTo>
                    <a:pt x="1" y="905"/>
                    <a:pt x="251" y="1155"/>
                    <a:pt x="584" y="1155"/>
                  </a:cubicBezTo>
                  <a:cubicBezTo>
                    <a:pt x="906" y="1155"/>
                    <a:pt x="1156" y="905"/>
                    <a:pt x="1156" y="584"/>
                  </a:cubicBezTo>
                  <a:cubicBezTo>
                    <a:pt x="1156" y="250"/>
                    <a:pt x="894" y="0"/>
                    <a:pt x="58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86" name="Google Shape;3286;p59"/>
          <p:cNvSpPr/>
          <p:nvPr/>
        </p:nvSpPr>
        <p:spPr>
          <a:xfrm>
            <a:off x="3427100" y="1700075"/>
            <a:ext cx="69900" cy="69900"/>
          </a:xfrm>
          <a:prstGeom prst="ellipse">
            <a:avLst/>
          </a:prstGeom>
          <a:solidFill>
            <a:srgbClr val="71B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7" name="Google Shape;3287;p59"/>
          <p:cNvSpPr/>
          <p:nvPr/>
        </p:nvSpPr>
        <p:spPr>
          <a:xfrm>
            <a:off x="3427100" y="1837675"/>
            <a:ext cx="69900" cy="69900"/>
          </a:xfrm>
          <a:prstGeom prst="ellipse">
            <a:avLst/>
          </a:prstGeom>
          <a:solidFill>
            <a:srgbClr val="71B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8" name="Google Shape;3288;p59"/>
          <p:cNvSpPr/>
          <p:nvPr/>
        </p:nvSpPr>
        <p:spPr>
          <a:xfrm>
            <a:off x="3427100" y="1975275"/>
            <a:ext cx="69900" cy="69900"/>
          </a:xfrm>
          <a:prstGeom prst="ellipse">
            <a:avLst/>
          </a:prstGeom>
          <a:solidFill>
            <a:srgbClr val="99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9" name="Google Shape;3289;p59"/>
          <p:cNvSpPr/>
          <p:nvPr/>
        </p:nvSpPr>
        <p:spPr>
          <a:xfrm>
            <a:off x="5630450" y="1700075"/>
            <a:ext cx="69900" cy="69900"/>
          </a:xfrm>
          <a:prstGeom prst="ellipse">
            <a:avLst/>
          </a:prstGeom>
          <a:solidFill>
            <a:srgbClr val="99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4" name="Shape 3294"/>
        <p:cNvGrpSpPr/>
        <p:nvPr/>
      </p:nvGrpSpPr>
      <p:grpSpPr>
        <a:xfrm>
          <a:off x="0" y="0"/>
          <a:ext cx="0" cy="0"/>
          <a:chOff x="0" y="0"/>
          <a:chExt cx="0" cy="0"/>
        </a:xfrm>
      </p:grpSpPr>
      <p:sp>
        <p:nvSpPr>
          <p:cNvPr id="3295" name="Google Shape;3295;p60"/>
          <p:cNvSpPr/>
          <p:nvPr/>
        </p:nvSpPr>
        <p:spPr>
          <a:xfrm rot="5400000">
            <a:off x="4682504" y="1803845"/>
            <a:ext cx="1688881" cy="1631476"/>
          </a:xfrm>
          <a:custGeom>
            <a:rect b="b" l="l" r="r" t="t"/>
            <a:pathLst>
              <a:path extrusionOk="0" h="5792" w="5995">
                <a:moveTo>
                  <a:pt x="5251" y="0"/>
                </a:moveTo>
                <a:lnTo>
                  <a:pt x="4025" y="1226"/>
                </a:lnTo>
                <a:cubicBezTo>
                  <a:pt x="3619" y="974"/>
                  <a:pt x="3165" y="852"/>
                  <a:pt x="2716" y="852"/>
                </a:cubicBezTo>
                <a:cubicBezTo>
                  <a:pt x="1986" y="852"/>
                  <a:pt x="1267" y="1174"/>
                  <a:pt x="780" y="1782"/>
                </a:cubicBezTo>
                <a:cubicBezTo>
                  <a:pt x="1" y="2770"/>
                  <a:pt x="80" y="4183"/>
                  <a:pt x="967" y="5070"/>
                </a:cubicBezTo>
                <a:cubicBezTo>
                  <a:pt x="1449" y="5548"/>
                  <a:pt x="2082" y="5792"/>
                  <a:pt x="2716" y="5792"/>
                </a:cubicBezTo>
                <a:cubicBezTo>
                  <a:pt x="3259" y="5792"/>
                  <a:pt x="3804" y="5613"/>
                  <a:pt x="4256" y="5251"/>
                </a:cubicBezTo>
                <a:cubicBezTo>
                  <a:pt x="5237" y="4472"/>
                  <a:pt x="5475" y="3073"/>
                  <a:pt x="4811" y="2012"/>
                </a:cubicBezTo>
                <a:lnTo>
                  <a:pt x="5994" y="822"/>
                </a:lnTo>
                <a:cubicBezTo>
                  <a:pt x="5872" y="736"/>
                  <a:pt x="5756" y="642"/>
                  <a:pt x="5655" y="541"/>
                </a:cubicBezTo>
                <a:cubicBezTo>
                  <a:pt x="5497" y="382"/>
                  <a:pt x="5360" y="202"/>
                  <a:pt x="5251" y="0"/>
                </a:cubicBezTo>
                <a:close/>
              </a:path>
            </a:pathLst>
          </a:custGeom>
          <a:solidFill>
            <a:schemeClr val="accent5"/>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6" name="Google Shape;3296;p60"/>
          <p:cNvSpPr txBox="1"/>
          <p:nvPr>
            <p:ph type="ctrTitle"/>
          </p:nvPr>
        </p:nvSpPr>
        <p:spPr>
          <a:xfrm flipH="1">
            <a:off x="973750" y="346125"/>
            <a:ext cx="21999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a:t>ABOWD AND BEALE</a:t>
            </a:r>
            <a:endParaRPr/>
          </a:p>
          <a:p>
            <a:pPr indent="0" lvl="0" marL="0" rtl="0" algn="ctr">
              <a:spcBef>
                <a:spcPts val="0"/>
              </a:spcBef>
              <a:spcAft>
                <a:spcPts val="0"/>
              </a:spcAft>
              <a:buNone/>
            </a:pPr>
            <a:r>
              <a:rPr lang="en"/>
              <a:t>FRAMEWORK</a:t>
            </a:r>
            <a:endParaRPr/>
          </a:p>
        </p:txBody>
      </p:sp>
      <p:grpSp>
        <p:nvGrpSpPr>
          <p:cNvPr id="3297" name="Google Shape;3297;p60"/>
          <p:cNvGrpSpPr/>
          <p:nvPr/>
        </p:nvGrpSpPr>
        <p:grpSpPr>
          <a:xfrm>
            <a:off x="4631454" y="575644"/>
            <a:ext cx="4298483" cy="4014935"/>
            <a:chOff x="3348603" y="1236445"/>
            <a:chExt cx="749256" cy="699856"/>
          </a:xfrm>
        </p:grpSpPr>
        <p:grpSp>
          <p:nvGrpSpPr>
            <p:cNvPr id="3298" name="Google Shape;3298;p60"/>
            <p:cNvGrpSpPr/>
            <p:nvPr/>
          </p:nvGrpSpPr>
          <p:grpSpPr>
            <a:xfrm>
              <a:off x="3583779" y="1236445"/>
              <a:ext cx="293795" cy="285811"/>
              <a:chOff x="3750225" y="1774000"/>
              <a:chExt cx="149575" cy="145525"/>
            </a:xfrm>
          </p:grpSpPr>
          <p:sp>
            <p:nvSpPr>
              <p:cNvPr id="3299" name="Google Shape;3299;p60"/>
              <p:cNvSpPr/>
              <p:nvPr/>
            </p:nvSpPr>
            <p:spPr>
              <a:xfrm>
                <a:off x="3750225" y="1774000"/>
                <a:ext cx="149575" cy="145525"/>
              </a:xfrm>
              <a:custGeom>
                <a:rect b="b" l="l" r="r" t="t"/>
                <a:pathLst>
                  <a:path extrusionOk="0" h="5821" w="5983">
                    <a:moveTo>
                      <a:pt x="2652" y="1"/>
                    </a:moveTo>
                    <a:cubicBezTo>
                      <a:pt x="1473" y="1"/>
                      <a:pt x="333" y="843"/>
                      <a:pt x="176" y="2200"/>
                    </a:cubicBezTo>
                    <a:cubicBezTo>
                      <a:pt x="1" y="3763"/>
                      <a:pt x="1259" y="4955"/>
                      <a:pt x="2643" y="4955"/>
                    </a:cubicBezTo>
                    <a:cubicBezTo>
                      <a:pt x="3079" y="4955"/>
                      <a:pt x="3528" y="4836"/>
                      <a:pt x="3948" y="4573"/>
                    </a:cubicBezTo>
                    <a:lnTo>
                      <a:pt x="5203" y="5821"/>
                    </a:lnTo>
                    <a:lnTo>
                      <a:pt x="5982" y="5035"/>
                    </a:lnTo>
                    <a:lnTo>
                      <a:pt x="4735" y="3787"/>
                    </a:lnTo>
                    <a:cubicBezTo>
                      <a:pt x="5340" y="2813"/>
                      <a:pt x="5196" y="1544"/>
                      <a:pt x="4388" y="729"/>
                    </a:cubicBezTo>
                    <a:cubicBezTo>
                      <a:pt x="3888" y="228"/>
                      <a:pt x="3265" y="1"/>
                      <a:pt x="2652" y="1"/>
                    </a:cubicBezTo>
                    <a:close/>
                  </a:path>
                </a:pathLst>
              </a:custGeom>
              <a:solidFill>
                <a:srgbClr val="4F47B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0" name="Google Shape;3300;p60"/>
              <p:cNvSpPr/>
              <p:nvPr/>
            </p:nvSpPr>
            <p:spPr>
              <a:xfrm>
                <a:off x="3776075" y="1794931"/>
                <a:ext cx="82600" cy="78800"/>
              </a:xfrm>
              <a:custGeom>
                <a:rect b="b" l="l" r="r" t="t"/>
                <a:pathLst>
                  <a:path extrusionOk="0" h="3152" w="3304">
                    <a:moveTo>
                      <a:pt x="1658" y="1"/>
                    </a:moveTo>
                    <a:cubicBezTo>
                      <a:pt x="853" y="1"/>
                      <a:pt x="162" y="612"/>
                      <a:pt x="87" y="1428"/>
                    </a:cubicBezTo>
                    <a:cubicBezTo>
                      <a:pt x="1" y="2294"/>
                      <a:pt x="635" y="3058"/>
                      <a:pt x="1501" y="3145"/>
                    </a:cubicBezTo>
                    <a:cubicBezTo>
                      <a:pt x="1550" y="3149"/>
                      <a:pt x="1598" y="3151"/>
                      <a:pt x="1647" y="3151"/>
                    </a:cubicBezTo>
                    <a:cubicBezTo>
                      <a:pt x="2451" y="3151"/>
                      <a:pt x="3142" y="2540"/>
                      <a:pt x="3217" y="1724"/>
                    </a:cubicBezTo>
                    <a:cubicBezTo>
                      <a:pt x="3304" y="858"/>
                      <a:pt x="2669" y="94"/>
                      <a:pt x="1804" y="7"/>
                    </a:cubicBezTo>
                    <a:cubicBezTo>
                      <a:pt x="1755" y="3"/>
                      <a:pt x="1706" y="1"/>
                      <a:pt x="1658" y="1"/>
                    </a:cubicBezTo>
                    <a:close/>
                  </a:path>
                </a:pathLst>
              </a:custGeom>
              <a:solidFill>
                <a:srgbClr val="4F47B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01" name="Google Shape;3301;p60"/>
            <p:cNvGrpSpPr/>
            <p:nvPr/>
          </p:nvGrpSpPr>
          <p:grpSpPr>
            <a:xfrm>
              <a:off x="3775534" y="1462599"/>
              <a:ext cx="322325" cy="285958"/>
              <a:chOff x="3847850" y="1889150"/>
              <a:chExt cx="164100" cy="145600"/>
            </a:xfrm>
          </p:grpSpPr>
          <p:sp>
            <p:nvSpPr>
              <p:cNvPr id="3302" name="Google Shape;3302;p60"/>
              <p:cNvSpPr/>
              <p:nvPr/>
            </p:nvSpPr>
            <p:spPr>
              <a:xfrm>
                <a:off x="3847850" y="1889150"/>
                <a:ext cx="164100" cy="145600"/>
              </a:xfrm>
              <a:custGeom>
                <a:rect b="b" l="l" r="r" t="t"/>
                <a:pathLst>
                  <a:path extrusionOk="0" h="5824" w="6564">
                    <a:moveTo>
                      <a:pt x="3329" y="0"/>
                    </a:moveTo>
                    <a:cubicBezTo>
                      <a:pt x="1439" y="0"/>
                      <a:pt x="206" y="2117"/>
                      <a:pt x="1255" y="3790"/>
                    </a:cubicBezTo>
                    <a:lnTo>
                      <a:pt x="0" y="5038"/>
                    </a:lnTo>
                    <a:lnTo>
                      <a:pt x="786" y="5824"/>
                    </a:lnTo>
                    <a:lnTo>
                      <a:pt x="2034" y="4569"/>
                    </a:lnTo>
                    <a:cubicBezTo>
                      <a:pt x="2441" y="4823"/>
                      <a:pt x="2897" y="4947"/>
                      <a:pt x="3350" y="4947"/>
                    </a:cubicBezTo>
                    <a:cubicBezTo>
                      <a:pt x="3989" y="4947"/>
                      <a:pt x="4622" y="4700"/>
                      <a:pt x="5099" y="4223"/>
                    </a:cubicBezTo>
                    <a:cubicBezTo>
                      <a:pt x="6563" y="2758"/>
                      <a:pt x="5683" y="248"/>
                      <a:pt x="3628" y="18"/>
                    </a:cubicBezTo>
                    <a:cubicBezTo>
                      <a:pt x="3527" y="6"/>
                      <a:pt x="3427" y="0"/>
                      <a:pt x="3329" y="0"/>
                    </a:cubicBezTo>
                    <a:close/>
                  </a:path>
                </a:pathLst>
              </a:custGeom>
              <a:solidFill>
                <a:schemeClr val="accent5"/>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3" name="Google Shape;3303;p60"/>
              <p:cNvSpPr/>
              <p:nvPr/>
            </p:nvSpPr>
            <p:spPr>
              <a:xfrm>
                <a:off x="3887875" y="1912456"/>
                <a:ext cx="89450" cy="78700"/>
              </a:xfrm>
              <a:custGeom>
                <a:rect b="b" l="l" r="r" t="t"/>
                <a:pathLst>
                  <a:path extrusionOk="0" h="3148" w="3578">
                    <a:moveTo>
                      <a:pt x="1788" y="0"/>
                    </a:moveTo>
                    <a:cubicBezTo>
                      <a:pt x="1172" y="0"/>
                      <a:pt x="587" y="366"/>
                      <a:pt x="332" y="968"/>
                    </a:cubicBezTo>
                    <a:cubicBezTo>
                      <a:pt x="0" y="1769"/>
                      <a:pt x="383" y="2692"/>
                      <a:pt x="1183" y="3024"/>
                    </a:cubicBezTo>
                    <a:cubicBezTo>
                      <a:pt x="1382" y="3108"/>
                      <a:pt x="1588" y="3147"/>
                      <a:pt x="1790" y="3147"/>
                    </a:cubicBezTo>
                    <a:cubicBezTo>
                      <a:pt x="2405" y="3147"/>
                      <a:pt x="2989" y="2782"/>
                      <a:pt x="3239" y="2180"/>
                    </a:cubicBezTo>
                    <a:cubicBezTo>
                      <a:pt x="3578" y="1379"/>
                      <a:pt x="3195" y="456"/>
                      <a:pt x="2395" y="124"/>
                    </a:cubicBezTo>
                    <a:cubicBezTo>
                      <a:pt x="2196" y="40"/>
                      <a:pt x="1990" y="0"/>
                      <a:pt x="1788" y="0"/>
                    </a:cubicBezTo>
                    <a:close/>
                  </a:path>
                </a:pathLst>
              </a:custGeom>
              <a:solidFill>
                <a:schemeClr val="accent5"/>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04" name="Google Shape;3304;p60"/>
            <p:cNvGrpSpPr/>
            <p:nvPr/>
          </p:nvGrpSpPr>
          <p:grpSpPr>
            <a:xfrm>
              <a:off x="3591761" y="1642555"/>
              <a:ext cx="285812" cy="293746"/>
              <a:chOff x="3754289" y="1980777"/>
              <a:chExt cx="145510" cy="149565"/>
            </a:xfrm>
          </p:grpSpPr>
          <p:sp>
            <p:nvSpPr>
              <p:cNvPr id="3305" name="Google Shape;3305;p60"/>
              <p:cNvSpPr/>
              <p:nvPr/>
            </p:nvSpPr>
            <p:spPr>
              <a:xfrm rot="5400000">
                <a:off x="3752262" y="1982805"/>
                <a:ext cx="149565" cy="145510"/>
              </a:xfrm>
              <a:custGeom>
                <a:rect b="b" l="l" r="r" t="t"/>
                <a:pathLst>
                  <a:path extrusionOk="0" h="5821" w="5982">
                    <a:moveTo>
                      <a:pt x="786" y="0"/>
                    </a:moveTo>
                    <a:lnTo>
                      <a:pt x="0" y="787"/>
                    </a:lnTo>
                    <a:lnTo>
                      <a:pt x="1255" y="2034"/>
                    </a:lnTo>
                    <a:cubicBezTo>
                      <a:pt x="642" y="3008"/>
                      <a:pt x="786" y="4277"/>
                      <a:pt x="1601" y="5092"/>
                    </a:cubicBezTo>
                    <a:cubicBezTo>
                      <a:pt x="2102" y="5593"/>
                      <a:pt x="2724" y="5821"/>
                      <a:pt x="3335" y="5821"/>
                    </a:cubicBezTo>
                    <a:cubicBezTo>
                      <a:pt x="4512" y="5821"/>
                      <a:pt x="5649" y="4979"/>
                      <a:pt x="5806" y="3621"/>
                    </a:cubicBezTo>
                    <a:cubicBezTo>
                      <a:pt x="5981" y="2058"/>
                      <a:pt x="4723" y="867"/>
                      <a:pt x="3339" y="867"/>
                    </a:cubicBezTo>
                    <a:cubicBezTo>
                      <a:pt x="2903" y="867"/>
                      <a:pt x="2454" y="985"/>
                      <a:pt x="2034" y="1248"/>
                    </a:cubicBezTo>
                    <a:lnTo>
                      <a:pt x="786" y="0"/>
                    </a:lnTo>
                    <a:close/>
                  </a:path>
                </a:pathLst>
              </a:custGeom>
              <a:solidFill>
                <a:srgbClr val="4F47B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6" name="Google Shape;3306;p60"/>
              <p:cNvSpPr/>
              <p:nvPr/>
            </p:nvSpPr>
            <p:spPr>
              <a:xfrm>
                <a:off x="3771925" y="2027231"/>
                <a:ext cx="86575" cy="78750"/>
              </a:xfrm>
              <a:custGeom>
                <a:rect b="b" l="l" r="r" t="t"/>
                <a:pathLst>
                  <a:path extrusionOk="0" h="3150" w="3463">
                    <a:moveTo>
                      <a:pt x="1740" y="0"/>
                    </a:moveTo>
                    <a:cubicBezTo>
                      <a:pt x="1022" y="0"/>
                      <a:pt x="376" y="485"/>
                      <a:pt x="203" y="1209"/>
                    </a:cubicBezTo>
                    <a:cubicBezTo>
                      <a:pt x="1" y="2060"/>
                      <a:pt x="527" y="2904"/>
                      <a:pt x="1371" y="3106"/>
                    </a:cubicBezTo>
                    <a:cubicBezTo>
                      <a:pt x="1493" y="3135"/>
                      <a:pt x="1615" y="3149"/>
                      <a:pt x="1735" y="3149"/>
                    </a:cubicBezTo>
                    <a:cubicBezTo>
                      <a:pt x="2447" y="3149"/>
                      <a:pt x="3095" y="2660"/>
                      <a:pt x="3268" y="1938"/>
                    </a:cubicBezTo>
                    <a:cubicBezTo>
                      <a:pt x="3463" y="1094"/>
                      <a:pt x="2943" y="243"/>
                      <a:pt x="2099" y="41"/>
                    </a:cubicBezTo>
                    <a:cubicBezTo>
                      <a:pt x="1979" y="13"/>
                      <a:pt x="1858" y="0"/>
                      <a:pt x="1740" y="0"/>
                    </a:cubicBezTo>
                    <a:close/>
                  </a:path>
                </a:pathLst>
              </a:custGeom>
              <a:solidFill>
                <a:srgbClr val="4F47B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07" name="Google Shape;3307;p60"/>
            <p:cNvGrpSpPr/>
            <p:nvPr/>
          </p:nvGrpSpPr>
          <p:grpSpPr>
            <a:xfrm>
              <a:off x="3348603" y="1415046"/>
              <a:ext cx="294384" cy="284387"/>
              <a:chOff x="3630494" y="1864938"/>
              <a:chExt cx="149875" cy="144800"/>
            </a:xfrm>
          </p:grpSpPr>
          <p:sp>
            <p:nvSpPr>
              <p:cNvPr id="3308" name="Google Shape;3308;p60"/>
              <p:cNvSpPr/>
              <p:nvPr/>
            </p:nvSpPr>
            <p:spPr>
              <a:xfrm>
                <a:off x="3630494" y="1864938"/>
                <a:ext cx="149875" cy="144800"/>
              </a:xfrm>
              <a:custGeom>
                <a:rect b="b" l="l" r="r" t="t"/>
                <a:pathLst>
                  <a:path extrusionOk="0" h="5792" w="5995">
                    <a:moveTo>
                      <a:pt x="5251" y="0"/>
                    </a:moveTo>
                    <a:lnTo>
                      <a:pt x="4025" y="1226"/>
                    </a:lnTo>
                    <a:cubicBezTo>
                      <a:pt x="3619" y="974"/>
                      <a:pt x="3165" y="852"/>
                      <a:pt x="2716" y="852"/>
                    </a:cubicBezTo>
                    <a:cubicBezTo>
                      <a:pt x="1986" y="852"/>
                      <a:pt x="1267" y="1174"/>
                      <a:pt x="780" y="1782"/>
                    </a:cubicBezTo>
                    <a:cubicBezTo>
                      <a:pt x="1" y="2770"/>
                      <a:pt x="80" y="4183"/>
                      <a:pt x="967" y="5070"/>
                    </a:cubicBezTo>
                    <a:cubicBezTo>
                      <a:pt x="1449" y="5548"/>
                      <a:pt x="2082" y="5792"/>
                      <a:pt x="2716" y="5792"/>
                    </a:cubicBezTo>
                    <a:cubicBezTo>
                      <a:pt x="3259" y="5792"/>
                      <a:pt x="3804" y="5613"/>
                      <a:pt x="4256" y="5251"/>
                    </a:cubicBezTo>
                    <a:cubicBezTo>
                      <a:pt x="5237" y="4472"/>
                      <a:pt x="5475" y="3073"/>
                      <a:pt x="4811" y="2012"/>
                    </a:cubicBezTo>
                    <a:lnTo>
                      <a:pt x="5994" y="822"/>
                    </a:lnTo>
                    <a:cubicBezTo>
                      <a:pt x="5872" y="736"/>
                      <a:pt x="5756" y="642"/>
                      <a:pt x="5655" y="541"/>
                    </a:cubicBezTo>
                    <a:cubicBezTo>
                      <a:pt x="5497" y="382"/>
                      <a:pt x="5360" y="202"/>
                      <a:pt x="5251" y="0"/>
                    </a:cubicBezTo>
                    <a:close/>
                  </a:path>
                </a:pathLst>
              </a:custGeom>
              <a:solidFill>
                <a:schemeClr val="accent5"/>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3309" name="Google Shape;3309;p60"/>
              <p:cNvSpPr/>
              <p:nvPr/>
            </p:nvSpPr>
            <p:spPr>
              <a:xfrm>
                <a:off x="3654119" y="1906594"/>
                <a:ext cx="86575" cy="78800"/>
              </a:xfrm>
              <a:custGeom>
                <a:rect b="b" l="l" r="r" t="t"/>
                <a:pathLst>
                  <a:path extrusionOk="0" h="3152" w="3463">
                    <a:moveTo>
                      <a:pt x="1733" y="0"/>
                    </a:moveTo>
                    <a:cubicBezTo>
                      <a:pt x="1018" y="0"/>
                      <a:pt x="375" y="490"/>
                      <a:pt x="203" y="1212"/>
                    </a:cubicBezTo>
                    <a:cubicBezTo>
                      <a:pt x="1" y="2056"/>
                      <a:pt x="520" y="2907"/>
                      <a:pt x="1371" y="3109"/>
                    </a:cubicBezTo>
                    <a:cubicBezTo>
                      <a:pt x="1493" y="3138"/>
                      <a:pt x="1615" y="3152"/>
                      <a:pt x="1735" y="3152"/>
                    </a:cubicBezTo>
                    <a:cubicBezTo>
                      <a:pt x="2447" y="3152"/>
                      <a:pt x="3094" y="2662"/>
                      <a:pt x="3261" y="1940"/>
                    </a:cubicBezTo>
                    <a:cubicBezTo>
                      <a:pt x="3463" y="1096"/>
                      <a:pt x="2943" y="245"/>
                      <a:pt x="2099" y="43"/>
                    </a:cubicBezTo>
                    <a:cubicBezTo>
                      <a:pt x="1976" y="14"/>
                      <a:pt x="1854" y="0"/>
                      <a:pt x="1733" y="0"/>
                    </a:cubicBezTo>
                    <a:close/>
                  </a:path>
                </a:pathLst>
              </a:custGeom>
              <a:solidFill>
                <a:schemeClr val="accent5"/>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310" name="Google Shape;3310;p60"/>
          <p:cNvSpPr txBox="1"/>
          <p:nvPr>
            <p:ph idx="4" type="subTitle"/>
          </p:nvPr>
        </p:nvSpPr>
        <p:spPr>
          <a:xfrm flipH="1">
            <a:off x="6166676" y="917800"/>
            <a:ext cx="1136400" cy="499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solidFill>
                  <a:srgbClr val="21204D"/>
                </a:solidFill>
              </a:rPr>
              <a:t>Output</a:t>
            </a:r>
            <a:endParaRPr>
              <a:solidFill>
                <a:srgbClr val="21204D"/>
              </a:solidFill>
            </a:endParaRPr>
          </a:p>
        </p:txBody>
      </p:sp>
      <p:sp>
        <p:nvSpPr>
          <p:cNvPr id="3311" name="Google Shape;3311;p60"/>
          <p:cNvSpPr txBox="1"/>
          <p:nvPr>
            <p:ph idx="4" type="subTitle"/>
          </p:nvPr>
        </p:nvSpPr>
        <p:spPr>
          <a:xfrm flipH="1">
            <a:off x="6166676" y="3536975"/>
            <a:ext cx="1136400" cy="499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solidFill>
                  <a:srgbClr val="21204D"/>
                </a:solidFill>
              </a:rPr>
              <a:t>In</a:t>
            </a:r>
            <a:r>
              <a:rPr lang="en">
                <a:solidFill>
                  <a:srgbClr val="21204D"/>
                </a:solidFill>
              </a:rPr>
              <a:t>put</a:t>
            </a:r>
            <a:endParaRPr>
              <a:solidFill>
                <a:srgbClr val="21204D"/>
              </a:solidFill>
            </a:endParaRPr>
          </a:p>
        </p:txBody>
      </p:sp>
      <p:sp>
        <p:nvSpPr>
          <p:cNvPr id="3312" name="Google Shape;3312;p60"/>
          <p:cNvSpPr txBox="1"/>
          <p:nvPr>
            <p:ph idx="4" type="subTitle"/>
          </p:nvPr>
        </p:nvSpPr>
        <p:spPr>
          <a:xfrm flipH="1">
            <a:off x="4831550" y="2277425"/>
            <a:ext cx="1136400" cy="588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21204D"/>
                </a:solidFill>
              </a:rPr>
              <a:t>System</a:t>
            </a:r>
            <a:endParaRPr>
              <a:solidFill>
                <a:srgbClr val="21204D"/>
              </a:solidFill>
            </a:endParaRPr>
          </a:p>
          <a:p>
            <a:pPr indent="0" lvl="0" marL="0" rtl="0" algn="ctr">
              <a:spcBef>
                <a:spcPts val="0"/>
              </a:spcBef>
              <a:spcAft>
                <a:spcPts val="0"/>
              </a:spcAft>
              <a:buNone/>
            </a:pPr>
            <a:r>
              <a:rPr lang="en">
                <a:solidFill>
                  <a:srgbClr val="21204D"/>
                </a:solidFill>
              </a:rPr>
              <a:t>core</a:t>
            </a:r>
            <a:endParaRPr>
              <a:solidFill>
                <a:srgbClr val="21204D"/>
              </a:solidFill>
            </a:endParaRPr>
          </a:p>
        </p:txBody>
      </p:sp>
      <p:sp>
        <p:nvSpPr>
          <p:cNvPr id="3313" name="Google Shape;3313;p60"/>
          <p:cNvSpPr txBox="1"/>
          <p:nvPr>
            <p:ph idx="4" type="subTitle"/>
          </p:nvPr>
        </p:nvSpPr>
        <p:spPr>
          <a:xfrm flipH="1">
            <a:off x="7472625" y="2277425"/>
            <a:ext cx="1136400" cy="588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21204D"/>
                </a:solidFill>
              </a:rPr>
              <a:t>User</a:t>
            </a:r>
            <a:endParaRPr>
              <a:solidFill>
                <a:srgbClr val="21204D"/>
              </a:solidFill>
            </a:endParaRPr>
          </a:p>
          <a:p>
            <a:pPr indent="0" lvl="0" marL="0" rtl="0" algn="ctr">
              <a:spcBef>
                <a:spcPts val="0"/>
              </a:spcBef>
              <a:spcAft>
                <a:spcPts val="0"/>
              </a:spcAft>
              <a:buNone/>
            </a:pPr>
            <a:r>
              <a:rPr lang="en">
                <a:solidFill>
                  <a:srgbClr val="21204D"/>
                </a:solidFill>
              </a:rPr>
              <a:t>task</a:t>
            </a:r>
            <a:endParaRPr>
              <a:solidFill>
                <a:srgbClr val="21204D"/>
              </a:solidFill>
            </a:endParaRPr>
          </a:p>
        </p:txBody>
      </p:sp>
      <p:sp>
        <p:nvSpPr>
          <p:cNvPr id="3314" name="Google Shape;3314;p60"/>
          <p:cNvSpPr txBox="1"/>
          <p:nvPr>
            <p:ph idx="2" type="subTitle"/>
          </p:nvPr>
        </p:nvSpPr>
        <p:spPr>
          <a:xfrm flipH="1">
            <a:off x="843200" y="1775150"/>
            <a:ext cx="4298400" cy="25593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sz="1400"/>
              <a:t>Extension of Norman</a:t>
            </a:r>
            <a:r>
              <a:rPr lang="en" sz="1400"/>
              <a:t>...</a:t>
            </a:r>
            <a:endParaRPr sz="1400"/>
          </a:p>
          <a:p>
            <a:pPr indent="-317500" lvl="0" marL="457200" rtl="0" algn="l">
              <a:spcBef>
                <a:spcPts val="0"/>
              </a:spcBef>
              <a:spcAft>
                <a:spcPts val="0"/>
              </a:spcAft>
              <a:buSzPts val="1400"/>
              <a:buChar char="●"/>
            </a:pPr>
            <a:r>
              <a:rPr lang="en" sz="1400"/>
              <a:t>Their interaction framework has 4 parts</a:t>
            </a:r>
            <a:endParaRPr sz="1400"/>
          </a:p>
          <a:p>
            <a:pPr indent="-317500" lvl="1" marL="914400" rtl="0" algn="l">
              <a:spcBef>
                <a:spcPts val="0"/>
              </a:spcBef>
              <a:spcAft>
                <a:spcPts val="0"/>
              </a:spcAft>
              <a:buSzPts val="1400"/>
              <a:buChar char="○"/>
            </a:pPr>
            <a:r>
              <a:rPr lang="en" sz="1400"/>
              <a:t>User</a:t>
            </a:r>
            <a:endParaRPr sz="1400"/>
          </a:p>
          <a:p>
            <a:pPr indent="-317500" lvl="1" marL="914400" rtl="0" algn="l">
              <a:spcBef>
                <a:spcPts val="0"/>
              </a:spcBef>
              <a:spcAft>
                <a:spcPts val="0"/>
              </a:spcAft>
              <a:buSzPts val="1400"/>
              <a:buChar char="○"/>
            </a:pPr>
            <a:r>
              <a:rPr lang="en" sz="1400"/>
              <a:t>Input</a:t>
            </a:r>
            <a:endParaRPr sz="1400"/>
          </a:p>
          <a:p>
            <a:pPr indent="-317500" lvl="1" marL="914400" rtl="0" algn="l">
              <a:spcBef>
                <a:spcPts val="0"/>
              </a:spcBef>
              <a:spcAft>
                <a:spcPts val="0"/>
              </a:spcAft>
              <a:buSzPts val="1400"/>
              <a:buChar char="○"/>
            </a:pPr>
            <a:r>
              <a:rPr lang="en" sz="1400"/>
              <a:t>System</a:t>
            </a:r>
            <a:endParaRPr sz="1400"/>
          </a:p>
          <a:p>
            <a:pPr indent="-317500" lvl="1" marL="914400" rtl="0" algn="l">
              <a:spcBef>
                <a:spcPts val="0"/>
              </a:spcBef>
              <a:spcAft>
                <a:spcPts val="0"/>
              </a:spcAft>
              <a:buSzPts val="1400"/>
              <a:buChar char="○"/>
            </a:pPr>
            <a:r>
              <a:rPr lang="en" sz="1400"/>
              <a:t>Output</a:t>
            </a:r>
            <a:endParaRPr sz="1400"/>
          </a:p>
          <a:p>
            <a:pPr indent="-317500" lvl="0" marL="457200" rtl="0" algn="l">
              <a:spcBef>
                <a:spcPts val="0"/>
              </a:spcBef>
              <a:spcAft>
                <a:spcPts val="0"/>
              </a:spcAft>
              <a:buSzPts val="1400"/>
              <a:buChar char="●"/>
            </a:pPr>
            <a:r>
              <a:rPr lang="en" sz="1400"/>
              <a:t>Each has its own unique language</a:t>
            </a:r>
            <a:br>
              <a:rPr lang="en" sz="1400"/>
            </a:br>
            <a:r>
              <a:rPr lang="en" sz="1400"/>
              <a:t>Interaction ⇒ translation between languages</a:t>
            </a:r>
            <a:endParaRPr sz="1400"/>
          </a:p>
          <a:p>
            <a:pPr indent="-317500" lvl="0" marL="457200" rtl="0" algn="l">
              <a:spcBef>
                <a:spcPts val="0"/>
              </a:spcBef>
              <a:spcAft>
                <a:spcPts val="0"/>
              </a:spcAft>
              <a:buSzPts val="1400"/>
              <a:buChar char="●"/>
            </a:pPr>
            <a:r>
              <a:rPr lang="en" sz="1400"/>
              <a:t>Problems in interaction = problems in translation</a:t>
            </a:r>
            <a:endParaRPr sz="14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9" name="Shape 3319"/>
        <p:cNvGrpSpPr/>
        <p:nvPr/>
      </p:nvGrpSpPr>
      <p:grpSpPr>
        <a:xfrm>
          <a:off x="0" y="0"/>
          <a:ext cx="0" cy="0"/>
          <a:chOff x="0" y="0"/>
          <a:chExt cx="0" cy="0"/>
        </a:xfrm>
      </p:grpSpPr>
      <p:sp>
        <p:nvSpPr>
          <p:cNvPr id="3320" name="Google Shape;3320;p61"/>
          <p:cNvSpPr txBox="1"/>
          <p:nvPr>
            <p:ph type="ctrTitle"/>
          </p:nvPr>
        </p:nvSpPr>
        <p:spPr>
          <a:xfrm flipH="1">
            <a:off x="973750" y="346125"/>
            <a:ext cx="21999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a:t>ABOWD AND BEALE</a:t>
            </a:r>
            <a:endParaRPr/>
          </a:p>
          <a:p>
            <a:pPr indent="0" lvl="0" marL="0" rtl="0" algn="ctr">
              <a:spcBef>
                <a:spcPts val="0"/>
              </a:spcBef>
              <a:spcAft>
                <a:spcPts val="0"/>
              </a:spcAft>
              <a:buNone/>
            </a:pPr>
            <a:r>
              <a:rPr lang="en"/>
              <a:t>FRAMEWORK</a:t>
            </a:r>
            <a:endParaRPr/>
          </a:p>
        </p:txBody>
      </p:sp>
      <p:pic>
        <p:nvPicPr>
          <p:cNvPr id="3321" name="Google Shape;3321;p61"/>
          <p:cNvPicPr preferRelativeResize="0"/>
          <p:nvPr/>
        </p:nvPicPr>
        <p:blipFill rotWithShape="1">
          <a:blip r:embed="rId3">
            <a:alphaModFix amt="23000"/>
          </a:blip>
          <a:srcRect b="0" l="0" r="1117" t="0"/>
          <a:stretch/>
        </p:blipFill>
        <p:spPr>
          <a:xfrm>
            <a:off x="3694750" y="508875"/>
            <a:ext cx="5449250" cy="4429350"/>
          </a:xfrm>
          <a:prstGeom prst="rect">
            <a:avLst/>
          </a:prstGeom>
          <a:noFill/>
          <a:ln>
            <a:noFill/>
          </a:ln>
        </p:spPr>
      </p:pic>
      <p:sp>
        <p:nvSpPr>
          <p:cNvPr id="3322" name="Google Shape;3322;p61"/>
          <p:cNvSpPr txBox="1"/>
          <p:nvPr>
            <p:ph idx="2" type="subTitle"/>
          </p:nvPr>
        </p:nvSpPr>
        <p:spPr>
          <a:xfrm flipH="1">
            <a:off x="843325" y="1775150"/>
            <a:ext cx="7000800" cy="25593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sz="1400"/>
              <a:t>User intentions</a:t>
            </a:r>
            <a:endParaRPr sz="1400"/>
          </a:p>
          <a:p>
            <a:pPr indent="-317500" lvl="1" marL="914400" rtl="0" algn="l">
              <a:spcBef>
                <a:spcPts val="0"/>
              </a:spcBef>
              <a:spcAft>
                <a:spcPts val="0"/>
              </a:spcAft>
              <a:buSzPts val="1400"/>
              <a:buChar char="→"/>
            </a:pPr>
            <a:r>
              <a:rPr lang="en" sz="1400"/>
              <a:t>Translated into actions at the interface</a:t>
            </a:r>
            <a:endParaRPr sz="1400"/>
          </a:p>
          <a:p>
            <a:pPr indent="-317500" lvl="2" marL="1371600" rtl="0" algn="l">
              <a:spcBef>
                <a:spcPts val="0"/>
              </a:spcBef>
              <a:spcAft>
                <a:spcPts val="0"/>
              </a:spcAft>
              <a:buSzPts val="1400"/>
              <a:buChar char="→"/>
            </a:pPr>
            <a:r>
              <a:rPr lang="en" sz="1400"/>
              <a:t>Translated into alterations of system state</a:t>
            </a:r>
            <a:endParaRPr sz="1400"/>
          </a:p>
          <a:p>
            <a:pPr indent="-317500" lvl="3" marL="1828800" rtl="0" algn="l">
              <a:spcBef>
                <a:spcPts val="0"/>
              </a:spcBef>
              <a:spcAft>
                <a:spcPts val="0"/>
              </a:spcAft>
              <a:buSzPts val="1400"/>
              <a:buChar char="→"/>
            </a:pPr>
            <a:r>
              <a:rPr lang="en" sz="1400"/>
              <a:t>Reflected in the output display</a:t>
            </a:r>
            <a:endParaRPr sz="1400"/>
          </a:p>
          <a:p>
            <a:pPr indent="-317500" lvl="4" marL="2286000" rtl="0" algn="l">
              <a:spcBef>
                <a:spcPts val="0"/>
              </a:spcBef>
              <a:spcAft>
                <a:spcPts val="0"/>
              </a:spcAft>
              <a:buSzPts val="1400"/>
              <a:buChar char="→"/>
            </a:pPr>
            <a:r>
              <a:rPr lang="en" sz="1400"/>
              <a:t>Interpreted by the user</a:t>
            </a:r>
            <a:endParaRPr sz="1400"/>
          </a:p>
          <a:p>
            <a:pPr indent="-317500" lvl="0" marL="457200" rtl="0" algn="l">
              <a:spcBef>
                <a:spcPts val="0"/>
              </a:spcBef>
              <a:spcAft>
                <a:spcPts val="0"/>
              </a:spcAft>
              <a:buSzPts val="1400"/>
              <a:buChar char="●"/>
            </a:pPr>
            <a:r>
              <a:rPr lang="en" sz="1400"/>
              <a:t>General framework for understanding interaction</a:t>
            </a:r>
            <a:endParaRPr sz="1400"/>
          </a:p>
          <a:p>
            <a:pPr indent="-317500" lvl="1" marL="914400" rtl="0" algn="l">
              <a:spcBef>
                <a:spcPts val="0"/>
              </a:spcBef>
              <a:spcAft>
                <a:spcPts val="0"/>
              </a:spcAft>
              <a:buSzPts val="1400"/>
              <a:buChar char="→"/>
            </a:pPr>
            <a:r>
              <a:rPr lang="en" sz="1400"/>
              <a:t>Not restricted to electronic computer systems</a:t>
            </a:r>
            <a:endParaRPr sz="1400"/>
          </a:p>
          <a:p>
            <a:pPr indent="-317500" lvl="1" marL="914400" rtl="0" algn="l">
              <a:spcBef>
                <a:spcPts val="0"/>
              </a:spcBef>
              <a:spcAft>
                <a:spcPts val="0"/>
              </a:spcAft>
              <a:buSzPts val="1400"/>
              <a:buChar char="→"/>
            </a:pPr>
            <a:r>
              <a:rPr lang="en" sz="1400"/>
              <a:t>Indentifies all major components involved in interaction</a:t>
            </a:r>
            <a:endParaRPr sz="1400"/>
          </a:p>
          <a:p>
            <a:pPr indent="-317500" lvl="1" marL="914400" rtl="0" algn="l">
              <a:spcBef>
                <a:spcPts val="0"/>
              </a:spcBef>
              <a:spcAft>
                <a:spcPts val="0"/>
              </a:spcAft>
              <a:buSzPts val="1400"/>
              <a:buChar char="→"/>
            </a:pPr>
            <a:r>
              <a:rPr lang="en" sz="1400"/>
              <a:t>An abstraction</a:t>
            </a:r>
            <a:endParaRPr sz="14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7" name="Shape 3327"/>
        <p:cNvGrpSpPr/>
        <p:nvPr/>
      </p:nvGrpSpPr>
      <p:grpSpPr>
        <a:xfrm>
          <a:off x="0" y="0"/>
          <a:ext cx="0" cy="0"/>
          <a:chOff x="0" y="0"/>
          <a:chExt cx="0" cy="0"/>
        </a:xfrm>
      </p:grpSpPr>
      <p:pic>
        <p:nvPicPr>
          <p:cNvPr id="3328" name="Google Shape;3328;p62"/>
          <p:cNvPicPr preferRelativeResize="0"/>
          <p:nvPr/>
        </p:nvPicPr>
        <p:blipFill>
          <a:blip r:embed="rId3">
            <a:alphaModFix amt="61000"/>
          </a:blip>
          <a:stretch>
            <a:fillRect/>
          </a:stretch>
        </p:blipFill>
        <p:spPr>
          <a:xfrm>
            <a:off x="1305025" y="0"/>
            <a:ext cx="6769625" cy="4878100"/>
          </a:xfrm>
          <a:prstGeom prst="rect">
            <a:avLst/>
          </a:prstGeom>
          <a:noFill/>
          <a:ln>
            <a:noFill/>
          </a:ln>
        </p:spPr>
      </p:pic>
      <p:sp>
        <p:nvSpPr>
          <p:cNvPr id="3329" name="Google Shape;3329;p62"/>
          <p:cNvSpPr/>
          <p:nvPr/>
        </p:nvSpPr>
        <p:spPr>
          <a:xfrm>
            <a:off x="2939375" y="3652800"/>
            <a:ext cx="4937100" cy="12486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0" name="Google Shape;3330;p62"/>
          <p:cNvSpPr txBox="1"/>
          <p:nvPr/>
        </p:nvSpPr>
        <p:spPr>
          <a:xfrm>
            <a:off x="3057150" y="2530525"/>
            <a:ext cx="5537100" cy="1122300"/>
          </a:xfrm>
          <a:prstGeom prst="rect">
            <a:avLst/>
          </a:prstGeom>
          <a:solidFill>
            <a:srgbClr val="F3F3F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7400">
                <a:solidFill>
                  <a:srgbClr val="FF457A"/>
                </a:solidFill>
                <a:latin typeface="Roboto Condensed"/>
                <a:ea typeface="Roboto Condensed"/>
                <a:cs typeface="Roboto Condensed"/>
                <a:sym typeface="Roboto Condensed"/>
              </a:rPr>
              <a:t>ERGONOMICS</a:t>
            </a:r>
            <a:endParaRPr b="1" sz="7400">
              <a:solidFill>
                <a:srgbClr val="FF457A"/>
              </a:solidFill>
              <a:latin typeface="Roboto Condensed"/>
              <a:ea typeface="Roboto Condensed"/>
              <a:cs typeface="Roboto Condensed"/>
              <a:sym typeface="Roboto Condensed"/>
            </a:endParaRPr>
          </a:p>
        </p:txBody>
      </p:sp>
      <p:sp>
        <p:nvSpPr>
          <p:cNvPr id="3331" name="Google Shape;3331;p62"/>
          <p:cNvSpPr txBox="1"/>
          <p:nvPr/>
        </p:nvSpPr>
        <p:spPr>
          <a:xfrm>
            <a:off x="3057150" y="3576625"/>
            <a:ext cx="5537100" cy="112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600">
                <a:solidFill>
                  <a:srgbClr val="372BD4"/>
                </a:solidFill>
                <a:latin typeface="Roboto Condensed Light"/>
                <a:ea typeface="Roboto Condensed Light"/>
                <a:cs typeface="Roboto Condensed Light"/>
                <a:sym typeface="Roboto Condensed Light"/>
              </a:rPr>
              <a:t>OR HUMAN FACTORS</a:t>
            </a:r>
            <a:endParaRPr sz="3600">
              <a:solidFill>
                <a:srgbClr val="372BD4"/>
              </a:solidFill>
              <a:latin typeface="Roboto Condensed Light"/>
              <a:ea typeface="Roboto Condensed Light"/>
              <a:cs typeface="Roboto Condensed Light"/>
              <a:sym typeface="Roboto Condensed 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5" name="Shape 3335"/>
        <p:cNvGrpSpPr/>
        <p:nvPr/>
      </p:nvGrpSpPr>
      <p:grpSpPr>
        <a:xfrm>
          <a:off x="0" y="0"/>
          <a:ext cx="0" cy="0"/>
          <a:chOff x="0" y="0"/>
          <a:chExt cx="0" cy="0"/>
        </a:xfrm>
      </p:grpSpPr>
      <p:sp>
        <p:nvSpPr>
          <p:cNvPr id="3336" name="Google Shape;3336;p63"/>
          <p:cNvSpPr/>
          <p:nvPr/>
        </p:nvSpPr>
        <p:spPr>
          <a:xfrm>
            <a:off x="3313731" y="3810873"/>
            <a:ext cx="51" cy="51"/>
          </a:xfrm>
          <a:custGeom>
            <a:rect b="b" l="l" r="r" t="t"/>
            <a:pathLst>
              <a:path extrusionOk="0" h="1" w="1">
                <a:moveTo>
                  <a:pt x="0" y="0"/>
                </a:moveTo>
                <a:lnTo>
                  <a:pt x="0" y="0"/>
                </a:lnTo>
                <a:close/>
              </a:path>
            </a:pathLst>
          </a:custGeom>
          <a:solidFill>
            <a:srgbClr val="E0C3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37" name="Google Shape;3337;p63"/>
          <p:cNvGrpSpPr/>
          <p:nvPr/>
        </p:nvGrpSpPr>
        <p:grpSpPr>
          <a:xfrm>
            <a:off x="4739092" y="688483"/>
            <a:ext cx="820217" cy="345687"/>
            <a:chOff x="3951216" y="1181633"/>
            <a:chExt cx="1192176" cy="502452"/>
          </a:xfrm>
        </p:grpSpPr>
        <p:sp>
          <p:nvSpPr>
            <p:cNvPr id="3338" name="Google Shape;3338;p63"/>
            <p:cNvSpPr/>
            <p:nvPr/>
          </p:nvSpPr>
          <p:spPr>
            <a:xfrm flipH="1">
              <a:off x="4701069" y="1181633"/>
              <a:ext cx="442323" cy="483735"/>
            </a:xfrm>
            <a:custGeom>
              <a:rect b="b" l="l" r="r" t="t"/>
              <a:pathLst>
                <a:path extrusionOk="0" h="9485" w="8673">
                  <a:moveTo>
                    <a:pt x="4482" y="1"/>
                  </a:moveTo>
                  <a:cubicBezTo>
                    <a:pt x="4467" y="1"/>
                    <a:pt x="4451" y="4"/>
                    <a:pt x="4437" y="12"/>
                  </a:cubicBezTo>
                  <a:lnTo>
                    <a:pt x="53" y="2738"/>
                  </a:lnTo>
                  <a:cubicBezTo>
                    <a:pt x="10" y="2762"/>
                    <a:pt x="0" y="2815"/>
                    <a:pt x="24" y="2859"/>
                  </a:cubicBezTo>
                  <a:lnTo>
                    <a:pt x="4116" y="9443"/>
                  </a:lnTo>
                  <a:cubicBezTo>
                    <a:pt x="4131" y="9470"/>
                    <a:pt x="4161" y="9485"/>
                    <a:pt x="4190" y="9485"/>
                  </a:cubicBezTo>
                  <a:cubicBezTo>
                    <a:pt x="4205" y="9485"/>
                    <a:pt x="4220" y="9481"/>
                    <a:pt x="4233" y="9473"/>
                  </a:cubicBezTo>
                  <a:lnTo>
                    <a:pt x="8620" y="6747"/>
                  </a:lnTo>
                  <a:cubicBezTo>
                    <a:pt x="8663" y="6721"/>
                    <a:pt x="8673" y="6667"/>
                    <a:pt x="8649" y="6627"/>
                  </a:cubicBezTo>
                  <a:lnTo>
                    <a:pt x="4557" y="42"/>
                  </a:lnTo>
                  <a:cubicBezTo>
                    <a:pt x="4541" y="15"/>
                    <a:pt x="4513" y="1"/>
                    <a:pt x="4482" y="1"/>
                  </a:cubicBezTo>
                  <a:close/>
                </a:path>
              </a:pathLst>
            </a:custGeom>
            <a:solidFill>
              <a:srgbClr val="D6D6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9" name="Google Shape;3339;p63"/>
            <p:cNvSpPr/>
            <p:nvPr/>
          </p:nvSpPr>
          <p:spPr>
            <a:xfrm flipH="1">
              <a:off x="4701222" y="1198922"/>
              <a:ext cx="262089" cy="352104"/>
            </a:xfrm>
            <a:custGeom>
              <a:rect b="b" l="l" r="r" t="t"/>
              <a:pathLst>
                <a:path extrusionOk="0" h="6904" w="5139">
                  <a:moveTo>
                    <a:pt x="665" y="0"/>
                  </a:moveTo>
                  <a:cubicBezTo>
                    <a:pt x="498" y="0"/>
                    <a:pt x="310" y="46"/>
                    <a:pt x="110" y="171"/>
                  </a:cubicBezTo>
                  <a:lnTo>
                    <a:pt x="7" y="4474"/>
                  </a:lnTo>
                  <a:cubicBezTo>
                    <a:pt x="0" y="4734"/>
                    <a:pt x="150" y="4979"/>
                    <a:pt x="388" y="5089"/>
                  </a:cubicBezTo>
                  <a:lnTo>
                    <a:pt x="4293" y="6903"/>
                  </a:lnTo>
                  <a:cubicBezTo>
                    <a:pt x="4293" y="6903"/>
                    <a:pt x="5138" y="6322"/>
                    <a:pt x="4620" y="5490"/>
                  </a:cubicBezTo>
                  <a:cubicBezTo>
                    <a:pt x="4106" y="4658"/>
                    <a:pt x="1420" y="335"/>
                    <a:pt x="1420" y="335"/>
                  </a:cubicBezTo>
                  <a:cubicBezTo>
                    <a:pt x="1420" y="335"/>
                    <a:pt x="1117" y="0"/>
                    <a:pt x="665" y="0"/>
                  </a:cubicBez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0" name="Google Shape;3340;p63"/>
            <p:cNvSpPr/>
            <p:nvPr/>
          </p:nvSpPr>
          <p:spPr>
            <a:xfrm flipH="1">
              <a:off x="4879263" y="1436072"/>
              <a:ext cx="53550" cy="211191"/>
            </a:xfrm>
            <a:custGeom>
              <a:rect b="b" l="l" r="r" t="t"/>
              <a:pathLst>
                <a:path extrusionOk="0" h="4141" w="1050">
                  <a:moveTo>
                    <a:pt x="963" y="1"/>
                  </a:moveTo>
                  <a:lnTo>
                    <a:pt x="1" y="4117"/>
                  </a:lnTo>
                  <a:lnTo>
                    <a:pt x="87" y="4141"/>
                  </a:lnTo>
                  <a:lnTo>
                    <a:pt x="1049" y="24"/>
                  </a:lnTo>
                  <a:lnTo>
                    <a:pt x="963" y="1"/>
                  </a:ln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1" name="Google Shape;3341;p63"/>
            <p:cNvSpPr/>
            <p:nvPr/>
          </p:nvSpPr>
          <p:spPr>
            <a:xfrm flipH="1">
              <a:off x="4773999" y="1318058"/>
              <a:ext cx="45339" cy="38862"/>
            </a:xfrm>
            <a:custGeom>
              <a:rect b="b" l="l" r="r" t="t"/>
              <a:pathLst>
                <a:path extrusionOk="0" h="762" w="889">
                  <a:moveTo>
                    <a:pt x="772" y="0"/>
                  </a:moveTo>
                  <a:lnTo>
                    <a:pt x="1" y="762"/>
                  </a:lnTo>
                  <a:lnTo>
                    <a:pt x="889" y="762"/>
                  </a:lnTo>
                  <a:lnTo>
                    <a:pt x="772" y="0"/>
                  </a:lnTo>
                  <a:close/>
                </a:path>
              </a:pathLst>
            </a:custGeom>
            <a:solidFill>
              <a:srgbClr val="E0C3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2" name="Google Shape;3342;p63"/>
            <p:cNvSpPr/>
            <p:nvPr/>
          </p:nvSpPr>
          <p:spPr>
            <a:xfrm flipH="1">
              <a:off x="4564083" y="1225646"/>
              <a:ext cx="217107" cy="217158"/>
            </a:xfrm>
            <a:custGeom>
              <a:rect b="b" l="l" r="r" t="t"/>
              <a:pathLst>
                <a:path extrusionOk="0" h="4258" w="4257">
                  <a:moveTo>
                    <a:pt x="2129" y="1"/>
                  </a:moveTo>
                  <a:cubicBezTo>
                    <a:pt x="956" y="1"/>
                    <a:pt x="1" y="957"/>
                    <a:pt x="1" y="2130"/>
                  </a:cubicBezTo>
                  <a:cubicBezTo>
                    <a:pt x="1" y="3299"/>
                    <a:pt x="956" y="4258"/>
                    <a:pt x="2129" y="4258"/>
                  </a:cubicBezTo>
                  <a:cubicBezTo>
                    <a:pt x="3298" y="4258"/>
                    <a:pt x="4257" y="3299"/>
                    <a:pt x="4257" y="2130"/>
                  </a:cubicBezTo>
                  <a:cubicBezTo>
                    <a:pt x="4257" y="957"/>
                    <a:pt x="3298" y="1"/>
                    <a:pt x="2129"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3" name="Google Shape;3343;p63"/>
            <p:cNvSpPr/>
            <p:nvPr/>
          </p:nvSpPr>
          <p:spPr>
            <a:xfrm flipH="1">
              <a:off x="4642113" y="1263845"/>
              <a:ext cx="84354" cy="84354"/>
            </a:xfrm>
            <a:custGeom>
              <a:rect b="b" l="l" r="r" t="t"/>
              <a:pathLst>
                <a:path extrusionOk="0" h="1654" w="1654">
                  <a:moveTo>
                    <a:pt x="829" y="1"/>
                  </a:moveTo>
                  <a:cubicBezTo>
                    <a:pt x="371" y="1"/>
                    <a:pt x="0" y="371"/>
                    <a:pt x="0" y="829"/>
                  </a:cubicBezTo>
                  <a:cubicBezTo>
                    <a:pt x="0" y="1287"/>
                    <a:pt x="371" y="1654"/>
                    <a:pt x="829" y="1654"/>
                  </a:cubicBezTo>
                  <a:cubicBezTo>
                    <a:pt x="1286" y="1654"/>
                    <a:pt x="1654" y="1287"/>
                    <a:pt x="1654" y="829"/>
                  </a:cubicBezTo>
                  <a:cubicBezTo>
                    <a:pt x="1654" y="371"/>
                    <a:pt x="1286" y="1"/>
                    <a:pt x="82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4" name="Google Shape;3344;p63"/>
            <p:cNvSpPr/>
            <p:nvPr/>
          </p:nvSpPr>
          <p:spPr>
            <a:xfrm flipH="1">
              <a:off x="4663023" y="1284959"/>
              <a:ext cx="42330" cy="42330"/>
            </a:xfrm>
            <a:custGeom>
              <a:rect b="b" l="l" r="r" t="t"/>
              <a:pathLst>
                <a:path extrusionOk="0" h="830" w="830">
                  <a:moveTo>
                    <a:pt x="415" y="0"/>
                  </a:moveTo>
                  <a:cubicBezTo>
                    <a:pt x="184" y="0"/>
                    <a:pt x="0" y="185"/>
                    <a:pt x="0" y="415"/>
                  </a:cubicBezTo>
                  <a:cubicBezTo>
                    <a:pt x="0" y="642"/>
                    <a:pt x="184" y="829"/>
                    <a:pt x="415" y="829"/>
                  </a:cubicBezTo>
                  <a:cubicBezTo>
                    <a:pt x="642" y="829"/>
                    <a:pt x="829" y="642"/>
                    <a:pt x="829" y="415"/>
                  </a:cubicBezTo>
                  <a:cubicBezTo>
                    <a:pt x="829" y="185"/>
                    <a:pt x="642" y="0"/>
                    <a:pt x="415"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5" name="Google Shape;3345;p63"/>
            <p:cNvSpPr/>
            <p:nvPr/>
          </p:nvSpPr>
          <p:spPr>
            <a:xfrm flipH="1">
              <a:off x="4133184" y="1388897"/>
              <a:ext cx="445893" cy="295188"/>
            </a:xfrm>
            <a:custGeom>
              <a:rect b="b" l="l" r="r" t="t"/>
              <a:pathLst>
                <a:path extrusionOk="0" h="5788" w="8743">
                  <a:moveTo>
                    <a:pt x="0" y="1"/>
                  </a:moveTo>
                  <a:cubicBezTo>
                    <a:pt x="0" y="1"/>
                    <a:pt x="6" y="24"/>
                    <a:pt x="20" y="67"/>
                  </a:cubicBezTo>
                  <a:cubicBezTo>
                    <a:pt x="915" y="3445"/>
                    <a:pt x="3979" y="5787"/>
                    <a:pt x="7474" y="5787"/>
                  </a:cubicBezTo>
                  <a:lnTo>
                    <a:pt x="8743" y="5787"/>
                  </a:lnTo>
                  <a:lnTo>
                    <a:pt x="6174" y="929"/>
                  </a:lnTo>
                  <a:lnTo>
                    <a:pt x="0" y="1"/>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6" name="Google Shape;3346;p63"/>
            <p:cNvSpPr/>
            <p:nvPr/>
          </p:nvSpPr>
          <p:spPr>
            <a:xfrm flipH="1">
              <a:off x="3951216" y="1306073"/>
              <a:ext cx="639132" cy="199104"/>
            </a:xfrm>
            <a:custGeom>
              <a:rect b="b" l="l" r="r" t="t"/>
              <a:pathLst>
                <a:path extrusionOk="0" h="3904" w="12532">
                  <a:moveTo>
                    <a:pt x="221" y="1"/>
                  </a:moveTo>
                  <a:lnTo>
                    <a:pt x="1" y="1281"/>
                  </a:lnTo>
                  <a:lnTo>
                    <a:pt x="912" y="2553"/>
                  </a:lnTo>
                  <a:cubicBezTo>
                    <a:pt x="912" y="2553"/>
                    <a:pt x="3806" y="3903"/>
                    <a:pt x="7510" y="3903"/>
                  </a:cubicBezTo>
                  <a:cubicBezTo>
                    <a:pt x="11212" y="3903"/>
                    <a:pt x="12532" y="1"/>
                    <a:pt x="12532"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7" name="Google Shape;3347;p63"/>
            <p:cNvSpPr/>
            <p:nvPr/>
          </p:nvSpPr>
          <p:spPr>
            <a:xfrm flipH="1">
              <a:off x="4152615" y="1382420"/>
              <a:ext cx="127806" cy="124695"/>
            </a:xfrm>
            <a:custGeom>
              <a:rect b="b" l="l" r="r" t="t"/>
              <a:pathLst>
                <a:path extrusionOk="0" h="2445" w="2506">
                  <a:moveTo>
                    <a:pt x="0" y="1"/>
                  </a:moveTo>
                  <a:lnTo>
                    <a:pt x="1026" y="2399"/>
                  </a:lnTo>
                  <a:cubicBezTo>
                    <a:pt x="1026" y="2399"/>
                    <a:pt x="1219" y="2445"/>
                    <a:pt x="1526" y="2445"/>
                  </a:cubicBezTo>
                  <a:cubicBezTo>
                    <a:pt x="1787" y="2445"/>
                    <a:pt x="2130" y="2412"/>
                    <a:pt x="2506" y="2289"/>
                  </a:cubicBezTo>
                  <a:lnTo>
                    <a:pt x="0" y="1"/>
                  </a:ln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8" name="Google Shape;3348;p63"/>
            <p:cNvSpPr/>
            <p:nvPr/>
          </p:nvSpPr>
          <p:spPr>
            <a:xfrm flipH="1">
              <a:off x="4550415" y="1382420"/>
              <a:ext cx="122247" cy="83385"/>
            </a:xfrm>
            <a:custGeom>
              <a:rect b="b" l="l" r="r" t="t"/>
              <a:pathLst>
                <a:path extrusionOk="0" h="1635" w="2397">
                  <a:moveTo>
                    <a:pt x="1835" y="1"/>
                  </a:moveTo>
                  <a:lnTo>
                    <a:pt x="1" y="1184"/>
                  </a:lnTo>
                  <a:lnTo>
                    <a:pt x="2396" y="1634"/>
                  </a:lnTo>
                  <a:lnTo>
                    <a:pt x="1835" y="1"/>
                  </a:ln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9" name="Google Shape;3349;p63"/>
            <p:cNvSpPr/>
            <p:nvPr/>
          </p:nvSpPr>
          <p:spPr>
            <a:xfrm flipH="1">
              <a:off x="4914045" y="1332185"/>
              <a:ext cx="210936" cy="53703"/>
            </a:xfrm>
            <a:custGeom>
              <a:rect b="b" l="l" r="r" t="t"/>
              <a:pathLst>
                <a:path extrusionOk="0" h="1053" w="4136">
                  <a:moveTo>
                    <a:pt x="20" y="0"/>
                  </a:moveTo>
                  <a:lnTo>
                    <a:pt x="0" y="90"/>
                  </a:lnTo>
                  <a:lnTo>
                    <a:pt x="4116" y="1052"/>
                  </a:lnTo>
                  <a:lnTo>
                    <a:pt x="4136" y="963"/>
                  </a:lnTo>
                  <a:lnTo>
                    <a:pt x="20" y="0"/>
                  </a:ln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50" name="Google Shape;3350;p63"/>
          <p:cNvGrpSpPr/>
          <p:nvPr/>
        </p:nvGrpSpPr>
        <p:grpSpPr>
          <a:xfrm>
            <a:off x="2717740" y="1034184"/>
            <a:ext cx="1869655" cy="3709282"/>
            <a:chOff x="-1825425" y="955400"/>
            <a:chExt cx="793875" cy="1575000"/>
          </a:xfrm>
        </p:grpSpPr>
        <p:sp>
          <p:nvSpPr>
            <p:cNvPr id="3351" name="Google Shape;3351;p63"/>
            <p:cNvSpPr/>
            <p:nvPr/>
          </p:nvSpPr>
          <p:spPr>
            <a:xfrm>
              <a:off x="-1542725" y="2046675"/>
              <a:ext cx="79800" cy="14975"/>
            </a:xfrm>
            <a:custGeom>
              <a:rect b="b" l="l" r="r" t="t"/>
              <a:pathLst>
                <a:path extrusionOk="0" h="599" w="3192">
                  <a:moveTo>
                    <a:pt x="24" y="1"/>
                  </a:moveTo>
                  <a:lnTo>
                    <a:pt x="1" y="124"/>
                  </a:lnTo>
                  <a:lnTo>
                    <a:pt x="3169" y="598"/>
                  </a:lnTo>
                  <a:lnTo>
                    <a:pt x="3192" y="471"/>
                  </a:lnTo>
                  <a:lnTo>
                    <a:pt x="2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2" name="Google Shape;3352;p63"/>
            <p:cNvSpPr/>
            <p:nvPr/>
          </p:nvSpPr>
          <p:spPr>
            <a:xfrm>
              <a:off x="-1488125" y="1925125"/>
              <a:ext cx="26425" cy="76025"/>
            </a:xfrm>
            <a:custGeom>
              <a:rect b="b" l="l" r="r" t="t"/>
              <a:pathLst>
                <a:path extrusionOk="0" h="3041" w="1057">
                  <a:moveTo>
                    <a:pt x="934" y="1"/>
                  </a:moveTo>
                  <a:lnTo>
                    <a:pt x="0" y="2999"/>
                  </a:lnTo>
                  <a:lnTo>
                    <a:pt x="123" y="3040"/>
                  </a:lnTo>
                  <a:lnTo>
                    <a:pt x="1057" y="37"/>
                  </a:lnTo>
                  <a:lnTo>
                    <a:pt x="93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3" name="Google Shape;3353;p63"/>
            <p:cNvSpPr/>
            <p:nvPr/>
          </p:nvSpPr>
          <p:spPr>
            <a:xfrm>
              <a:off x="-1697300" y="1065150"/>
              <a:ext cx="121800" cy="95300"/>
            </a:xfrm>
            <a:custGeom>
              <a:rect b="b" l="l" r="r" t="t"/>
              <a:pathLst>
                <a:path extrusionOk="0" h="3812" w="4872">
                  <a:moveTo>
                    <a:pt x="3400" y="1"/>
                  </a:moveTo>
                  <a:cubicBezTo>
                    <a:pt x="2775" y="1"/>
                    <a:pt x="2168" y="130"/>
                    <a:pt x="2168" y="130"/>
                  </a:cubicBezTo>
                  <a:cubicBezTo>
                    <a:pt x="2168" y="130"/>
                    <a:pt x="58" y="567"/>
                    <a:pt x="31" y="1502"/>
                  </a:cubicBezTo>
                  <a:cubicBezTo>
                    <a:pt x="0" y="2410"/>
                    <a:pt x="1401" y="3812"/>
                    <a:pt x="2397" y="3812"/>
                  </a:cubicBezTo>
                  <a:cubicBezTo>
                    <a:pt x="2426" y="3812"/>
                    <a:pt x="2455" y="3811"/>
                    <a:pt x="2483" y="3808"/>
                  </a:cubicBezTo>
                  <a:cubicBezTo>
                    <a:pt x="2902" y="3772"/>
                    <a:pt x="3485" y="3753"/>
                    <a:pt x="4037" y="3712"/>
                  </a:cubicBezTo>
                  <a:lnTo>
                    <a:pt x="4169" y="682"/>
                  </a:lnTo>
                  <a:lnTo>
                    <a:pt x="4871" y="709"/>
                  </a:lnTo>
                  <a:cubicBezTo>
                    <a:pt x="4716" y="458"/>
                    <a:pt x="4547" y="262"/>
                    <a:pt x="4379" y="175"/>
                  </a:cubicBezTo>
                  <a:cubicBezTo>
                    <a:pt x="4120" y="43"/>
                    <a:pt x="3757" y="1"/>
                    <a:pt x="3400" y="1"/>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4" name="Google Shape;3354;p63"/>
            <p:cNvSpPr/>
            <p:nvPr/>
          </p:nvSpPr>
          <p:spPr>
            <a:xfrm>
              <a:off x="-1666825" y="1070775"/>
              <a:ext cx="41975" cy="68975"/>
            </a:xfrm>
            <a:custGeom>
              <a:rect b="b" l="l" r="r" t="t"/>
              <a:pathLst>
                <a:path extrusionOk="0" h="2759" w="1679">
                  <a:moveTo>
                    <a:pt x="526" y="1"/>
                  </a:moveTo>
                  <a:cubicBezTo>
                    <a:pt x="521" y="5"/>
                    <a:pt x="1" y="479"/>
                    <a:pt x="93" y="1141"/>
                  </a:cubicBezTo>
                  <a:cubicBezTo>
                    <a:pt x="175" y="1728"/>
                    <a:pt x="703" y="2275"/>
                    <a:pt x="1665" y="2758"/>
                  </a:cubicBezTo>
                  <a:lnTo>
                    <a:pt x="1679" y="2731"/>
                  </a:lnTo>
                  <a:cubicBezTo>
                    <a:pt x="726" y="2252"/>
                    <a:pt x="207" y="1715"/>
                    <a:pt x="125" y="1135"/>
                  </a:cubicBezTo>
                  <a:cubicBezTo>
                    <a:pt x="38" y="493"/>
                    <a:pt x="544" y="28"/>
                    <a:pt x="548" y="24"/>
                  </a:cubicBezTo>
                  <a:lnTo>
                    <a:pt x="526" y="1"/>
                  </a:ln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5" name="Google Shape;3355;p63"/>
            <p:cNvSpPr/>
            <p:nvPr/>
          </p:nvSpPr>
          <p:spPr>
            <a:xfrm>
              <a:off x="-1684925" y="1078525"/>
              <a:ext cx="51525" cy="82050"/>
            </a:xfrm>
            <a:custGeom>
              <a:rect b="b" l="l" r="r" t="t"/>
              <a:pathLst>
                <a:path extrusionOk="0" h="3282" w="2061">
                  <a:moveTo>
                    <a:pt x="420" y="0"/>
                  </a:moveTo>
                  <a:cubicBezTo>
                    <a:pt x="415" y="5"/>
                    <a:pt x="1" y="543"/>
                    <a:pt x="156" y="1281"/>
                  </a:cubicBezTo>
                  <a:cubicBezTo>
                    <a:pt x="306" y="2015"/>
                    <a:pt x="939" y="2690"/>
                    <a:pt x="2043" y="3282"/>
                  </a:cubicBezTo>
                  <a:lnTo>
                    <a:pt x="2061" y="3255"/>
                  </a:lnTo>
                  <a:cubicBezTo>
                    <a:pt x="967" y="2663"/>
                    <a:pt x="338" y="2001"/>
                    <a:pt x="188" y="1277"/>
                  </a:cubicBezTo>
                  <a:cubicBezTo>
                    <a:pt x="37" y="552"/>
                    <a:pt x="443" y="28"/>
                    <a:pt x="447" y="23"/>
                  </a:cubicBezTo>
                  <a:lnTo>
                    <a:pt x="420" y="0"/>
                  </a:ln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6" name="Google Shape;3356;p63"/>
            <p:cNvSpPr/>
            <p:nvPr/>
          </p:nvSpPr>
          <p:spPr>
            <a:xfrm>
              <a:off x="-1679450" y="1075350"/>
              <a:ext cx="53825" cy="75100"/>
            </a:xfrm>
            <a:custGeom>
              <a:rect b="b" l="l" r="r" t="t"/>
              <a:pathLst>
                <a:path extrusionOk="0" h="3004" w="2153">
                  <a:moveTo>
                    <a:pt x="497" y="0"/>
                  </a:moveTo>
                  <a:cubicBezTo>
                    <a:pt x="488" y="5"/>
                    <a:pt x="1" y="483"/>
                    <a:pt x="315" y="1422"/>
                  </a:cubicBezTo>
                  <a:cubicBezTo>
                    <a:pt x="630" y="2352"/>
                    <a:pt x="2125" y="2999"/>
                    <a:pt x="2138" y="3003"/>
                  </a:cubicBezTo>
                  <a:lnTo>
                    <a:pt x="2152" y="2976"/>
                  </a:lnTo>
                  <a:cubicBezTo>
                    <a:pt x="2134" y="2971"/>
                    <a:pt x="657" y="2329"/>
                    <a:pt x="347" y="1408"/>
                  </a:cubicBezTo>
                  <a:cubicBezTo>
                    <a:pt x="37" y="497"/>
                    <a:pt x="511" y="28"/>
                    <a:pt x="516" y="22"/>
                  </a:cubicBezTo>
                  <a:lnTo>
                    <a:pt x="497" y="0"/>
                  </a:ln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7" name="Google Shape;3357;p63"/>
            <p:cNvSpPr/>
            <p:nvPr/>
          </p:nvSpPr>
          <p:spPr>
            <a:xfrm>
              <a:off x="-1627950" y="1539150"/>
              <a:ext cx="174875" cy="420175"/>
            </a:xfrm>
            <a:custGeom>
              <a:rect b="b" l="l" r="r" t="t"/>
              <a:pathLst>
                <a:path extrusionOk="0" h="16807" w="6995">
                  <a:moveTo>
                    <a:pt x="2300" y="1"/>
                  </a:moveTo>
                  <a:cubicBezTo>
                    <a:pt x="1640" y="1"/>
                    <a:pt x="905" y="401"/>
                    <a:pt x="156" y="1565"/>
                  </a:cubicBezTo>
                  <a:cubicBezTo>
                    <a:pt x="156" y="1565"/>
                    <a:pt x="0" y="4468"/>
                    <a:pt x="1801" y="8839"/>
                  </a:cubicBezTo>
                  <a:cubicBezTo>
                    <a:pt x="3597" y="13210"/>
                    <a:pt x="4039" y="16565"/>
                    <a:pt x="5365" y="16788"/>
                  </a:cubicBezTo>
                  <a:cubicBezTo>
                    <a:pt x="5438" y="16800"/>
                    <a:pt x="5508" y="16806"/>
                    <a:pt x="5576" y="16806"/>
                  </a:cubicBezTo>
                  <a:cubicBezTo>
                    <a:pt x="6724" y="16806"/>
                    <a:pt x="6995" y="15088"/>
                    <a:pt x="6887" y="13210"/>
                  </a:cubicBezTo>
                  <a:cubicBezTo>
                    <a:pt x="6778" y="11223"/>
                    <a:pt x="5265" y="2341"/>
                    <a:pt x="4476" y="1370"/>
                  </a:cubicBezTo>
                  <a:cubicBezTo>
                    <a:pt x="4017" y="801"/>
                    <a:pt x="3234" y="1"/>
                    <a:pt x="2300"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8" name="Google Shape;3358;p63"/>
            <p:cNvSpPr/>
            <p:nvPr/>
          </p:nvSpPr>
          <p:spPr>
            <a:xfrm>
              <a:off x="-1636725" y="1554175"/>
              <a:ext cx="212425" cy="503700"/>
            </a:xfrm>
            <a:custGeom>
              <a:rect b="b" l="l" r="r" t="t"/>
              <a:pathLst>
                <a:path extrusionOk="0" h="20148" w="8497">
                  <a:moveTo>
                    <a:pt x="3405" y="0"/>
                  </a:moveTo>
                  <a:cubicBezTo>
                    <a:pt x="2450" y="0"/>
                    <a:pt x="1359" y="490"/>
                    <a:pt x="684" y="2163"/>
                  </a:cubicBezTo>
                  <a:cubicBezTo>
                    <a:pt x="684" y="2163"/>
                    <a:pt x="0" y="6156"/>
                    <a:pt x="1331" y="9921"/>
                  </a:cubicBezTo>
                  <a:cubicBezTo>
                    <a:pt x="2667" y="13680"/>
                    <a:pt x="3113" y="14483"/>
                    <a:pt x="2977" y="16082"/>
                  </a:cubicBezTo>
                  <a:cubicBezTo>
                    <a:pt x="2855" y="17552"/>
                    <a:pt x="3634" y="20148"/>
                    <a:pt x="5587" y="20148"/>
                  </a:cubicBezTo>
                  <a:cubicBezTo>
                    <a:pt x="5761" y="20148"/>
                    <a:pt x="5943" y="20127"/>
                    <a:pt x="6136" y="20084"/>
                  </a:cubicBezTo>
                  <a:cubicBezTo>
                    <a:pt x="8496" y="19551"/>
                    <a:pt x="8086" y="16793"/>
                    <a:pt x="8090" y="14437"/>
                  </a:cubicBezTo>
                  <a:cubicBezTo>
                    <a:pt x="8095" y="12081"/>
                    <a:pt x="5406" y="1357"/>
                    <a:pt x="5320" y="823"/>
                  </a:cubicBezTo>
                  <a:cubicBezTo>
                    <a:pt x="5273" y="549"/>
                    <a:pt x="4416" y="0"/>
                    <a:pt x="3405" y="0"/>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9" name="Google Shape;3359;p63"/>
            <p:cNvSpPr/>
            <p:nvPr/>
          </p:nvSpPr>
          <p:spPr>
            <a:xfrm>
              <a:off x="-1593425" y="1887900"/>
              <a:ext cx="145300" cy="590375"/>
            </a:xfrm>
            <a:custGeom>
              <a:rect b="b" l="l" r="r" t="t"/>
              <a:pathLst>
                <a:path extrusionOk="0" h="23615" w="5812">
                  <a:moveTo>
                    <a:pt x="4356" y="1"/>
                  </a:moveTo>
                  <a:cubicBezTo>
                    <a:pt x="3793" y="1"/>
                    <a:pt x="3204" y="354"/>
                    <a:pt x="2890" y="1257"/>
                  </a:cubicBezTo>
                  <a:cubicBezTo>
                    <a:pt x="2890" y="1257"/>
                    <a:pt x="1747" y="4191"/>
                    <a:pt x="872" y="7988"/>
                  </a:cubicBezTo>
                  <a:cubicBezTo>
                    <a:pt x="1" y="11789"/>
                    <a:pt x="182" y="21743"/>
                    <a:pt x="525" y="22915"/>
                  </a:cubicBezTo>
                  <a:cubicBezTo>
                    <a:pt x="620" y="23245"/>
                    <a:pt x="905" y="23615"/>
                    <a:pt x="1187" y="23615"/>
                  </a:cubicBezTo>
                  <a:cubicBezTo>
                    <a:pt x="1381" y="23615"/>
                    <a:pt x="1573" y="23441"/>
                    <a:pt x="1701" y="22961"/>
                  </a:cubicBezTo>
                  <a:cubicBezTo>
                    <a:pt x="2020" y="21785"/>
                    <a:pt x="5624" y="2802"/>
                    <a:pt x="5744" y="1421"/>
                  </a:cubicBezTo>
                  <a:cubicBezTo>
                    <a:pt x="5811" y="631"/>
                    <a:pt x="5108" y="1"/>
                    <a:pt x="4356"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0" name="Google Shape;3360;p63"/>
            <p:cNvSpPr/>
            <p:nvPr/>
          </p:nvSpPr>
          <p:spPr>
            <a:xfrm>
              <a:off x="-1612350" y="1881250"/>
              <a:ext cx="183350" cy="493975"/>
            </a:xfrm>
            <a:custGeom>
              <a:rect b="b" l="l" r="r" t="t"/>
              <a:pathLst>
                <a:path extrusionOk="0" h="19759" w="7334">
                  <a:moveTo>
                    <a:pt x="4848" y="0"/>
                  </a:moveTo>
                  <a:cubicBezTo>
                    <a:pt x="4509" y="0"/>
                    <a:pt x="4151" y="65"/>
                    <a:pt x="3783" y="201"/>
                  </a:cubicBezTo>
                  <a:cubicBezTo>
                    <a:pt x="1869" y="912"/>
                    <a:pt x="2025" y="2467"/>
                    <a:pt x="2025" y="2467"/>
                  </a:cubicBezTo>
                  <a:cubicBezTo>
                    <a:pt x="2025" y="2467"/>
                    <a:pt x="1692" y="5889"/>
                    <a:pt x="1692" y="6554"/>
                  </a:cubicBezTo>
                  <a:cubicBezTo>
                    <a:pt x="1692" y="7225"/>
                    <a:pt x="1" y="19758"/>
                    <a:pt x="1" y="19758"/>
                  </a:cubicBezTo>
                  <a:lnTo>
                    <a:pt x="5516" y="19758"/>
                  </a:lnTo>
                  <a:cubicBezTo>
                    <a:pt x="5516" y="19758"/>
                    <a:pt x="6496" y="13801"/>
                    <a:pt x="6764" y="11313"/>
                  </a:cubicBezTo>
                  <a:cubicBezTo>
                    <a:pt x="7029" y="8824"/>
                    <a:pt x="7138" y="2867"/>
                    <a:pt x="7138" y="2867"/>
                  </a:cubicBezTo>
                  <a:cubicBezTo>
                    <a:pt x="7333" y="1141"/>
                    <a:pt x="6271" y="0"/>
                    <a:pt x="4848" y="0"/>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1" name="Google Shape;3361;p63"/>
            <p:cNvSpPr/>
            <p:nvPr/>
          </p:nvSpPr>
          <p:spPr>
            <a:xfrm>
              <a:off x="-1604700" y="2317775"/>
              <a:ext cx="138675" cy="1700"/>
            </a:xfrm>
            <a:custGeom>
              <a:rect b="b" l="l" r="r" t="t"/>
              <a:pathLst>
                <a:path extrusionOk="0" h="68" w="5547">
                  <a:moveTo>
                    <a:pt x="0" y="0"/>
                  </a:moveTo>
                  <a:lnTo>
                    <a:pt x="0" y="68"/>
                  </a:lnTo>
                  <a:lnTo>
                    <a:pt x="5547" y="68"/>
                  </a:lnTo>
                  <a:lnTo>
                    <a:pt x="5547" y="0"/>
                  </a:lnTo>
                  <a:cubicBezTo>
                    <a:pt x="5511" y="0"/>
                    <a:pt x="3112" y="4"/>
                    <a:pt x="1481" y="4"/>
                  </a:cubicBezTo>
                  <a:cubicBezTo>
                    <a:pt x="665" y="4"/>
                    <a:pt x="41" y="3"/>
                    <a:pt x="0"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2" name="Google Shape;3362;p63"/>
            <p:cNvSpPr/>
            <p:nvPr/>
          </p:nvSpPr>
          <p:spPr>
            <a:xfrm>
              <a:off x="-1589100" y="2496425"/>
              <a:ext cx="214800" cy="27475"/>
            </a:xfrm>
            <a:custGeom>
              <a:rect b="b" l="l" r="r" t="t"/>
              <a:pathLst>
                <a:path extrusionOk="0" h="1099" w="8592">
                  <a:moveTo>
                    <a:pt x="1" y="0"/>
                  </a:moveTo>
                  <a:lnTo>
                    <a:pt x="1" y="1098"/>
                  </a:lnTo>
                  <a:lnTo>
                    <a:pt x="8592" y="1098"/>
                  </a:lnTo>
                  <a:cubicBezTo>
                    <a:pt x="8592" y="1098"/>
                    <a:pt x="8560" y="985"/>
                    <a:pt x="8387" y="0"/>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3" name="Google Shape;3363;p63"/>
            <p:cNvSpPr/>
            <p:nvPr/>
          </p:nvSpPr>
          <p:spPr>
            <a:xfrm>
              <a:off x="-1589100" y="2396950"/>
              <a:ext cx="209700" cy="99500"/>
            </a:xfrm>
            <a:custGeom>
              <a:rect b="b" l="l" r="r" t="t"/>
              <a:pathLst>
                <a:path extrusionOk="0" h="3980" w="8388">
                  <a:moveTo>
                    <a:pt x="1" y="1"/>
                  </a:moveTo>
                  <a:lnTo>
                    <a:pt x="1" y="3979"/>
                  </a:lnTo>
                  <a:lnTo>
                    <a:pt x="8387" y="3979"/>
                  </a:lnTo>
                  <a:cubicBezTo>
                    <a:pt x="8387" y="3956"/>
                    <a:pt x="8383" y="3939"/>
                    <a:pt x="8377" y="3916"/>
                  </a:cubicBezTo>
                  <a:cubicBezTo>
                    <a:pt x="8196" y="2872"/>
                    <a:pt x="5347" y="2644"/>
                    <a:pt x="3610" y="2475"/>
                  </a:cubicBezTo>
                  <a:cubicBezTo>
                    <a:pt x="1869" y="2307"/>
                    <a:pt x="2115" y="1"/>
                    <a:pt x="2115"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4" name="Google Shape;3364;p63"/>
            <p:cNvSpPr/>
            <p:nvPr/>
          </p:nvSpPr>
          <p:spPr>
            <a:xfrm>
              <a:off x="-1491550" y="2474100"/>
              <a:ext cx="95950" cy="22600"/>
            </a:xfrm>
            <a:custGeom>
              <a:rect b="b" l="l" r="r" t="t"/>
              <a:pathLst>
                <a:path extrusionOk="0" h="904" w="3838">
                  <a:moveTo>
                    <a:pt x="2461" y="1"/>
                  </a:moveTo>
                  <a:cubicBezTo>
                    <a:pt x="2098" y="1"/>
                    <a:pt x="1714" y="6"/>
                    <a:pt x="1376" y="22"/>
                  </a:cubicBezTo>
                  <a:cubicBezTo>
                    <a:pt x="346" y="73"/>
                    <a:pt x="5" y="876"/>
                    <a:pt x="0" y="884"/>
                  </a:cubicBezTo>
                  <a:lnTo>
                    <a:pt x="51" y="903"/>
                  </a:lnTo>
                  <a:cubicBezTo>
                    <a:pt x="55" y="898"/>
                    <a:pt x="383" y="127"/>
                    <a:pt x="1376" y="77"/>
                  </a:cubicBezTo>
                  <a:cubicBezTo>
                    <a:pt x="1714" y="61"/>
                    <a:pt x="2098" y="55"/>
                    <a:pt x="2461" y="55"/>
                  </a:cubicBezTo>
                  <a:cubicBezTo>
                    <a:pt x="3188" y="55"/>
                    <a:pt x="3829" y="77"/>
                    <a:pt x="3838" y="77"/>
                  </a:cubicBezTo>
                  <a:lnTo>
                    <a:pt x="3838" y="22"/>
                  </a:lnTo>
                  <a:cubicBezTo>
                    <a:pt x="3829" y="22"/>
                    <a:pt x="3188" y="1"/>
                    <a:pt x="246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5" name="Google Shape;3365;p63"/>
            <p:cNvSpPr/>
            <p:nvPr/>
          </p:nvSpPr>
          <p:spPr>
            <a:xfrm>
              <a:off x="-1563450" y="2396950"/>
              <a:ext cx="72825" cy="69650"/>
            </a:xfrm>
            <a:custGeom>
              <a:rect b="b" l="l" r="r" t="t"/>
              <a:pathLst>
                <a:path extrusionOk="0" h="2786" w="2913">
                  <a:moveTo>
                    <a:pt x="14" y="1"/>
                  </a:moveTo>
                  <a:cubicBezTo>
                    <a:pt x="14" y="96"/>
                    <a:pt x="1" y="2366"/>
                    <a:pt x="876" y="2676"/>
                  </a:cubicBezTo>
                  <a:cubicBezTo>
                    <a:pt x="1095" y="2753"/>
                    <a:pt x="1335" y="2786"/>
                    <a:pt x="1568" y="2786"/>
                  </a:cubicBezTo>
                  <a:cubicBezTo>
                    <a:pt x="2256" y="2786"/>
                    <a:pt x="2904" y="2534"/>
                    <a:pt x="2913" y="2530"/>
                  </a:cubicBezTo>
                  <a:lnTo>
                    <a:pt x="2894" y="2480"/>
                  </a:lnTo>
                  <a:cubicBezTo>
                    <a:pt x="2884" y="2484"/>
                    <a:pt x="2244" y="2731"/>
                    <a:pt x="1569" y="2731"/>
                  </a:cubicBezTo>
                  <a:cubicBezTo>
                    <a:pt x="1340" y="2731"/>
                    <a:pt x="1107" y="2702"/>
                    <a:pt x="893" y="2626"/>
                  </a:cubicBezTo>
                  <a:cubicBezTo>
                    <a:pt x="55" y="2330"/>
                    <a:pt x="69" y="24"/>
                    <a:pt x="7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6" name="Google Shape;3366;p63"/>
            <p:cNvSpPr/>
            <p:nvPr/>
          </p:nvSpPr>
          <p:spPr>
            <a:xfrm>
              <a:off x="-1562750" y="2403900"/>
              <a:ext cx="28475" cy="19500"/>
            </a:xfrm>
            <a:custGeom>
              <a:rect b="b" l="l" r="r" t="t"/>
              <a:pathLst>
                <a:path extrusionOk="0" h="780" w="1139">
                  <a:moveTo>
                    <a:pt x="32" y="1"/>
                  </a:moveTo>
                  <a:lnTo>
                    <a:pt x="0" y="47"/>
                  </a:lnTo>
                  <a:lnTo>
                    <a:pt x="1107" y="780"/>
                  </a:lnTo>
                  <a:lnTo>
                    <a:pt x="1139" y="735"/>
                  </a:lnTo>
                  <a:lnTo>
                    <a:pt x="3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7" name="Google Shape;3367;p63"/>
            <p:cNvSpPr/>
            <p:nvPr/>
          </p:nvSpPr>
          <p:spPr>
            <a:xfrm>
              <a:off x="-1560950" y="2409025"/>
              <a:ext cx="24875" cy="14375"/>
            </a:xfrm>
            <a:custGeom>
              <a:rect b="b" l="l" r="r" t="t"/>
              <a:pathLst>
                <a:path extrusionOk="0" h="575" w="995">
                  <a:moveTo>
                    <a:pt x="967" y="0"/>
                  </a:moveTo>
                  <a:lnTo>
                    <a:pt x="0" y="530"/>
                  </a:lnTo>
                  <a:lnTo>
                    <a:pt x="28" y="575"/>
                  </a:lnTo>
                  <a:lnTo>
                    <a:pt x="995" y="51"/>
                  </a:lnTo>
                  <a:lnTo>
                    <a:pt x="9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8" name="Google Shape;3368;p63"/>
            <p:cNvSpPr/>
            <p:nvPr/>
          </p:nvSpPr>
          <p:spPr>
            <a:xfrm>
              <a:off x="-1559475" y="2430775"/>
              <a:ext cx="33075" cy="12800"/>
            </a:xfrm>
            <a:custGeom>
              <a:rect b="b" l="l" r="r" t="t"/>
              <a:pathLst>
                <a:path extrusionOk="0" h="512" w="1323">
                  <a:moveTo>
                    <a:pt x="19" y="1"/>
                  </a:moveTo>
                  <a:lnTo>
                    <a:pt x="0" y="51"/>
                  </a:lnTo>
                  <a:lnTo>
                    <a:pt x="1304" y="512"/>
                  </a:lnTo>
                  <a:lnTo>
                    <a:pt x="1323" y="461"/>
                  </a:lnTo>
                  <a:lnTo>
                    <a:pt x="1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9" name="Google Shape;3369;p63"/>
            <p:cNvSpPr/>
            <p:nvPr/>
          </p:nvSpPr>
          <p:spPr>
            <a:xfrm>
              <a:off x="-1555375" y="2430900"/>
              <a:ext cx="23500" cy="16425"/>
            </a:xfrm>
            <a:custGeom>
              <a:rect b="b" l="l" r="r" t="t"/>
              <a:pathLst>
                <a:path extrusionOk="0" h="657" w="940">
                  <a:moveTo>
                    <a:pt x="908" y="0"/>
                  </a:moveTo>
                  <a:lnTo>
                    <a:pt x="0" y="607"/>
                  </a:lnTo>
                  <a:lnTo>
                    <a:pt x="28" y="657"/>
                  </a:lnTo>
                  <a:lnTo>
                    <a:pt x="940" y="46"/>
                  </a:lnTo>
                  <a:lnTo>
                    <a:pt x="90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0" name="Google Shape;3370;p63"/>
            <p:cNvSpPr/>
            <p:nvPr/>
          </p:nvSpPr>
          <p:spPr>
            <a:xfrm>
              <a:off x="-1551500" y="1205675"/>
              <a:ext cx="323975" cy="85825"/>
            </a:xfrm>
            <a:custGeom>
              <a:rect b="b" l="l" r="r" t="t"/>
              <a:pathLst>
                <a:path extrusionOk="0" h="3433" w="12959">
                  <a:moveTo>
                    <a:pt x="9952" y="1"/>
                  </a:moveTo>
                  <a:cubicBezTo>
                    <a:pt x="7094" y="1"/>
                    <a:pt x="1851" y="562"/>
                    <a:pt x="1851" y="562"/>
                  </a:cubicBezTo>
                  <a:cubicBezTo>
                    <a:pt x="1454" y="602"/>
                    <a:pt x="1" y="1236"/>
                    <a:pt x="443" y="2293"/>
                  </a:cubicBezTo>
                  <a:cubicBezTo>
                    <a:pt x="885" y="3351"/>
                    <a:pt x="2033" y="3324"/>
                    <a:pt x="2525" y="3423"/>
                  </a:cubicBezTo>
                  <a:cubicBezTo>
                    <a:pt x="2555" y="3429"/>
                    <a:pt x="2609" y="3432"/>
                    <a:pt x="2684" y="3432"/>
                  </a:cubicBezTo>
                  <a:cubicBezTo>
                    <a:pt x="3844" y="3432"/>
                    <a:pt x="10075" y="2740"/>
                    <a:pt x="11085" y="2453"/>
                  </a:cubicBezTo>
                  <a:cubicBezTo>
                    <a:pt x="12157" y="2144"/>
                    <a:pt x="12958" y="594"/>
                    <a:pt x="11559" y="133"/>
                  </a:cubicBezTo>
                  <a:cubicBezTo>
                    <a:pt x="11272" y="38"/>
                    <a:pt x="10692" y="1"/>
                    <a:pt x="9952"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1" name="Google Shape;3371;p63"/>
            <p:cNvSpPr/>
            <p:nvPr/>
          </p:nvSpPr>
          <p:spPr>
            <a:xfrm>
              <a:off x="-1501475" y="1211400"/>
              <a:ext cx="143950" cy="77700"/>
            </a:xfrm>
            <a:custGeom>
              <a:rect b="b" l="l" r="r" t="t"/>
              <a:pathLst>
                <a:path extrusionOk="0" h="3108" w="5758">
                  <a:moveTo>
                    <a:pt x="3134" y="1"/>
                  </a:moveTo>
                  <a:cubicBezTo>
                    <a:pt x="2765" y="1"/>
                    <a:pt x="2103" y="18"/>
                    <a:pt x="1586" y="127"/>
                  </a:cubicBezTo>
                  <a:cubicBezTo>
                    <a:pt x="831" y="287"/>
                    <a:pt x="0" y="1153"/>
                    <a:pt x="707" y="2288"/>
                  </a:cubicBezTo>
                  <a:cubicBezTo>
                    <a:pt x="1136" y="2972"/>
                    <a:pt x="1804" y="3108"/>
                    <a:pt x="2268" y="3108"/>
                  </a:cubicBezTo>
                  <a:cubicBezTo>
                    <a:pt x="2573" y="3108"/>
                    <a:pt x="2790" y="3049"/>
                    <a:pt x="2790" y="3049"/>
                  </a:cubicBezTo>
                  <a:lnTo>
                    <a:pt x="5757" y="2725"/>
                  </a:lnTo>
                  <a:lnTo>
                    <a:pt x="3414" y="5"/>
                  </a:lnTo>
                  <a:cubicBezTo>
                    <a:pt x="3414" y="5"/>
                    <a:pt x="3306" y="1"/>
                    <a:pt x="3134" y="1"/>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2" name="Google Shape;3372;p63"/>
            <p:cNvSpPr/>
            <p:nvPr/>
          </p:nvSpPr>
          <p:spPr>
            <a:xfrm>
              <a:off x="-1578850" y="1187225"/>
              <a:ext cx="188825" cy="110575"/>
            </a:xfrm>
            <a:custGeom>
              <a:rect b="b" l="l" r="r" t="t"/>
              <a:pathLst>
                <a:path extrusionOk="0" h="4423" w="7553">
                  <a:moveTo>
                    <a:pt x="6162" y="0"/>
                  </a:moveTo>
                  <a:cubicBezTo>
                    <a:pt x="6162" y="0"/>
                    <a:pt x="3045" y="415"/>
                    <a:pt x="1688" y="776"/>
                  </a:cubicBezTo>
                  <a:cubicBezTo>
                    <a:pt x="329" y="1140"/>
                    <a:pt x="1" y="2867"/>
                    <a:pt x="1" y="2867"/>
                  </a:cubicBezTo>
                  <a:cubicBezTo>
                    <a:pt x="447" y="4376"/>
                    <a:pt x="1459" y="4317"/>
                    <a:pt x="2489" y="4413"/>
                  </a:cubicBezTo>
                  <a:cubicBezTo>
                    <a:pt x="2562" y="4419"/>
                    <a:pt x="2649" y="4422"/>
                    <a:pt x="2748" y="4422"/>
                  </a:cubicBezTo>
                  <a:cubicBezTo>
                    <a:pt x="4066" y="4422"/>
                    <a:pt x="7553" y="3902"/>
                    <a:pt x="7553" y="3902"/>
                  </a:cubicBezTo>
                  <a:lnTo>
                    <a:pt x="6162" y="0"/>
                  </a:ln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3" name="Google Shape;3373;p63"/>
            <p:cNvSpPr/>
            <p:nvPr/>
          </p:nvSpPr>
          <p:spPr>
            <a:xfrm>
              <a:off x="-1309300" y="1020925"/>
              <a:ext cx="211200" cy="249450"/>
            </a:xfrm>
            <a:custGeom>
              <a:rect b="b" l="l" r="r" t="t"/>
              <a:pathLst>
                <a:path extrusionOk="0" h="9978" w="8448">
                  <a:moveTo>
                    <a:pt x="8022" y="0"/>
                  </a:moveTo>
                  <a:cubicBezTo>
                    <a:pt x="7873" y="0"/>
                    <a:pt x="7697" y="87"/>
                    <a:pt x="7559" y="226"/>
                  </a:cubicBezTo>
                  <a:cubicBezTo>
                    <a:pt x="7559" y="226"/>
                    <a:pt x="891" y="6890"/>
                    <a:pt x="422" y="7842"/>
                  </a:cubicBezTo>
                  <a:cubicBezTo>
                    <a:pt x="1" y="8688"/>
                    <a:pt x="1" y="9977"/>
                    <a:pt x="1132" y="9977"/>
                  </a:cubicBezTo>
                  <a:cubicBezTo>
                    <a:pt x="1276" y="9977"/>
                    <a:pt x="1439" y="9956"/>
                    <a:pt x="1621" y="9911"/>
                  </a:cubicBezTo>
                  <a:cubicBezTo>
                    <a:pt x="3234" y="9511"/>
                    <a:pt x="7774" y="2027"/>
                    <a:pt x="8188" y="941"/>
                  </a:cubicBezTo>
                  <a:cubicBezTo>
                    <a:pt x="8448" y="256"/>
                    <a:pt x="8277" y="0"/>
                    <a:pt x="8022"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4" name="Google Shape;3374;p63"/>
            <p:cNvSpPr/>
            <p:nvPr/>
          </p:nvSpPr>
          <p:spPr>
            <a:xfrm>
              <a:off x="-1139825" y="955400"/>
              <a:ext cx="108275" cy="102350"/>
            </a:xfrm>
            <a:custGeom>
              <a:rect b="b" l="l" r="r" t="t"/>
              <a:pathLst>
                <a:path extrusionOk="0" h="4094" w="4331">
                  <a:moveTo>
                    <a:pt x="4032" y="0"/>
                  </a:moveTo>
                  <a:cubicBezTo>
                    <a:pt x="3684" y="0"/>
                    <a:pt x="2529" y="683"/>
                    <a:pt x="1864" y="1211"/>
                  </a:cubicBezTo>
                  <a:cubicBezTo>
                    <a:pt x="1149" y="1785"/>
                    <a:pt x="0" y="3541"/>
                    <a:pt x="315" y="3991"/>
                  </a:cubicBezTo>
                  <a:cubicBezTo>
                    <a:pt x="364" y="4063"/>
                    <a:pt x="436" y="4093"/>
                    <a:pt x="524" y="4093"/>
                  </a:cubicBezTo>
                  <a:cubicBezTo>
                    <a:pt x="995" y="4093"/>
                    <a:pt x="1935" y="3220"/>
                    <a:pt x="2380" y="2971"/>
                  </a:cubicBezTo>
                  <a:cubicBezTo>
                    <a:pt x="2909" y="2674"/>
                    <a:pt x="3957" y="1457"/>
                    <a:pt x="3720" y="1303"/>
                  </a:cubicBezTo>
                  <a:cubicBezTo>
                    <a:pt x="3700" y="1290"/>
                    <a:pt x="3679" y="1284"/>
                    <a:pt x="3655" y="1284"/>
                  </a:cubicBezTo>
                  <a:cubicBezTo>
                    <a:pt x="3393" y="1284"/>
                    <a:pt x="2898" y="2022"/>
                    <a:pt x="2672" y="2119"/>
                  </a:cubicBezTo>
                  <a:cubicBezTo>
                    <a:pt x="2595" y="2151"/>
                    <a:pt x="2531" y="2164"/>
                    <a:pt x="2480" y="2164"/>
                  </a:cubicBezTo>
                  <a:cubicBezTo>
                    <a:pt x="2368" y="2164"/>
                    <a:pt x="2321" y="2098"/>
                    <a:pt x="2352" y="2022"/>
                  </a:cubicBezTo>
                  <a:cubicBezTo>
                    <a:pt x="2352" y="2022"/>
                    <a:pt x="2516" y="1553"/>
                    <a:pt x="2859" y="1265"/>
                  </a:cubicBezTo>
                  <a:cubicBezTo>
                    <a:pt x="3196" y="979"/>
                    <a:pt x="4331" y="131"/>
                    <a:pt x="4098" y="13"/>
                  </a:cubicBezTo>
                  <a:cubicBezTo>
                    <a:pt x="4081" y="4"/>
                    <a:pt x="4059" y="0"/>
                    <a:pt x="4032"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5" name="Google Shape;3375;p63"/>
            <p:cNvSpPr/>
            <p:nvPr/>
          </p:nvSpPr>
          <p:spPr>
            <a:xfrm>
              <a:off x="-1721725" y="1202425"/>
              <a:ext cx="250350" cy="276850"/>
            </a:xfrm>
            <a:custGeom>
              <a:rect b="b" l="l" r="r" t="t"/>
              <a:pathLst>
                <a:path extrusionOk="0" h="11074" w="10014">
                  <a:moveTo>
                    <a:pt x="7041" y="1"/>
                  </a:moveTo>
                  <a:cubicBezTo>
                    <a:pt x="6416" y="1"/>
                    <a:pt x="5871" y="44"/>
                    <a:pt x="5871" y="44"/>
                  </a:cubicBezTo>
                  <a:lnTo>
                    <a:pt x="4517" y="26"/>
                  </a:lnTo>
                  <a:cubicBezTo>
                    <a:pt x="4517" y="26"/>
                    <a:pt x="2106" y="286"/>
                    <a:pt x="1277" y="395"/>
                  </a:cubicBezTo>
                  <a:cubicBezTo>
                    <a:pt x="447" y="505"/>
                    <a:pt x="1" y="1475"/>
                    <a:pt x="97" y="2629"/>
                  </a:cubicBezTo>
                  <a:cubicBezTo>
                    <a:pt x="192" y="3782"/>
                    <a:pt x="1313" y="5901"/>
                    <a:pt x="1664" y="6653"/>
                  </a:cubicBezTo>
                  <a:cubicBezTo>
                    <a:pt x="2015" y="7405"/>
                    <a:pt x="2598" y="10878"/>
                    <a:pt x="2598" y="10878"/>
                  </a:cubicBezTo>
                  <a:lnTo>
                    <a:pt x="7129" y="11074"/>
                  </a:lnTo>
                  <a:cubicBezTo>
                    <a:pt x="7129" y="11074"/>
                    <a:pt x="7256" y="10932"/>
                    <a:pt x="7306" y="10198"/>
                  </a:cubicBezTo>
                  <a:cubicBezTo>
                    <a:pt x="7361" y="9466"/>
                    <a:pt x="7927" y="7692"/>
                    <a:pt x="8970" y="5377"/>
                  </a:cubicBezTo>
                  <a:cubicBezTo>
                    <a:pt x="10014" y="3067"/>
                    <a:pt x="9285" y="692"/>
                    <a:pt x="8774" y="272"/>
                  </a:cubicBezTo>
                  <a:cubicBezTo>
                    <a:pt x="8505" y="53"/>
                    <a:pt x="7725" y="1"/>
                    <a:pt x="7041" y="1"/>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6" name="Google Shape;3376;p63"/>
            <p:cNvSpPr/>
            <p:nvPr/>
          </p:nvSpPr>
          <p:spPr>
            <a:xfrm>
              <a:off x="-1666250" y="1202500"/>
              <a:ext cx="135500" cy="45150"/>
            </a:xfrm>
            <a:custGeom>
              <a:rect b="b" l="l" r="r" t="t"/>
              <a:pathLst>
                <a:path extrusionOk="0" h="1806" w="5420">
                  <a:moveTo>
                    <a:pt x="5033" y="1"/>
                  </a:moveTo>
                  <a:cubicBezTo>
                    <a:pt x="5033" y="1"/>
                    <a:pt x="4709" y="1413"/>
                    <a:pt x="2845" y="1491"/>
                  </a:cubicBezTo>
                  <a:cubicBezTo>
                    <a:pt x="2792" y="1493"/>
                    <a:pt x="2740" y="1494"/>
                    <a:pt x="2689" y="1494"/>
                  </a:cubicBezTo>
                  <a:cubicBezTo>
                    <a:pt x="945" y="1494"/>
                    <a:pt x="333" y="237"/>
                    <a:pt x="333" y="237"/>
                  </a:cubicBezTo>
                  <a:lnTo>
                    <a:pt x="1" y="279"/>
                  </a:lnTo>
                  <a:cubicBezTo>
                    <a:pt x="1" y="279"/>
                    <a:pt x="1" y="279"/>
                    <a:pt x="1" y="279"/>
                  </a:cubicBezTo>
                  <a:cubicBezTo>
                    <a:pt x="44" y="279"/>
                    <a:pt x="692" y="1800"/>
                    <a:pt x="2804" y="1806"/>
                  </a:cubicBezTo>
                  <a:cubicBezTo>
                    <a:pt x="2807" y="1806"/>
                    <a:pt x="2810" y="1806"/>
                    <a:pt x="2812" y="1806"/>
                  </a:cubicBezTo>
                  <a:cubicBezTo>
                    <a:pt x="4916" y="1806"/>
                    <a:pt x="5420" y="14"/>
                    <a:pt x="5420" y="14"/>
                  </a:cubicBezTo>
                  <a:lnTo>
                    <a:pt x="5033"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7" name="Google Shape;3377;p63"/>
            <p:cNvSpPr/>
            <p:nvPr/>
          </p:nvSpPr>
          <p:spPr>
            <a:xfrm>
              <a:off x="-1539875" y="1286450"/>
              <a:ext cx="55975" cy="170950"/>
            </a:xfrm>
            <a:custGeom>
              <a:rect b="b" l="l" r="r" t="t"/>
              <a:pathLst>
                <a:path extrusionOk="0" h="6838" w="2239">
                  <a:moveTo>
                    <a:pt x="2175" y="1"/>
                  </a:moveTo>
                  <a:cubicBezTo>
                    <a:pt x="2175" y="11"/>
                    <a:pt x="2165" y="1095"/>
                    <a:pt x="1564" y="2235"/>
                  </a:cubicBezTo>
                  <a:cubicBezTo>
                    <a:pt x="958" y="3379"/>
                    <a:pt x="47" y="5954"/>
                    <a:pt x="1" y="6837"/>
                  </a:cubicBezTo>
                  <a:lnTo>
                    <a:pt x="69" y="6837"/>
                  </a:lnTo>
                  <a:cubicBezTo>
                    <a:pt x="110" y="5962"/>
                    <a:pt x="1017" y="3406"/>
                    <a:pt x="1623" y="2262"/>
                  </a:cubicBezTo>
                  <a:cubicBezTo>
                    <a:pt x="2234" y="1113"/>
                    <a:pt x="2239" y="11"/>
                    <a:pt x="2239"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8" name="Google Shape;3378;p63"/>
            <p:cNvSpPr/>
            <p:nvPr/>
          </p:nvSpPr>
          <p:spPr>
            <a:xfrm>
              <a:off x="-1630900" y="1090650"/>
              <a:ext cx="57550" cy="134125"/>
            </a:xfrm>
            <a:custGeom>
              <a:rect b="b" l="l" r="r" t="t"/>
              <a:pathLst>
                <a:path extrusionOk="0" h="5365" w="2302">
                  <a:moveTo>
                    <a:pt x="748" y="1"/>
                  </a:moveTo>
                  <a:cubicBezTo>
                    <a:pt x="640" y="1"/>
                    <a:pt x="520" y="19"/>
                    <a:pt x="387" y="62"/>
                  </a:cubicBezTo>
                  <a:lnTo>
                    <a:pt x="0" y="4858"/>
                  </a:lnTo>
                  <a:cubicBezTo>
                    <a:pt x="0" y="4858"/>
                    <a:pt x="488" y="5295"/>
                    <a:pt x="1153" y="5359"/>
                  </a:cubicBezTo>
                  <a:cubicBezTo>
                    <a:pt x="1196" y="5363"/>
                    <a:pt x="1238" y="5365"/>
                    <a:pt x="1279" y="5365"/>
                  </a:cubicBezTo>
                  <a:cubicBezTo>
                    <a:pt x="1883" y="5365"/>
                    <a:pt x="2302" y="4957"/>
                    <a:pt x="2302" y="4957"/>
                  </a:cubicBezTo>
                  <a:lnTo>
                    <a:pt x="1709" y="975"/>
                  </a:lnTo>
                  <a:cubicBezTo>
                    <a:pt x="1709" y="975"/>
                    <a:pt x="1527" y="1"/>
                    <a:pt x="748"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9" name="Google Shape;3379;p63"/>
            <p:cNvSpPr/>
            <p:nvPr/>
          </p:nvSpPr>
          <p:spPr>
            <a:xfrm>
              <a:off x="-1618875" y="1088425"/>
              <a:ext cx="33900" cy="48225"/>
            </a:xfrm>
            <a:custGeom>
              <a:rect b="b" l="l" r="r" t="t"/>
              <a:pathLst>
                <a:path extrusionOk="0" h="1929" w="1356">
                  <a:moveTo>
                    <a:pt x="486" y="0"/>
                  </a:moveTo>
                  <a:cubicBezTo>
                    <a:pt x="1" y="0"/>
                    <a:pt x="62" y="366"/>
                    <a:pt x="62" y="366"/>
                  </a:cubicBezTo>
                  <a:cubicBezTo>
                    <a:pt x="62" y="366"/>
                    <a:pt x="864" y="1857"/>
                    <a:pt x="1356" y="1929"/>
                  </a:cubicBezTo>
                  <a:lnTo>
                    <a:pt x="1228" y="862"/>
                  </a:lnTo>
                  <a:cubicBezTo>
                    <a:pt x="1228" y="862"/>
                    <a:pt x="1064" y="24"/>
                    <a:pt x="531" y="1"/>
                  </a:cubicBezTo>
                  <a:cubicBezTo>
                    <a:pt x="516" y="1"/>
                    <a:pt x="501" y="0"/>
                    <a:pt x="486" y="0"/>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0" name="Google Shape;3380;p63"/>
            <p:cNvSpPr/>
            <p:nvPr/>
          </p:nvSpPr>
          <p:spPr>
            <a:xfrm>
              <a:off x="-1638900" y="1008250"/>
              <a:ext cx="106250" cy="111200"/>
            </a:xfrm>
            <a:custGeom>
              <a:rect b="b" l="l" r="r" t="t"/>
              <a:pathLst>
                <a:path extrusionOk="0" h="4448" w="4250">
                  <a:moveTo>
                    <a:pt x="2060" y="1"/>
                  </a:moveTo>
                  <a:cubicBezTo>
                    <a:pt x="1354" y="1"/>
                    <a:pt x="781" y="222"/>
                    <a:pt x="739" y="920"/>
                  </a:cubicBezTo>
                  <a:cubicBezTo>
                    <a:pt x="680" y="1905"/>
                    <a:pt x="676" y="2378"/>
                    <a:pt x="676" y="2378"/>
                  </a:cubicBezTo>
                  <a:cubicBezTo>
                    <a:pt x="676" y="2378"/>
                    <a:pt x="579" y="2227"/>
                    <a:pt x="423" y="2227"/>
                  </a:cubicBezTo>
                  <a:cubicBezTo>
                    <a:pt x="373" y="2227"/>
                    <a:pt x="317" y="2242"/>
                    <a:pt x="257" y="2283"/>
                  </a:cubicBezTo>
                  <a:cubicBezTo>
                    <a:pt x="11" y="2456"/>
                    <a:pt x="1" y="3236"/>
                    <a:pt x="270" y="3395"/>
                  </a:cubicBezTo>
                  <a:cubicBezTo>
                    <a:pt x="347" y="3443"/>
                    <a:pt x="415" y="3460"/>
                    <a:pt x="475" y="3460"/>
                  </a:cubicBezTo>
                  <a:cubicBezTo>
                    <a:pt x="620" y="3460"/>
                    <a:pt x="707" y="3358"/>
                    <a:pt x="707" y="3358"/>
                  </a:cubicBezTo>
                  <a:cubicBezTo>
                    <a:pt x="707" y="3358"/>
                    <a:pt x="1095" y="4038"/>
                    <a:pt x="2029" y="4271"/>
                  </a:cubicBezTo>
                  <a:cubicBezTo>
                    <a:pt x="2029" y="4271"/>
                    <a:pt x="2850" y="4448"/>
                    <a:pt x="3412" y="4448"/>
                  </a:cubicBezTo>
                  <a:cubicBezTo>
                    <a:pt x="3571" y="4448"/>
                    <a:pt x="3709" y="4434"/>
                    <a:pt x="3802" y="4397"/>
                  </a:cubicBezTo>
                  <a:cubicBezTo>
                    <a:pt x="4222" y="4233"/>
                    <a:pt x="4249" y="3669"/>
                    <a:pt x="4117" y="2866"/>
                  </a:cubicBezTo>
                  <a:cubicBezTo>
                    <a:pt x="3985" y="2064"/>
                    <a:pt x="4021" y="291"/>
                    <a:pt x="2968" y="95"/>
                  </a:cubicBezTo>
                  <a:cubicBezTo>
                    <a:pt x="2662" y="38"/>
                    <a:pt x="2350" y="1"/>
                    <a:pt x="2060"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1" name="Google Shape;3381;p63"/>
            <p:cNvSpPr/>
            <p:nvPr/>
          </p:nvSpPr>
          <p:spPr>
            <a:xfrm>
              <a:off x="-1600600" y="1051025"/>
              <a:ext cx="22000" cy="12025"/>
            </a:xfrm>
            <a:custGeom>
              <a:rect b="b" l="l" r="r" t="t"/>
              <a:pathLst>
                <a:path extrusionOk="0" h="481" w="880">
                  <a:moveTo>
                    <a:pt x="420" y="0"/>
                  </a:moveTo>
                  <a:cubicBezTo>
                    <a:pt x="406" y="0"/>
                    <a:pt x="393" y="1"/>
                    <a:pt x="379" y="2"/>
                  </a:cubicBezTo>
                  <a:cubicBezTo>
                    <a:pt x="0" y="38"/>
                    <a:pt x="14" y="344"/>
                    <a:pt x="14" y="344"/>
                  </a:cubicBezTo>
                  <a:cubicBezTo>
                    <a:pt x="14" y="344"/>
                    <a:pt x="259" y="481"/>
                    <a:pt x="565" y="481"/>
                  </a:cubicBezTo>
                  <a:cubicBezTo>
                    <a:pt x="665" y="481"/>
                    <a:pt x="773" y="466"/>
                    <a:pt x="880" y="427"/>
                  </a:cubicBezTo>
                  <a:cubicBezTo>
                    <a:pt x="880" y="427"/>
                    <a:pt x="762" y="0"/>
                    <a:pt x="42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2" name="Google Shape;3382;p63"/>
            <p:cNvSpPr/>
            <p:nvPr/>
          </p:nvSpPr>
          <p:spPr>
            <a:xfrm>
              <a:off x="-1560025" y="1046400"/>
              <a:ext cx="15275" cy="13675"/>
            </a:xfrm>
            <a:custGeom>
              <a:rect b="b" l="l" r="r" t="t"/>
              <a:pathLst>
                <a:path extrusionOk="0" h="547" w="611">
                  <a:moveTo>
                    <a:pt x="394" y="1"/>
                  </a:moveTo>
                  <a:cubicBezTo>
                    <a:pt x="363" y="1"/>
                    <a:pt x="327" y="7"/>
                    <a:pt x="287" y="23"/>
                  </a:cubicBezTo>
                  <a:cubicBezTo>
                    <a:pt x="0" y="137"/>
                    <a:pt x="119" y="547"/>
                    <a:pt x="119" y="547"/>
                  </a:cubicBezTo>
                  <a:cubicBezTo>
                    <a:pt x="119" y="547"/>
                    <a:pt x="547" y="475"/>
                    <a:pt x="611" y="265"/>
                  </a:cubicBezTo>
                  <a:cubicBezTo>
                    <a:pt x="611" y="265"/>
                    <a:pt x="587" y="1"/>
                    <a:pt x="39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3" name="Google Shape;3383;p63"/>
            <p:cNvSpPr/>
            <p:nvPr/>
          </p:nvSpPr>
          <p:spPr>
            <a:xfrm>
              <a:off x="-1601025" y="1050050"/>
              <a:ext cx="22425" cy="11650"/>
            </a:xfrm>
            <a:custGeom>
              <a:rect b="b" l="l" r="r" t="t"/>
              <a:pathLst>
                <a:path extrusionOk="0" h="466" w="897">
                  <a:moveTo>
                    <a:pt x="420" y="1"/>
                  </a:moveTo>
                  <a:cubicBezTo>
                    <a:pt x="138" y="1"/>
                    <a:pt x="1" y="260"/>
                    <a:pt x="13" y="388"/>
                  </a:cubicBezTo>
                  <a:lnTo>
                    <a:pt x="31" y="383"/>
                  </a:lnTo>
                  <a:cubicBezTo>
                    <a:pt x="31" y="383"/>
                    <a:pt x="95" y="96"/>
                    <a:pt x="410" y="64"/>
                  </a:cubicBezTo>
                  <a:cubicBezTo>
                    <a:pt x="421" y="63"/>
                    <a:pt x="432" y="62"/>
                    <a:pt x="443" y="62"/>
                  </a:cubicBezTo>
                  <a:cubicBezTo>
                    <a:pt x="736" y="62"/>
                    <a:pt x="897" y="466"/>
                    <a:pt x="897" y="466"/>
                  </a:cubicBezTo>
                  <a:cubicBezTo>
                    <a:pt x="897" y="466"/>
                    <a:pt x="801" y="50"/>
                    <a:pt x="482" y="5"/>
                  </a:cubicBezTo>
                  <a:cubicBezTo>
                    <a:pt x="461" y="2"/>
                    <a:pt x="440" y="1"/>
                    <a:pt x="420"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4" name="Google Shape;3384;p63"/>
            <p:cNvSpPr/>
            <p:nvPr/>
          </p:nvSpPr>
          <p:spPr>
            <a:xfrm>
              <a:off x="-1559225" y="1045650"/>
              <a:ext cx="14475" cy="14425"/>
            </a:xfrm>
            <a:custGeom>
              <a:rect b="b" l="l" r="r" t="t"/>
              <a:pathLst>
                <a:path extrusionOk="0" h="577" w="579">
                  <a:moveTo>
                    <a:pt x="349" y="1"/>
                  </a:moveTo>
                  <a:cubicBezTo>
                    <a:pt x="326" y="1"/>
                    <a:pt x="301" y="4"/>
                    <a:pt x="274" y="13"/>
                  </a:cubicBezTo>
                  <a:cubicBezTo>
                    <a:pt x="0" y="95"/>
                    <a:pt x="23" y="427"/>
                    <a:pt x="87" y="577"/>
                  </a:cubicBezTo>
                  <a:cubicBezTo>
                    <a:pt x="87" y="577"/>
                    <a:pt x="9" y="286"/>
                    <a:pt x="232" y="95"/>
                  </a:cubicBezTo>
                  <a:cubicBezTo>
                    <a:pt x="277" y="57"/>
                    <a:pt x="318" y="42"/>
                    <a:pt x="354" y="42"/>
                  </a:cubicBezTo>
                  <a:cubicBezTo>
                    <a:pt x="503" y="42"/>
                    <a:pt x="579" y="295"/>
                    <a:pt x="579" y="295"/>
                  </a:cubicBezTo>
                  <a:cubicBezTo>
                    <a:pt x="579" y="295"/>
                    <a:pt x="553" y="1"/>
                    <a:pt x="349"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5" name="Google Shape;3385;p63"/>
            <p:cNvSpPr/>
            <p:nvPr/>
          </p:nvSpPr>
          <p:spPr>
            <a:xfrm>
              <a:off x="-1592300" y="1051275"/>
              <a:ext cx="7100" cy="9550"/>
            </a:xfrm>
            <a:custGeom>
              <a:rect b="b" l="l" r="r" t="t"/>
              <a:pathLst>
                <a:path extrusionOk="0" h="382" w="284">
                  <a:moveTo>
                    <a:pt x="127" y="0"/>
                  </a:moveTo>
                  <a:cubicBezTo>
                    <a:pt x="123" y="0"/>
                    <a:pt x="119" y="0"/>
                    <a:pt x="116" y="1"/>
                  </a:cubicBezTo>
                  <a:cubicBezTo>
                    <a:pt x="42" y="11"/>
                    <a:pt x="1" y="106"/>
                    <a:pt x="19" y="211"/>
                  </a:cubicBezTo>
                  <a:cubicBezTo>
                    <a:pt x="32" y="308"/>
                    <a:pt x="91" y="381"/>
                    <a:pt x="154" y="381"/>
                  </a:cubicBezTo>
                  <a:cubicBezTo>
                    <a:pt x="159" y="381"/>
                    <a:pt x="165" y="380"/>
                    <a:pt x="170" y="379"/>
                  </a:cubicBezTo>
                  <a:cubicBezTo>
                    <a:pt x="242" y="371"/>
                    <a:pt x="284" y="280"/>
                    <a:pt x="265" y="170"/>
                  </a:cubicBezTo>
                  <a:cubicBezTo>
                    <a:pt x="253" y="71"/>
                    <a:pt x="191" y="0"/>
                    <a:pt x="127"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6" name="Google Shape;3386;p63"/>
            <p:cNvSpPr/>
            <p:nvPr/>
          </p:nvSpPr>
          <p:spPr>
            <a:xfrm>
              <a:off x="-1556275" y="1047750"/>
              <a:ext cx="7075" cy="9525"/>
            </a:xfrm>
            <a:custGeom>
              <a:rect b="b" l="l" r="r" t="t"/>
              <a:pathLst>
                <a:path extrusionOk="0" h="381" w="283">
                  <a:moveTo>
                    <a:pt x="125" y="0"/>
                  </a:moveTo>
                  <a:cubicBezTo>
                    <a:pt x="122" y="0"/>
                    <a:pt x="118" y="0"/>
                    <a:pt x="114" y="1"/>
                  </a:cubicBezTo>
                  <a:cubicBezTo>
                    <a:pt x="46" y="11"/>
                    <a:pt x="0" y="106"/>
                    <a:pt x="19" y="211"/>
                  </a:cubicBezTo>
                  <a:cubicBezTo>
                    <a:pt x="31" y="307"/>
                    <a:pt x="90" y="381"/>
                    <a:pt x="156" y="381"/>
                  </a:cubicBezTo>
                  <a:cubicBezTo>
                    <a:pt x="162" y="381"/>
                    <a:pt x="167" y="380"/>
                    <a:pt x="173" y="379"/>
                  </a:cubicBezTo>
                  <a:cubicBezTo>
                    <a:pt x="242" y="370"/>
                    <a:pt x="282" y="274"/>
                    <a:pt x="269" y="169"/>
                  </a:cubicBezTo>
                  <a:cubicBezTo>
                    <a:pt x="252" y="71"/>
                    <a:pt x="190" y="0"/>
                    <a:pt x="125"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7" name="Google Shape;3387;p63"/>
            <p:cNvSpPr/>
            <p:nvPr/>
          </p:nvSpPr>
          <p:spPr>
            <a:xfrm>
              <a:off x="-1569275" y="1055525"/>
              <a:ext cx="13600" cy="24550"/>
            </a:xfrm>
            <a:custGeom>
              <a:rect b="b" l="l" r="r" t="t"/>
              <a:pathLst>
                <a:path extrusionOk="0" h="982" w="544">
                  <a:moveTo>
                    <a:pt x="55" y="0"/>
                  </a:moveTo>
                  <a:cubicBezTo>
                    <a:pt x="55" y="0"/>
                    <a:pt x="1" y="538"/>
                    <a:pt x="114" y="588"/>
                  </a:cubicBezTo>
                  <a:cubicBezTo>
                    <a:pt x="191" y="620"/>
                    <a:pt x="315" y="626"/>
                    <a:pt x="394" y="626"/>
                  </a:cubicBezTo>
                  <a:cubicBezTo>
                    <a:pt x="439" y="626"/>
                    <a:pt x="470" y="624"/>
                    <a:pt x="470" y="624"/>
                  </a:cubicBezTo>
                  <a:lnTo>
                    <a:pt x="470" y="624"/>
                  </a:lnTo>
                  <a:lnTo>
                    <a:pt x="114" y="952"/>
                  </a:lnTo>
                  <a:cubicBezTo>
                    <a:pt x="114" y="952"/>
                    <a:pt x="111" y="981"/>
                    <a:pt x="139" y="981"/>
                  </a:cubicBezTo>
                  <a:cubicBezTo>
                    <a:pt x="143" y="981"/>
                    <a:pt x="147" y="981"/>
                    <a:pt x="152" y="979"/>
                  </a:cubicBezTo>
                  <a:cubicBezTo>
                    <a:pt x="192" y="966"/>
                    <a:pt x="543" y="620"/>
                    <a:pt x="539" y="611"/>
                  </a:cubicBezTo>
                  <a:cubicBezTo>
                    <a:pt x="539" y="597"/>
                    <a:pt x="165" y="588"/>
                    <a:pt x="133" y="524"/>
                  </a:cubicBezTo>
                  <a:cubicBezTo>
                    <a:pt x="97" y="465"/>
                    <a:pt x="83" y="14"/>
                    <a:pt x="55" y="0"/>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8" name="Google Shape;3388;p63"/>
            <p:cNvSpPr/>
            <p:nvPr/>
          </p:nvSpPr>
          <p:spPr>
            <a:xfrm>
              <a:off x="-1575900" y="1086575"/>
              <a:ext cx="21700" cy="6175"/>
            </a:xfrm>
            <a:custGeom>
              <a:rect b="b" l="l" r="r" t="t"/>
              <a:pathLst>
                <a:path extrusionOk="0" h="247" w="868">
                  <a:moveTo>
                    <a:pt x="508" y="0"/>
                  </a:moveTo>
                  <a:cubicBezTo>
                    <a:pt x="166" y="0"/>
                    <a:pt x="1" y="103"/>
                    <a:pt x="1" y="103"/>
                  </a:cubicBezTo>
                  <a:cubicBezTo>
                    <a:pt x="1" y="103"/>
                    <a:pt x="51" y="212"/>
                    <a:pt x="398" y="244"/>
                  </a:cubicBezTo>
                  <a:cubicBezTo>
                    <a:pt x="417" y="245"/>
                    <a:pt x="435" y="246"/>
                    <a:pt x="453" y="246"/>
                  </a:cubicBezTo>
                  <a:cubicBezTo>
                    <a:pt x="758" y="246"/>
                    <a:pt x="867" y="34"/>
                    <a:pt x="867" y="34"/>
                  </a:cubicBezTo>
                  <a:cubicBezTo>
                    <a:pt x="731" y="9"/>
                    <a:pt x="611" y="0"/>
                    <a:pt x="508"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9" name="Google Shape;3389;p63"/>
            <p:cNvSpPr/>
            <p:nvPr/>
          </p:nvSpPr>
          <p:spPr>
            <a:xfrm>
              <a:off x="-1576000" y="1089575"/>
              <a:ext cx="19975" cy="6850"/>
            </a:xfrm>
            <a:custGeom>
              <a:rect b="b" l="l" r="r" t="t"/>
              <a:pathLst>
                <a:path extrusionOk="0" h="274" w="799">
                  <a:moveTo>
                    <a:pt x="798" y="0"/>
                  </a:moveTo>
                  <a:cubicBezTo>
                    <a:pt x="798" y="0"/>
                    <a:pt x="612" y="147"/>
                    <a:pt x="393" y="151"/>
                  </a:cubicBezTo>
                  <a:cubicBezTo>
                    <a:pt x="390" y="151"/>
                    <a:pt x="386" y="151"/>
                    <a:pt x="383" y="151"/>
                  </a:cubicBezTo>
                  <a:cubicBezTo>
                    <a:pt x="173" y="151"/>
                    <a:pt x="1" y="28"/>
                    <a:pt x="1" y="28"/>
                  </a:cubicBezTo>
                  <a:lnTo>
                    <a:pt x="1" y="28"/>
                  </a:lnTo>
                  <a:cubicBezTo>
                    <a:pt x="1" y="28"/>
                    <a:pt x="104" y="274"/>
                    <a:pt x="391" y="274"/>
                  </a:cubicBezTo>
                  <a:cubicBezTo>
                    <a:pt x="412" y="274"/>
                    <a:pt x="434" y="272"/>
                    <a:pt x="457" y="269"/>
                  </a:cubicBezTo>
                  <a:cubicBezTo>
                    <a:pt x="794" y="233"/>
                    <a:pt x="798" y="0"/>
                    <a:pt x="798"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0" name="Google Shape;3390;p63"/>
            <p:cNvSpPr/>
            <p:nvPr/>
          </p:nvSpPr>
          <p:spPr>
            <a:xfrm>
              <a:off x="-1581800" y="1083100"/>
              <a:ext cx="31600" cy="10275"/>
            </a:xfrm>
            <a:custGeom>
              <a:rect b="b" l="l" r="r" t="t"/>
              <a:pathLst>
                <a:path extrusionOk="0" h="411" w="1264">
                  <a:moveTo>
                    <a:pt x="1263" y="0"/>
                  </a:moveTo>
                  <a:cubicBezTo>
                    <a:pt x="1263" y="0"/>
                    <a:pt x="1012" y="360"/>
                    <a:pt x="634" y="364"/>
                  </a:cubicBezTo>
                  <a:cubicBezTo>
                    <a:pt x="632" y="364"/>
                    <a:pt x="629" y="364"/>
                    <a:pt x="627" y="364"/>
                  </a:cubicBezTo>
                  <a:cubicBezTo>
                    <a:pt x="252" y="364"/>
                    <a:pt x="1" y="32"/>
                    <a:pt x="1" y="32"/>
                  </a:cubicBezTo>
                  <a:lnTo>
                    <a:pt x="1" y="32"/>
                  </a:lnTo>
                  <a:cubicBezTo>
                    <a:pt x="9" y="82"/>
                    <a:pt x="205" y="396"/>
                    <a:pt x="625" y="410"/>
                  </a:cubicBezTo>
                  <a:cubicBezTo>
                    <a:pt x="632" y="410"/>
                    <a:pt x="638" y="411"/>
                    <a:pt x="645" y="411"/>
                  </a:cubicBezTo>
                  <a:cubicBezTo>
                    <a:pt x="1055" y="411"/>
                    <a:pt x="1263" y="0"/>
                    <a:pt x="1263"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1" name="Google Shape;3391;p63"/>
            <p:cNvSpPr/>
            <p:nvPr/>
          </p:nvSpPr>
          <p:spPr>
            <a:xfrm>
              <a:off x="-1683325" y="1006400"/>
              <a:ext cx="142825" cy="78400"/>
            </a:xfrm>
            <a:custGeom>
              <a:rect b="b" l="l" r="r" t="t"/>
              <a:pathLst>
                <a:path extrusionOk="0" h="3136" w="5713">
                  <a:moveTo>
                    <a:pt x="3802" y="0"/>
                  </a:moveTo>
                  <a:cubicBezTo>
                    <a:pt x="3717" y="0"/>
                    <a:pt x="3629" y="2"/>
                    <a:pt x="3538" y="5"/>
                  </a:cubicBezTo>
                  <a:cubicBezTo>
                    <a:pt x="1832" y="73"/>
                    <a:pt x="1085" y="739"/>
                    <a:pt x="1085" y="739"/>
                  </a:cubicBezTo>
                  <a:cubicBezTo>
                    <a:pt x="0" y="1450"/>
                    <a:pt x="1864" y="3136"/>
                    <a:pt x="1864" y="3136"/>
                  </a:cubicBezTo>
                  <a:cubicBezTo>
                    <a:pt x="1782" y="2900"/>
                    <a:pt x="1874" y="2430"/>
                    <a:pt x="2102" y="2343"/>
                  </a:cubicBezTo>
                  <a:cubicBezTo>
                    <a:pt x="2134" y="2330"/>
                    <a:pt x="2165" y="2325"/>
                    <a:pt x="2193" y="2325"/>
                  </a:cubicBezTo>
                  <a:cubicBezTo>
                    <a:pt x="2367" y="2325"/>
                    <a:pt x="2471" y="2517"/>
                    <a:pt x="2471" y="2517"/>
                  </a:cubicBezTo>
                  <a:cubicBezTo>
                    <a:pt x="2471" y="2517"/>
                    <a:pt x="2516" y="2535"/>
                    <a:pt x="2595" y="2535"/>
                  </a:cubicBezTo>
                  <a:cubicBezTo>
                    <a:pt x="2693" y="2535"/>
                    <a:pt x="2842" y="2507"/>
                    <a:pt x="3023" y="2384"/>
                  </a:cubicBezTo>
                  <a:cubicBezTo>
                    <a:pt x="3351" y="2161"/>
                    <a:pt x="2722" y="1705"/>
                    <a:pt x="2722" y="1705"/>
                  </a:cubicBezTo>
                  <a:cubicBezTo>
                    <a:pt x="2722" y="1705"/>
                    <a:pt x="4905" y="1190"/>
                    <a:pt x="5320" y="839"/>
                  </a:cubicBezTo>
                  <a:cubicBezTo>
                    <a:pt x="5712" y="512"/>
                    <a:pt x="5296" y="0"/>
                    <a:pt x="3802" y="0"/>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2" name="Google Shape;3392;p63"/>
            <p:cNvSpPr/>
            <p:nvPr/>
          </p:nvSpPr>
          <p:spPr>
            <a:xfrm>
              <a:off x="-1598550" y="1066325"/>
              <a:ext cx="10850" cy="10650"/>
            </a:xfrm>
            <a:custGeom>
              <a:rect b="b" l="l" r="r" t="t"/>
              <a:pathLst>
                <a:path extrusionOk="0" h="426" w="434">
                  <a:moveTo>
                    <a:pt x="220" y="0"/>
                  </a:moveTo>
                  <a:cubicBezTo>
                    <a:pt x="105" y="0"/>
                    <a:pt x="10" y="85"/>
                    <a:pt x="5" y="202"/>
                  </a:cubicBezTo>
                  <a:cubicBezTo>
                    <a:pt x="0" y="320"/>
                    <a:pt x="92" y="416"/>
                    <a:pt x="210" y="425"/>
                  </a:cubicBezTo>
                  <a:cubicBezTo>
                    <a:pt x="213" y="425"/>
                    <a:pt x="215" y="425"/>
                    <a:pt x="218" y="425"/>
                  </a:cubicBezTo>
                  <a:cubicBezTo>
                    <a:pt x="329" y="425"/>
                    <a:pt x="425" y="336"/>
                    <a:pt x="429" y="219"/>
                  </a:cubicBezTo>
                  <a:cubicBezTo>
                    <a:pt x="433" y="101"/>
                    <a:pt x="343" y="6"/>
                    <a:pt x="229" y="0"/>
                  </a:cubicBezTo>
                  <a:cubicBezTo>
                    <a:pt x="226" y="0"/>
                    <a:pt x="223" y="0"/>
                    <a:pt x="220"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3" name="Google Shape;3393;p63"/>
            <p:cNvSpPr/>
            <p:nvPr/>
          </p:nvSpPr>
          <p:spPr>
            <a:xfrm>
              <a:off x="-1553550" y="1062575"/>
              <a:ext cx="10850" cy="10625"/>
            </a:xfrm>
            <a:custGeom>
              <a:rect b="b" l="l" r="r" t="t"/>
              <a:pathLst>
                <a:path extrusionOk="0" h="425" w="434">
                  <a:moveTo>
                    <a:pt x="220" y="0"/>
                  </a:moveTo>
                  <a:cubicBezTo>
                    <a:pt x="106" y="0"/>
                    <a:pt x="15" y="90"/>
                    <a:pt x="5" y="201"/>
                  </a:cubicBezTo>
                  <a:cubicBezTo>
                    <a:pt x="1" y="320"/>
                    <a:pt x="91" y="420"/>
                    <a:pt x="211" y="424"/>
                  </a:cubicBezTo>
                  <a:cubicBezTo>
                    <a:pt x="214" y="424"/>
                    <a:pt x="217" y="424"/>
                    <a:pt x="221" y="424"/>
                  </a:cubicBezTo>
                  <a:cubicBezTo>
                    <a:pt x="334" y="424"/>
                    <a:pt x="425" y="334"/>
                    <a:pt x="429" y="219"/>
                  </a:cubicBezTo>
                  <a:cubicBezTo>
                    <a:pt x="434" y="106"/>
                    <a:pt x="347" y="5"/>
                    <a:pt x="228" y="1"/>
                  </a:cubicBezTo>
                  <a:cubicBezTo>
                    <a:pt x="225" y="1"/>
                    <a:pt x="223" y="0"/>
                    <a:pt x="220"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4" name="Google Shape;3394;p63"/>
            <p:cNvSpPr/>
            <p:nvPr/>
          </p:nvSpPr>
          <p:spPr>
            <a:xfrm>
              <a:off x="-1632175" y="1071950"/>
              <a:ext cx="10075" cy="19475"/>
            </a:xfrm>
            <a:custGeom>
              <a:rect b="b" l="l" r="r" t="t"/>
              <a:pathLst>
                <a:path extrusionOk="0" h="779" w="403">
                  <a:moveTo>
                    <a:pt x="177" y="0"/>
                  </a:moveTo>
                  <a:cubicBezTo>
                    <a:pt x="88" y="0"/>
                    <a:pt x="9" y="101"/>
                    <a:pt x="1" y="113"/>
                  </a:cubicBezTo>
                  <a:lnTo>
                    <a:pt x="51" y="150"/>
                  </a:lnTo>
                  <a:cubicBezTo>
                    <a:pt x="68" y="129"/>
                    <a:pt x="130" y="66"/>
                    <a:pt x="176" y="66"/>
                  </a:cubicBezTo>
                  <a:cubicBezTo>
                    <a:pt x="180" y="66"/>
                    <a:pt x="184" y="66"/>
                    <a:pt x="188" y="68"/>
                  </a:cubicBezTo>
                  <a:cubicBezTo>
                    <a:pt x="215" y="72"/>
                    <a:pt x="256" y="109"/>
                    <a:pt x="279" y="268"/>
                  </a:cubicBezTo>
                  <a:cubicBezTo>
                    <a:pt x="329" y="651"/>
                    <a:pt x="184" y="719"/>
                    <a:pt x="184" y="719"/>
                  </a:cubicBezTo>
                  <a:lnTo>
                    <a:pt x="207" y="779"/>
                  </a:lnTo>
                  <a:cubicBezTo>
                    <a:pt x="215" y="779"/>
                    <a:pt x="402" y="701"/>
                    <a:pt x="343" y="259"/>
                  </a:cubicBezTo>
                  <a:cubicBezTo>
                    <a:pt x="320" y="109"/>
                    <a:pt x="279" y="22"/>
                    <a:pt x="207" y="4"/>
                  </a:cubicBezTo>
                  <a:cubicBezTo>
                    <a:pt x="196" y="1"/>
                    <a:pt x="186" y="0"/>
                    <a:pt x="177" y="0"/>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5" name="Google Shape;3395;p63"/>
            <p:cNvSpPr/>
            <p:nvPr/>
          </p:nvSpPr>
          <p:spPr>
            <a:xfrm>
              <a:off x="-1561525" y="1036700"/>
              <a:ext cx="17250" cy="10300"/>
            </a:xfrm>
            <a:custGeom>
              <a:rect b="b" l="l" r="r" t="t"/>
              <a:pathLst>
                <a:path extrusionOk="0" h="412" w="690">
                  <a:moveTo>
                    <a:pt x="423" y="0"/>
                  </a:moveTo>
                  <a:cubicBezTo>
                    <a:pt x="383" y="0"/>
                    <a:pt x="338" y="8"/>
                    <a:pt x="288" y="28"/>
                  </a:cubicBezTo>
                  <a:cubicBezTo>
                    <a:pt x="0" y="138"/>
                    <a:pt x="14" y="411"/>
                    <a:pt x="14" y="411"/>
                  </a:cubicBezTo>
                  <a:cubicBezTo>
                    <a:pt x="14" y="411"/>
                    <a:pt x="166" y="67"/>
                    <a:pt x="424" y="67"/>
                  </a:cubicBezTo>
                  <a:cubicBezTo>
                    <a:pt x="503" y="67"/>
                    <a:pt x="592" y="99"/>
                    <a:pt x="689" y="184"/>
                  </a:cubicBezTo>
                  <a:cubicBezTo>
                    <a:pt x="689" y="184"/>
                    <a:pt x="611" y="0"/>
                    <a:pt x="423"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6" name="Google Shape;3396;p63"/>
            <p:cNvSpPr/>
            <p:nvPr/>
          </p:nvSpPr>
          <p:spPr>
            <a:xfrm>
              <a:off x="-1605400" y="1042300"/>
              <a:ext cx="26575" cy="7100"/>
            </a:xfrm>
            <a:custGeom>
              <a:rect b="b" l="l" r="r" t="t"/>
              <a:pathLst>
                <a:path extrusionOk="0" h="284" w="1063">
                  <a:moveTo>
                    <a:pt x="560" y="1"/>
                  </a:moveTo>
                  <a:cubicBezTo>
                    <a:pt x="519" y="1"/>
                    <a:pt x="475" y="5"/>
                    <a:pt x="430" y="14"/>
                  </a:cubicBezTo>
                  <a:cubicBezTo>
                    <a:pt x="28" y="96"/>
                    <a:pt x="1" y="283"/>
                    <a:pt x="1" y="283"/>
                  </a:cubicBezTo>
                  <a:cubicBezTo>
                    <a:pt x="1" y="283"/>
                    <a:pt x="201" y="91"/>
                    <a:pt x="534" y="91"/>
                  </a:cubicBezTo>
                  <a:cubicBezTo>
                    <a:pt x="685" y="91"/>
                    <a:pt x="864" y="131"/>
                    <a:pt x="1063" y="246"/>
                  </a:cubicBezTo>
                  <a:cubicBezTo>
                    <a:pt x="1063" y="246"/>
                    <a:pt x="877" y="1"/>
                    <a:pt x="560"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7" name="Google Shape;3397;p63"/>
            <p:cNvSpPr/>
            <p:nvPr/>
          </p:nvSpPr>
          <p:spPr>
            <a:xfrm>
              <a:off x="-1656325" y="1007675"/>
              <a:ext cx="88125" cy="18350"/>
            </a:xfrm>
            <a:custGeom>
              <a:rect b="b" l="l" r="r" t="t"/>
              <a:pathLst>
                <a:path extrusionOk="0" h="734" w="3525">
                  <a:moveTo>
                    <a:pt x="3501" y="0"/>
                  </a:moveTo>
                  <a:cubicBezTo>
                    <a:pt x="2941" y="599"/>
                    <a:pt x="1582" y="699"/>
                    <a:pt x="733" y="699"/>
                  </a:cubicBezTo>
                  <a:cubicBezTo>
                    <a:pt x="311" y="699"/>
                    <a:pt x="14" y="674"/>
                    <a:pt x="5" y="674"/>
                  </a:cubicBezTo>
                  <a:lnTo>
                    <a:pt x="1" y="706"/>
                  </a:lnTo>
                  <a:cubicBezTo>
                    <a:pt x="10" y="706"/>
                    <a:pt x="306" y="733"/>
                    <a:pt x="729" y="733"/>
                  </a:cubicBezTo>
                  <a:cubicBezTo>
                    <a:pt x="1587" y="733"/>
                    <a:pt x="2959" y="629"/>
                    <a:pt x="3524" y="18"/>
                  </a:cubicBezTo>
                  <a:lnTo>
                    <a:pt x="3501" y="0"/>
                  </a:ln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8" name="Google Shape;3398;p63"/>
            <p:cNvSpPr/>
            <p:nvPr/>
          </p:nvSpPr>
          <p:spPr>
            <a:xfrm>
              <a:off x="-1664625" y="1013925"/>
              <a:ext cx="113625" cy="27275"/>
            </a:xfrm>
            <a:custGeom>
              <a:rect b="b" l="l" r="r" t="t"/>
              <a:pathLst>
                <a:path extrusionOk="0" h="1091" w="4545">
                  <a:moveTo>
                    <a:pt x="4513" y="1"/>
                  </a:moveTo>
                  <a:cubicBezTo>
                    <a:pt x="4475" y="196"/>
                    <a:pt x="3933" y="693"/>
                    <a:pt x="2502" y="953"/>
                  </a:cubicBezTo>
                  <a:cubicBezTo>
                    <a:pt x="2076" y="1029"/>
                    <a:pt x="1680" y="1056"/>
                    <a:pt x="1335" y="1056"/>
                  </a:cubicBezTo>
                  <a:cubicBezTo>
                    <a:pt x="541" y="1056"/>
                    <a:pt x="15" y="915"/>
                    <a:pt x="9" y="912"/>
                  </a:cubicBezTo>
                  <a:lnTo>
                    <a:pt x="0" y="944"/>
                  </a:lnTo>
                  <a:cubicBezTo>
                    <a:pt x="9" y="948"/>
                    <a:pt x="533" y="1090"/>
                    <a:pt x="1331" y="1090"/>
                  </a:cubicBezTo>
                  <a:cubicBezTo>
                    <a:pt x="1677" y="1090"/>
                    <a:pt x="2079" y="1063"/>
                    <a:pt x="2506" y="985"/>
                  </a:cubicBezTo>
                  <a:cubicBezTo>
                    <a:pt x="3905" y="735"/>
                    <a:pt x="4498" y="251"/>
                    <a:pt x="4544" y="5"/>
                  </a:cubicBezTo>
                  <a:lnTo>
                    <a:pt x="4513" y="1"/>
                  </a:ln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9" name="Google Shape;3399;p63"/>
            <p:cNvSpPr/>
            <p:nvPr/>
          </p:nvSpPr>
          <p:spPr>
            <a:xfrm>
              <a:off x="-1661675" y="1010625"/>
              <a:ext cx="104150" cy="22800"/>
            </a:xfrm>
            <a:custGeom>
              <a:rect b="b" l="l" r="r" t="t"/>
              <a:pathLst>
                <a:path extrusionOk="0" h="912" w="4166">
                  <a:moveTo>
                    <a:pt x="4134" y="0"/>
                  </a:moveTo>
                  <a:cubicBezTo>
                    <a:pt x="4134" y="5"/>
                    <a:pt x="4071" y="474"/>
                    <a:pt x="2621" y="752"/>
                  </a:cubicBezTo>
                  <a:cubicBezTo>
                    <a:pt x="2130" y="847"/>
                    <a:pt x="1675" y="879"/>
                    <a:pt x="1287" y="879"/>
                  </a:cubicBezTo>
                  <a:cubicBezTo>
                    <a:pt x="521" y="879"/>
                    <a:pt x="16" y="755"/>
                    <a:pt x="9" y="752"/>
                  </a:cubicBezTo>
                  <a:lnTo>
                    <a:pt x="1" y="785"/>
                  </a:lnTo>
                  <a:cubicBezTo>
                    <a:pt x="9" y="785"/>
                    <a:pt x="520" y="912"/>
                    <a:pt x="1290" y="912"/>
                  </a:cubicBezTo>
                  <a:cubicBezTo>
                    <a:pt x="1682" y="912"/>
                    <a:pt x="2138" y="880"/>
                    <a:pt x="2630" y="785"/>
                  </a:cubicBezTo>
                  <a:cubicBezTo>
                    <a:pt x="4107" y="497"/>
                    <a:pt x="4166" y="23"/>
                    <a:pt x="4166"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0" name="Google Shape;3400;p63"/>
            <p:cNvSpPr/>
            <p:nvPr/>
          </p:nvSpPr>
          <p:spPr>
            <a:xfrm>
              <a:off x="-1608925" y="1034075"/>
              <a:ext cx="38425" cy="38425"/>
            </a:xfrm>
            <a:custGeom>
              <a:rect b="b" l="l" r="r" t="t"/>
              <a:pathLst>
                <a:path extrusionOk="0" h="1537" w="1537">
                  <a:moveTo>
                    <a:pt x="771" y="33"/>
                  </a:moveTo>
                  <a:cubicBezTo>
                    <a:pt x="1177" y="33"/>
                    <a:pt x="1505" y="361"/>
                    <a:pt x="1505" y="767"/>
                  </a:cubicBezTo>
                  <a:cubicBezTo>
                    <a:pt x="1505" y="1172"/>
                    <a:pt x="1177" y="1501"/>
                    <a:pt x="771" y="1501"/>
                  </a:cubicBezTo>
                  <a:cubicBezTo>
                    <a:pt x="365" y="1501"/>
                    <a:pt x="37" y="1172"/>
                    <a:pt x="37" y="767"/>
                  </a:cubicBezTo>
                  <a:cubicBezTo>
                    <a:pt x="37" y="361"/>
                    <a:pt x="365" y="33"/>
                    <a:pt x="771" y="33"/>
                  </a:cubicBezTo>
                  <a:close/>
                  <a:moveTo>
                    <a:pt x="771" y="1"/>
                  </a:moveTo>
                  <a:cubicBezTo>
                    <a:pt x="347" y="1"/>
                    <a:pt x="1" y="343"/>
                    <a:pt x="1" y="767"/>
                  </a:cubicBezTo>
                  <a:cubicBezTo>
                    <a:pt x="1" y="1191"/>
                    <a:pt x="347" y="1537"/>
                    <a:pt x="771" y="1537"/>
                  </a:cubicBezTo>
                  <a:cubicBezTo>
                    <a:pt x="1195" y="1537"/>
                    <a:pt x="1536" y="1191"/>
                    <a:pt x="1536" y="767"/>
                  </a:cubicBezTo>
                  <a:cubicBezTo>
                    <a:pt x="1536" y="343"/>
                    <a:pt x="1195" y="1"/>
                    <a:pt x="771" y="1"/>
                  </a:cubicBezTo>
                  <a:close/>
                </a:path>
              </a:pathLst>
            </a:custGeom>
            <a:solidFill>
              <a:srgbClr val="4A7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1" name="Google Shape;3401;p63"/>
            <p:cNvSpPr/>
            <p:nvPr/>
          </p:nvSpPr>
          <p:spPr>
            <a:xfrm>
              <a:off x="-1563450" y="1034075"/>
              <a:ext cx="38425" cy="38425"/>
            </a:xfrm>
            <a:custGeom>
              <a:rect b="b" l="l" r="r" t="t"/>
              <a:pathLst>
                <a:path extrusionOk="0" h="1537" w="1537">
                  <a:moveTo>
                    <a:pt x="766" y="33"/>
                  </a:moveTo>
                  <a:cubicBezTo>
                    <a:pt x="1171" y="33"/>
                    <a:pt x="1499" y="361"/>
                    <a:pt x="1499" y="767"/>
                  </a:cubicBezTo>
                  <a:cubicBezTo>
                    <a:pt x="1499" y="1172"/>
                    <a:pt x="1171" y="1501"/>
                    <a:pt x="766" y="1501"/>
                  </a:cubicBezTo>
                  <a:cubicBezTo>
                    <a:pt x="361" y="1501"/>
                    <a:pt x="32" y="1172"/>
                    <a:pt x="32" y="767"/>
                  </a:cubicBezTo>
                  <a:cubicBezTo>
                    <a:pt x="32" y="361"/>
                    <a:pt x="361" y="33"/>
                    <a:pt x="766" y="33"/>
                  </a:cubicBezTo>
                  <a:close/>
                  <a:moveTo>
                    <a:pt x="766" y="1"/>
                  </a:moveTo>
                  <a:cubicBezTo>
                    <a:pt x="342" y="1"/>
                    <a:pt x="1" y="343"/>
                    <a:pt x="1" y="767"/>
                  </a:cubicBezTo>
                  <a:cubicBezTo>
                    <a:pt x="1" y="1191"/>
                    <a:pt x="342" y="1537"/>
                    <a:pt x="766" y="1537"/>
                  </a:cubicBezTo>
                  <a:cubicBezTo>
                    <a:pt x="1190" y="1537"/>
                    <a:pt x="1536" y="1191"/>
                    <a:pt x="1536" y="767"/>
                  </a:cubicBezTo>
                  <a:cubicBezTo>
                    <a:pt x="1536" y="343"/>
                    <a:pt x="1190" y="1"/>
                    <a:pt x="766" y="1"/>
                  </a:cubicBezTo>
                  <a:close/>
                </a:path>
              </a:pathLst>
            </a:custGeom>
            <a:solidFill>
              <a:srgbClr val="4A7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2" name="Google Shape;3402;p63"/>
            <p:cNvSpPr/>
            <p:nvPr/>
          </p:nvSpPr>
          <p:spPr>
            <a:xfrm>
              <a:off x="-1570975" y="1054150"/>
              <a:ext cx="7875" cy="825"/>
            </a:xfrm>
            <a:custGeom>
              <a:rect b="b" l="l" r="r" t="t"/>
              <a:pathLst>
                <a:path extrusionOk="0" h="33" w="315">
                  <a:moveTo>
                    <a:pt x="1" y="1"/>
                  </a:moveTo>
                  <a:lnTo>
                    <a:pt x="1" y="32"/>
                  </a:lnTo>
                  <a:lnTo>
                    <a:pt x="315" y="32"/>
                  </a:lnTo>
                  <a:lnTo>
                    <a:pt x="315" y="1"/>
                  </a:lnTo>
                  <a:close/>
                </a:path>
              </a:pathLst>
            </a:custGeom>
            <a:solidFill>
              <a:srgbClr val="4A7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3" name="Google Shape;3403;p63"/>
            <p:cNvSpPr/>
            <p:nvPr/>
          </p:nvSpPr>
          <p:spPr>
            <a:xfrm>
              <a:off x="-1727100" y="1462150"/>
              <a:ext cx="250150" cy="224875"/>
            </a:xfrm>
            <a:custGeom>
              <a:rect b="b" l="l" r="r" t="t"/>
              <a:pathLst>
                <a:path extrusionOk="0" h="8995" w="10006">
                  <a:moveTo>
                    <a:pt x="2918" y="1"/>
                  </a:moveTo>
                  <a:cubicBezTo>
                    <a:pt x="2918" y="1"/>
                    <a:pt x="739" y="3228"/>
                    <a:pt x="302" y="5895"/>
                  </a:cubicBezTo>
                  <a:cubicBezTo>
                    <a:pt x="1" y="7729"/>
                    <a:pt x="2473" y="8994"/>
                    <a:pt x="4761" y="8994"/>
                  </a:cubicBezTo>
                  <a:cubicBezTo>
                    <a:pt x="5797" y="8994"/>
                    <a:pt x="6796" y="8734"/>
                    <a:pt x="7481" y="8150"/>
                  </a:cubicBezTo>
                  <a:cubicBezTo>
                    <a:pt x="10005" y="6000"/>
                    <a:pt x="9094" y="4354"/>
                    <a:pt x="8638" y="2550"/>
                  </a:cubicBezTo>
                  <a:cubicBezTo>
                    <a:pt x="8219" y="899"/>
                    <a:pt x="7453" y="1"/>
                    <a:pt x="7453"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4" name="Google Shape;3404;p63"/>
            <p:cNvSpPr/>
            <p:nvPr/>
          </p:nvSpPr>
          <p:spPr>
            <a:xfrm>
              <a:off x="-1680600" y="1475500"/>
              <a:ext cx="58375" cy="33850"/>
            </a:xfrm>
            <a:custGeom>
              <a:rect b="b" l="l" r="r" t="t"/>
              <a:pathLst>
                <a:path extrusionOk="0" h="1354" w="2335">
                  <a:moveTo>
                    <a:pt x="2270" y="1"/>
                  </a:moveTo>
                  <a:cubicBezTo>
                    <a:pt x="2270" y="5"/>
                    <a:pt x="2234" y="420"/>
                    <a:pt x="1528" y="967"/>
                  </a:cubicBezTo>
                  <a:cubicBezTo>
                    <a:pt x="1203" y="1220"/>
                    <a:pt x="863" y="1288"/>
                    <a:pt x="589" y="1288"/>
                  </a:cubicBezTo>
                  <a:cubicBezTo>
                    <a:pt x="265" y="1288"/>
                    <a:pt x="33" y="1193"/>
                    <a:pt x="28" y="1190"/>
                  </a:cubicBezTo>
                  <a:lnTo>
                    <a:pt x="1" y="1250"/>
                  </a:lnTo>
                  <a:cubicBezTo>
                    <a:pt x="5" y="1254"/>
                    <a:pt x="251" y="1354"/>
                    <a:pt x="589" y="1354"/>
                  </a:cubicBezTo>
                  <a:cubicBezTo>
                    <a:pt x="876" y="1354"/>
                    <a:pt x="1231" y="1282"/>
                    <a:pt x="1569" y="1021"/>
                  </a:cubicBezTo>
                  <a:cubicBezTo>
                    <a:pt x="2302" y="451"/>
                    <a:pt x="2335" y="24"/>
                    <a:pt x="2335" y="5"/>
                  </a:cubicBezTo>
                  <a:lnTo>
                    <a:pt x="2270"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5" name="Google Shape;3405;p63"/>
            <p:cNvSpPr/>
            <p:nvPr/>
          </p:nvSpPr>
          <p:spPr>
            <a:xfrm>
              <a:off x="-1662700" y="1474700"/>
              <a:ext cx="133575" cy="1625"/>
            </a:xfrm>
            <a:custGeom>
              <a:rect b="b" l="l" r="r" t="t"/>
              <a:pathLst>
                <a:path extrusionOk="0" h="65" w="5343">
                  <a:moveTo>
                    <a:pt x="0" y="1"/>
                  </a:moveTo>
                  <a:lnTo>
                    <a:pt x="0" y="64"/>
                  </a:lnTo>
                  <a:lnTo>
                    <a:pt x="5342" y="64"/>
                  </a:lnTo>
                  <a:lnTo>
                    <a:pt x="5342"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6" name="Google Shape;3406;p63"/>
            <p:cNvSpPr/>
            <p:nvPr/>
          </p:nvSpPr>
          <p:spPr>
            <a:xfrm>
              <a:off x="-1721625" y="1571125"/>
              <a:ext cx="174900" cy="409625"/>
            </a:xfrm>
            <a:custGeom>
              <a:rect b="b" l="l" r="r" t="t"/>
              <a:pathLst>
                <a:path extrusionOk="0" h="16385" w="6996">
                  <a:moveTo>
                    <a:pt x="2527" y="1"/>
                  </a:moveTo>
                  <a:cubicBezTo>
                    <a:pt x="1747" y="1"/>
                    <a:pt x="888" y="409"/>
                    <a:pt x="156" y="1572"/>
                  </a:cubicBezTo>
                  <a:cubicBezTo>
                    <a:pt x="156" y="1572"/>
                    <a:pt x="1" y="4047"/>
                    <a:pt x="1801" y="8418"/>
                  </a:cubicBezTo>
                  <a:cubicBezTo>
                    <a:pt x="3597" y="12788"/>
                    <a:pt x="4039" y="16147"/>
                    <a:pt x="5365" y="16366"/>
                  </a:cubicBezTo>
                  <a:cubicBezTo>
                    <a:pt x="5440" y="16378"/>
                    <a:pt x="5511" y="16385"/>
                    <a:pt x="5579" y="16385"/>
                  </a:cubicBezTo>
                  <a:cubicBezTo>
                    <a:pt x="6725" y="16385"/>
                    <a:pt x="6995" y="14664"/>
                    <a:pt x="6888" y="12788"/>
                  </a:cubicBezTo>
                  <a:cubicBezTo>
                    <a:pt x="6778" y="10806"/>
                    <a:pt x="5266" y="1918"/>
                    <a:pt x="4481" y="947"/>
                  </a:cubicBezTo>
                  <a:cubicBezTo>
                    <a:pt x="4077" y="450"/>
                    <a:pt x="3346" y="1"/>
                    <a:pt x="2527"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7" name="Google Shape;3407;p63"/>
            <p:cNvSpPr/>
            <p:nvPr/>
          </p:nvSpPr>
          <p:spPr>
            <a:xfrm>
              <a:off x="-1738350" y="1560675"/>
              <a:ext cx="212400" cy="503700"/>
            </a:xfrm>
            <a:custGeom>
              <a:rect b="b" l="l" r="r" t="t"/>
              <a:pathLst>
                <a:path extrusionOk="0" h="20148" w="8496">
                  <a:moveTo>
                    <a:pt x="3405" y="0"/>
                  </a:moveTo>
                  <a:cubicBezTo>
                    <a:pt x="2451" y="0"/>
                    <a:pt x="1359" y="490"/>
                    <a:pt x="684" y="2164"/>
                  </a:cubicBezTo>
                  <a:cubicBezTo>
                    <a:pt x="684" y="2164"/>
                    <a:pt x="0" y="6156"/>
                    <a:pt x="1336" y="9920"/>
                  </a:cubicBezTo>
                  <a:cubicBezTo>
                    <a:pt x="2666" y="13681"/>
                    <a:pt x="3114" y="14482"/>
                    <a:pt x="2981" y="16083"/>
                  </a:cubicBezTo>
                  <a:cubicBezTo>
                    <a:pt x="2856" y="17552"/>
                    <a:pt x="3634" y="20148"/>
                    <a:pt x="5591" y="20148"/>
                  </a:cubicBezTo>
                  <a:cubicBezTo>
                    <a:pt x="5764" y="20148"/>
                    <a:pt x="5947" y="20127"/>
                    <a:pt x="6139" y="20084"/>
                  </a:cubicBezTo>
                  <a:cubicBezTo>
                    <a:pt x="8495" y="19550"/>
                    <a:pt x="8091" y="16794"/>
                    <a:pt x="8091" y="14436"/>
                  </a:cubicBezTo>
                  <a:cubicBezTo>
                    <a:pt x="8095" y="12080"/>
                    <a:pt x="5405" y="1356"/>
                    <a:pt x="5319" y="824"/>
                  </a:cubicBezTo>
                  <a:cubicBezTo>
                    <a:pt x="5272" y="549"/>
                    <a:pt x="4415" y="0"/>
                    <a:pt x="3405"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8" name="Google Shape;3408;p63"/>
            <p:cNvSpPr/>
            <p:nvPr/>
          </p:nvSpPr>
          <p:spPr>
            <a:xfrm>
              <a:off x="-1686975" y="1904775"/>
              <a:ext cx="145300" cy="590300"/>
            </a:xfrm>
            <a:custGeom>
              <a:rect b="b" l="l" r="r" t="t"/>
              <a:pathLst>
                <a:path extrusionOk="0" h="23612" w="5812">
                  <a:moveTo>
                    <a:pt x="4359" y="0"/>
                  </a:moveTo>
                  <a:cubicBezTo>
                    <a:pt x="3797" y="0"/>
                    <a:pt x="3207" y="353"/>
                    <a:pt x="2891" y="1257"/>
                  </a:cubicBezTo>
                  <a:cubicBezTo>
                    <a:pt x="2891" y="1257"/>
                    <a:pt x="1747" y="4187"/>
                    <a:pt x="876" y="7988"/>
                  </a:cubicBezTo>
                  <a:cubicBezTo>
                    <a:pt x="1" y="11789"/>
                    <a:pt x="183" y="21743"/>
                    <a:pt x="525" y="22915"/>
                  </a:cubicBezTo>
                  <a:cubicBezTo>
                    <a:pt x="619" y="23244"/>
                    <a:pt x="905" y="23612"/>
                    <a:pt x="1188" y="23612"/>
                  </a:cubicBezTo>
                  <a:cubicBezTo>
                    <a:pt x="1382" y="23612"/>
                    <a:pt x="1575" y="23438"/>
                    <a:pt x="1705" y="22960"/>
                  </a:cubicBezTo>
                  <a:cubicBezTo>
                    <a:pt x="2020" y="21784"/>
                    <a:pt x="5625" y="2801"/>
                    <a:pt x="5743" y="1421"/>
                  </a:cubicBezTo>
                  <a:cubicBezTo>
                    <a:pt x="5811" y="631"/>
                    <a:pt x="5110" y="0"/>
                    <a:pt x="4359"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9" name="Google Shape;3409;p63"/>
            <p:cNvSpPr/>
            <p:nvPr/>
          </p:nvSpPr>
          <p:spPr>
            <a:xfrm>
              <a:off x="-1713975" y="1887725"/>
              <a:ext cx="183325" cy="493975"/>
            </a:xfrm>
            <a:custGeom>
              <a:rect b="b" l="l" r="r" t="t"/>
              <a:pathLst>
                <a:path extrusionOk="0" h="19759" w="7333">
                  <a:moveTo>
                    <a:pt x="4849" y="0"/>
                  </a:moveTo>
                  <a:cubicBezTo>
                    <a:pt x="4511" y="0"/>
                    <a:pt x="4152" y="65"/>
                    <a:pt x="3784" y="202"/>
                  </a:cubicBezTo>
                  <a:cubicBezTo>
                    <a:pt x="1869" y="913"/>
                    <a:pt x="2029" y="2467"/>
                    <a:pt x="2029" y="2467"/>
                  </a:cubicBezTo>
                  <a:cubicBezTo>
                    <a:pt x="2029" y="2467"/>
                    <a:pt x="1691" y="5890"/>
                    <a:pt x="1691" y="6556"/>
                  </a:cubicBezTo>
                  <a:cubicBezTo>
                    <a:pt x="1691" y="7225"/>
                    <a:pt x="0" y="19758"/>
                    <a:pt x="0" y="19758"/>
                  </a:cubicBezTo>
                  <a:lnTo>
                    <a:pt x="5520" y="19758"/>
                  </a:lnTo>
                  <a:cubicBezTo>
                    <a:pt x="5520" y="19758"/>
                    <a:pt x="6495" y="13802"/>
                    <a:pt x="6764" y="11314"/>
                  </a:cubicBezTo>
                  <a:cubicBezTo>
                    <a:pt x="7028" y="8825"/>
                    <a:pt x="7137" y="2868"/>
                    <a:pt x="7137" y="2868"/>
                  </a:cubicBezTo>
                  <a:cubicBezTo>
                    <a:pt x="7333" y="1142"/>
                    <a:pt x="6273" y="0"/>
                    <a:pt x="4849"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0" name="Google Shape;3410;p63"/>
            <p:cNvSpPr/>
            <p:nvPr/>
          </p:nvSpPr>
          <p:spPr>
            <a:xfrm>
              <a:off x="-1706325" y="2324250"/>
              <a:ext cx="138675" cy="1750"/>
            </a:xfrm>
            <a:custGeom>
              <a:rect b="b" l="l" r="r" t="t"/>
              <a:pathLst>
                <a:path extrusionOk="0" h="70" w="5547">
                  <a:moveTo>
                    <a:pt x="0" y="0"/>
                  </a:moveTo>
                  <a:lnTo>
                    <a:pt x="0" y="69"/>
                  </a:lnTo>
                  <a:lnTo>
                    <a:pt x="5546" y="69"/>
                  </a:lnTo>
                  <a:lnTo>
                    <a:pt x="5546" y="0"/>
                  </a:lnTo>
                  <a:cubicBezTo>
                    <a:pt x="5510" y="0"/>
                    <a:pt x="3111" y="5"/>
                    <a:pt x="1480" y="5"/>
                  </a:cubicBezTo>
                  <a:cubicBezTo>
                    <a:pt x="665" y="5"/>
                    <a:pt x="41" y="4"/>
                    <a:pt x="0"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1" name="Google Shape;3411;p63"/>
            <p:cNvSpPr/>
            <p:nvPr/>
          </p:nvSpPr>
          <p:spPr>
            <a:xfrm>
              <a:off x="-1680125" y="2502925"/>
              <a:ext cx="214800" cy="27475"/>
            </a:xfrm>
            <a:custGeom>
              <a:rect b="b" l="l" r="r" t="t"/>
              <a:pathLst>
                <a:path extrusionOk="0" h="1099" w="8592">
                  <a:moveTo>
                    <a:pt x="0" y="1"/>
                  </a:moveTo>
                  <a:lnTo>
                    <a:pt x="0" y="1099"/>
                  </a:lnTo>
                  <a:lnTo>
                    <a:pt x="8591" y="1099"/>
                  </a:lnTo>
                  <a:cubicBezTo>
                    <a:pt x="8591" y="1099"/>
                    <a:pt x="8564" y="985"/>
                    <a:pt x="8391" y="1"/>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2" name="Google Shape;3412;p63"/>
            <p:cNvSpPr/>
            <p:nvPr/>
          </p:nvSpPr>
          <p:spPr>
            <a:xfrm>
              <a:off x="-1680125" y="2403450"/>
              <a:ext cx="209800" cy="99500"/>
            </a:xfrm>
            <a:custGeom>
              <a:rect b="b" l="l" r="r" t="t"/>
              <a:pathLst>
                <a:path extrusionOk="0" h="3980" w="8392">
                  <a:moveTo>
                    <a:pt x="0" y="0"/>
                  </a:moveTo>
                  <a:lnTo>
                    <a:pt x="0" y="3980"/>
                  </a:lnTo>
                  <a:lnTo>
                    <a:pt x="8391" y="3980"/>
                  </a:lnTo>
                  <a:cubicBezTo>
                    <a:pt x="8387" y="3961"/>
                    <a:pt x="8387" y="3938"/>
                    <a:pt x="8381" y="3915"/>
                  </a:cubicBezTo>
                  <a:cubicBezTo>
                    <a:pt x="8200" y="2876"/>
                    <a:pt x="5351" y="2644"/>
                    <a:pt x="3610" y="2475"/>
                  </a:cubicBezTo>
                  <a:cubicBezTo>
                    <a:pt x="1869" y="2307"/>
                    <a:pt x="2115" y="0"/>
                    <a:pt x="2115"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3" name="Google Shape;3413;p63"/>
            <p:cNvSpPr/>
            <p:nvPr/>
          </p:nvSpPr>
          <p:spPr>
            <a:xfrm>
              <a:off x="-1582475" y="2480600"/>
              <a:ext cx="95950" cy="22575"/>
            </a:xfrm>
            <a:custGeom>
              <a:rect b="b" l="l" r="r" t="t"/>
              <a:pathLst>
                <a:path extrusionOk="0" h="903" w="3838">
                  <a:moveTo>
                    <a:pt x="2458" y="0"/>
                  </a:moveTo>
                  <a:cubicBezTo>
                    <a:pt x="2094" y="0"/>
                    <a:pt x="1709" y="6"/>
                    <a:pt x="1372" y="23"/>
                  </a:cubicBezTo>
                  <a:cubicBezTo>
                    <a:pt x="346" y="73"/>
                    <a:pt x="5" y="875"/>
                    <a:pt x="0" y="884"/>
                  </a:cubicBezTo>
                  <a:lnTo>
                    <a:pt x="51" y="902"/>
                  </a:lnTo>
                  <a:cubicBezTo>
                    <a:pt x="55" y="898"/>
                    <a:pt x="383" y="128"/>
                    <a:pt x="1376" y="78"/>
                  </a:cubicBezTo>
                  <a:cubicBezTo>
                    <a:pt x="1712" y="61"/>
                    <a:pt x="2096" y="55"/>
                    <a:pt x="2458" y="55"/>
                  </a:cubicBezTo>
                  <a:cubicBezTo>
                    <a:pt x="3183" y="55"/>
                    <a:pt x="3825" y="78"/>
                    <a:pt x="3838" y="78"/>
                  </a:cubicBezTo>
                  <a:lnTo>
                    <a:pt x="3838" y="23"/>
                  </a:lnTo>
                  <a:cubicBezTo>
                    <a:pt x="3829" y="23"/>
                    <a:pt x="3186" y="0"/>
                    <a:pt x="245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4" name="Google Shape;3414;p63"/>
            <p:cNvSpPr/>
            <p:nvPr/>
          </p:nvSpPr>
          <p:spPr>
            <a:xfrm>
              <a:off x="-1654375" y="2403450"/>
              <a:ext cx="72825" cy="69650"/>
            </a:xfrm>
            <a:custGeom>
              <a:rect b="b" l="l" r="r" t="t"/>
              <a:pathLst>
                <a:path extrusionOk="0" h="2786" w="2913">
                  <a:moveTo>
                    <a:pt x="14" y="0"/>
                  </a:moveTo>
                  <a:cubicBezTo>
                    <a:pt x="14" y="96"/>
                    <a:pt x="1" y="2366"/>
                    <a:pt x="876" y="2676"/>
                  </a:cubicBezTo>
                  <a:cubicBezTo>
                    <a:pt x="1095" y="2753"/>
                    <a:pt x="1331" y="2785"/>
                    <a:pt x="1568" y="2785"/>
                  </a:cubicBezTo>
                  <a:cubicBezTo>
                    <a:pt x="2256" y="2785"/>
                    <a:pt x="2904" y="2535"/>
                    <a:pt x="2912" y="2530"/>
                  </a:cubicBezTo>
                  <a:lnTo>
                    <a:pt x="2890" y="2480"/>
                  </a:lnTo>
                  <a:cubicBezTo>
                    <a:pt x="2883" y="2483"/>
                    <a:pt x="2244" y="2730"/>
                    <a:pt x="1569" y="2730"/>
                  </a:cubicBezTo>
                  <a:cubicBezTo>
                    <a:pt x="1340" y="2730"/>
                    <a:pt x="1107" y="2702"/>
                    <a:pt x="893" y="2625"/>
                  </a:cubicBezTo>
                  <a:cubicBezTo>
                    <a:pt x="55" y="2329"/>
                    <a:pt x="68" y="23"/>
                    <a:pt x="6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5" name="Google Shape;3415;p63"/>
            <p:cNvSpPr/>
            <p:nvPr/>
          </p:nvSpPr>
          <p:spPr>
            <a:xfrm>
              <a:off x="-1653675" y="2410375"/>
              <a:ext cx="28375" cy="19525"/>
            </a:xfrm>
            <a:custGeom>
              <a:rect b="b" l="l" r="r" t="t"/>
              <a:pathLst>
                <a:path extrusionOk="0" h="781" w="1135">
                  <a:moveTo>
                    <a:pt x="27" y="1"/>
                  </a:moveTo>
                  <a:lnTo>
                    <a:pt x="0" y="47"/>
                  </a:lnTo>
                  <a:lnTo>
                    <a:pt x="1107" y="781"/>
                  </a:lnTo>
                  <a:lnTo>
                    <a:pt x="1134" y="735"/>
                  </a:lnTo>
                  <a:lnTo>
                    <a:pt x="2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6" name="Google Shape;3416;p63"/>
            <p:cNvSpPr/>
            <p:nvPr/>
          </p:nvSpPr>
          <p:spPr>
            <a:xfrm>
              <a:off x="-1651875" y="2415525"/>
              <a:ext cx="24875" cy="14500"/>
            </a:xfrm>
            <a:custGeom>
              <a:rect b="b" l="l" r="r" t="t"/>
              <a:pathLst>
                <a:path extrusionOk="0" h="580" w="995">
                  <a:moveTo>
                    <a:pt x="967" y="1"/>
                  </a:moveTo>
                  <a:lnTo>
                    <a:pt x="0" y="529"/>
                  </a:lnTo>
                  <a:lnTo>
                    <a:pt x="23" y="579"/>
                  </a:lnTo>
                  <a:lnTo>
                    <a:pt x="995" y="51"/>
                  </a:lnTo>
                  <a:lnTo>
                    <a:pt x="96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7" name="Google Shape;3417;p63"/>
            <p:cNvSpPr/>
            <p:nvPr/>
          </p:nvSpPr>
          <p:spPr>
            <a:xfrm>
              <a:off x="-1650400" y="2437300"/>
              <a:ext cx="33075" cy="12775"/>
            </a:xfrm>
            <a:custGeom>
              <a:rect b="b" l="l" r="r" t="t"/>
              <a:pathLst>
                <a:path extrusionOk="0" h="511" w="1323">
                  <a:moveTo>
                    <a:pt x="19" y="0"/>
                  </a:moveTo>
                  <a:lnTo>
                    <a:pt x="0" y="51"/>
                  </a:lnTo>
                  <a:lnTo>
                    <a:pt x="1304" y="510"/>
                  </a:lnTo>
                  <a:lnTo>
                    <a:pt x="1323" y="461"/>
                  </a:lnTo>
                  <a:lnTo>
                    <a:pt x="19"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8" name="Google Shape;3418;p63"/>
            <p:cNvSpPr/>
            <p:nvPr/>
          </p:nvSpPr>
          <p:spPr>
            <a:xfrm>
              <a:off x="-1646425" y="2437400"/>
              <a:ext cx="23525" cy="16425"/>
            </a:xfrm>
            <a:custGeom>
              <a:rect b="b" l="l" r="r" t="t"/>
              <a:pathLst>
                <a:path extrusionOk="0" h="657" w="941">
                  <a:moveTo>
                    <a:pt x="908" y="1"/>
                  </a:moveTo>
                  <a:lnTo>
                    <a:pt x="1" y="611"/>
                  </a:lnTo>
                  <a:lnTo>
                    <a:pt x="33" y="657"/>
                  </a:lnTo>
                  <a:lnTo>
                    <a:pt x="941" y="47"/>
                  </a:lnTo>
                  <a:lnTo>
                    <a:pt x="90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9" name="Google Shape;3419;p63"/>
            <p:cNvSpPr/>
            <p:nvPr/>
          </p:nvSpPr>
          <p:spPr>
            <a:xfrm>
              <a:off x="-1806875" y="1249550"/>
              <a:ext cx="137925" cy="287725"/>
            </a:xfrm>
            <a:custGeom>
              <a:rect b="b" l="l" r="r" t="t"/>
              <a:pathLst>
                <a:path extrusionOk="0" h="11509" w="5517">
                  <a:moveTo>
                    <a:pt x="4345" y="0"/>
                  </a:moveTo>
                  <a:cubicBezTo>
                    <a:pt x="3202" y="0"/>
                    <a:pt x="2782" y="1072"/>
                    <a:pt x="2500" y="1487"/>
                  </a:cubicBezTo>
                  <a:cubicBezTo>
                    <a:pt x="2218" y="1901"/>
                    <a:pt x="226" y="8651"/>
                    <a:pt x="98" y="9758"/>
                  </a:cubicBezTo>
                  <a:cubicBezTo>
                    <a:pt x="0" y="10572"/>
                    <a:pt x="579" y="11508"/>
                    <a:pt x="1276" y="11508"/>
                  </a:cubicBezTo>
                  <a:cubicBezTo>
                    <a:pt x="1528" y="11508"/>
                    <a:pt x="1796" y="11385"/>
                    <a:pt x="2053" y="11090"/>
                  </a:cubicBezTo>
                  <a:cubicBezTo>
                    <a:pt x="3019" y="9977"/>
                    <a:pt x="5403" y="1969"/>
                    <a:pt x="5403" y="1969"/>
                  </a:cubicBezTo>
                  <a:cubicBezTo>
                    <a:pt x="5517" y="1592"/>
                    <a:pt x="5494" y="0"/>
                    <a:pt x="4345"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0" name="Google Shape;3420;p63"/>
            <p:cNvSpPr/>
            <p:nvPr/>
          </p:nvSpPr>
          <p:spPr>
            <a:xfrm>
              <a:off x="-1784050" y="1299025"/>
              <a:ext cx="103525" cy="112925"/>
            </a:xfrm>
            <a:custGeom>
              <a:rect b="b" l="l" r="r" t="t"/>
              <a:pathLst>
                <a:path extrusionOk="0" h="4517" w="4141">
                  <a:moveTo>
                    <a:pt x="2676" y="0"/>
                  </a:moveTo>
                  <a:cubicBezTo>
                    <a:pt x="2574" y="0"/>
                    <a:pt x="2467" y="9"/>
                    <a:pt x="2352" y="27"/>
                  </a:cubicBezTo>
                  <a:cubicBezTo>
                    <a:pt x="1031" y="242"/>
                    <a:pt x="848" y="1654"/>
                    <a:pt x="848" y="1654"/>
                  </a:cubicBezTo>
                  <a:lnTo>
                    <a:pt x="1" y="4516"/>
                  </a:lnTo>
                  <a:lnTo>
                    <a:pt x="3419" y="3404"/>
                  </a:lnTo>
                  <a:cubicBezTo>
                    <a:pt x="3419" y="3404"/>
                    <a:pt x="3861" y="2429"/>
                    <a:pt x="4006" y="1673"/>
                  </a:cubicBezTo>
                  <a:cubicBezTo>
                    <a:pt x="4140" y="977"/>
                    <a:pt x="3752" y="0"/>
                    <a:pt x="2676" y="0"/>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1" name="Google Shape;3421;p63"/>
            <p:cNvSpPr/>
            <p:nvPr/>
          </p:nvSpPr>
          <p:spPr>
            <a:xfrm>
              <a:off x="-1776300" y="1215225"/>
              <a:ext cx="133325" cy="170275"/>
            </a:xfrm>
            <a:custGeom>
              <a:rect b="b" l="l" r="r" t="t"/>
              <a:pathLst>
                <a:path extrusionOk="0" h="6811" w="5333">
                  <a:moveTo>
                    <a:pt x="3523" y="1"/>
                  </a:moveTo>
                  <a:cubicBezTo>
                    <a:pt x="2253" y="1"/>
                    <a:pt x="1931" y="880"/>
                    <a:pt x="1481" y="1720"/>
                  </a:cubicBezTo>
                  <a:cubicBezTo>
                    <a:pt x="999" y="2637"/>
                    <a:pt x="0" y="6588"/>
                    <a:pt x="0" y="6588"/>
                  </a:cubicBezTo>
                  <a:lnTo>
                    <a:pt x="4134" y="6811"/>
                  </a:lnTo>
                  <a:cubicBezTo>
                    <a:pt x="4134" y="6811"/>
                    <a:pt x="4960" y="3775"/>
                    <a:pt x="5146" y="2385"/>
                  </a:cubicBezTo>
                  <a:cubicBezTo>
                    <a:pt x="5333" y="990"/>
                    <a:pt x="3866" y="20"/>
                    <a:pt x="3866" y="20"/>
                  </a:cubicBezTo>
                  <a:cubicBezTo>
                    <a:pt x="3744" y="7"/>
                    <a:pt x="3630" y="1"/>
                    <a:pt x="3523" y="1"/>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2" name="Google Shape;3422;p63"/>
            <p:cNvSpPr/>
            <p:nvPr/>
          </p:nvSpPr>
          <p:spPr>
            <a:xfrm>
              <a:off x="-1825425" y="1463250"/>
              <a:ext cx="84800" cy="308650"/>
            </a:xfrm>
            <a:custGeom>
              <a:rect b="b" l="l" r="r" t="t"/>
              <a:pathLst>
                <a:path extrusionOk="0" h="12346" w="3392">
                  <a:moveTo>
                    <a:pt x="2059" y="0"/>
                  </a:moveTo>
                  <a:cubicBezTo>
                    <a:pt x="1783" y="0"/>
                    <a:pt x="1473" y="144"/>
                    <a:pt x="1140" y="499"/>
                  </a:cubicBezTo>
                  <a:cubicBezTo>
                    <a:pt x="1" y="1707"/>
                    <a:pt x="238" y="10458"/>
                    <a:pt x="480" y="11593"/>
                  </a:cubicBezTo>
                  <a:cubicBezTo>
                    <a:pt x="595" y="12145"/>
                    <a:pt x="788" y="12346"/>
                    <a:pt x="969" y="12346"/>
                  </a:cubicBezTo>
                  <a:cubicBezTo>
                    <a:pt x="1160" y="12346"/>
                    <a:pt x="1337" y="12122"/>
                    <a:pt x="1395" y="11852"/>
                  </a:cubicBezTo>
                  <a:cubicBezTo>
                    <a:pt x="1395" y="11852"/>
                    <a:pt x="3392" y="2642"/>
                    <a:pt x="3269" y="1589"/>
                  </a:cubicBezTo>
                  <a:cubicBezTo>
                    <a:pt x="3186" y="841"/>
                    <a:pt x="2724" y="0"/>
                    <a:pt x="2059"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3" name="Google Shape;3423;p63"/>
            <p:cNvSpPr/>
            <p:nvPr/>
          </p:nvSpPr>
          <p:spPr>
            <a:xfrm>
              <a:off x="-1820050" y="1728900"/>
              <a:ext cx="59175" cy="134150"/>
            </a:xfrm>
            <a:custGeom>
              <a:rect b="b" l="l" r="r" t="t"/>
              <a:pathLst>
                <a:path extrusionOk="0" h="5366" w="2367">
                  <a:moveTo>
                    <a:pt x="590" y="1"/>
                  </a:moveTo>
                  <a:cubicBezTo>
                    <a:pt x="557" y="1"/>
                    <a:pt x="525" y="8"/>
                    <a:pt x="492" y="23"/>
                  </a:cubicBezTo>
                  <a:cubicBezTo>
                    <a:pt x="0" y="256"/>
                    <a:pt x="105" y="2353"/>
                    <a:pt x="438" y="3205"/>
                  </a:cubicBezTo>
                  <a:cubicBezTo>
                    <a:pt x="770" y="4062"/>
                    <a:pt x="1500" y="5351"/>
                    <a:pt x="1764" y="5366"/>
                  </a:cubicBezTo>
                  <a:cubicBezTo>
                    <a:pt x="1766" y="5366"/>
                    <a:pt x="1767" y="5366"/>
                    <a:pt x="1768" y="5366"/>
                  </a:cubicBezTo>
                  <a:cubicBezTo>
                    <a:pt x="2018" y="5366"/>
                    <a:pt x="1467" y="4078"/>
                    <a:pt x="1323" y="3660"/>
                  </a:cubicBezTo>
                  <a:cubicBezTo>
                    <a:pt x="1172" y="3241"/>
                    <a:pt x="1268" y="2753"/>
                    <a:pt x="1268" y="2753"/>
                  </a:cubicBezTo>
                  <a:cubicBezTo>
                    <a:pt x="1276" y="2700"/>
                    <a:pt x="1310" y="2667"/>
                    <a:pt x="1361" y="2667"/>
                  </a:cubicBezTo>
                  <a:cubicBezTo>
                    <a:pt x="1421" y="2667"/>
                    <a:pt x="1504" y="2714"/>
                    <a:pt x="1591" y="2831"/>
                  </a:cubicBezTo>
                  <a:cubicBezTo>
                    <a:pt x="1749" y="3044"/>
                    <a:pt x="1804" y="4066"/>
                    <a:pt x="2077" y="4066"/>
                  </a:cubicBezTo>
                  <a:cubicBezTo>
                    <a:pt x="2079" y="4066"/>
                    <a:pt x="2081" y="4066"/>
                    <a:pt x="2083" y="4066"/>
                  </a:cubicBezTo>
                  <a:cubicBezTo>
                    <a:pt x="2366" y="4049"/>
                    <a:pt x="2074" y="2467"/>
                    <a:pt x="1764" y="1947"/>
                  </a:cubicBezTo>
                  <a:cubicBezTo>
                    <a:pt x="1479" y="1458"/>
                    <a:pt x="1050" y="1"/>
                    <a:pt x="590"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24" name="Google Shape;3424;p63"/>
          <p:cNvGrpSpPr/>
          <p:nvPr/>
        </p:nvGrpSpPr>
        <p:grpSpPr>
          <a:xfrm>
            <a:off x="980479" y="2744774"/>
            <a:ext cx="1358020" cy="1986797"/>
            <a:chOff x="666154" y="2627324"/>
            <a:chExt cx="1358020" cy="1986797"/>
          </a:xfrm>
        </p:grpSpPr>
        <p:sp>
          <p:nvSpPr>
            <p:cNvPr id="3425" name="Google Shape;3425;p63"/>
            <p:cNvSpPr/>
            <p:nvPr/>
          </p:nvSpPr>
          <p:spPr>
            <a:xfrm>
              <a:off x="666154" y="2634322"/>
              <a:ext cx="1091207" cy="1972802"/>
            </a:xfrm>
            <a:custGeom>
              <a:rect b="b" l="l" r="r" t="t"/>
              <a:pathLst>
                <a:path extrusionOk="0" h="30729" w="16997">
                  <a:moveTo>
                    <a:pt x="7492" y="1"/>
                  </a:moveTo>
                  <a:cubicBezTo>
                    <a:pt x="6025" y="1"/>
                    <a:pt x="4827" y="1197"/>
                    <a:pt x="4827" y="2662"/>
                  </a:cubicBezTo>
                  <a:lnTo>
                    <a:pt x="4827" y="20839"/>
                  </a:lnTo>
                  <a:cubicBezTo>
                    <a:pt x="4827" y="21171"/>
                    <a:pt x="4558" y="21445"/>
                    <a:pt x="4221" y="21445"/>
                  </a:cubicBezTo>
                  <a:cubicBezTo>
                    <a:pt x="3889" y="21445"/>
                    <a:pt x="3615" y="21171"/>
                    <a:pt x="3615" y="20839"/>
                  </a:cubicBezTo>
                  <a:lnTo>
                    <a:pt x="3615" y="19379"/>
                  </a:lnTo>
                  <a:cubicBezTo>
                    <a:pt x="3615" y="18382"/>
                    <a:pt x="2808" y="17570"/>
                    <a:pt x="1810" y="17570"/>
                  </a:cubicBezTo>
                  <a:cubicBezTo>
                    <a:pt x="812" y="17570"/>
                    <a:pt x="0" y="18382"/>
                    <a:pt x="0" y="19379"/>
                  </a:cubicBezTo>
                  <a:lnTo>
                    <a:pt x="0" y="21445"/>
                  </a:lnTo>
                  <a:lnTo>
                    <a:pt x="0" y="22242"/>
                  </a:lnTo>
                  <a:cubicBezTo>
                    <a:pt x="0" y="23796"/>
                    <a:pt x="1264" y="25059"/>
                    <a:pt x="2817" y="25059"/>
                  </a:cubicBezTo>
                  <a:lnTo>
                    <a:pt x="4827" y="25059"/>
                  </a:lnTo>
                  <a:lnTo>
                    <a:pt x="4827" y="30728"/>
                  </a:lnTo>
                  <a:lnTo>
                    <a:pt x="10146" y="30728"/>
                  </a:lnTo>
                  <a:lnTo>
                    <a:pt x="10146" y="18477"/>
                  </a:lnTo>
                  <a:lnTo>
                    <a:pt x="13214" y="18477"/>
                  </a:lnTo>
                  <a:cubicBezTo>
                    <a:pt x="15301" y="18477"/>
                    <a:pt x="16996" y="16782"/>
                    <a:pt x="16996" y="14695"/>
                  </a:cubicBezTo>
                  <a:lnTo>
                    <a:pt x="16996" y="13624"/>
                  </a:lnTo>
                  <a:lnTo>
                    <a:pt x="16996" y="10852"/>
                  </a:lnTo>
                  <a:cubicBezTo>
                    <a:pt x="16996" y="9512"/>
                    <a:pt x="15911" y="8428"/>
                    <a:pt x="14571" y="8428"/>
                  </a:cubicBezTo>
                  <a:cubicBezTo>
                    <a:pt x="13231" y="8428"/>
                    <a:pt x="12142" y="9512"/>
                    <a:pt x="12142" y="10852"/>
                  </a:cubicBezTo>
                  <a:lnTo>
                    <a:pt x="12142" y="12625"/>
                  </a:lnTo>
                  <a:cubicBezTo>
                    <a:pt x="12142" y="13176"/>
                    <a:pt x="11696" y="13624"/>
                    <a:pt x="11144" y="13624"/>
                  </a:cubicBezTo>
                  <a:cubicBezTo>
                    <a:pt x="10593" y="13624"/>
                    <a:pt x="10146" y="13176"/>
                    <a:pt x="10146" y="12625"/>
                  </a:cubicBezTo>
                  <a:lnTo>
                    <a:pt x="10146" y="2698"/>
                  </a:lnTo>
                  <a:cubicBezTo>
                    <a:pt x="10146" y="1236"/>
                    <a:pt x="8984" y="23"/>
                    <a:pt x="7526" y="1"/>
                  </a:cubicBezTo>
                  <a:cubicBezTo>
                    <a:pt x="7514" y="1"/>
                    <a:pt x="7503" y="1"/>
                    <a:pt x="7492"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6" name="Google Shape;3426;p63"/>
            <p:cNvSpPr/>
            <p:nvPr/>
          </p:nvSpPr>
          <p:spPr>
            <a:xfrm>
              <a:off x="1033376" y="2629378"/>
              <a:ext cx="93732" cy="1984743"/>
            </a:xfrm>
            <a:custGeom>
              <a:rect b="b" l="l" r="r" t="t"/>
              <a:pathLst>
                <a:path extrusionOk="0" h="30915" w="1460">
                  <a:moveTo>
                    <a:pt x="1344" y="0"/>
                  </a:moveTo>
                  <a:cubicBezTo>
                    <a:pt x="1300" y="0"/>
                    <a:pt x="1140" y="8"/>
                    <a:pt x="948" y="192"/>
                  </a:cubicBezTo>
                  <a:cubicBezTo>
                    <a:pt x="515" y="588"/>
                    <a:pt x="1" y="1741"/>
                    <a:pt x="1" y="4940"/>
                  </a:cubicBezTo>
                  <a:lnTo>
                    <a:pt x="1" y="30805"/>
                  </a:lnTo>
                  <a:cubicBezTo>
                    <a:pt x="1" y="30864"/>
                    <a:pt x="50" y="30914"/>
                    <a:pt x="115" y="30914"/>
                  </a:cubicBezTo>
                  <a:cubicBezTo>
                    <a:pt x="178" y="30914"/>
                    <a:pt x="228" y="30864"/>
                    <a:pt x="228" y="30805"/>
                  </a:cubicBezTo>
                  <a:lnTo>
                    <a:pt x="228" y="4940"/>
                  </a:lnTo>
                  <a:cubicBezTo>
                    <a:pt x="228" y="1709"/>
                    <a:pt x="761" y="693"/>
                    <a:pt x="1081" y="373"/>
                  </a:cubicBezTo>
                  <a:cubicBezTo>
                    <a:pt x="1226" y="232"/>
                    <a:pt x="1331" y="228"/>
                    <a:pt x="1341" y="228"/>
                  </a:cubicBezTo>
                  <a:cubicBezTo>
                    <a:pt x="1345" y="228"/>
                    <a:pt x="1349" y="229"/>
                    <a:pt x="1353" y="229"/>
                  </a:cubicBezTo>
                  <a:cubicBezTo>
                    <a:pt x="1407" y="229"/>
                    <a:pt x="1451" y="178"/>
                    <a:pt x="1455" y="123"/>
                  </a:cubicBezTo>
                  <a:cubicBezTo>
                    <a:pt x="1459" y="59"/>
                    <a:pt x="1413" y="5"/>
                    <a:pt x="1354" y="0"/>
                  </a:cubicBezTo>
                  <a:cubicBezTo>
                    <a:pt x="1352" y="0"/>
                    <a:pt x="1349" y="0"/>
                    <a:pt x="1344" y="0"/>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7" name="Google Shape;3427;p63"/>
            <p:cNvSpPr/>
            <p:nvPr/>
          </p:nvSpPr>
          <p:spPr>
            <a:xfrm>
              <a:off x="1165948" y="2629378"/>
              <a:ext cx="84872" cy="1984743"/>
            </a:xfrm>
            <a:custGeom>
              <a:rect b="b" l="l" r="r" t="t"/>
              <a:pathLst>
                <a:path extrusionOk="0" h="30915" w="1322">
                  <a:moveTo>
                    <a:pt x="123" y="1"/>
                  </a:moveTo>
                  <a:cubicBezTo>
                    <a:pt x="88" y="1"/>
                    <a:pt x="54" y="16"/>
                    <a:pt x="32" y="45"/>
                  </a:cubicBezTo>
                  <a:cubicBezTo>
                    <a:pt x="0" y="95"/>
                    <a:pt x="9" y="169"/>
                    <a:pt x="59" y="205"/>
                  </a:cubicBezTo>
                  <a:cubicBezTo>
                    <a:pt x="69" y="215"/>
                    <a:pt x="1094" y="975"/>
                    <a:pt x="1094" y="3259"/>
                  </a:cubicBezTo>
                  <a:lnTo>
                    <a:pt x="1094" y="30805"/>
                  </a:lnTo>
                  <a:cubicBezTo>
                    <a:pt x="1094" y="30864"/>
                    <a:pt x="1144" y="30914"/>
                    <a:pt x="1208" y="30914"/>
                  </a:cubicBezTo>
                  <a:cubicBezTo>
                    <a:pt x="1267" y="30914"/>
                    <a:pt x="1321" y="30864"/>
                    <a:pt x="1321" y="30805"/>
                  </a:cubicBezTo>
                  <a:lnTo>
                    <a:pt x="1321" y="3259"/>
                  </a:lnTo>
                  <a:cubicBezTo>
                    <a:pt x="1321" y="848"/>
                    <a:pt x="237" y="55"/>
                    <a:pt x="191" y="23"/>
                  </a:cubicBezTo>
                  <a:cubicBezTo>
                    <a:pt x="171" y="8"/>
                    <a:pt x="147" y="1"/>
                    <a:pt x="123" y="1"/>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8" name="Google Shape;3428;p63"/>
            <p:cNvSpPr/>
            <p:nvPr/>
          </p:nvSpPr>
          <p:spPr>
            <a:xfrm>
              <a:off x="1141873" y="2627324"/>
              <a:ext cx="14766" cy="1986797"/>
            </a:xfrm>
            <a:custGeom>
              <a:rect b="b" l="l" r="r" t="t"/>
              <a:pathLst>
                <a:path extrusionOk="0" h="30947" w="230">
                  <a:moveTo>
                    <a:pt x="116" y="1"/>
                  </a:moveTo>
                  <a:cubicBezTo>
                    <a:pt x="51" y="1"/>
                    <a:pt x="1" y="50"/>
                    <a:pt x="1" y="110"/>
                  </a:cubicBezTo>
                  <a:lnTo>
                    <a:pt x="1" y="30837"/>
                  </a:lnTo>
                  <a:cubicBezTo>
                    <a:pt x="1" y="30896"/>
                    <a:pt x="51" y="30946"/>
                    <a:pt x="116" y="30946"/>
                  </a:cubicBezTo>
                  <a:cubicBezTo>
                    <a:pt x="175" y="30946"/>
                    <a:pt x="230" y="30896"/>
                    <a:pt x="230" y="30837"/>
                  </a:cubicBezTo>
                  <a:lnTo>
                    <a:pt x="230" y="110"/>
                  </a:lnTo>
                  <a:cubicBezTo>
                    <a:pt x="230" y="50"/>
                    <a:pt x="175" y="1"/>
                    <a:pt x="116" y="1"/>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9" name="Google Shape;3429;p63"/>
            <p:cNvSpPr/>
            <p:nvPr/>
          </p:nvSpPr>
          <p:spPr>
            <a:xfrm>
              <a:off x="1374533" y="3501600"/>
              <a:ext cx="14381" cy="326264"/>
            </a:xfrm>
            <a:custGeom>
              <a:rect b="b" l="l" r="r" t="t"/>
              <a:pathLst>
                <a:path extrusionOk="0" h="5082" w="224">
                  <a:moveTo>
                    <a:pt x="110" y="1"/>
                  </a:moveTo>
                  <a:cubicBezTo>
                    <a:pt x="51" y="1"/>
                    <a:pt x="1" y="56"/>
                    <a:pt x="1" y="115"/>
                  </a:cubicBezTo>
                  <a:lnTo>
                    <a:pt x="1" y="4968"/>
                  </a:lnTo>
                  <a:cubicBezTo>
                    <a:pt x="1" y="5027"/>
                    <a:pt x="51" y="5082"/>
                    <a:pt x="110" y="5082"/>
                  </a:cubicBezTo>
                  <a:cubicBezTo>
                    <a:pt x="174" y="5082"/>
                    <a:pt x="224" y="5027"/>
                    <a:pt x="224" y="4968"/>
                  </a:cubicBezTo>
                  <a:lnTo>
                    <a:pt x="224" y="115"/>
                  </a:lnTo>
                  <a:cubicBezTo>
                    <a:pt x="224" y="56"/>
                    <a:pt x="174" y="1"/>
                    <a:pt x="110" y="1"/>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0" name="Google Shape;3430;p63"/>
            <p:cNvSpPr/>
            <p:nvPr/>
          </p:nvSpPr>
          <p:spPr>
            <a:xfrm>
              <a:off x="1511214" y="3170521"/>
              <a:ext cx="70556" cy="656830"/>
            </a:xfrm>
            <a:custGeom>
              <a:rect b="b" l="l" r="r" t="t"/>
              <a:pathLst>
                <a:path extrusionOk="0" h="10231" w="1099">
                  <a:moveTo>
                    <a:pt x="971" y="0"/>
                  </a:moveTo>
                  <a:cubicBezTo>
                    <a:pt x="951" y="0"/>
                    <a:pt x="930" y="6"/>
                    <a:pt x="912" y="17"/>
                  </a:cubicBezTo>
                  <a:cubicBezTo>
                    <a:pt x="0" y="564"/>
                    <a:pt x="146" y="1620"/>
                    <a:pt x="150" y="1652"/>
                  </a:cubicBezTo>
                  <a:lnTo>
                    <a:pt x="150" y="10116"/>
                  </a:lnTo>
                  <a:cubicBezTo>
                    <a:pt x="150" y="10180"/>
                    <a:pt x="201" y="10230"/>
                    <a:pt x="264" y="10230"/>
                  </a:cubicBezTo>
                  <a:cubicBezTo>
                    <a:pt x="329" y="10230"/>
                    <a:pt x="379" y="10180"/>
                    <a:pt x="379" y="10116"/>
                  </a:cubicBezTo>
                  <a:lnTo>
                    <a:pt x="373" y="1635"/>
                  </a:lnTo>
                  <a:cubicBezTo>
                    <a:pt x="373" y="1625"/>
                    <a:pt x="247" y="682"/>
                    <a:pt x="1030" y="213"/>
                  </a:cubicBezTo>
                  <a:cubicBezTo>
                    <a:pt x="1080" y="181"/>
                    <a:pt x="1099" y="108"/>
                    <a:pt x="1067" y="53"/>
                  </a:cubicBezTo>
                  <a:cubicBezTo>
                    <a:pt x="1046" y="20"/>
                    <a:pt x="1009" y="0"/>
                    <a:pt x="971" y="0"/>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1" name="Google Shape;3431;p63"/>
            <p:cNvSpPr/>
            <p:nvPr/>
          </p:nvSpPr>
          <p:spPr>
            <a:xfrm>
              <a:off x="1610082" y="3170392"/>
              <a:ext cx="14381" cy="634681"/>
            </a:xfrm>
            <a:custGeom>
              <a:rect b="b" l="l" r="r" t="t"/>
              <a:pathLst>
                <a:path extrusionOk="0" h="9886" w="224">
                  <a:moveTo>
                    <a:pt x="114" y="0"/>
                  </a:moveTo>
                  <a:cubicBezTo>
                    <a:pt x="51" y="0"/>
                    <a:pt x="1" y="55"/>
                    <a:pt x="1" y="114"/>
                  </a:cubicBezTo>
                  <a:lnTo>
                    <a:pt x="1" y="9772"/>
                  </a:lnTo>
                  <a:cubicBezTo>
                    <a:pt x="1" y="9831"/>
                    <a:pt x="51" y="9885"/>
                    <a:pt x="114" y="9885"/>
                  </a:cubicBezTo>
                  <a:cubicBezTo>
                    <a:pt x="173" y="9885"/>
                    <a:pt x="224" y="9831"/>
                    <a:pt x="224" y="9772"/>
                  </a:cubicBezTo>
                  <a:lnTo>
                    <a:pt x="224" y="114"/>
                  </a:lnTo>
                  <a:cubicBezTo>
                    <a:pt x="224" y="55"/>
                    <a:pt x="173" y="0"/>
                    <a:pt x="114" y="0"/>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2" name="Google Shape;3432;p63"/>
            <p:cNvSpPr/>
            <p:nvPr/>
          </p:nvSpPr>
          <p:spPr>
            <a:xfrm>
              <a:off x="1265715" y="3927311"/>
              <a:ext cx="574975" cy="679814"/>
            </a:xfrm>
            <a:custGeom>
              <a:rect b="b" l="l" r="r" t="t"/>
              <a:pathLst>
                <a:path extrusionOk="0" h="10589" w="8956">
                  <a:moveTo>
                    <a:pt x="8742" y="1"/>
                  </a:moveTo>
                  <a:cubicBezTo>
                    <a:pt x="5611" y="379"/>
                    <a:pt x="3400" y="2375"/>
                    <a:pt x="3400" y="2375"/>
                  </a:cubicBezTo>
                  <a:lnTo>
                    <a:pt x="3400" y="5074"/>
                  </a:lnTo>
                  <a:lnTo>
                    <a:pt x="2156" y="3400"/>
                  </a:lnTo>
                  <a:cubicBezTo>
                    <a:pt x="0" y="6099"/>
                    <a:pt x="434" y="10588"/>
                    <a:pt x="434" y="10588"/>
                  </a:cubicBezTo>
                  <a:cubicBezTo>
                    <a:pt x="1618" y="10165"/>
                    <a:pt x="5287" y="8474"/>
                    <a:pt x="7123" y="5720"/>
                  </a:cubicBezTo>
                  <a:cubicBezTo>
                    <a:pt x="8956" y="2968"/>
                    <a:pt x="8742" y="1"/>
                    <a:pt x="8742"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3" name="Google Shape;3433;p63"/>
            <p:cNvSpPr/>
            <p:nvPr/>
          </p:nvSpPr>
          <p:spPr>
            <a:xfrm>
              <a:off x="1293513" y="4300699"/>
              <a:ext cx="730660" cy="306427"/>
            </a:xfrm>
            <a:custGeom>
              <a:rect b="b" l="l" r="r" t="t"/>
              <a:pathLst>
                <a:path extrusionOk="0" h="4773" w="11381">
                  <a:moveTo>
                    <a:pt x="7385" y="0"/>
                  </a:moveTo>
                  <a:cubicBezTo>
                    <a:pt x="6822" y="0"/>
                    <a:pt x="6211" y="74"/>
                    <a:pt x="5561" y="256"/>
                  </a:cubicBezTo>
                  <a:cubicBezTo>
                    <a:pt x="2083" y="1227"/>
                    <a:pt x="1" y="4772"/>
                    <a:pt x="1" y="4772"/>
                  </a:cubicBezTo>
                  <a:cubicBezTo>
                    <a:pt x="2247" y="4772"/>
                    <a:pt x="11381" y="1395"/>
                    <a:pt x="11381" y="1395"/>
                  </a:cubicBezTo>
                  <a:cubicBezTo>
                    <a:pt x="11381" y="1395"/>
                    <a:pt x="9835" y="0"/>
                    <a:pt x="7385" y="0"/>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4" name="Google Shape;3434;p63"/>
            <p:cNvSpPr/>
            <p:nvPr/>
          </p:nvSpPr>
          <p:spPr>
            <a:xfrm>
              <a:off x="1288506" y="3923844"/>
              <a:ext cx="543132" cy="686747"/>
            </a:xfrm>
            <a:custGeom>
              <a:rect b="b" l="l" r="r" t="t"/>
              <a:pathLst>
                <a:path extrusionOk="0" h="10697" w="8460">
                  <a:moveTo>
                    <a:pt x="8310" y="0"/>
                  </a:moveTo>
                  <a:lnTo>
                    <a:pt x="1" y="10583"/>
                  </a:lnTo>
                  <a:lnTo>
                    <a:pt x="151" y="10697"/>
                  </a:lnTo>
                  <a:lnTo>
                    <a:pt x="8460" y="114"/>
                  </a:lnTo>
                  <a:lnTo>
                    <a:pt x="8310"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5" name="Google Shape;3435;p63"/>
            <p:cNvSpPr/>
            <p:nvPr/>
          </p:nvSpPr>
          <p:spPr>
            <a:xfrm>
              <a:off x="1636147" y="4164081"/>
              <a:ext cx="149843" cy="12326"/>
            </a:xfrm>
            <a:custGeom>
              <a:rect b="b" l="l" r="r" t="t"/>
              <a:pathLst>
                <a:path extrusionOk="0" h="192" w="2334">
                  <a:moveTo>
                    <a:pt x="0" y="0"/>
                  </a:moveTo>
                  <a:lnTo>
                    <a:pt x="0" y="192"/>
                  </a:lnTo>
                  <a:lnTo>
                    <a:pt x="2334" y="192"/>
                  </a:lnTo>
                  <a:lnTo>
                    <a:pt x="2334"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6" name="Google Shape;3436;p63"/>
            <p:cNvSpPr/>
            <p:nvPr/>
          </p:nvSpPr>
          <p:spPr>
            <a:xfrm>
              <a:off x="1330107" y="4275211"/>
              <a:ext cx="129620" cy="129684"/>
            </a:xfrm>
            <a:custGeom>
              <a:rect b="b" l="l" r="r" t="t"/>
              <a:pathLst>
                <a:path extrusionOk="0" h="2020" w="2019">
                  <a:moveTo>
                    <a:pt x="137" y="1"/>
                  </a:moveTo>
                  <a:lnTo>
                    <a:pt x="0" y="133"/>
                  </a:lnTo>
                  <a:lnTo>
                    <a:pt x="1887" y="2020"/>
                  </a:lnTo>
                  <a:lnTo>
                    <a:pt x="2019" y="1883"/>
                  </a:lnTo>
                  <a:lnTo>
                    <a:pt x="137"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37" name="Google Shape;3437;p63"/>
          <p:cNvSpPr/>
          <p:nvPr/>
        </p:nvSpPr>
        <p:spPr>
          <a:xfrm flipH="1">
            <a:off x="657150" y="4645625"/>
            <a:ext cx="1609800" cy="218400"/>
          </a:xfrm>
          <a:prstGeom prst="ellipse">
            <a:avLst/>
          </a:prstGeom>
          <a:solidFill>
            <a:srgbClr val="21204D">
              <a:alpha val="21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8" name="Google Shape;3438;p63"/>
          <p:cNvSpPr/>
          <p:nvPr/>
        </p:nvSpPr>
        <p:spPr>
          <a:xfrm flipH="1">
            <a:off x="2417550" y="4645625"/>
            <a:ext cx="1792500" cy="218400"/>
          </a:xfrm>
          <a:prstGeom prst="ellipse">
            <a:avLst/>
          </a:prstGeom>
          <a:solidFill>
            <a:srgbClr val="21204D">
              <a:alpha val="21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9" name="Google Shape;3439;p63"/>
          <p:cNvSpPr txBox="1"/>
          <p:nvPr>
            <p:ph type="ctrTitle"/>
          </p:nvPr>
        </p:nvSpPr>
        <p:spPr>
          <a:xfrm flipH="1">
            <a:off x="4381750" y="1727100"/>
            <a:ext cx="4342500" cy="21465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 sz="2000">
                <a:latin typeface="Abel"/>
                <a:ea typeface="Abel"/>
                <a:cs typeface="Abel"/>
                <a:sym typeface="Abel"/>
              </a:rPr>
              <a:t>“Ergonomics (or human factors) is the scientific discipline concerned with the understanding of the interactions among human and other elements of a system, and the profession that applies theory, principles, data and methods to design in order to optimize human well-being and overall system performance.”</a:t>
            </a:r>
            <a:endParaRPr sz="2000">
              <a:latin typeface="Abel"/>
              <a:ea typeface="Abel"/>
              <a:cs typeface="Abel"/>
              <a:sym typeface="Abel"/>
            </a:endParaRPr>
          </a:p>
        </p:txBody>
      </p:sp>
      <p:sp>
        <p:nvSpPr>
          <p:cNvPr id="3440" name="Google Shape;3440;p63"/>
          <p:cNvSpPr txBox="1"/>
          <p:nvPr>
            <p:ph idx="1" type="subTitle"/>
          </p:nvPr>
        </p:nvSpPr>
        <p:spPr>
          <a:xfrm flipH="1">
            <a:off x="343800" y="238125"/>
            <a:ext cx="3294000" cy="7605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t/>
            </a:r>
            <a:endParaRPr>
              <a:solidFill>
                <a:srgbClr val="FFFFFF"/>
              </a:solidFill>
            </a:endParaRPr>
          </a:p>
          <a:p>
            <a:pPr indent="0" lvl="0" marL="0" rtl="0" algn="l">
              <a:spcBef>
                <a:spcPts val="0"/>
              </a:spcBef>
              <a:spcAft>
                <a:spcPts val="0"/>
              </a:spcAft>
              <a:buNone/>
            </a:pPr>
            <a:r>
              <a:rPr lang="en">
                <a:solidFill>
                  <a:srgbClr val="FFFFFF"/>
                </a:solidFill>
              </a:rPr>
              <a:t>International Ergonomics Association Executive Council, August 2000</a:t>
            </a:r>
            <a:endParaRPr>
              <a:solidFill>
                <a:srgbClr val="FFFFFF"/>
              </a:solidFill>
            </a:endParaRPr>
          </a:p>
          <a:p>
            <a:pPr indent="0" lvl="0" marL="0" rtl="0" algn="l">
              <a:spcBef>
                <a:spcPts val="0"/>
              </a:spcBef>
              <a:spcAft>
                <a:spcPts val="0"/>
              </a:spcAft>
              <a:buNone/>
            </a:pPr>
            <a:r>
              <a:t/>
            </a:r>
            <a:endParaRPr>
              <a:solidFill>
                <a:srgbClr val="FFFFFF"/>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4" name="Shape 3444"/>
        <p:cNvGrpSpPr/>
        <p:nvPr/>
      </p:nvGrpSpPr>
      <p:grpSpPr>
        <a:xfrm>
          <a:off x="0" y="0"/>
          <a:ext cx="0" cy="0"/>
          <a:chOff x="0" y="0"/>
          <a:chExt cx="0" cy="0"/>
        </a:xfrm>
      </p:grpSpPr>
      <p:sp>
        <p:nvSpPr>
          <p:cNvPr id="3445" name="Google Shape;3445;p64"/>
          <p:cNvSpPr/>
          <p:nvPr/>
        </p:nvSpPr>
        <p:spPr>
          <a:xfrm>
            <a:off x="4127875" y="0"/>
            <a:ext cx="1932000" cy="5143500"/>
          </a:xfrm>
          <a:prstGeom prst="rect">
            <a:avLst/>
          </a:pr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6" name="Google Shape;3446;p64"/>
          <p:cNvSpPr/>
          <p:nvPr/>
        </p:nvSpPr>
        <p:spPr>
          <a:xfrm>
            <a:off x="3313731" y="3810873"/>
            <a:ext cx="51" cy="51"/>
          </a:xfrm>
          <a:custGeom>
            <a:rect b="b" l="l" r="r" t="t"/>
            <a:pathLst>
              <a:path extrusionOk="0" h="1" w="1">
                <a:moveTo>
                  <a:pt x="0" y="0"/>
                </a:moveTo>
                <a:lnTo>
                  <a:pt x="0" y="0"/>
                </a:lnTo>
                <a:close/>
              </a:path>
            </a:pathLst>
          </a:custGeom>
          <a:solidFill>
            <a:srgbClr val="E0C3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47" name="Google Shape;3447;p64"/>
          <p:cNvGrpSpPr/>
          <p:nvPr/>
        </p:nvGrpSpPr>
        <p:grpSpPr>
          <a:xfrm>
            <a:off x="452204" y="2744774"/>
            <a:ext cx="1358020" cy="1986797"/>
            <a:chOff x="666154" y="2627324"/>
            <a:chExt cx="1358020" cy="1986797"/>
          </a:xfrm>
        </p:grpSpPr>
        <p:sp>
          <p:nvSpPr>
            <p:cNvPr id="3448" name="Google Shape;3448;p64"/>
            <p:cNvSpPr/>
            <p:nvPr/>
          </p:nvSpPr>
          <p:spPr>
            <a:xfrm>
              <a:off x="666154" y="2634322"/>
              <a:ext cx="1091207" cy="1972802"/>
            </a:xfrm>
            <a:custGeom>
              <a:rect b="b" l="l" r="r" t="t"/>
              <a:pathLst>
                <a:path extrusionOk="0" h="30729" w="16997">
                  <a:moveTo>
                    <a:pt x="7492" y="1"/>
                  </a:moveTo>
                  <a:cubicBezTo>
                    <a:pt x="6025" y="1"/>
                    <a:pt x="4827" y="1197"/>
                    <a:pt x="4827" y="2662"/>
                  </a:cubicBezTo>
                  <a:lnTo>
                    <a:pt x="4827" y="20839"/>
                  </a:lnTo>
                  <a:cubicBezTo>
                    <a:pt x="4827" y="21171"/>
                    <a:pt x="4558" y="21445"/>
                    <a:pt x="4221" y="21445"/>
                  </a:cubicBezTo>
                  <a:cubicBezTo>
                    <a:pt x="3889" y="21445"/>
                    <a:pt x="3615" y="21171"/>
                    <a:pt x="3615" y="20839"/>
                  </a:cubicBezTo>
                  <a:lnTo>
                    <a:pt x="3615" y="19379"/>
                  </a:lnTo>
                  <a:cubicBezTo>
                    <a:pt x="3615" y="18382"/>
                    <a:pt x="2808" y="17570"/>
                    <a:pt x="1810" y="17570"/>
                  </a:cubicBezTo>
                  <a:cubicBezTo>
                    <a:pt x="812" y="17570"/>
                    <a:pt x="0" y="18382"/>
                    <a:pt x="0" y="19379"/>
                  </a:cubicBezTo>
                  <a:lnTo>
                    <a:pt x="0" y="21445"/>
                  </a:lnTo>
                  <a:lnTo>
                    <a:pt x="0" y="22242"/>
                  </a:lnTo>
                  <a:cubicBezTo>
                    <a:pt x="0" y="23796"/>
                    <a:pt x="1264" y="25059"/>
                    <a:pt x="2817" y="25059"/>
                  </a:cubicBezTo>
                  <a:lnTo>
                    <a:pt x="4827" y="25059"/>
                  </a:lnTo>
                  <a:lnTo>
                    <a:pt x="4827" y="30728"/>
                  </a:lnTo>
                  <a:lnTo>
                    <a:pt x="10146" y="30728"/>
                  </a:lnTo>
                  <a:lnTo>
                    <a:pt x="10146" y="18477"/>
                  </a:lnTo>
                  <a:lnTo>
                    <a:pt x="13214" y="18477"/>
                  </a:lnTo>
                  <a:cubicBezTo>
                    <a:pt x="15301" y="18477"/>
                    <a:pt x="16996" y="16782"/>
                    <a:pt x="16996" y="14695"/>
                  </a:cubicBezTo>
                  <a:lnTo>
                    <a:pt x="16996" y="13624"/>
                  </a:lnTo>
                  <a:lnTo>
                    <a:pt x="16996" y="10852"/>
                  </a:lnTo>
                  <a:cubicBezTo>
                    <a:pt x="16996" y="9512"/>
                    <a:pt x="15911" y="8428"/>
                    <a:pt x="14571" y="8428"/>
                  </a:cubicBezTo>
                  <a:cubicBezTo>
                    <a:pt x="13231" y="8428"/>
                    <a:pt x="12142" y="9512"/>
                    <a:pt x="12142" y="10852"/>
                  </a:cubicBezTo>
                  <a:lnTo>
                    <a:pt x="12142" y="12625"/>
                  </a:lnTo>
                  <a:cubicBezTo>
                    <a:pt x="12142" y="13176"/>
                    <a:pt x="11696" y="13624"/>
                    <a:pt x="11144" y="13624"/>
                  </a:cubicBezTo>
                  <a:cubicBezTo>
                    <a:pt x="10593" y="13624"/>
                    <a:pt x="10146" y="13176"/>
                    <a:pt x="10146" y="12625"/>
                  </a:cubicBezTo>
                  <a:lnTo>
                    <a:pt x="10146" y="2698"/>
                  </a:lnTo>
                  <a:cubicBezTo>
                    <a:pt x="10146" y="1236"/>
                    <a:pt x="8984" y="23"/>
                    <a:pt x="7526" y="1"/>
                  </a:cubicBezTo>
                  <a:cubicBezTo>
                    <a:pt x="7514" y="1"/>
                    <a:pt x="7503" y="1"/>
                    <a:pt x="7492"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9" name="Google Shape;3449;p64"/>
            <p:cNvSpPr/>
            <p:nvPr/>
          </p:nvSpPr>
          <p:spPr>
            <a:xfrm>
              <a:off x="1033376" y="2629378"/>
              <a:ext cx="93732" cy="1984743"/>
            </a:xfrm>
            <a:custGeom>
              <a:rect b="b" l="l" r="r" t="t"/>
              <a:pathLst>
                <a:path extrusionOk="0" h="30915" w="1460">
                  <a:moveTo>
                    <a:pt x="1344" y="0"/>
                  </a:moveTo>
                  <a:cubicBezTo>
                    <a:pt x="1300" y="0"/>
                    <a:pt x="1140" y="8"/>
                    <a:pt x="948" y="192"/>
                  </a:cubicBezTo>
                  <a:cubicBezTo>
                    <a:pt x="515" y="588"/>
                    <a:pt x="1" y="1741"/>
                    <a:pt x="1" y="4940"/>
                  </a:cubicBezTo>
                  <a:lnTo>
                    <a:pt x="1" y="30805"/>
                  </a:lnTo>
                  <a:cubicBezTo>
                    <a:pt x="1" y="30864"/>
                    <a:pt x="50" y="30914"/>
                    <a:pt x="115" y="30914"/>
                  </a:cubicBezTo>
                  <a:cubicBezTo>
                    <a:pt x="178" y="30914"/>
                    <a:pt x="228" y="30864"/>
                    <a:pt x="228" y="30805"/>
                  </a:cubicBezTo>
                  <a:lnTo>
                    <a:pt x="228" y="4940"/>
                  </a:lnTo>
                  <a:cubicBezTo>
                    <a:pt x="228" y="1709"/>
                    <a:pt x="761" y="693"/>
                    <a:pt x="1081" y="373"/>
                  </a:cubicBezTo>
                  <a:cubicBezTo>
                    <a:pt x="1226" y="232"/>
                    <a:pt x="1331" y="228"/>
                    <a:pt x="1341" y="228"/>
                  </a:cubicBezTo>
                  <a:cubicBezTo>
                    <a:pt x="1345" y="228"/>
                    <a:pt x="1349" y="229"/>
                    <a:pt x="1353" y="229"/>
                  </a:cubicBezTo>
                  <a:cubicBezTo>
                    <a:pt x="1407" y="229"/>
                    <a:pt x="1451" y="178"/>
                    <a:pt x="1455" y="123"/>
                  </a:cubicBezTo>
                  <a:cubicBezTo>
                    <a:pt x="1459" y="59"/>
                    <a:pt x="1413" y="5"/>
                    <a:pt x="1354" y="0"/>
                  </a:cubicBezTo>
                  <a:cubicBezTo>
                    <a:pt x="1352" y="0"/>
                    <a:pt x="1349" y="0"/>
                    <a:pt x="1344" y="0"/>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0" name="Google Shape;3450;p64"/>
            <p:cNvSpPr/>
            <p:nvPr/>
          </p:nvSpPr>
          <p:spPr>
            <a:xfrm>
              <a:off x="1165948" y="2629378"/>
              <a:ext cx="84872" cy="1984743"/>
            </a:xfrm>
            <a:custGeom>
              <a:rect b="b" l="l" r="r" t="t"/>
              <a:pathLst>
                <a:path extrusionOk="0" h="30915" w="1322">
                  <a:moveTo>
                    <a:pt x="123" y="1"/>
                  </a:moveTo>
                  <a:cubicBezTo>
                    <a:pt x="88" y="1"/>
                    <a:pt x="54" y="16"/>
                    <a:pt x="32" y="45"/>
                  </a:cubicBezTo>
                  <a:cubicBezTo>
                    <a:pt x="0" y="95"/>
                    <a:pt x="9" y="169"/>
                    <a:pt x="59" y="205"/>
                  </a:cubicBezTo>
                  <a:cubicBezTo>
                    <a:pt x="69" y="215"/>
                    <a:pt x="1094" y="975"/>
                    <a:pt x="1094" y="3259"/>
                  </a:cubicBezTo>
                  <a:lnTo>
                    <a:pt x="1094" y="30805"/>
                  </a:lnTo>
                  <a:cubicBezTo>
                    <a:pt x="1094" y="30864"/>
                    <a:pt x="1144" y="30914"/>
                    <a:pt x="1208" y="30914"/>
                  </a:cubicBezTo>
                  <a:cubicBezTo>
                    <a:pt x="1267" y="30914"/>
                    <a:pt x="1321" y="30864"/>
                    <a:pt x="1321" y="30805"/>
                  </a:cubicBezTo>
                  <a:lnTo>
                    <a:pt x="1321" y="3259"/>
                  </a:lnTo>
                  <a:cubicBezTo>
                    <a:pt x="1321" y="848"/>
                    <a:pt x="237" y="55"/>
                    <a:pt x="191" y="23"/>
                  </a:cubicBezTo>
                  <a:cubicBezTo>
                    <a:pt x="171" y="8"/>
                    <a:pt x="147" y="1"/>
                    <a:pt x="123" y="1"/>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1" name="Google Shape;3451;p64"/>
            <p:cNvSpPr/>
            <p:nvPr/>
          </p:nvSpPr>
          <p:spPr>
            <a:xfrm>
              <a:off x="1141873" y="2627324"/>
              <a:ext cx="14766" cy="1986797"/>
            </a:xfrm>
            <a:custGeom>
              <a:rect b="b" l="l" r="r" t="t"/>
              <a:pathLst>
                <a:path extrusionOk="0" h="30947" w="230">
                  <a:moveTo>
                    <a:pt x="116" y="1"/>
                  </a:moveTo>
                  <a:cubicBezTo>
                    <a:pt x="51" y="1"/>
                    <a:pt x="1" y="50"/>
                    <a:pt x="1" y="110"/>
                  </a:cubicBezTo>
                  <a:lnTo>
                    <a:pt x="1" y="30837"/>
                  </a:lnTo>
                  <a:cubicBezTo>
                    <a:pt x="1" y="30896"/>
                    <a:pt x="51" y="30946"/>
                    <a:pt x="116" y="30946"/>
                  </a:cubicBezTo>
                  <a:cubicBezTo>
                    <a:pt x="175" y="30946"/>
                    <a:pt x="230" y="30896"/>
                    <a:pt x="230" y="30837"/>
                  </a:cubicBezTo>
                  <a:lnTo>
                    <a:pt x="230" y="110"/>
                  </a:lnTo>
                  <a:cubicBezTo>
                    <a:pt x="230" y="50"/>
                    <a:pt x="175" y="1"/>
                    <a:pt x="116" y="1"/>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2" name="Google Shape;3452;p64"/>
            <p:cNvSpPr/>
            <p:nvPr/>
          </p:nvSpPr>
          <p:spPr>
            <a:xfrm>
              <a:off x="1374533" y="3501600"/>
              <a:ext cx="14381" cy="326264"/>
            </a:xfrm>
            <a:custGeom>
              <a:rect b="b" l="l" r="r" t="t"/>
              <a:pathLst>
                <a:path extrusionOk="0" h="5082" w="224">
                  <a:moveTo>
                    <a:pt x="110" y="1"/>
                  </a:moveTo>
                  <a:cubicBezTo>
                    <a:pt x="51" y="1"/>
                    <a:pt x="1" y="56"/>
                    <a:pt x="1" y="115"/>
                  </a:cubicBezTo>
                  <a:lnTo>
                    <a:pt x="1" y="4968"/>
                  </a:lnTo>
                  <a:cubicBezTo>
                    <a:pt x="1" y="5027"/>
                    <a:pt x="51" y="5082"/>
                    <a:pt x="110" y="5082"/>
                  </a:cubicBezTo>
                  <a:cubicBezTo>
                    <a:pt x="174" y="5082"/>
                    <a:pt x="224" y="5027"/>
                    <a:pt x="224" y="4968"/>
                  </a:cubicBezTo>
                  <a:lnTo>
                    <a:pt x="224" y="115"/>
                  </a:lnTo>
                  <a:cubicBezTo>
                    <a:pt x="224" y="56"/>
                    <a:pt x="174" y="1"/>
                    <a:pt x="110" y="1"/>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3" name="Google Shape;3453;p64"/>
            <p:cNvSpPr/>
            <p:nvPr/>
          </p:nvSpPr>
          <p:spPr>
            <a:xfrm>
              <a:off x="1511214" y="3170521"/>
              <a:ext cx="70556" cy="656830"/>
            </a:xfrm>
            <a:custGeom>
              <a:rect b="b" l="l" r="r" t="t"/>
              <a:pathLst>
                <a:path extrusionOk="0" h="10231" w="1099">
                  <a:moveTo>
                    <a:pt x="971" y="0"/>
                  </a:moveTo>
                  <a:cubicBezTo>
                    <a:pt x="951" y="0"/>
                    <a:pt x="930" y="6"/>
                    <a:pt x="912" y="17"/>
                  </a:cubicBezTo>
                  <a:cubicBezTo>
                    <a:pt x="0" y="564"/>
                    <a:pt x="146" y="1620"/>
                    <a:pt x="150" y="1652"/>
                  </a:cubicBezTo>
                  <a:lnTo>
                    <a:pt x="150" y="10116"/>
                  </a:lnTo>
                  <a:cubicBezTo>
                    <a:pt x="150" y="10180"/>
                    <a:pt x="201" y="10230"/>
                    <a:pt x="264" y="10230"/>
                  </a:cubicBezTo>
                  <a:cubicBezTo>
                    <a:pt x="329" y="10230"/>
                    <a:pt x="379" y="10180"/>
                    <a:pt x="379" y="10116"/>
                  </a:cubicBezTo>
                  <a:lnTo>
                    <a:pt x="373" y="1635"/>
                  </a:lnTo>
                  <a:cubicBezTo>
                    <a:pt x="373" y="1625"/>
                    <a:pt x="247" y="682"/>
                    <a:pt x="1030" y="213"/>
                  </a:cubicBezTo>
                  <a:cubicBezTo>
                    <a:pt x="1080" y="181"/>
                    <a:pt x="1099" y="108"/>
                    <a:pt x="1067" y="53"/>
                  </a:cubicBezTo>
                  <a:cubicBezTo>
                    <a:pt x="1046" y="20"/>
                    <a:pt x="1009" y="0"/>
                    <a:pt x="971" y="0"/>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4" name="Google Shape;3454;p64"/>
            <p:cNvSpPr/>
            <p:nvPr/>
          </p:nvSpPr>
          <p:spPr>
            <a:xfrm>
              <a:off x="1610082" y="3170392"/>
              <a:ext cx="14381" cy="634681"/>
            </a:xfrm>
            <a:custGeom>
              <a:rect b="b" l="l" r="r" t="t"/>
              <a:pathLst>
                <a:path extrusionOk="0" h="9886" w="224">
                  <a:moveTo>
                    <a:pt x="114" y="0"/>
                  </a:moveTo>
                  <a:cubicBezTo>
                    <a:pt x="51" y="0"/>
                    <a:pt x="1" y="55"/>
                    <a:pt x="1" y="114"/>
                  </a:cubicBezTo>
                  <a:lnTo>
                    <a:pt x="1" y="9772"/>
                  </a:lnTo>
                  <a:cubicBezTo>
                    <a:pt x="1" y="9831"/>
                    <a:pt x="51" y="9885"/>
                    <a:pt x="114" y="9885"/>
                  </a:cubicBezTo>
                  <a:cubicBezTo>
                    <a:pt x="173" y="9885"/>
                    <a:pt x="224" y="9831"/>
                    <a:pt x="224" y="9772"/>
                  </a:cubicBezTo>
                  <a:lnTo>
                    <a:pt x="224" y="114"/>
                  </a:lnTo>
                  <a:cubicBezTo>
                    <a:pt x="224" y="55"/>
                    <a:pt x="173" y="0"/>
                    <a:pt x="114" y="0"/>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5" name="Google Shape;3455;p64"/>
            <p:cNvSpPr/>
            <p:nvPr/>
          </p:nvSpPr>
          <p:spPr>
            <a:xfrm>
              <a:off x="1265715" y="3927311"/>
              <a:ext cx="574975" cy="679814"/>
            </a:xfrm>
            <a:custGeom>
              <a:rect b="b" l="l" r="r" t="t"/>
              <a:pathLst>
                <a:path extrusionOk="0" h="10589" w="8956">
                  <a:moveTo>
                    <a:pt x="8742" y="1"/>
                  </a:moveTo>
                  <a:cubicBezTo>
                    <a:pt x="5611" y="379"/>
                    <a:pt x="3400" y="2375"/>
                    <a:pt x="3400" y="2375"/>
                  </a:cubicBezTo>
                  <a:lnTo>
                    <a:pt x="3400" y="5074"/>
                  </a:lnTo>
                  <a:lnTo>
                    <a:pt x="2156" y="3400"/>
                  </a:lnTo>
                  <a:cubicBezTo>
                    <a:pt x="0" y="6099"/>
                    <a:pt x="434" y="10588"/>
                    <a:pt x="434" y="10588"/>
                  </a:cubicBezTo>
                  <a:cubicBezTo>
                    <a:pt x="1618" y="10165"/>
                    <a:pt x="5287" y="8474"/>
                    <a:pt x="7123" y="5720"/>
                  </a:cubicBezTo>
                  <a:cubicBezTo>
                    <a:pt x="8956" y="2968"/>
                    <a:pt x="8742" y="1"/>
                    <a:pt x="8742"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6" name="Google Shape;3456;p64"/>
            <p:cNvSpPr/>
            <p:nvPr/>
          </p:nvSpPr>
          <p:spPr>
            <a:xfrm>
              <a:off x="1293513" y="4300699"/>
              <a:ext cx="730660" cy="306427"/>
            </a:xfrm>
            <a:custGeom>
              <a:rect b="b" l="l" r="r" t="t"/>
              <a:pathLst>
                <a:path extrusionOk="0" h="4773" w="11381">
                  <a:moveTo>
                    <a:pt x="7385" y="0"/>
                  </a:moveTo>
                  <a:cubicBezTo>
                    <a:pt x="6822" y="0"/>
                    <a:pt x="6211" y="74"/>
                    <a:pt x="5561" y="256"/>
                  </a:cubicBezTo>
                  <a:cubicBezTo>
                    <a:pt x="2083" y="1227"/>
                    <a:pt x="1" y="4772"/>
                    <a:pt x="1" y="4772"/>
                  </a:cubicBezTo>
                  <a:cubicBezTo>
                    <a:pt x="2247" y="4772"/>
                    <a:pt x="11381" y="1395"/>
                    <a:pt x="11381" y="1395"/>
                  </a:cubicBezTo>
                  <a:cubicBezTo>
                    <a:pt x="11381" y="1395"/>
                    <a:pt x="9835" y="0"/>
                    <a:pt x="7385" y="0"/>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7" name="Google Shape;3457;p64"/>
            <p:cNvSpPr/>
            <p:nvPr/>
          </p:nvSpPr>
          <p:spPr>
            <a:xfrm>
              <a:off x="1288506" y="3923844"/>
              <a:ext cx="543132" cy="686747"/>
            </a:xfrm>
            <a:custGeom>
              <a:rect b="b" l="l" r="r" t="t"/>
              <a:pathLst>
                <a:path extrusionOk="0" h="10697" w="8460">
                  <a:moveTo>
                    <a:pt x="8310" y="0"/>
                  </a:moveTo>
                  <a:lnTo>
                    <a:pt x="1" y="10583"/>
                  </a:lnTo>
                  <a:lnTo>
                    <a:pt x="151" y="10697"/>
                  </a:lnTo>
                  <a:lnTo>
                    <a:pt x="8460" y="114"/>
                  </a:lnTo>
                  <a:lnTo>
                    <a:pt x="8310"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8" name="Google Shape;3458;p64"/>
            <p:cNvSpPr/>
            <p:nvPr/>
          </p:nvSpPr>
          <p:spPr>
            <a:xfrm>
              <a:off x="1636147" y="4164081"/>
              <a:ext cx="149843" cy="12326"/>
            </a:xfrm>
            <a:custGeom>
              <a:rect b="b" l="l" r="r" t="t"/>
              <a:pathLst>
                <a:path extrusionOk="0" h="192" w="2334">
                  <a:moveTo>
                    <a:pt x="0" y="0"/>
                  </a:moveTo>
                  <a:lnTo>
                    <a:pt x="0" y="192"/>
                  </a:lnTo>
                  <a:lnTo>
                    <a:pt x="2334" y="192"/>
                  </a:lnTo>
                  <a:lnTo>
                    <a:pt x="2334"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9" name="Google Shape;3459;p64"/>
            <p:cNvSpPr/>
            <p:nvPr/>
          </p:nvSpPr>
          <p:spPr>
            <a:xfrm>
              <a:off x="1330107" y="4275211"/>
              <a:ext cx="129620" cy="129684"/>
            </a:xfrm>
            <a:custGeom>
              <a:rect b="b" l="l" r="r" t="t"/>
              <a:pathLst>
                <a:path extrusionOk="0" h="2020" w="2019">
                  <a:moveTo>
                    <a:pt x="137" y="1"/>
                  </a:moveTo>
                  <a:lnTo>
                    <a:pt x="0" y="133"/>
                  </a:lnTo>
                  <a:lnTo>
                    <a:pt x="1887" y="2020"/>
                  </a:lnTo>
                  <a:lnTo>
                    <a:pt x="2019" y="1883"/>
                  </a:lnTo>
                  <a:lnTo>
                    <a:pt x="137"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60" name="Google Shape;3460;p64"/>
          <p:cNvSpPr/>
          <p:nvPr/>
        </p:nvSpPr>
        <p:spPr>
          <a:xfrm flipH="1">
            <a:off x="128875" y="4645625"/>
            <a:ext cx="1609800" cy="218400"/>
          </a:xfrm>
          <a:prstGeom prst="ellipse">
            <a:avLst/>
          </a:prstGeom>
          <a:solidFill>
            <a:srgbClr val="21204D">
              <a:alpha val="21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1" name="Google Shape;3461;p64"/>
          <p:cNvSpPr txBox="1"/>
          <p:nvPr>
            <p:ph type="ctrTitle"/>
          </p:nvPr>
        </p:nvSpPr>
        <p:spPr>
          <a:xfrm>
            <a:off x="4610875" y="1751475"/>
            <a:ext cx="4219500" cy="1241400"/>
          </a:xfrm>
          <a:prstGeom prst="rect">
            <a:avLst/>
          </a:prstGeom>
        </p:spPr>
        <p:txBody>
          <a:bodyPr anchorCtr="0" anchor="ctr" bIns="34275" lIns="68575" spcFirstLastPara="1" rIns="68575" wrap="square" tIns="34275">
            <a:noAutofit/>
          </a:bodyPr>
          <a:lstStyle/>
          <a:p>
            <a:pPr indent="-228600" lvl="0" marL="228600" rtl="0" algn="l">
              <a:spcBef>
                <a:spcPts val="0"/>
              </a:spcBef>
              <a:spcAft>
                <a:spcPts val="0"/>
              </a:spcAft>
              <a:buNone/>
            </a:pPr>
            <a:r>
              <a:rPr lang="en" sz="2000">
                <a:solidFill>
                  <a:srgbClr val="FFFFFF"/>
                </a:solidFill>
                <a:latin typeface="Abel"/>
                <a:ea typeface="Abel"/>
                <a:cs typeface="Abel"/>
                <a:sym typeface="Abel"/>
              </a:rPr>
              <a:t>• Study of the physical characteristics </a:t>
            </a:r>
            <a:br>
              <a:rPr lang="en" sz="2000">
                <a:solidFill>
                  <a:srgbClr val="FFFFFF"/>
                </a:solidFill>
                <a:latin typeface="Abel"/>
                <a:ea typeface="Abel"/>
                <a:cs typeface="Abel"/>
                <a:sym typeface="Abel"/>
              </a:rPr>
            </a:br>
            <a:r>
              <a:rPr lang="en" sz="2000">
                <a:solidFill>
                  <a:srgbClr val="FFFFFF"/>
                </a:solidFill>
                <a:latin typeface="Abel"/>
                <a:ea typeface="Abel"/>
                <a:cs typeface="Abel"/>
                <a:sym typeface="Abel"/>
              </a:rPr>
              <a:t>of interaction</a:t>
            </a:r>
            <a:endParaRPr sz="2000">
              <a:solidFill>
                <a:srgbClr val="FFFFFF"/>
              </a:solidFill>
              <a:latin typeface="Abel"/>
              <a:ea typeface="Abel"/>
              <a:cs typeface="Abel"/>
              <a:sym typeface="Abel"/>
            </a:endParaRPr>
          </a:p>
          <a:p>
            <a:pPr indent="-228600" lvl="0" marL="228600" rtl="0" algn="l">
              <a:spcBef>
                <a:spcPts val="0"/>
              </a:spcBef>
              <a:spcAft>
                <a:spcPts val="0"/>
              </a:spcAft>
              <a:buNone/>
            </a:pPr>
            <a:r>
              <a:rPr lang="en" sz="2000">
                <a:solidFill>
                  <a:srgbClr val="FFFFFF"/>
                </a:solidFill>
                <a:latin typeface="Abel"/>
                <a:ea typeface="Abel"/>
                <a:cs typeface="Abel"/>
                <a:sym typeface="Abel"/>
              </a:rPr>
              <a:t>• Also known as human factors – but this can also be used to mean much of HCI!</a:t>
            </a:r>
            <a:endParaRPr sz="2000">
              <a:solidFill>
                <a:srgbClr val="FFFFFF"/>
              </a:solidFill>
              <a:latin typeface="Abel"/>
              <a:ea typeface="Abel"/>
              <a:cs typeface="Abel"/>
              <a:sym typeface="Abel"/>
            </a:endParaRPr>
          </a:p>
          <a:p>
            <a:pPr indent="-228600" lvl="0" marL="228600" rtl="0" algn="l">
              <a:spcBef>
                <a:spcPts val="0"/>
              </a:spcBef>
              <a:spcAft>
                <a:spcPts val="0"/>
              </a:spcAft>
              <a:buNone/>
            </a:pPr>
            <a:r>
              <a:rPr lang="en" sz="2000">
                <a:solidFill>
                  <a:srgbClr val="FFFFFF"/>
                </a:solidFill>
                <a:latin typeface="Abel"/>
                <a:ea typeface="Abel"/>
                <a:cs typeface="Abel"/>
                <a:sym typeface="Abel"/>
              </a:rPr>
              <a:t>• Ergonomics good at defining standards and guidelines for constraining the way we design certain aspects of systems</a:t>
            </a:r>
            <a:endParaRPr sz="2000">
              <a:solidFill>
                <a:srgbClr val="FFFFFF"/>
              </a:solidFill>
              <a:latin typeface="Abel"/>
              <a:ea typeface="Abel"/>
              <a:cs typeface="Abel"/>
              <a:sym typeface="Abel"/>
            </a:endParaRPr>
          </a:p>
        </p:txBody>
      </p:sp>
      <p:sp>
        <p:nvSpPr>
          <p:cNvPr id="3462" name="Google Shape;3462;p64"/>
          <p:cNvSpPr txBox="1"/>
          <p:nvPr>
            <p:ph idx="4294967295" type="subTitle"/>
          </p:nvPr>
        </p:nvSpPr>
        <p:spPr>
          <a:xfrm flipH="1">
            <a:off x="343800" y="238125"/>
            <a:ext cx="3294000" cy="76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4F4F4F"/>
                </a:solidFill>
              </a:rPr>
              <a:t>Alan Dix </a:t>
            </a:r>
            <a:br>
              <a:rPr lang="en" sz="1200">
                <a:solidFill>
                  <a:srgbClr val="4F4F4F"/>
                </a:solidFill>
              </a:rPr>
            </a:br>
            <a:r>
              <a:rPr lang="en" sz="1200">
                <a:solidFill>
                  <a:srgbClr val="4F4F4F"/>
                </a:solidFill>
              </a:rPr>
              <a:t>- interaction-design.org</a:t>
            </a:r>
            <a:endParaRPr sz="1200">
              <a:solidFill>
                <a:srgbClr val="4F4F4F"/>
              </a:solidFill>
            </a:endParaRPr>
          </a:p>
        </p:txBody>
      </p:sp>
      <p:sp>
        <p:nvSpPr>
          <p:cNvPr id="3463" name="Google Shape;3463;p64"/>
          <p:cNvSpPr txBox="1"/>
          <p:nvPr>
            <p:ph type="ctrTitle"/>
          </p:nvPr>
        </p:nvSpPr>
        <p:spPr>
          <a:xfrm flipH="1">
            <a:off x="343800" y="598275"/>
            <a:ext cx="3294000" cy="21465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b="1" lang="en" sz="2000">
                <a:solidFill>
                  <a:srgbClr val="4F4F4F"/>
                </a:solidFill>
                <a:latin typeface="Abel"/>
                <a:ea typeface="Abel"/>
                <a:cs typeface="Abel"/>
                <a:sym typeface="Abel"/>
              </a:rPr>
              <a:t>physical aspects of interfaces</a:t>
            </a:r>
            <a:endParaRPr b="1" sz="2000">
              <a:solidFill>
                <a:srgbClr val="4F4F4F"/>
              </a:solidFill>
              <a:latin typeface="Abel"/>
              <a:ea typeface="Abel"/>
              <a:cs typeface="Abel"/>
              <a:sym typeface="Abel"/>
            </a:endParaRPr>
          </a:p>
          <a:p>
            <a:pPr indent="0" lvl="0" marL="0" rtl="0" algn="l">
              <a:spcBef>
                <a:spcPts val="0"/>
              </a:spcBef>
              <a:spcAft>
                <a:spcPts val="0"/>
              </a:spcAft>
              <a:buNone/>
            </a:pPr>
            <a:r>
              <a:rPr b="1" lang="en" sz="2000">
                <a:solidFill>
                  <a:srgbClr val="4F4F4F"/>
                </a:solidFill>
                <a:latin typeface="Abel"/>
                <a:ea typeface="Abel"/>
                <a:cs typeface="Abel"/>
                <a:sym typeface="Abel"/>
              </a:rPr>
              <a:t>industrial interfaces</a:t>
            </a:r>
            <a:endParaRPr b="1" sz="2000">
              <a:solidFill>
                <a:srgbClr val="4F4F4F"/>
              </a:solidFill>
              <a:latin typeface="Abel"/>
              <a:ea typeface="Abel"/>
              <a:cs typeface="Abel"/>
              <a:sym typeface="Abel"/>
            </a:endParaRPr>
          </a:p>
        </p:txBody>
      </p:sp>
      <p:grpSp>
        <p:nvGrpSpPr>
          <p:cNvPr id="3464" name="Google Shape;3464;p64"/>
          <p:cNvGrpSpPr/>
          <p:nvPr/>
        </p:nvGrpSpPr>
        <p:grpSpPr>
          <a:xfrm>
            <a:off x="6259876" y="4158612"/>
            <a:ext cx="2570506" cy="984896"/>
            <a:chOff x="6259875" y="4158612"/>
            <a:chExt cx="2570506" cy="984896"/>
          </a:xfrm>
        </p:grpSpPr>
        <p:sp>
          <p:nvSpPr>
            <p:cNvPr id="3465" name="Google Shape;3465;p64"/>
            <p:cNvSpPr/>
            <p:nvPr/>
          </p:nvSpPr>
          <p:spPr>
            <a:xfrm flipH="1">
              <a:off x="6259876" y="4158612"/>
              <a:ext cx="2570506" cy="966512"/>
            </a:xfrm>
            <a:custGeom>
              <a:rect b="b" l="l" r="r" t="t"/>
              <a:pathLst>
                <a:path extrusionOk="0" h="24393" w="64879">
                  <a:moveTo>
                    <a:pt x="19559" y="0"/>
                  </a:moveTo>
                  <a:cubicBezTo>
                    <a:pt x="17224" y="0"/>
                    <a:pt x="14591" y="1033"/>
                    <a:pt x="11575" y="3632"/>
                  </a:cubicBezTo>
                  <a:cubicBezTo>
                    <a:pt x="11167" y="3987"/>
                    <a:pt x="10746" y="4372"/>
                    <a:pt x="10322" y="4786"/>
                  </a:cubicBezTo>
                  <a:cubicBezTo>
                    <a:pt x="1" y="14837"/>
                    <a:pt x="13979" y="24328"/>
                    <a:pt x="13979" y="24328"/>
                  </a:cubicBezTo>
                  <a:lnTo>
                    <a:pt x="32302" y="24353"/>
                  </a:lnTo>
                  <a:lnTo>
                    <a:pt x="43916" y="24373"/>
                  </a:lnTo>
                  <a:lnTo>
                    <a:pt x="55288" y="24392"/>
                  </a:lnTo>
                  <a:cubicBezTo>
                    <a:pt x="55288" y="24392"/>
                    <a:pt x="64879" y="15138"/>
                    <a:pt x="58174" y="10115"/>
                  </a:cubicBezTo>
                  <a:cubicBezTo>
                    <a:pt x="57646" y="9720"/>
                    <a:pt x="57014" y="9350"/>
                    <a:pt x="56274" y="9015"/>
                  </a:cubicBezTo>
                  <a:cubicBezTo>
                    <a:pt x="55020" y="8447"/>
                    <a:pt x="53738" y="8217"/>
                    <a:pt x="52444" y="8217"/>
                  </a:cubicBezTo>
                  <a:cubicBezTo>
                    <a:pt x="49694" y="8217"/>
                    <a:pt x="46895" y="9257"/>
                    <a:pt x="44217" y="10297"/>
                  </a:cubicBezTo>
                  <a:cubicBezTo>
                    <a:pt x="41536" y="11339"/>
                    <a:pt x="38977" y="12381"/>
                    <a:pt x="36709" y="12381"/>
                  </a:cubicBezTo>
                  <a:cubicBezTo>
                    <a:pt x="34895" y="12381"/>
                    <a:pt x="33267" y="11714"/>
                    <a:pt x="31912" y="9848"/>
                  </a:cubicBezTo>
                  <a:cubicBezTo>
                    <a:pt x="31148" y="8798"/>
                    <a:pt x="30353" y="7692"/>
                    <a:pt x="29514" y="6617"/>
                  </a:cubicBezTo>
                  <a:lnTo>
                    <a:pt x="27491" y="8728"/>
                  </a:lnTo>
                  <a:lnTo>
                    <a:pt x="28573" y="5453"/>
                  </a:lnTo>
                  <a:cubicBezTo>
                    <a:pt x="28118" y="4910"/>
                    <a:pt x="27649" y="4387"/>
                    <a:pt x="27166" y="3889"/>
                  </a:cubicBezTo>
                  <a:lnTo>
                    <a:pt x="25246" y="10140"/>
                  </a:lnTo>
                  <a:lnTo>
                    <a:pt x="25246" y="2157"/>
                  </a:lnTo>
                  <a:cubicBezTo>
                    <a:pt x="23554" y="852"/>
                    <a:pt x="21679" y="0"/>
                    <a:pt x="19559"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6" name="Google Shape;3466;p64"/>
            <p:cNvSpPr/>
            <p:nvPr/>
          </p:nvSpPr>
          <p:spPr>
            <a:xfrm flipH="1">
              <a:off x="7526725" y="4449481"/>
              <a:ext cx="693944" cy="694028"/>
            </a:xfrm>
            <a:custGeom>
              <a:rect b="b" l="l" r="r" t="t"/>
              <a:pathLst>
                <a:path extrusionOk="0" h="17516" w="17515">
                  <a:moveTo>
                    <a:pt x="143" y="1"/>
                  </a:moveTo>
                  <a:lnTo>
                    <a:pt x="0" y="144"/>
                  </a:lnTo>
                  <a:lnTo>
                    <a:pt x="17372" y="17515"/>
                  </a:lnTo>
                  <a:lnTo>
                    <a:pt x="17515" y="17372"/>
                  </a:lnTo>
                  <a:lnTo>
                    <a:pt x="143" y="1"/>
                  </a:ln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7" name="Google Shape;3467;p64"/>
            <p:cNvSpPr/>
            <p:nvPr/>
          </p:nvSpPr>
          <p:spPr>
            <a:xfrm flipH="1">
              <a:off x="7753272" y="4912787"/>
              <a:ext cx="397785" cy="8241"/>
            </a:xfrm>
            <a:custGeom>
              <a:rect b="b" l="l" r="r" t="t"/>
              <a:pathLst>
                <a:path extrusionOk="0" h="208" w="10040">
                  <a:moveTo>
                    <a:pt x="0" y="0"/>
                  </a:moveTo>
                  <a:lnTo>
                    <a:pt x="0" y="208"/>
                  </a:lnTo>
                  <a:lnTo>
                    <a:pt x="10040" y="208"/>
                  </a:lnTo>
                  <a:lnTo>
                    <a:pt x="10040" y="0"/>
                  </a:ln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8" name="Google Shape;3468;p64"/>
            <p:cNvSpPr/>
            <p:nvPr/>
          </p:nvSpPr>
          <p:spPr>
            <a:xfrm flipH="1">
              <a:off x="7895151" y="4491322"/>
              <a:ext cx="8082" cy="279576"/>
            </a:xfrm>
            <a:custGeom>
              <a:rect b="b" l="l" r="r" t="t"/>
              <a:pathLst>
                <a:path extrusionOk="0" h="7056" w="204">
                  <a:moveTo>
                    <a:pt x="1" y="1"/>
                  </a:moveTo>
                  <a:lnTo>
                    <a:pt x="1" y="7056"/>
                  </a:lnTo>
                  <a:lnTo>
                    <a:pt x="203" y="7056"/>
                  </a:lnTo>
                  <a:lnTo>
                    <a:pt x="203" y="1"/>
                  </a:ln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9" name="Google Shape;3469;p64"/>
            <p:cNvSpPr/>
            <p:nvPr/>
          </p:nvSpPr>
          <p:spPr>
            <a:xfrm flipH="1">
              <a:off x="6757344" y="4690544"/>
              <a:ext cx="436494" cy="436521"/>
            </a:xfrm>
            <a:custGeom>
              <a:rect b="b" l="l" r="r" t="t"/>
              <a:pathLst>
                <a:path extrusionOk="0" h="11017" w="11017">
                  <a:moveTo>
                    <a:pt x="10873" y="0"/>
                  </a:moveTo>
                  <a:lnTo>
                    <a:pt x="0" y="10874"/>
                  </a:lnTo>
                  <a:lnTo>
                    <a:pt x="148" y="11017"/>
                  </a:lnTo>
                  <a:lnTo>
                    <a:pt x="11017" y="144"/>
                  </a:lnTo>
                  <a:lnTo>
                    <a:pt x="10873" y="0"/>
                  </a:ln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0" name="Google Shape;3470;p64"/>
            <p:cNvSpPr/>
            <p:nvPr/>
          </p:nvSpPr>
          <p:spPr>
            <a:xfrm flipH="1">
              <a:off x="6635196" y="4866468"/>
              <a:ext cx="301984" cy="8083"/>
            </a:xfrm>
            <a:custGeom>
              <a:rect b="b" l="l" r="r" t="t"/>
              <a:pathLst>
                <a:path extrusionOk="0" h="204" w="7622">
                  <a:moveTo>
                    <a:pt x="0" y="1"/>
                  </a:moveTo>
                  <a:lnTo>
                    <a:pt x="0" y="203"/>
                  </a:lnTo>
                  <a:lnTo>
                    <a:pt x="7622" y="203"/>
                  </a:lnTo>
                  <a:lnTo>
                    <a:pt x="7622" y="1"/>
                  </a:ln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1" name="Google Shape;3471;p64"/>
            <p:cNvSpPr/>
            <p:nvPr/>
          </p:nvSpPr>
          <p:spPr>
            <a:xfrm flipH="1">
              <a:off x="7035279" y="4770859"/>
              <a:ext cx="8281" cy="201996"/>
            </a:xfrm>
            <a:custGeom>
              <a:rect b="b" l="l" r="r" t="t"/>
              <a:pathLst>
                <a:path extrusionOk="0" h="5098" w="209">
                  <a:moveTo>
                    <a:pt x="1" y="1"/>
                  </a:moveTo>
                  <a:lnTo>
                    <a:pt x="1" y="5098"/>
                  </a:lnTo>
                  <a:lnTo>
                    <a:pt x="208" y="5098"/>
                  </a:lnTo>
                  <a:lnTo>
                    <a:pt x="208" y="1"/>
                  </a:ln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6" name="Shape 3476"/>
        <p:cNvGrpSpPr/>
        <p:nvPr/>
      </p:nvGrpSpPr>
      <p:grpSpPr>
        <a:xfrm>
          <a:off x="0" y="0"/>
          <a:ext cx="0" cy="0"/>
          <a:chOff x="0" y="0"/>
          <a:chExt cx="0" cy="0"/>
        </a:xfrm>
      </p:grpSpPr>
      <p:sp>
        <p:nvSpPr>
          <p:cNvPr id="3477" name="Google Shape;3477;p65"/>
          <p:cNvSpPr/>
          <p:nvPr/>
        </p:nvSpPr>
        <p:spPr>
          <a:xfrm>
            <a:off x="4727875" y="568475"/>
            <a:ext cx="1778100" cy="39615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8" name="Google Shape;3478;p65"/>
          <p:cNvSpPr/>
          <p:nvPr/>
        </p:nvSpPr>
        <p:spPr>
          <a:xfrm>
            <a:off x="6783250" y="568475"/>
            <a:ext cx="1778100" cy="3961500"/>
          </a:xfrm>
          <a:prstGeom prst="rect">
            <a:avLst/>
          </a:prstGeom>
          <a:noFill/>
          <a:ln cap="flat" cmpd="sng" w="19050">
            <a:solidFill>
              <a:srgbClr val="FF45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9" name="Google Shape;3479;p65"/>
          <p:cNvSpPr/>
          <p:nvPr/>
        </p:nvSpPr>
        <p:spPr>
          <a:xfrm>
            <a:off x="2672500" y="568475"/>
            <a:ext cx="1778100" cy="3961500"/>
          </a:xfrm>
          <a:prstGeom prst="rect">
            <a:avLst/>
          </a:prstGeom>
          <a:noFill/>
          <a:ln cap="flat" cmpd="sng" w="19050">
            <a:solidFill>
              <a:srgbClr val="FF45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0" name="Google Shape;3480;p65"/>
          <p:cNvSpPr txBox="1"/>
          <p:nvPr>
            <p:ph type="ctrTitle"/>
          </p:nvPr>
        </p:nvSpPr>
        <p:spPr>
          <a:xfrm flipH="1">
            <a:off x="784400" y="1951175"/>
            <a:ext cx="17568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a:t>DOMAINS OF SPECIALIZATION</a:t>
            </a:r>
            <a:endParaRPr/>
          </a:p>
        </p:txBody>
      </p:sp>
      <p:grpSp>
        <p:nvGrpSpPr>
          <p:cNvPr id="3481" name="Google Shape;3481;p65"/>
          <p:cNvGrpSpPr/>
          <p:nvPr/>
        </p:nvGrpSpPr>
        <p:grpSpPr>
          <a:xfrm flipH="1">
            <a:off x="1693476" y="4184112"/>
            <a:ext cx="2570506" cy="984896"/>
            <a:chOff x="1440175" y="4172575"/>
            <a:chExt cx="1621975" cy="621425"/>
          </a:xfrm>
        </p:grpSpPr>
        <p:sp>
          <p:nvSpPr>
            <p:cNvPr id="3482" name="Google Shape;3482;p65"/>
            <p:cNvSpPr/>
            <p:nvPr/>
          </p:nvSpPr>
          <p:spPr>
            <a:xfrm>
              <a:off x="1440175" y="4172575"/>
              <a:ext cx="1621975" cy="609825"/>
            </a:xfrm>
            <a:custGeom>
              <a:rect b="b" l="l" r="r" t="t"/>
              <a:pathLst>
                <a:path extrusionOk="0" h="24393" w="64879">
                  <a:moveTo>
                    <a:pt x="19559" y="0"/>
                  </a:moveTo>
                  <a:cubicBezTo>
                    <a:pt x="17224" y="0"/>
                    <a:pt x="14591" y="1033"/>
                    <a:pt x="11575" y="3632"/>
                  </a:cubicBezTo>
                  <a:cubicBezTo>
                    <a:pt x="11167" y="3987"/>
                    <a:pt x="10746" y="4372"/>
                    <a:pt x="10322" y="4786"/>
                  </a:cubicBezTo>
                  <a:cubicBezTo>
                    <a:pt x="1" y="14837"/>
                    <a:pt x="13979" y="24328"/>
                    <a:pt x="13979" y="24328"/>
                  </a:cubicBezTo>
                  <a:lnTo>
                    <a:pt x="32302" y="24353"/>
                  </a:lnTo>
                  <a:lnTo>
                    <a:pt x="43916" y="24373"/>
                  </a:lnTo>
                  <a:lnTo>
                    <a:pt x="55288" y="24392"/>
                  </a:lnTo>
                  <a:cubicBezTo>
                    <a:pt x="55288" y="24392"/>
                    <a:pt x="64879" y="15138"/>
                    <a:pt x="58174" y="10115"/>
                  </a:cubicBezTo>
                  <a:cubicBezTo>
                    <a:pt x="57646" y="9720"/>
                    <a:pt x="57014" y="9350"/>
                    <a:pt x="56274" y="9015"/>
                  </a:cubicBezTo>
                  <a:cubicBezTo>
                    <a:pt x="55020" y="8447"/>
                    <a:pt x="53738" y="8217"/>
                    <a:pt x="52444" y="8217"/>
                  </a:cubicBezTo>
                  <a:cubicBezTo>
                    <a:pt x="49694" y="8217"/>
                    <a:pt x="46895" y="9257"/>
                    <a:pt x="44217" y="10297"/>
                  </a:cubicBezTo>
                  <a:cubicBezTo>
                    <a:pt x="41536" y="11339"/>
                    <a:pt x="38977" y="12381"/>
                    <a:pt x="36709" y="12381"/>
                  </a:cubicBezTo>
                  <a:cubicBezTo>
                    <a:pt x="34895" y="12381"/>
                    <a:pt x="33267" y="11714"/>
                    <a:pt x="31912" y="9848"/>
                  </a:cubicBezTo>
                  <a:cubicBezTo>
                    <a:pt x="31148" y="8798"/>
                    <a:pt x="30353" y="7692"/>
                    <a:pt x="29514" y="6617"/>
                  </a:cubicBezTo>
                  <a:lnTo>
                    <a:pt x="27491" y="8728"/>
                  </a:lnTo>
                  <a:lnTo>
                    <a:pt x="28573" y="5453"/>
                  </a:lnTo>
                  <a:cubicBezTo>
                    <a:pt x="28118" y="4910"/>
                    <a:pt x="27649" y="4387"/>
                    <a:pt x="27166" y="3889"/>
                  </a:cubicBezTo>
                  <a:lnTo>
                    <a:pt x="25246" y="10140"/>
                  </a:lnTo>
                  <a:lnTo>
                    <a:pt x="25246" y="2157"/>
                  </a:lnTo>
                  <a:cubicBezTo>
                    <a:pt x="23554" y="852"/>
                    <a:pt x="21679" y="0"/>
                    <a:pt x="19559" y="0"/>
                  </a:cubicBez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3" name="Google Shape;3483;p65"/>
            <p:cNvSpPr/>
            <p:nvPr/>
          </p:nvSpPr>
          <p:spPr>
            <a:xfrm>
              <a:off x="1824900" y="4356100"/>
              <a:ext cx="437875" cy="437900"/>
            </a:xfrm>
            <a:custGeom>
              <a:rect b="b" l="l" r="r" t="t"/>
              <a:pathLst>
                <a:path extrusionOk="0" h="17516" w="17515">
                  <a:moveTo>
                    <a:pt x="143" y="1"/>
                  </a:moveTo>
                  <a:lnTo>
                    <a:pt x="0" y="144"/>
                  </a:lnTo>
                  <a:lnTo>
                    <a:pt x="17372" y="17515"/>
                  </a:lnTo>
                  <a:lnTo>
                    <a:pt x="17515" y="17372"/>
                  </a:lnTo>
                  <a:lnTo>
                    <a:pt x="143"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4" name="Google Shape;3484;p65"/>
            <p:cNvSpPr/>
            <p:nvPr/>
          </p:nvSpPr>
          <p:spPr>
            <a:xfrm>
              <a:off x="1868825" y="4648425"/>
              <a:ext cx="251000" cy="5200"/>
            </a:xfrm>
            <a:custGeom>
              <a:rect b="b" l="l" r="r" t="t"/>
              <a:pathLst>
                <a:path extrusionOk="0" h="208" w="10040">
                  <a:moveTo>
                    <a:pt x="0" y="0"/>
                  </a:moveTo>
                  <a:lnTo>
                    <a:pt x="0" y="208"/>
                  </a:lnTo>
                  <a:lnTo>
                    <a:pt x="10040" y="208"/>
                  </a:lnTo>
                  <a:lnTo>
                    <a:pt x="1004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5" name="Google Shape;3485;p65"/>
            <p:cNvSpPr/>
            <p:nvPr/>
          </p:nvSpPr>
          <p:spPr>
            <a:xfrm>
              <a:off x="2025200" y="4382500"/>
              <a:ext cx="5100" cy="176400"/>
            </a:xfrm>
            <a:custGeom>
              <a:rect b="b" l="l" r="r" t="t"/>
              <a:pathLst>
                <a:path extrusionOk="0" h="7056" w="204">
                  <a:moveTo>
                    <a:pt x="1" y="1"/>
                  </a:moveTo>
                  <a:lnTo>
                    <a:pt x="1" y="7056"/>
                  </a:lnTo>
                  <a:lnTo>
                    <a:pt x="203" y="7056"/>
                  </a:lnTo>
                  <a:lnTo>
                    <a:pt x="203"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6" name="Google Shape;3486;p65"/>
            <p:cNvSpPr/>
            <p:nvPr/>
          </p:nvSpPr>
          <p:spPr>
            <a:xfrm>
              <a:off x="2472825" y="4508200"/>
              <a:ext cx="275425" cy="275425"/>
            </a:xfrm>
            <a:custGeom>
              <a:rect b="b" l="l" r="r" t="t"/>
              <a:pathLst>
                <a:path extrusionOk="0" h="11017" w="11017">
                  <a:moveTo>
                    <a:pt x="10873" y="0"/>
                  </a:moveTo>
                  <a:lnTo>
                    <a:pt x="0" y="10874"/>
                  </a:lnTo>
                  <a:lnTo>
                    <a:pt x="148" y="11017"/>
                  </a:lnTo>
                  <a:lnTo>
                    <a:pt x="11017" y="144"/>
                  </a:lnTo>
                  <a:lnTo>
                    <a:pt x="1087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7" name="Google Shape;3487;p65"/>
            <p:cNvSpPr/>
            <p:nvPr/>
          </p:nvSpPr>
          <p:spPr>
            <a:xfrm>
              <a:off x="2634775" y="4619200"/>
              <a:ext cx="190550" cy="5100"/>
            </a:xfrm>
            <a:custGeom>
              <a:rect b="b" l="l" r="r" t="t"/>
              <a:pathLst>
                <a:path extrusionOk="0" h="204" w="7622">
                  <a:moveTo>
                    <a:pt x="0" y="1"/>
                  </a:moveTo>
                  <a:lnTo>
                    <a:pt x="0" y="203"/>
                  </a:lnTo>
                  <a:lnTo>
                    <a:pt x="7622" y="203"/>
                  </a:lnTo>
                  <a:lnTo>
                    <a:pt x="762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8" name="Google Shape;3488;p65"/>
            <p:cNvSpPr/>
            <p:nvPr/>
          </p:nvSpPr>
          <p:spPr>
            <a:xfrm>
              <a:off x="2567650" y="4558875"/>
              <a:ext cx="5225" cy="127450"/>
            </a:xfrm>
            <a:custGeom>
              <a:rect b="b" l="l" r="r" t="t"/>
              <a:pathLst>
                <a:path extrusionOk="0" h="5098" w="209">
                  <a:moveTo>
                    <a:pt x="1" y="1"/>
                  </a:moveTo>
                  <a:lnTo>
                    <a:pt x="1" y="5098"/>
                  </a:lnTo>
                  <a:lnTo>
                    <a:pt x="208" y="5098"/>
                  </a:lnTo>
                  <a:lnTo>
                    <a:pt x="20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89" name="Google Shape;3489;p65"/>
          <p:cNvGrpSpPr/>
          <p:nvPr/>
        </p:nvGrpSpPr>
        <p:grpSpPr>
          <a:xfrm>
            <a:off x="5447044" y="1177786"/>
            <a:ext cx="385447" cy="504029"/>
            <a:chOff x="1367060" y="2422129"/>
            <a:chExt cx="269261" cy="352050"/>
          </a:xfrm>
        </p:grpSpPr>
        <p:sp>
          <p:nvSpPr>
            <p:cNvPr id="3490" name="Google Shape;3490;p65"/>
            <p:cNvSpPr/>
            <p:nvPr/>
          </p:nvSpPr>
          <p:spPr>
            <a:xfrm>
              <a:off x="1392059" y="2651857"/>
              <a:ext cx="129160" cy="122322"/>
            </a:xfrm>
            <a:custGeom>
              <a:rect b="b" l="l" r="r" t="t"/>
              <a:pathLst>
                <a:path extrusionOk="0" h="3846" w="4061">
                  <a:moveTo>
                    <a:pt x="167" y="0"/>
                  </a:moveTo>
                  <a:cubicBezTo>
                    <a:pt x="72" y="0"/>
                    <a:pt x="0" y="83"/>
                    <a:pt x="0" y="167"/>
                  </a:cubicBezTo>
                  <a:cubicBezTo>
                    <a:pt x="0" y="262"/>
                    <a:pt x="72" y="333"/>
                    <a:pt x="167" y="333"/>
                  </a:cubicBezTo>
                  <a:lnTo>
                    <a:pt x="357" y="333"/>
                  </a:lnTo>
                  <a:lnTo>
                    <a:pt x="357" y="1691"/>
                  </a:lnTo>
                  <a:cubicBezTo>
                    <a:pt x="357" y="2179"/>
                    <a:pt x="762" y="2584"/>
                    <a:pt x="1250" y="2584"/>
                  </a:cubicBezTo>
                  <a:cubicBezTo>
                    <a:pt x="1286" y="2584"/>
                    <a:pt x="1226" y="2584"/>
                    <a:pt x="2310" y="2405"/>
                  </a:cubicBezTo>
                  <a:lnTo>
                    <a:pt x="2310" y="3453"/>
                  </a:lnTo>
                  <a:cubicBezTo>
                    <a:pt x="2310" y="3667"/>
                    <a:pt x="2489" y="3846"/>
                    <a:pt x="2691" y="3846"/>
                  </a:cubicBezTo>
                  <a:lnTo>
                    <a:pt x="3905" y="3846"/>
                  </a:lnTo>
                  <a:cubicBezTo>
                    <a:pt x="3989" y="3846"/>
                    <a:pt x="4060" y="3774"/>
                    <a:pt x="4060" y="3679"/>
                  </a:cubicBezTo>
                  <a:cubicBezTo>
                    <a:pt x="4060" y="3596"/>
                    <a:pt x="3989" y="3500"/>
                    <a:pt x="3893" y="3500"/>
                  </a:cubicBezTo>
                  <a:lnTo>
                    <a:pt x="2691" y="3500"/>
                  </a:lnTo>
                  <a:cubicBezTo>
                    <a:pt x="2667" y="3500"/>
                    <a:pt x="2631" y="3465"/>
                    <a:pt x="2631" y="3441"/>
                  </a:cubicBezTo>
                  <a:lnTo>
                    <a:pt x="2631" y="2191"/>
                  </a:lnTo>
                  <a:cubicBezTo>
                    <a:pt x="2631" y="2143"/>
                    <a:pt x="2620" y="2107"/>
                    <a:pt x="2572" y="2072"/>
                  </a:cubicBezTo>
                  <a:cubicBezTo>
                    <a:pt x="2555" y="2055"/>
                    <a:pt x="2520" y="2038"/>
                    <a:pt x="2485" y="2038"/>
                  </a:cubicBezTo>
                  <a:cubicBezTo>
                    <a:pt x="2470" y="2038"/>
                    <a:pt x="2455" y="2041"/>
                    <a:pt x="2441" y="2048"/>
                  </a:cubicBezTo>
                  <a:lnTo>
                    <a:pt x="1238" y="2250"/>
                  </a:lnTo>
                  <a:cubicBezTo>
                    <a:pt x="917" y="2250"/>
                    <a:pt x="691" y="2000"/>
                    <a:pt x="691" y="1691"/>
                  </a:cubicBezTo>
                  <a:lnTo>
                    <a:pt x="691" y="167"/>
                  </a:lnTo>
                  <a:cubicBezTo>
                    <a:pt x="691" y="83"/>
                    <a:pt x="607" y="0"/>
                    <a:pt x="52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1" name="Google Shape;3491;p65"/>
            <p:cNvSpPr/>
            <p:nvPr/>
          </p:nvSpPr>
          <p:spPr>
            <a:xfrm>
              <a:off x="1367060" y="2441912"/>
              <a:ext cx="82184" cy="212139"/>
            </a:xfrm>
            <a:custGeom>
              <a:rect b="b" l="l" r="r" t="t"/>
              <a:pathLst>
                <a:path extrusionOk="0" h="6670" w="2584">
                  <a:moveTo>
                    <a:pt x="2415" y="1"/>
                  </a:moveTo>
                  <a:cubicBezTo>
                    <a:pt x="2382" y="1"/>
                    <a:pt x="2350" y="10"/>
                    <a:pt x="2322" y="29"/>
                  </a:cubicBezTo>
                  <a:cubicBezTo>
                    <a:pt x="1274" y="731"/>
                    <a:pt x="655" y="1898"/>
                    <a:pt x="655" y="3148"/>
                  </a:cubicBezTo>
                  <a:cubicBezTo>
                    <a:pt x="655" y="3351"/>
                    <a:pt x="667" y="3541"/>
                    <a:pt x="703" y="3732"/>
                  </a:cubicBezTo>
                  <a:cubicBezTo>
                    <a:pt x="48" y="5708"/>
                    <a:pt x="0" y="5696"/>
                    <a:pt x="0" y="5970"/>
                  </a:cubicBezTo>
                  <a:cubicBezTo>
                    <a:pt x="0" y="6208"/>
                    <a:pt x="84" y="6446"/>
                    <a:pt x="262" y="6625"/>
                  </a:cubicBezTo>
                  <a:cubicBezTo>
                    <a:pt x="295" y="6651"/>
                    <a:pt x="342" y="6670"/>
                    <a:pt x="389" y="6670"/>
                  </a:cubicBezTo>
                  <a:cubicBezTo>
                    <a:pt x="429" y="6670"/>
                    <a:pt x="468" y="6657"/>
                    <a:pt x="500" y="6625"/>
                  </a:cubicBezTo>
                  <a:cubicBezTo>
                    <a:pt x="560" y="6565"/>
                    <a:pt x="584" y="6458"/>
                    <a:pt x="500" y="6375"/>
                  </a:cubicBezTo>
                  <a:cubicBezTo>
                    <a:pt x="358" y="6220"/>
                    <a:pt x="298" y="5982"/>
                    <a:pt x="369" y="5756"/>
                  </a:cubicBezTo>
                  <a:lnTo>
                    <a:pt x="1036" y="3791"/>
                  </a:lnTo>
                  <a:cubicBezTo>
                    <a:pt x="1060" y="3767"/>
                    <a:pt x="1060" y="3732"/>
                    <a:pt x="1036" y="3720"/>
                  </a:cubicBezTo>
                  <a:cubicBezTo>
                    <a:pt x="1012" y="3517"/>
                    <a:pt x="1000" y="3327"/>
                    <a:pt x="1000" y="3148"/>
                  </a:cubicBezTo>
                  <a:cubicBezTo>
                    <a:pt x="1000" y="2005"/>
                    <a:pt x="1560" y="934"/>
                    <a:pt x="2513" y="291"/>
                  </a:cubicBezTo>
                  <a:cubicBezTo>
                    <a:pt x="2572" y="255"/>
                    <a:pt x="2584" y="148"/>
                    <a:pt x="2548" y="76"/>
                  </a:cubicBezTo>
                  <a:cubicBezTo>
                    <a:pt x="2519" y="25"/>
                    <a:pt x="2467" y="1"/>
                    <a:pt x="24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2" name="Google Shape;3492;p65"/>
            <p:cNvSpPr/>
            <p:nvPr/>
          </p:nvSpPr>
          <p:spPr>
            <a:xfrm>
              <a:off x="1456051" y="2422129"/>
              <a:ext cx="180271" cy="162937"/>
            </a:xfrm>
            <a:custGeom>
              <a:rect b="b" l="l" r="r" t="t"/>
              <a:pathLst>
                <a:path extrusionOk="0" h="5123" w="5668">
                  <a:moveTo>
                    <a:pt x="1621" y="1"/>
                  </a:moveTo>
                  <a:cubicBezTo>
                    <a:pt x="1104" y="1"/>
                    <a:pt x="591" y="107"/>
                    <a:pt x="119" y="317"/>
                  </a:cubicBezTo>
                  <a:cubicBezTo>
                    <a:pt x="24" y="353"/>
                    <a:pt x="0" y="448"/>
                    <a:pt x="24" y="544"/>
                  </a:cubicBezTo>
                  <a:cubicBezTo>
                    <a:pt x="51" y="616"/>
                    <a:pt x="113" y="648"/>
                    <a:pt x="184" y="648"/>
                  </a:cubicBezTo>
                  <a:cubicBezTo>
                    <a:pt x="205" y="648"/>
                    <a:pt x="228" y="645"/>
                    <a:pt x="250" y="639"/>
                  </a:cubicBezTo>
                  <a:cubicBezTo>
                    <a:pt x="965" y="317"/>
                    <a:pt x="1536" y="365"/>
                    <a:pt x="1643" y="353"/>
                  </a:cubicBezTo>
                  <a:cubicBezTo>
                    <a:pt x="3941" y="365"/>
                    <a:pt x="5644" y="2556"/>
                    <a:pt x="4894" y="4901"/>
                  </a:cubicBezTo>
                  <a:cubicBezTo>
                    <a:pt x="4870" y="4997"/>
                    <a:pt x="4906" y="5080"/>
                    <a:pt x="5001" y="5116"/>
                  </a:cubicBezTo>
                  <a:cubicBezTo>
                    <a:pt x="5018" y="5120"/>
                    <a:pt x="5035" y="5123"/>
                    <a:pt x="5052" y="5123"/>
                  </a:cubicBezTo>
                  <a:cubicBezTo>
                    <a:pt x="5119" y="5123"/>
                    <a:pt x="5184" y="5085"/>
                    <a:pt x="5203" y="5009"/>
                  </a:cubicBezTo>
                  <a:cubicBezTo>
                    <a:pt x="5668" y="3508"/>
                    <a:pt x="5239" y="2044"/>
                    <a:pt x="4263" y="1079"/>
                  </a:cubicBezTo>
                  <a:cubicBezTo>
                    <a:pt x="3524" y="356"/>
                    <a:pt x="2566" y="1"/>
                    <a:pt x="162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3" name="Google Shape;3493;p65"/>
            <p:cNvSpPr/>
            <p:nvPr/>
          </p:nvSpPr>
          <p:spPr>
            <a:xfrm>
              <a:off x="1532160" y="2593590"/>
              <a:ext cx="81834" cy="180207"/>
            </a:xfrm>
            <a:custGeom>
              <a:rect b="b" l="l" r="r" t="t"/>
              <a:pathLst>
                <a:path extrusionOk="0" h="5666" w="2573">
                  <a:moveTo>
                    <a:pt x="2399" y="1"/>
                  </a:moveTo>
                  <a:cubicBezTo>
                    <a:pt x="2340" y="1"/>
                    <a:pt x="2284" y="36"/>
                    <a:pt x="2251" y="94"/>
                  </a:cubicBezTo>
                  <a:cubicBezTo>
                    <a:pt x="2096" y="380"/>
                    <a:pt x="1715" y="856"/>
                    <a:pt x="1715" y="1737"/>
                  </a:cubicBezTo>
                  <a:lnTo>
                    <a:pt x="1715" y="5273"/>
                  </a:lnTo>
                  <a:cubicBezTo>
                    <a:pt x="1715" y="5309"/>
                    <a:pt x="1679" y="5332"/>
                    <a:pt x="1655" y="5332"/>
                  </a:cubicBezTo>
                  <a:lnTo>
                    <a:pt x="167" y="5332"/>
                  </a:lnTo>
                  <a:cubicBezTo>
                    <a:pt x="72" y="5332"/>
                    <a:pt x="0" y="5404"/>
                    <a:pt x="0" y="5499"/>
                  </a:cubicBezTo>
                  <a:cubicBezTo>
                    <a:pt x="0" y="5583"/>
                    <a:pt x="72" y="5666"/>
                    <a:pt x="167" y="5666"/>
                  </a:cubicBezTo>
                  <a:lnTo>
                    <a:pt x="1655" y="5666"/>
                  </a:lnTo>
                  <a:cubicBezTo>
                    <a:pt x="1858" y="5666"/>
                    <a:pt x="2036" y="5487"/>
                    <a:pt x="2036" y="5273"/>
                  </a:cubicBezTo>
                  <a:lnTo>
                    <a:pt x="2036" y="1737"/>
                  </a:lnTo>
                  <a:cubicBezTo>
                    <a:pt x="2036" y="963"/>
                    <a:pt x="2382" y="558"/>
                    <a:pt x="2548" y="249"/>
                  </a:cubicBezTo>
                  <a:cubicBezTo>
                    <a:pt x="2572" y="153"/>
                    <a:pt x="2548" y="70"/>
                    <a:pt x="2477" y="22"/>
                  </a:cubicBezTo>
                  <a:cubicBezTo>
                    <a:pt x="2451" y="8"/>
                    <a:pt x="2425" y="1"/>
                    <a:pt x="239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4" name="Google Shape;3494;p65"/>
            <p:cNvSpPr/>
            <p:nvPr/>
          </p:nvSpPr>
          <p:spPr>
            <a:xfrm>
              <a:off x="1425359" y="2572313"/>
              <a:ext cx="24267" cy="17843"/>
            </a:xfrm>
            <a:custGeom>
              <a:rect b="b" l="l" r="r" t="t"/>
              <a:pathLst>
                <a:path extrusionOk="0" h="561" w="763">
                  <a:moveTo>
                    <a:pt x="583" y="0"/>
                  </a:moveTo>
                  <a:cubicBezTo>
                    <a:pt x="554" y="0"/>
                    <a:pt x="525" y="8"/>
                    <a:pt x="501" y="25"/>
                  </a:cubicBezTo>
                  <a:lnTo>
                    <a:pt x="96" y="239"/>
                  </a:lnTo>
                  <a:cubicBezTo>
                    <a:pt x="25" y="287"/>
                    <a:pt x="1" y="394"/>
                    <a:pt x="37" y="465"/>
                  </a:cubicBezTo>
                  <a:cubicBezTo>
                    <a:pt x="72" y="525"/>
                    <a:pt x="132" y="560"/>
                    <a:pt x="191" y="560"/>
                  </a:cubicBezTo>
                  <a:cubicBezTo>
                    <a:pt x="215" y="560"/>
                    <a:pt x="251" y="560"/>
                    <a:pt x="275" y="537"/>
                  </a:cubicBezTo>
                  <a:lnTo>
                    <a:pt x="680" y="322"/>
                  </a:lnTo>
                  <a:cubicBezTo>
                    <a:pt x="739" y="263"/>
                    <a:pt x="763" y="156"/>
                    <a:pt x="727" y="84"/>
                  </a:cubicBezTo>
                  <a:cubicBezTo>
                    <a:pt x="696" y="29"/>
                    <a:pt x="639" y="0"/>
                    <a:pt x="58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5" name="Google Shape;3495;p65"/>
            <p:cNvSpPr/>
            <p:nvPr/>
          </p:nvSpPr>
          <p:spPr>
            <a:xfrm>
              <a:off x="1562820" y="2573680"/>
              <a:ext cx="26176" cy="17620"/>
            </a:xfrm>
            <a:custGeom>
              <a:rect b="b" l="l" r="r" t="t"/>
              <a:pathLst>
                <a:path extrusionOk="0" h="554" w="823">
                  <a:moveTo>
                    <a:pt x="201" y="1"/>
                  </a:moveTo>
                  <a:cubicBezTo>
                    <a:pt x="143" y="1"/>
                    <a:pt x="81" y="28"/>
                    <a:pt x="48" y="77"/>
                  </a:cubicBezTo>
                  <a:cubicBezTo>
                    <a:pt x="1" y="160"/>
                    <a:pt x="37" y="255"/>
                    <a:pt x="108" y="303"/>
                  </a:cubicBezTo>
                  <a:cubicBezTo>
                    <a:pt x="513" y="529"/>
                    <a:pt x="513" y="553"/>
                    <a:pt x="584" y="553"/>
                  </a:cubicBezTo>
                  <a:cubicBezTo>
                    <a:pt x="763" y="541"/>
                    <a:pt x="822" y="315"/>
                    <a:pt x="680" y="244"/>
                  </a:cubicBezTo>
                  <a:lnTo>
                    <a:pt x="275" y="17"/>
                  </a:lnTo>
                  <a:cubicBezTo>
                    <a:pt x="253" y="6"/>
                    <a:pt x="227" y="1"/>
                    <a:pt x="20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6" name="Google Shape;3496;p65"/>
            <p:cNvSpPr/>
            <p:nvPr/>
          </p:nvSpPr>
          <p:spPr>
            <a:xfrm>
              <a:off x="1448100" y="2481414"/>
              <a:ext cx="125375" cy="191275"/>
            </a:xfrm>
            <a:custGeom>
              <a:rect b="b" l="l" r="r" t="t"/>
              <a:pathLst>
                <a:path extrusionOk="0" h="6014" w="3942">
                  <a:moveTo>
                    <a:pt x="1280" y="1498"/>
                  </a:moveTo>
                  <a:cubicBezTo>
                    <a:pt x="1355" y="1498"/>
                    <a:pt x="1429" y="1543"/>
                    <a:pt x="1429" y="1632"/>
                  </a:cubicBezTo>
                  <a:lnTo>
                    <a:pt x="1429" y="1763"/>
                  </a:lnTo>
                  <a:lnTo>
                    <a:pt x="1262" y="1763"/>
                  </a:lnTo>
                  <a:cubicBezTo>
                    <a:pt x="1191" y="1763"/>
                    <a:pt x="1131" y="1704"/>
                    <a:pt x="1131" y="1632"/>
                  </a:cubicBezTo>
                  <a:cubicBezTo>
                    <a:pt x="1131" y="1543"/>
                    <a:pt x="1206" y="1498"/>
                    <a:pt x="1280" y="1498"/>
                  </a:cubicBezTo>
                  <a:close/>
                  <a:moveTo>
                    <a:pt x="2483" y="1498"/>
                  </a:moveTo>
                  <a:cubicBezTo>
                    <a:pt x="2557" y="1498"/>
                    <a:pt x="2632" y="1543"/>
                    <a:pt x="2632" y="1632"/>
                  </a:cubicBezTo>
                  <a:cubicBezTo>
                    <a:pt x="2632" y="1704"/>
                    <a:pt x="2572" y="1763"/>
                    <a:pt x="2501" y="1763"/>
                  </a:cubicBezTo>
                  <a:lnTo>
                    <a:pt x="2334" y="1763"/>
                  </a:lnTo>
                  <a:lnTo>
                    <a:pt x="2334" y="1632"/>
                  </a:lnTo>
                  <a:cubicBezTo>
                    <a:pt x="2334" y="1543"/>
                    <a:pt x="2408" y="1498"/>
                    <a:pt x="2483" y="1498"/>
                  </a:cubicBezTo>
                  <a:close/>
                  <a:moveTo>
                    <a:pt x="1989" y="2085"/>
                  </a:moveTo>
                  <a:lnTo>
                    <a:pt x="1989" y="3776"/>
                  </a:lnTo>
                  <a:lnTo>
                    <a:pt x="1739" y="3776"/>
                  </a:lnTo>
                  <a:lnTo>
                    <a:pt x="1739" y="2085"/>
                  </a:lnTo>
                  <a:close/>
                  <a:moveTo>
                    <a:pt x="2524" y="4097"/>
                  </a:moveTo>
                  <a:lnTo>
                    <a:pt x="2524" y="4430"/>
                  </a:lnTo>
                  <a:lnTo>
                    <a:pt x="1215" y="4430"/>
                  </a:lnTo>
                  <a:lnTo>
                    <a:pt x="1215" y="4097"/>
                  </a:lnTo>
                  <a:close/>
                  <a:moveTo>
                    <a:pt x="2512" y="4752"/>
                  </a:moveTo>
                  <a:lnTo>
                    <a:pt x="2512" y="4942"/>
                  </a:lnTo>
                  <a:lnTo>
                    <a:pt x="2524" y="4942"/>
                  </a:lnTo>
                  <a:cubicBezTo>
                    <a:pt x="2524" y="5026"/>
                    <a:pt x="2465" y="5085"/>
                    <a:pt x="2393" y="5085"/>
                  </a:cubicBezTo>
                  <a:lnTo>
                    <a:pt x="1334" y="5085"/>
                  </a:lnTo>
                  <a:cubicBezTo>
                    <a:pt x="1262" y="5085"/>
                    <a:pt x="1203" y="5026"/>
                    <a:pt x="1203" y="4942"/>
                  </a:cubicBezTo>
                  <a:lnTo>
                    <a:pt x="1203" y="4752"/>
                  </a:lnTo>
                  <a:close/>
                  <a:moveTo>
                    <a:pt x="2227" y="5395"/>
                  </a:moveTo>
                  <a:cubicBezTo>
                    <a:pt x="2203" y="5561"/>
                    <a:pt x="2048" y="5681"/>
                    <a:pt x="1870" y="5681"/>
                  </a:cubicBezTo>
                  <a:cubicBezTo>
                    <a:pt x="1691" y="5681"/>
                    <a:pt x="1548" y="5561"/>
                    <a:pt x="1500" y="5395"/>
                  </a:cubicBezTo>
                  <a:close/>
                  <a:moveTo>
                    <a:pt x="1874" y="1"/>
                  </a:moveTo>
                  <a:cubicBezTo>
                    <a:pt x="834" y="1"/>
                    <a:pt x="0" y="837"/>
                    <a:pt x="0" y="1882"/>
                  </a:cubicBezTo>
                  <a:cubicBezTo>
                    <a:pt x="0" y="2406"/>
                    <a:pt x="215" y="2906"/>
                    <a:pt x="607" y="3264"/>
                  </a:cubicBezTo>
                  <a:cubicBezTo>
                    <a:pt x="786" y="3418"/>
                    <a:pt x="869" y="3656"/>
                    <a:pt x="869" y="3895"/>
                  </a:cubicBezTo>
                  <a:lnTo>
                    <a:pt x="869" y="4942"/>
                  </a:lnTo>
                  <a:cubicBezTo>
                    <a:pt x="869" y="5145"/>
                    <a:pt x="988" y="5300"/>
                    <a:pt x="1155" y="5359"/>
                  </a:cubicBezTo>
                  <a:cubicBezTo>
                    <a:pt x="1191" y="5716"/>
                    <a:pt x="1489" y="6014"/>
                    <a:pt x="1858" y="6014"/>
                  </a:cubicBezTo>
                  <a:cubicBezTo>
                    <a:pt x="2227" y="6014"/>
                    <a:pt x="2524" y="5740"/>
                    <a:pt x="2560" y="5359"/>
                  </a:cubicBezTo>
                  <a:cubicBezTo>
                    <a:pt x="2715" y="5288"/>
                    <a:pt x="2834" y="5121"/>
                    <a:pt x="2834" y="4942"/>
                  </a:cubicBezTo>
                  <a:lnTo>
                    <a:pt x="2834" y="3871"/>
                  </a:lnTo>
                  <a:cubicBezTo>
                    <a:pt x="2834" y="3811"/>
                    <a:pt x="2834" y="3752"/>
                    <a:pt x="2858" y="3692"/>
                  </a:cubicBezTo>
                  <a:cubicBezTo>
                    <a:pt x="2870" y="3609"/>
                    <a:pt x="2822" y="3514"/>
                    <a:pt x="2727" y="3502"/>
                  </a:cubicBezTo>
                  <a:cubicBezTo>
                    <a:pt x="2718" y="3500"/>
                    <a:pt x="2710" y="3500"/>
                    <a:pt x="2701" y="3500"/>
                  </a:cubicBezTo>
                  <a:cubicBezTo>
                    <a:pt x="2627" y="3500"/>
                    <a:pt x="2558" y="3546"/>
                    <a:pt x="2536" y="3621"/>
                  </a:cubicBezTo>
                  <a:cubicBezTo>
                    <a:pt x="2524" y="3668"/>
                    <a:pt x="2524" y="3728"/>
                    <a:pt x="2512" y="3776"/>
                  </a:cubicBezTo>
                  <a:lnTo>
                    <a:pt x="2298" y="3776"/>
                  </a:lnTo>
                  <a:lnTo>
                    <a:pt x="2298" y="2085"/>
                  </a:lnTo>
                  <a:lnTo>
                    <a:pt x="2465" y="2085"/>
                  </a:lnTo>
                  <a:cubicBezTo>
                    <a:pt x="2715" y="2085"/>
                    <a:pt x="2929" y="1882"/>
                    <a:pt x="2929" y="1632"/>
                  </a:cubicBezTo>
                  <a:cubicBezTo>
                    <a:pt x="2929" y="1370"/>
                    <a:pt x="2715" y="1168"/>
                    <a:pt x="2465" y="1168"/>
                  </a:cubicBezTo>
                  <a:lnTo>
                    <a:pt x="2441" y="1168"/>
                  </a:lnTo>
                  <a:cubicBezTo>
                    <a:pt x="2179" y="1168"/>
                    <a:pt x="1977" y="1370"/>
                    <a:pt x="1977" y="1632"/>
                  </a:cubicBezTo>
                  <a:lnTo>
                    <a:pt x="1977" y="1763"/>
                  </a:lnTo>
                  <a:lnTo>
                    <a:pt x="1727" y="1763"/>
                  </a:lnTo>
                  <a:lnTo>
                    <a:pt x="1727" y="1632"/>
                  </a:lnTo>
                  <a:cubicBezTo>
                    <a:pt x="1727" y="1370"/>
                    <a:pt x="1512" y="1168"/>
                    <a:pt x="1262" y="1168"/>
                  </a:cubicBezTo>
                  <a:lnTo>
                    <a:pt x="1227" y="1168"/>
                  </a:lnTo>
                  <a:cubicBezTo>
                    <a:pt x="977" y="1168"/>
                    <a:pt x="774" y="1370"/>
                    <a:pt x="774" y="1632"/>
                  </a:cubicBezTo>
                  <a:cubicBezTo>
                    <a:pt x="774" y="1882"/>
                    <a:pt x="977" y="2085"/>
                    <a:pt x="1227" y="2085"/>
                  </a:cubicBezTo>
                  <a:lnTo>
                    <a:pt x="1393" y="2085"/>
                  </a:lnTo>
                  <a:lnTo>
                    <a:pt x="1393" y="3776"/>
                  </a:lnTo>
                  <a:lnTo>
                    <a:pt x="1191" y="3776"/>
                  </a:lnTo>
                  <a:cubicBezTo>
                    <a:pt x="1155" y="3478"/>
                    <a:pt x="1024" y="3204"/>
                    <a:pt x="810" y="3014"/>
                  </a:cubicBezTo>
                  <a:cubicBezTo>
                    <a:pt x="488" y="2716"/>
                    <a:pt x="310" y="2299"/>
                    <a:pt x="310" y="1871"/>
                  </a:cubicBezTo>
                  <a:cubicBezTo>
                    <a:pt x="310" y="1013"/>
                    <a:pt x="988" y="323"/>
                    <a:pt x="1858" y="323"/>
                  </a:cubicBezTo>
                  <a:lnTo>
                    <a:pt x="1905" y="323"/>
                  </a:lnTo>
                  <a:cubicBezTo>
                    <a:pt x="2715" y="335"/>
                    <a:pt x="3394" y="1013"/>
                    <a:pt x="3405" y="1835"/>
                  </a:cubicBezTo>
                  <a:lnTo>
                    <a:pt x="3405" y="1847"/>
                  </a:lnTo>
                  <a:cubicBezTo>
                    <a:pt x="3405" y="2287"/>
                    <a:pt x="3239" y="2668"/>
                    <a:pt x="2929" y="2966"/>
                  </a:cubicBezTo>
                  <a:cubicBezTo>
                    <a:pt x="2870" y="3025"/>
                    <a:pt x="2858" y="3133"/>
                    <a:pt x="2929" y="3204"/>
                  </a:cubicBezTo>
                  <a:cubicBezTo>
                    <a:pt x="2965" y="3240"/>
                    <a:pt x="3007" y="3258"/>
                    <a:pt x="3048" y="3258"/>
                  </a:cubicBezTo>
                  <a:cubicBezTo>
                    <a:pt x="3090" y="3258"/>
                    <a:pt x="3132" y="3240"/>
                    <a:pt x="3167" y="3204"/>
                  </a:cubicBezTo>
                  <a:cubicBezTo>
                    <a:pt x="3906" y="2502"/>
                    <a:pt x="3941" y="1299"/>
                    <a:pt x="3191" y="561"/>
                  </a:cubicBezTo>
                  <a:cubicBezTo>
                    <a:pt x="2858" y="216"/>
                    <a:pt x="2393" y="1"/>
                    <a:pt x="1917" y="1"/>
                  </a:cubicBezTo>
                  <a:cubicBezTo>
                    <a:pt x="1903" y="1"/>
                    <a:pt x="1888" y="1"/>
                    <a:pt x="187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7" name="Google Shape;3497;p65"/>
            <p:cNvSpPr/>
            <p:nvPr/>
          </p:nvSpPr>
          <p:spPr>
            <a:xfrm>
              <a:off x="1502232" y="2449259"/>
              <a:ext cx="10655" cy="25380"/>
            </a:xfrm>
            <a:custGeom>
              <a:rect b="b" l="l" r="r" t="t"/>
              <a:pathLst>
                <a:path extrusionOk="0" h="798" w="335">
                  <a:moveTo>
                    <a:pt x="168" y="0"/>
                  </a:moveTo>
                  <a:cubicBezTo>
                    <a:pt x="84" y="0"/>
                    <a:pt x="1" y="84"/>
                    <a:pt x="1" y="167"/>
                  </a:cubicBezTo>
                  <a:lnTo>
                    <a:pt x="1" y="631"/>
                  </a:lnTo>
                  <a:cubicBezTo>
                    <a:pt x="1" y="715"/>
                    <a:pt x="84" y="798"/>
                    <a:pt x="168" y="798"/>
                  </a:cubicBezTo>
                  <a:cubicBezTo>
                    <a:pt x="263" y="798"/>
                    <a:pt x="334" y="715"/>
                    <a:pt x="334" y="631"/>
                  </a:cubicBezTo>
                  <a:lnTo>
                    <a:pt x="334" y="167"/>
                  </a:lnTo>
                  <a:cubicBezTo>
                    <a:pt x="334" y="84"/>
                    <a:pt x="263" y="0"/>
                    <a:pt x="16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8" name="Google Shape;3498;p65"/>
            <p:cNvSpPr/>
            <p:nvPr/>
          </p:nvSpPr>
          <p:spPr>
            <a:xfrm>
              <a:off x="1458309" y="2460582"/>
              <a:ext cx="18988" cy="23090"/>
            </a:xfrm>
            <a:custGeom>
              <a:rect b="b" l="l" r="r" t="t"/>
              <a:pathLst>
                <a:path extrusionOk="0" h="726" w="597">
                  <a:moveTo>
                    <a:pt x="190" y="1"/>
                  </a:moveTo>
                  <a:cubicBezTo>
                    <a:pt x="161" y="1"/>
                    <a:pt x="132" y="9"/>
                    <a:pt x="108" y="25"/>
                  </a:cubicBezTo>
                  <a:cubicBezTo>
                    <a:pt x="25" y="61"/>
                    <a:pt x="1" y="168"/>
                    <a:pt x="48" y="240"/>
                  </a:cubicBezTo>
                  <a:lnTo>
                    <a:pt x="275" y="644"/>
                  </a:lnTo>
                  <a:cubicBezTo>
                    <a:pt x="299" y="693"/>
                    <a:pt x="357" y="726"/>
                    <a:pt x="414" y="726"/>
                  </a:cubicBezTo>
                  <a:cubicBezTo>
                    <a:pt x="441" y="726"/>
                    <a:pt x="466" y="719"/>
                    <a:pt x="489" y="704"/>
                  </a:cubicBezTo>
                  <a:cubicBezTo>
                    <a:pt x="572" y="656"/>
                    <a:pt x="596" y="573"/>
                    <a:pt x="548" y="478"/>
                  </a:cubicBezTo>
                  <a:lnTo>
                    <a:pt x="322" y="85"/>
                  </a:lnTo>
                  <a:cubicBezTo>
                    <a:pt x="299" y="30"/>
                    <a:pt x="244" y="1"/>
                    <a:pt x="19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9" name="Google Shape;3499;p65"/>
            <p:cNvSpPr/>
            <p:nvPr/>
          </p:nvSpPr>
          <p:spPr>
            <a:xfrm>
              <a:off x="1425741" y="2492768"/>
              <a:ext cx="25031" cy="17874"/>
            </a:xfrm>
            <a:custGeom>
              <a:rect b="b" l="l" r="r" t="t"/>
              <a:pathLst>
                <a:path extrusionOk="0" h="562" w="787">
                  <a:moveTo>
                    <a:pt x="181" y="1"/>
                  </a:moveTo>
                  <a:cubicBezTo>
                    <a:pt x="126" y="1"/>
                    <a:pt x="72" y="30"/>
                    <a:pt x="48" y="85"/>
                  </a:cubicBezTo>
                  <a:cubicBezTo>
                    <a:pt x="1" y="156"/>
                    <a:pt x="25" y="263"/>
                    <a:pt x="108" y="299"/>
                  </a:cubicBezTo>
                  <a:cubicBezTo>
                    <a:pt x="501" y="525"/>
                    <a:pt x="501" y="561"/>
                    <a:pt x="584" y="561"/>
                  </a:cubicBezTo>
                  <a:cubicBezTo>
                    <a:pt x="632" y="561"/>
                    <a:pt x="703" y="525"/>
                    <a:pt x="727" y="466"/>
                  </a:cubicBezTo>
                  <a:cubicBezTo>
                    <a:pt x="787" y="394"/>
                    <a:pt x="751" y="287"/>
                    <a:pt x="668" y="240"/>
                  </a:cubicBezTo>
                  <a:lnTo>
                    <a:pt x="263" y="25"/>
                  </a:lnTo>
                  <a:cubicBezTo>
                    <a:pt x="238" y="9"/>
                    <a:pt x="209" y="1"/>
                    <a:pt x="18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0" name="Google Shape;3500;p65"/>
            <p:cNvSpPr/>
            <p:nvPr/>
          </p:nvSpPr>
          <p:spPr>
            <a:xfrm>
              <a:off x="1414768" y="2535959"/>
              <a:ext cx="25031" cy="10655"/>
            </a:xfrm>
            <a:custGeom>
              <a:rect b="b" l="l" r="r" t="t"/>
              <a:pathLst>
                <a:path extrusionOk="0" h="335" w="787">
                  <a:moveTo>
                    <a:pt x="167" y="1"/>
                  </a:moveTo>
                  <a:cubicBezTo>
                    <a:pt x="72" y="1"/>
                    <a:pt x="1" y="72"/>
                    <a:pt x="1" y="167"/>
                  </a:cubicBezTo>
                  <a:cubicBezTo>
                    <a:pt x="1" y="251"/>
                    <a:pt x="72" y="334"/>
                    <a:pt x="167" y="334"/>
                  </a:cubicBezTo>
                  <a:lnTo>
                    <a:pt x="632" y="334"/>
                  </a:lnTo>
                  <a:cubicBezTo>
                    <a:pt x="715" y="334"/>
                    <a:pt x="786" y="251"/>
                    <a:pt x="786" y="167"/>
                  </a:cubicBezTo>
                  <a:cubicBezTo>
                    <a:pt x="786" y="72"/>
                    <a:pt x="715" y="1"/>
                    <a:pt x="63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1" name="Google Shape;3501;p65"/>
            <p:cNvSpPr/>
            <p:nvPr/>
          </p:nvSpPr>
          <p:spPr>
            <a:xfrm>
              <a:off x="1573825" y="2537104"/>
              <a:ext cx="24999" cy="10241"/>
            </a:xfrm>
            <a:custGeom>
              <a:rect b="b" l="l" r="r" t="t"/>
              <a:pathLst>
                <a:path extrusionOk="0" h="322" w="786">
                  <a:moveTo>
                    <a:pt x="167" y="0"/>
                  </a:moveTo>
                  <a:cubicBezTo>
                    <a:pt x="72" y="0"/>
                    <a:pt x="0" y="72"/>
                    <a:pt x="0" y="155"/>
                  </a:cubicBezTo>
                  <a:cubicBezTo>
                    <a:pt x="0" y="251"/>
                    <a:pt x="72" y="322"/>
                    <a:pt x="167" y="322"/>
                  </a:cubicBezTo>
                  <a:lnTo>
                    <a:pt x="631" y="322"/>
                  </a:lnTo>
                  <a:cubicBezTo>
                    <a:pt x="715" y="322"/>
                    <a:pt x="786" y="251"/>
                    <a:pt x="786" y="155"/>
                  </a:cubicBezTo>
                  <a:cubicBezTo>
                    <a:pt x="786" y="72"/>
                    <a:pt x="715" y="0"/>
                    <a:pt x="63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2" name="Google Shape;3502;p65"/>
            <p:cNvSpPr/>
            <p:nvPr/>
          </p:nvSpPr>
          <p:spPr>
            <a:xfrm>
              <a:off x="1563965" y="2493627"/>
              <a:ext cx="24649" cy="17525"/>
            </a:xfrm>
            <a:custGeom>
              <a:rect b="b" l="l" r="r" t="t"/>
              <a:pathLst>
                <a:path extrusionOk="0" h="551" w="775">
                  <a:moveTo>
                    <a:pt x="576" y="0"/>
                  </a:moveTo>
                  <a:cubicBezTo>
                    <a:pt x="549" y="0"/>
                    <a:pt x="523" y="7"/>
                    <a:pt x="501" y="22"/>
                  </a:cubicBezTo>
                  <a:lnTo>
                    <a:pt x="108" y="248"/>
                  </a:lnTo>
                  <a:cubicBezTo>
                    <a:pt x="24" y="296"/>
                    <a:pt x="1" y="391"/>
                    <a:pt x="48" y="475"/>
                  </a:cubicBezTo>
                  <a:cubicBezTo>
                    <a:pt x="73" y="524"/>
                    <a:pt x="132" y="550"/>
                    <a:pt x="189" y="550"/>
                  </a:cubicBezTo>
                  <a:cubicBezTo>
                    <a:pt x="215" y="550"/>
                    <a:pt x="240" y="545"/>
                    <a:pt x="263" y="534"/>
                  </a:cubicBezTo>
                  <a:lnTo>
                    <a:pt x="667" y="308"/>
                  </a:lnTo>
                  <a:cubicBezTo>
                    <a:pt x="739" y="260"/>
                    <a:pt x="774" y="153"/>
                    <a:pt x="727" y="82"/>
                  </a:cubicBezTo>
                  <a:cubicBezTo>
                    <a:pt x="694" y="33"/>
                    <a:pt x="633" y="0"/>
                    <a:pt x="57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3" name="Google Shape;3503;p65"/>
            <p:cNvSpPr/>
            <p:nvPr/>
          </p:nvSpPr>
          <p:spPr>
            <a:xfrm>
              <a:off x="1537853" y="2461440"/>
              <a:ext cx="18956" cy="23090"/>
            </a:xfrm>
            <a:custGeom>
              <a:rect b="b" l="l" r="r" t="t"/>
              <a:pathLst>
                <a:path extrusionOk="0" h="726" w="596">
                  <a:moveTo>
                    <a:pt x="414" y="0"/>
                  </a:moveTo>
                  <a:cubicBezTo>
                    <a:pt x="357" y="0"/>
                    <a:pt x="298" y="33"/>
                    <a:pt x="274" y="82"/>
                  </a:cubicBezTo>
                  <a:lnTo>
                    <a:pt x="48" y="486"/>
                  </a:lnTo>
                  <a:cubicBezTo>
                    <a:pt x="0" y="558"/>
                    <a:pt x="36" y="665"/>
                    <a:pt x="107" y="701"/>
                  </a:cubicBezTo>
                  <a:cubicBezTo>
                    <a:pt x="132" y="718"/>
                    <a:pt x="162" y="725"/>
                    <a:pt x="192" y="725"/>
                  </a:cubicBezTo>
                  <a:cubicBezTo>
                    <a:pt x="247" y="725"/>
                    <a:pt x="303" y="699"/>
                    <a:pt x="333" y="653"/>
                  </a:cubicBezTo>
                  <a:lnTo>
                    <a:pt x="548" y="248"/>
                  </a:lnTo>
                  <a:cubicBezTo>
                    <a:pt x="595" y="177"/>
                    <a:pt x="572" y="70"/>
                    <a:pt x="488" y="22"/>
                  </a:cubicBezTo>
                  <a:cubicBezTo>
                    <a:pt x="466" y="7"/>
                    <a:pt x="440" y="0"/>
                    <a:pt x="41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04" name="Google Shape;3504;p65"/>
          <p:cNvGrpSpPr/>
          <p:nvPr/>
        </p:nvGrpSpPr>
        <p:grpSpPr>
          <a:xfrm>
            <a:off x="7455057" y="1204224"/>
            <a:ext cx="384054" cy="345653"/>
            <a:chOff x="3967213" y="1975477"/>
            <a:chExt cx="368185" cy="331816"/>
          </a:xfrm>
        </p:grpSpPr>
        <p:sp>
          <p:nvSpPr>
            <p:cNvPr id="3505" name="Google Shape;3505;p65"/>
            <p:cNvSpPr/>
            <p:nvPr/>
          </p:nvSpPr>
          <p:spPr>
            <a:xfrm>
              <a:off x="3967213" y="1975477"/>
              <a:ext cx="368185" cy="331816"/>
            </a:xfrm>
            <a:custGeom>
              <a:rect b="b" l="l" r="r" t="t"/>
              <a:pathLst>
                <a:path extrusionOk="0" h="10474" w="11622">
                  <a:moveTo>
                    <a:pt x="9026" y="0"/>
                  </a:moveTo>
                  <a:cubicBezTo>
                    <a:pt x="7585" y="0"/>
                    <a:pt x="6430" y="1179"/>
                    <a:pt x="6430" y="2608"/>
                  </a:cubicBezTo>
                  <a:cubicBezTo>
                    <a:pt x="6430" y="3072"/>
                    <a:pt x="6549" y="3513"/>
                    <a:pt x="6763" y="3882"/>
                  </a:cubicBezTo>
                  <a:lnTo>
                    <a:pt x="5680" y="3882"/>
                  </a:lnTo>
                  <a:cubicBezTo>
                    <a:pt x="5597" y="3882"/>
                    <a:pt x="5513" y="3965"/>
                    <a:pt x="5513" y="4048"/>
                  </a:cubicBezTo>
                  <a:cubicBezTo>
                    <a:pt x="5513" y="4144"/>
                    <a:pt x="5597" y="4215"/>
                    <a:pt x="5680" y="4215"/>
                  </a:cubicBezTo>
                  <a:lnTo>
                    <a:pt x="6978" y="4215"/>
                  </a:lnTo>
                  <a:cubicBezTo>
                    <a:pt x="7454" y="4810"/>
                    <a:pt x="8192" y="5191"/>
                    <a:pt x="9014" y="5191"/>
                  </a:cubicBezTo>
                  <a:cubicBezTo>
                    <a:pt x="9180" y="5191"/>
                    <a:pt x="9359" y="5180"/>
                    <a:pt x="9502" y="5156"/>
                  </a:cubicBezTo>
                  <a:lnTo>
                    <a:pt x="9502" y="5775"/>
                  </a:lnTo>
                  <a:lnTo>
                    <a:pt x="977" y="5775"/>
                  </a:lnTo>
                  <a:cubicBezTo>
                    <a:pt x="905" y="5775"/>
                    <a:pt x="834" y="5834"/>
                    <a:pt x="810" y="5906"/>
                  </a:cubicBezTo>
                  <a:lnTo>
                    <a:pt x="322" y="8466"/>
                  </a:lnTo>
                  <a:lnTo>
                    <a:pt x="322" y="2965"/>
                  </a:lnTo>
                  <a:lnTo>
                    <a:pt x="2691" y="2965"/>
                  </a:lnTo>
                  <a:lnTo>
                    <a:pt x="3882" y="4156"/>
                  </a:lnTo>
                  <a:cubicBezTo>
                    <a:pt x="3906" y="4179"/>
                    <a:pt x="3953" y="4203"/>
                    <a:pt x="4001" y="4203"/>
                  </a:cubicBezTo>
                  <a:lnTo>
                    <a:pt x="5001" y="4203"/>
                  </a:lnTo>
                  <a:cubicBezTo>
                    <a:pt x="5085" y="4203"/>
                    <a:pt x="5156" y="4120"/>
                    <a:pt x="5156" y="4037"/>
                  </a:cubicBezTo>
                  <a:cubicBezTo>
                    <a:pt x="5156" y="3941"/>
                    <a:pt x="5085" y="3870"/>
                    <a:pt x="5001" y="3870"/>
                  </a:cubicBezTo>
                  <a:lnTo>
                    <a:pt x="4073" y="3870"/>
                  </a:lnTo>
                  <a:lnTo>
                    <a:pt x="2882" y="2679"/>
                  </a:lnTo>
                  <a:cubicBezTo>
                    <a:pt x="2858" y="2655"/>
                    <a:pt x="2810" y="2632"/>
                    <a:pt x="2763" y="2632"/>
                  </a:cubicBezTo>
                  <a:lnTo>
                    <a:pt x="155" y="2632"/>
                  </a:lnTo>
                  <a:cubicBezTo>
                    <a:pt x="72" y="2632"/>
                    <a:pt x="1" y="2715"/>
                    <a:pt x="1" y="2798"/>
                  </a:cubicBezTo>
                  <a:lnTo>
                    <a:pt x="1" y="10299"/>
                  </a:lnTo>
                  <a:cubicBezTo>
                    <a:pt x="1" y="10457"/>
                    <a:pt x="121" y="10466"/>
                    <a:pt x="248" y="10466"/>
                  </a:cubicBezTo>
                  <a:cubicBezTo>
                    <a:pt x="264" y="10466"/>
                    <a:pt x="281" y="10466"/>
                    <a:pt x="298" y="10466"/>
                  </a:cubicBezTo>
                  <a:cubicBezTo>
                    <a:pt x="414" y="10466"/>
                    <a:pt x="3457" y="10474"/>
                    <a:pt x="6062" y="10474"/>
                  </a:cubicBezTo>
                  <a:cubicBezTo>
                    <a:pt x="8016" y="10474"/>
                    <a:pt x="9723" y="10469"/>
                    <a:pt x="9764" y="10454"/>
                  </a:cubicBezTo>
                  <a:cubicBezTo>
                    <a:pt x="9799" y="10418"/>
                    <a:pt x="9847" y="10371"/>
                    <a:pt x="9859" y="10335"/>
                  </a:cubicBezTo>
                  <a:lnTo>
                    <a:pt x="10192" y="8609"/>
                  </a:lnTo>
                  <a:cubicBezTo>
                    <a:pt x="10204" y="8513"/>
                    <a:pt x="10145" y="8430"/>
                    <a:pt x="10061" y="8406"/>
                  </a:cubicBezTo>
                  <a:cubicBezTo>
                    <a:pt x="10053" y="8405"/>
                    <a:pt x="10045" y="8405"/>
                    <a:pt x="10037" y="8405"/>
                  </a:cubicBezTo>
                  <a:cubicBezTo>
                    <a:pt x="9952" y="8405"/>
                    <a:pt x="9881" y="8461"/>
                    <a:pt x="9859" y="8537"/>
                  </a:cubicBezTo>
                  <a:lnTo>
                    <a:pt x="9561" y="10121"/>
                  </a:lnTo>
                  <a:lnTo>
                    <a:pt x="393" y="10121"/>
                  </a:lnTo>
                  <a:lnTo>
                    <a:pt x="1155" y="6132"/>
                  </a:lnTo>
                  <a:lnTo>
                    <a:pt x="10335" y="6132"/>
                  </a:lnTo>
                  <a:lnTo>
                    <a:pt x="10014" y="7870"/>
                  </a:lnTo>
                  <a:cubicBezTo>
                    <a:pt x="10002" y="7966"/>
                    <a:pt x="10061" y="8049"/>
                    <a:pt x="10145" y="8061"/>
                  </a:cubicBezTo>
                  <a:cubicBezTo>
                    <a:pt x="10159" y="8064"/>
                    <a:pt x="10173" y="8066"/>
                    <a:pt x="10186" y="8066"/>
                  </a:cubicBezTo>
                  <a:cubicBezTo>
                    <a:pt x="10263" y="8066"/>
                    <a:pt x="10325" y="8011"/>
                    <a:pt x="10335" y="7930"/>
                  </a:cubicBezTo>
                  <a:lnTo>
                    <a:pt x="10716" y="6001"/>
                  </a:lnTo>
                  <a:cubicBezTo>
                    <a:pt x="10728" y="5953"/>
                    <a:pt x="10716" y="5894"/>
                    <a:pt x="10680" y="5870"/>
                  </a:cubicBezTo>
                  <a:cubicBezTo>
                    <a:pt x="10657" y="5822"/>
                    <a:pt x="10609" y="5811"/>
                    <a:pt x="10550" y="5811"/>
                  </a:cubicBezTo>
                  <a:lnTo>
                    <a:pt x="9847" y="5811"/>
                  </a:lnTo>
                  <a:lnTo>
                    <a:pt x="9847" y="5096"/>
                  </a:lnTo>
                  <a:cubicBezTo>
                    <a:pt x="10776" y="4775"/>
                    <a:pt x="11466" y="3965"/>
                    <a:pt x="11585" y="2965"/>
                  </a:cubicBezTo>
                  <a:cubicBezTo>
                    <a:pt x="11609" y="2858"/>
                    <a:pt x="11550" y="2774"/>
                    <a:pt x="11454" y="2751"/>
                  </a:cubicBezTo>
                  <a:cubicBezTo>
                    <a:pt x="11448" y="2750"/>
                    <a:pt x="11442" y="2749"/>
                    <a:pt x="11436" y="2749"/>
                  </a:cubicBezTo>
                  <a:cubicBezTo>
                    <a:pt x="11358" y="2749"/>
                    <a:pt x="11275" y="2817"/>
                    <a:pt x="11264" y="2905"/>
                  </a:cubicBezTo>
                  <a:cubicBezTo>
                    <a:pt x="11109" y="4025"/>
                    <a:pt x="10145" y="4870"/>
                    <a:pt x="9014" y="4870"/>
                  </a:cubicBezTo>
                  <a:cubicBezTo>
                    <a:pt x="7763" y="4870"/>
                    <a:pt x="6751" y="3858"/>
                    <a:pt x="6751" y="2608"/>
                  </a:cubicBezTo>
                  <a:cubicBezTo>
                    <a:pt x="6751" y="1358"/>
                    <a:pt x="7763" y="346"/>
                    <a:pt x="9014" y="346"/>
                  </a:cubicBezTo>
                  <a:cubicBezTo>
                    <a:pt x="10133" y="346"/>
                    <a:pt x="11097" y="1179"/>
                    <a:pt x="11264" y="2274"/>
                  </a:cubicBezTo>
                  <a:cubicBezTo>
                    <a:pt x="11275" y="2363"/>
                    <a:pt x="11358" y="2431"/>
                    <a:pt x="11436" y="2431"/>
                  </a:cubicBezTo>
                  <a:cubicBezTo>
                    <a:pt x="11442" y="2431"/>
                    <a:pt x="11448" y="2430"/>
                    <a:pt x="11454" y="2429"/>
                  </a:cubicBezTo>
                  <a:cubicBezTo>
                    <a:pt x="11550" y="2417"/>
                    <a:pt x="11621" y="2322"/>
                    <a:pt x="11609" y="2239"/>
                  </a:cubicBezTo>
                  <a:cubicBezTo>
                    <a:pt x="11514" y="1620"/>
                    <a:pt x="11204" y="1060"/>
                    <a:pt x="10740" y="643"/>
                  </a:cubicBezTo>
                  <a:cubicBezTo>
                    <a:pt x="10264" y="227"/>
                    <a:pt x="9657" y="0"/>
                    <a:pt x="9026"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6" name="Google Shape;3506;p65"/>
            <p:cNvSpPr/>
            <p:nvPr/>
          </p:nvSpPr>
          <p:spPr>
            <a:xfrm>
              <a:off x="4237665" y="2034307"/>
              <a:ext cx="32092" cy="63772"/>
            </a:xfrm>
            <a:custGeom>
              <a:rect b="b" l="l" r="r" t="t"/>
              <a:pathLst>
                <a:path extrusionOk="0" h="2013" w="1013">
                  <a:moveTo>
                    <a:pt x="179" y="1"/>
                  </a:moveTo>
                  <a:cubicBezTo>
                    <a:pt x="84" y="1"/>
                    <a:pt x="12" y="72"/>
                    <a:pt x="12" y="167"/>
                  </a:cubicBezTo>
                  <a:cubicBezTo>
                    <a:pt x="12" y="263"/>
                    <a:pt x="84" y="334"/>
                    <a:pt x="179" y="334"/>
                  </a:cubicBezTo>
                  <a:lnTo>
                    <a:pt x="322" y="334"/>
                  </a:lnTo>
                  <a:lnTo>
                    <a:pt x="322" y="1691"/>
                  </a:lnTo>
                  <a:lnTo>
                    <a:pt x="167" y="1691"/>
                  </a:lnTo>
                  <a:cubicBezTo>
                    <a:pt x="72" y="1691"/>
                    <a:pt x="0" y="1763"/>
                    <a:pt x="0" y="1846"/>
                  </a:cubicBezTo>
                  <a:cubicBezTo>
                    <a:pt x="0" y="1941"/>
                    <a:pt x="72" y="2013"/>
                    <a:pt x="167" y="2013"/>
                  </a:cubicBezTo>
                  <a:lnTo>
                    <a:pt x="846" y="2013"/>
                  </a:lnTo>
                  <a:cubicBezTo>
                    <a:pt x="941" y="2013"/>
                    <a:pt x="1012" y="1941"/>
                    <a:pt x="1012" y="1846"/>
                  </a:cubicBezTo>
                  <a:cubicBezTo>
                    <a:pt x="1012" y="1775"/>
                    <a:pt x="941" y="1703"/>
                    <a:pt x="846" y="1703"/>
                  </a:cubicBezTo>
                  <a:lnTo>
                    <a:pt x="667" y="1703"/>
                  </a:lnTo>
                  <a:lnTo>
                    <a:pt x="667" y="167"/>
                  </a:lnTo>
                  <a:cubicBezTo>
                    <a:pt x="667" y="72"/>
                    <a:pt x="596" y="1"/>
                    <a:pt x="500"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7" name="Google Shape;3507;p65"/>
            <p:cNvSpPr/>
            <p:nvPr/>
          </p:nvSpPr>
          <p:spPr>
            <a:xfrm>
              <a:off x="4241815" y="2014317"/>
              <a:ext cx="17012" cy="17012"/>
            </a:xfrm>
            <a:custGeom>
              <a:rect b="b" l="l" r="r" t="t"/>
              <a:pathLst>
                <a:path extrusionOk="0" h="537" w="537">
                  <a:moveTo>
                    <a:pt x="274" y="1"/>
                  </a:moveTo>
                  <a:cubicBezTo>
                    <a:pt x="119" y="1"/>
                    <a:pt x="0" y="120"/>
                    <a:pt x="0" y="263"/>
                  </a:cubicBezTo>
                  <a:cubicBezTo>
                    <a:pt x="0" y="417"/>
                    <a:pt x="119" y="536"/>
                    <a:pt x="274" y="536"/>
                  </a:cubicBezTo>
                  <a:cubicBezTo>
                    <a:pt x="417" y="536"/>
                    <a:pt x="536" y="417"/>
                    <a:pt x="536" y="263"/>
                  </a:cubicBezTo>
                  <a:cubicBezTo>
                    <a:pt x="536" y="120"/>
                    <a:pt x="417" y="1"/>
                    <a:pt x="274"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08" name="Google Shape;3508;p65"/>
          <p:cNvGrpSpPr/>
          <p:nvPr/>
        </p:nvGrpSpPr>
        <p:grpSpPr>
          <a:xfrm>
            <a:off x="3380504" y="1254709"/>
            <a:ext cx="384062" cy="384062"/>
            <a:chOff x="1308631" y="1507830"/>
            <a:chExt cx="350166" cy="350198"/>
          </a:xfrm>
        </p:grpSpPr>
        <p:sp>
          <p:nvSpPr>
            <p:cNvPr id="3509" name="Google Shape;3509;p65"/>
            <p:cNvSpPr/>
            <p:nvPr/>
          </p:nvSpPr>
          <p:spPr>
            <a:xfrm>
              <a:off x="1308631" y="1507830"/>
              <a:ext cx="350166" cy="350198"/>
            </a:xfrm>
            <a:custGeom>
              <a:rect b="b" l="l" r="r" t="t"/>
              <a:pathLst>
                <a:path extrusionOk="0" h="11003" w="11002">
                  <a:moveTo>
                    <a:pt x="6192" y="310"/>
                  </a:moveTo>
                  <a:cubicBezTo>
                    <a:pt x="6192" y="310"/>
                    <a:pt x="6204" y="310"/>
                    <a:pt x="6204" y="334"/>
                  </a:cubicBezTo>
                  <a:lnTo>
                    <a:pt x="6204" y="787"/>
                  </a:lnTo>
                  <a:cubicBezTo>
                    <a:pt x="6204" y="953"/>
                    <a:pt x="6311" y="1084"/>
                    <a:pt x="6477" y="1120"/>
                  </a:cubicBezTo>
                  <a:cubicBezTo>
                    <a:pt x="6989" y="1239"/>
                    <a:pt x="7489" y="1429"/>
                    <a:pt x="7930" y="1715"/>
                  </a:cubicBezTo>
                  <a:cubicBezTo>
                    <a:pt x="7986" y="1751"/>
                    <a:pt x="8048" y="1769"/>
                    <a:pt x="8110" y="1769"/>
                  </a:cubicBezTo>
                  <a:cubicBezTo>
                    <a:pt x="8194" y="1769"/>
                    <a:pt x="8278" y="1736"/>
                    <a:pt x="8347" y="1668"/>
                  </a:cubicBezTo>
                  <a:lnTo>
                    <a:pt x="8680" y="1346"/>
                  </a:lnTo>
                  <a:lnTo>
                    <a:pt x="8692" y="1346"/>
                  </a:lnTo>
                  <a:lnTo>
                    <a:pt x="9656" y="2311"/>
                  </a:lnTo>
                  <a:lnTo>
                    <a:pt x="9656" y="2322"/>
                  </a:lnTo>
                  <a:lnTo>
                    <a:pt x="9335" y="2656"/>
                  </a:lnTo>
                  <a:cubicBezTo>
                    <a:pt x="9228" y="2751"/>
                    <a:pt x="9192" y="2930"/>
                    <a:pt x="9287" y="3073"/>
                  </a:cubicBezTo>
                  <a:cubicBezTo>
                    <a:pt x="9573" y="3513"/>
                    <a:pt x="9775" y="4001"/>
                    <a:pt x="9883" y="4525"/>
                  </a:cubicBezTo>
                  <a:cubicBezTo>
                    <a:pt x="9906" y="4680"/>
                    <a:pt x="10049" y="4799"/>
                    <a:pt x="10204" y="4799"/>
                  </a:cubicBezTo>
                  <a:lnTo>
                    <a:pt x="10668" y="4799"/>
                  </a:lnTo>
                  <a:cubicBezTo>
                    <a:pt x="10668" y="4799"/>
                    <a:pt x="10680" y="4799"/>
                    <a:pt x="10680" y="4811"/>
                  </a:cubicBezTo>
                  <a:lnTo>
                    <a:pt x="10657" y="6216"/>
                  </a:lnTo>
                  <a:lnTo>
                    <a:pt x="10192" y="6216"/>
                  </a:lnTo>
                  <a:cubicBezTo>
                    <a:pt x="10026" y="6216"/>
                    <a:pt x="9895" y="6311"/>
                    <a:pt x="9871" y="6478"/>
                  </a:cubicBezTo>
                  <a:cubicBezTo>
                    <a:pt x="9752" y="7002"/>
                    <a:pt x="9549" y="7490"/>
                    <a:pt x="9275" y="7942"/>
                  </a:cubicBezTo>
                  <a:cubicBezTo>
                    <a:pt x="9180" y="8073"/>
                    <a:pt x="9192" y="8240"/>
                    <a:pt x="9311" y="8359"/>
                  </a:cubicBezTo>
                  <a:lnTo>
                    <a:pt x="9645" y="8680"/>
                  </a:lnTo>
                  <a:lnTo>
                    <a:pt x="9645" y="8692"/>
                  </a:lnTo>
                  <a:lnTo>
                    <a:pt x="8680" y="9669"/>
                  </a:lnTo>
                  <a:lnTo>
                    <a:pt x="8656" y="9669"/>
                  </a:lnTo>
                  <a:lnTo>
                    <a:pt x="8335" y="9335"/>
                  </a:lnTo>
                  <a:cubicBezTo>
                    <a:pt x="8271" y="9272"/>
                    <a:pt x="8183" y="9237"/>
                    <a:pt x="8094" y="9237"/>
                  </a:cubicBezTo>
                  <a:cubicBezTo>
                    <a:pt x="8033" y="9237"/>
                    <a:pt x="7971" y="9254"/>
                    <a:pt x="7918" y="9288"/>
                  </a:cubicBezTo>
                  <a:cubicBezTo>
                    <a:pt x="7466" y="9573"/>
                    <a:pt x="6978" y="9788"/>
                    <a:pt x="6454" y="9883"/>
                  </a:cubicBezTo>
                  <a:cubicBezTo>
                    <a:pt x="6311" y="9919"/>
                    <a:pt x="6192" y="10050"/>
                    <a:pt x="6192" y="10216"/>
                  </a:cubicBezTo>
                  <a:lnTo>
                    <a:pt x="6192" y="10681"/>
                  </a:lnTo>
                  <a:cubicBezTo>
                    <a:pt x="6192" y="10681"/>
                    <a:pt x="6192" y="10693"/>
                    <a:pt x="6168" y="10693"/>
                  </a:cubicBezTo>
                  <a:lnTo>
                    <a:pt x="4811" y="10693"/>
                  </a:lnTo>
                  <a:cubicBezTo>
                    <a:pt x="4811" y="10693"/>
                    <a:pt x="4787" y="10693"/>
                    <a:pt x="4787" y="10681"/>
                  </a:cubicBezTo>
                  <a:lnTo>
                    <a:pt x="4787" y="10216"/>
                  </a:lnTo>
                  <a:cubicBezTo>
                    <a:pt x="4787" y="10050"/>
                    <a:pt x="4692" y="9919"/>
                    <a:pt x="4525" y="9883"/>
                  </a:cubicBezTo>
                  <a:cubicBezTo>
                    <a:pt x="4001" y="9764"/>
                    <a:pt x="3513" y="9573"/>
                    <a:pt x="3060" y="9288"/>
                  </a:cubicBezTo>
                  <a:cubicBezTo>
                    <a:pt x="3001" y="9264"/>
                    <a:pt x="2941" y="9228"/>
                    <a:pt x="2882" y="9228"/>
                  </a:cubicBezTo>
                  <a:cubicBezTo>
                    <a:pt x="2798" y="9228"/>
                    <a:pt x="2715" y="9264"/>
                    <a:pt x="2644" y="9335"/>
                  </a:cubicBezTo>
                  <a:lnTo>
                    <a:pt x="2322" y="9669"/>
                  </a:lnTo>
                  <a:lnTo>
                    <a:pt x="2298" y="9669"/>
                  </a:lnTo>
                  <a:lnTo>
                    <a:pt x="1334" y="8692"/>
                  </a:lnTo>
                  <a:lnTo>
                    <a:pt x="1334" y="8680"/>
                  </a:lnTo>
                  <a:lnTo>
                    <a:pt x="1667" y="8359"/>
                  </a:lnTo>
                  <a:cubicBezTo>
                    <a:pt x="1763" y="8252"/>
                    <a:pt x="1798" y="8073"/>
                    <a:pt x="1703" y="7942"/>
                  </a:cubicBezTo>
                  <a:cubicBezTo>
                    <a:pt x="1429" y="7490"/>
                    <a:pt x="1215" y="7002"/>
                    <a:pt x="1108" y="6478"/>
                  </a:cubicBezTo>
                  <a:cubicBezTo>
                    <a:pt x="1084" y="6335"/>
                    <a:pt x="953" y="6216"/>
                    <a:pt x="786" y="6216"/>
                  </a:cubicBezTo>
                  <a:lnTo>
                    <a:pt x="322" y="6216"/>
                  </a:lnTo>
                  <a:cubicBezTo>
                    <a:pt x="322" y="6216"/>
                    <a:pt x="310" y="6216"/>
                    <a:pt x="310" y="6192"/>
                  </a:cubicBezTo>
                  <a:lnTo>
                    <a:pt x="310" y="4811"/>
                  </a:lnTo>
                  <a:cubicBezTo>
                    <a:pt x="310" y="4811"/>
                    <a:pt x="310" y="4799"/>
                    <a:pt x="322" y="4799"/>
                  </a:cubicBezTo>
                  <a:lnTo>
                    <a:pt x="786" y="4799"/>
                  </a:lnTo>
                  <a:cubicBezTo>
                    <a:pt x="953" y="4799"/>
                    <a:pt x="1084" y="4692"/>
                    <a:pt x="1108" y="4525"/>
                  </a:cubicBezTo>
                  <a:cubicBezTo>
                    <a:pt x="1227" y="4001"/>
                    <a:pt x="1429" y="3513"/>
                    <a:pt x="1703" y="3073"/>
                  </a:cubicBezTo>
                  <a:cubicBezTo>
                    <a:pt x="1798" y="2930"/>
                    <a:pt x="1786" y="2775"/>
                    <a:pt x="1667" y="2656"/>
                  </a:cubicBezTo>
                  <a:lnTo>
                    <a:pt x="1334" y="2322"/>
                  </a:lnTo>
                  <a:lnTo>
                    <a:pt x="1334" y="2311"/>
                  </a:lnTo>
                  <a:lnTo>
                    <a:pt x="2298" y="1346"/>
                  </a:lnTo>
                  <a:lnTo>
                    <a:pt x="2322" y="1346"/>
                  </a:lnTo>
                  <a:lnTo>
                    <a:pt x="2644" y="1668"/>
                  </a:lnTo>
                  <a:cubicBezTo>
                    <a:pt x="2707" y="1731"/>
                    <a:pt x="2796" y="1765"/>
                    <a:pt x="2885" y="1765"/>
                  </a:cubicBezTo>
                  <a:cubicBezTo>
                    <a:pt x="2946" y="1765"/>
                    <a:pt x="3007" y="1749"/>
                    <a:pt x="3060" y="1715"/>
                  </a:cubicBezTo>
                  <a:cubicBezTo>
                    <a:pt x="3513" y="1429"/>
                    <a:pt x="4001" y="1227"/>
                    <a:pt x="4525" y="1120"/>
                  </a:cubicBezTo>
                  <a:cubicBezTo>
                    <a:pt x="4668" y="1084"/>
                    <a:pt x="4787" y="953"/>
                    <a:pt x="4787" y="787"/>
                  </a:cubicBezTo>
                  <a:lnTo>
                    <a:pt x="4787" y="334"/>
                  </a:lnTo>
                  <a:cubicBezTo>
                    <a:pt x="4787" y="334"/>
                    <a:pt x="4787" y="310"/>
                    <a:pt x="4811" y="310"/>
                  </a:cubicBezTo>
                  <a:close/>
                  <a:moveTo>
                    <a:pt x="4811" y="1"/>
                  </a:moveTo>
                  <a:cubicBezTo>
                    <a:pt x="4632" y="1"/>
                    <a:pt x="4477" y="156"/>
                    <a:pt x="4477" y="334"/>
                  </a:cubicBezTo>
                  <a:lnTo>
                    <a:pt x="4477" y="798"/>
                  </a:lnTo>
                  <a:cubicBezTo>
                    <a:pt x="4477" y="798"/>
                    <a:pt x="4477" y="810"/>
                    <a:pt x="4465" y="810"/>
                  </a:cubicBezTo>
                  <a:cubicBezTo>
                    <a:pt x="3918" y="929"/>
                    <a:pt x="3370" y="1156"/>
                    <a:pt x="2906" y="1453"/>
                  </a:cubicBezTo>
                  <a:lnTo>
                    <a:pt x="2882" y="1453"/>
                  </a:lnTo>
                  <a:lnTo>
                    <a:pt x="2560" y="1120"/>
                  </a:lnTo>
                  <a:cubicBezTo>
                    <a:pt x="2495" y="1054"/>
                    <a:pt x="2408" y="1022"/>
                    <a:pt x="2322" y="1022"/>
                  </a:cubicBezTo>
                  <a:cubicBezTo>
                    <a:pt x="2236" y="1022"/>
                    <a:pt x="2150" y="1054"/>
                    <a:pt x="2084" y="1120"/>
                  </a:cubicBezTo>
                  <a:lnTo>
                    <a:pt x="1120" y="2084"/>
                  </a:lnTo>
                  <a:cubicBezTo>
                    <a:pt x="977" y="2215"/>
                    <a:pt x="977" y="2430"/>
                    <a:pt x="1120" y="2561"/>
                  </a:cubicBezTo>
                  <a:lnTo>
                    <a:pt x="1441" y="2894"/>
                  </a:lnTo>
                  <a:lnTo>
                    <a:pt x="1441" y="2906"/>
                  </a:lnTo>
                  <a:cubicBezTo>
                    <a:pt x="1132" y="3382"/>
                    <a:pt x="917" y="3906"/>
                    <a:pt x="798" y="4466"/>
                  </a:cubicBezTo>
                  <a:cubicBezTo>
                    <a:pt x="798" y="4466"/>
                    <a:pt x="798" y="4489"/>
                    <a:pt x="786" y="4489"/>
                  </a:cubicBezTo>
                  <a:lnTo>
                    <a:pt x="322" y="4489"/>
                  </a:lnTo>
                  <a:cubicBezTo>
                    <a:pt x="143" y="4489"/>
                    <a:pt x="0" y="4632"/>
                    <a:pt x="0" y="4811"/>
                  </a:cubicBezTo>
                  <a:lnTo>
                    <a:pt x="0" y="6192"/>
                  </a:lnTo>
                  <a:cubicBezTo>
                    <a:pt x="0" y="6371"/>
                    <a:pt x="143" y="6525"/>
                    <a:pt x="322" y="6525"/>
                  </a:cubicBezTo>
                  <a:lnTo>
                    <a:pt x="786" y="6525"/>
                  </a:lnTo>
                  <a:cubicBezTo>
                    <a:pt x="786" y="6525"/>
                    <a:pt x="798" y="6525"/>
                    <a:pt x="798" y="6537"/>
                  </a:cubicBezTo>
                  <a:cubicBezTo>
                    <a:pt x="917" y="7085"/>
                    <a:pt x="1143" y="7621"/>
                    <a:pt x="1441" y="8097"/>
                  </a:cubicBezTo>
                  <a:lnTo>
                    <a:pt x="1441" y="8121"/>
                  </a:lnTo>
                  <a:lnTo>
                    <a:pt x="1120" y="8442"/>
                  </a:lnTo>
                  <a:cubicBezTo>
                    <a:pt x="977" y="8573"/>
                    <a:pt x="977" y="8788"/>
                    <a:pt x="1120" y="8918"/>
                  </a:cubicBezTo>
                  <a:lnTo>
                    <a:pt x="2084" y="9883"/>
                  </a:lnTo>
                  <a:cubicBezTo>
                    <a:pt x="2150" y="9954"/>
                    <a:pt x="2236" y="9990"/>
                    <a:pt x="2322" y="9990"/>
                  </a:cubicBezTo>
                  <a:cubicBezTo>
                    <a:pt x="2408" y="9990"/>
                    <a:pt x="2495" y="9954"/>
                    <a:pt x="2560" y="9883"/>
                  </a:cubicBezTo>
                  <a:lnTo>
                    <a:pt x="2882" y="9561"/>
                  </a:lnTo>
                  <a:lnTo>
                    <a:pt x="2906" y="9561"/>
                  </a:lnTo>
                  <a:cubicBezTo>
                    <a:pt x="3370" y="9871"/>
                    <a:pt x="3894" y="10085"/>
                    <a:pt x="4465" y="10204"/>
                  </a:cubicBezTo>
                  <a:cubicBezTo>
                    <a:pt x="4465" y="10204"/>
                    <a:pt x="4477" y="10204"/>
                    <a:pt x="4477" y="10216"/>
                  </a:cubicBezTo>
                  <a:lnTo>
                    <a:pt x="4477" y="10681"/>
                  </a:lnTo>
                  <a:cubicBezTo>
                    <a:pt x="4477" y="10859"/>
                    <a:pt x="4632" y="11002"/>
                    <a:pt x="4811" y="11002"/>
                  </a:cubicBezTo>
                  <a:lnTo>
                    <a:pt x="6192" y="11002"/>
                  </a:lnTo>
                  <a:cubicBezTo>
                    <a:pt x="6370" y="11002"/>
                    <a:pt x="6513" y="10859"/>
                    <a:pt x="6513" y="10681"/>
                  </a:cubicBezTo>
                  <a:lnTo>
                    <a:pt x="6513" y="10216"/>
                  </a:lnTo>
                  <a:cubicBezTo>
                    <a:pt x="6513" y="10216"/>
                    <a:pt x="6513" y="10204"/>
                    <a:pt x="6537" y="10204"/>
                  </a:cubicBezTo>
                  <a:cubicBezTo>
                    <a:pt x="7085" y="10085"/>
                    <a:pt x="7620" y="9859"/>
                    <a:pt x="8097" y="9561"/>
                  </a:cubicBezTo>
                  <a:lnTo>
                    <a:pt x="8109" y="9561"/>
                  </a:lnTo>
                  <a:lnTo>
                    <a:pt x="8442" y="9883"/>
                  </a:lnTo>
                  <a:cubicBezTo>
                    <a:pt x="8507" y="9954"/>
                    <a:pt x="8591" y="9990"/>
                    <a:pt x="8676" y="9990"/>
                  </a:cubicBezTo>
                  <a:cubicBezTo>
                    <a:pt x="8760" y="9990"/>
                    <a:pt x="8847" y="9954"/>
                    <a:pt x="8918" y="9883"/>
                  </a:cubicBezTo>
                  <a:lnTo>
                    <a:pt x="9883" y="8918"/>
                  </a:lnTo>
                  <a:cubicBezTo>
                    <a:pt x="10014" y="8788"/>
                    <a:pt x="10014" y="8573"/>
                    <a:pt x="9883" y="8442"/>
                  </a:cubicBezTo>
                  <a:lnTo>
                    <a:pt x="9549" y="8121"/>
                  </a:lnTo>
                  <a:lnTo>
                    <a:pt x="9549" y="8097"/>
                  </a:lnTo>
                  <a:cubicBezTo>
                    <a:pt x="9871" y="7621"/>
                    <a:pt x="10073" y="7109"/>
                    <a:pt x="10192" y="6537"/>
                  </a:cubicBezTo>
                  <a:cubicBezTo>
                    <a:pt x="10192" y="6537"/>
                    <a:pt x="10192" y="6525"/>
                    <a:pt x="10204" y="6525"/>
                  </a:cubicBezTo>
                  <a:lnTo>
                    <a:pt x="10668" y="6525"/>
                  </a:lnTo>
                  <a:cubicBezTo>
                    <a:pt x="10847" y="6525"/>
                    <a:pt x="11002" y="6371"/>
                    <a:pt x="11002" y="6192"/>
                  </a:cubicBezTo>
                  <a:lnTo>
                    <a:pt x="11002" y="4811"/>
                  </a:lnTo>
                  <a:cubicBezTo>
                    <a:pt x="10978" y="4632"/>
                    <a:pt x="10835" y="4489"/>
                    <a:pt x="10657" y="4489"/>
                  </a:cubicBezTo>
                  <a:lnTo>
                    <a:pt x="10192" y="4489"/>
                  </a:lnTo>
                  <a:cubicBezTo>
                    <a:pt x="10192" y="4489"/>
                    <a:pt x="10180" y="4489"/>
                    <a:pt x="10180" y="4466"/>
                  </a:cubicBezTo>
                  <a:cubicBezTo>
                    <a:pt x="10061" y="3918"/>
                    <a:pt x="9835" y="3382"/>
                    <a:pt x="9537" y="2906"/>
                  </a:cubicBezTo>
                  <a:lnTo>
                    <a:pt x="9537" y="2894"/>
                  </a:lnTo>
                  <a:lnTo>
                    <a:pt x="9859" y="2561"/>
                  </a:lnTo>
                  <a:cubicBezTo>
                    <a:pt x="10002" y="2430"/>
                    <a:pt x="10002" y="2215"/>
                    <a:pt x="9859" y="2084"/>
                  </a:cubicBezTo>
                  <a:lnTo>
                    <a:pt x="8894" y="1120"/>
                  </a:lnTo>
                  <a:cubicBezTo>
                    <a:pt x="8829" y="1054"/>
                    <a:pt x="8743" y="1022"/>
                    <a:pt x="8656" y="1022"/>
                  </a:cubicBezTo>
                  <a:cubicBezTo>
                    <a:pt x="8570" y="1022"/>
                    <a:pt x="8484" y="1054"/>
                    <a:pt x="8418" y="1120"/>
                  </a:cubicBezTo>
                  <a:lnTo>
                    <a:pt x="8097" y="1453"/>
                  </a:lnTo>
                  <a:lnTo>
                    <a:pt x="8073" y="1453"/>
                  </a:lnTo>
                  <a:cubicBezTo>
                    <a:pt x="7597" y="1132"/>
                    <a:pt x="7085" y="929"/>
                    <a:pt x="6513" y="810"/>
                  </a:cubicBezTo>
                  <a:cubicBezTo>
                    <a:pt x="6513" y="810"/>
                    <a:pt x="6501" y="810"/>
                    <a:pt x="6501" y="798"/>
                  </a:cubicBezTo>
                  <a:lnTo>
                    <a:pt x="6501" y="334"/>
                  </a:lnTo>
                  <a:cubicBezTo>
                    <a:pt x="6501" y="156"/>
                    <a:pt x="6346" y="1"/>
                    <a:pt x="616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0" name="Google Shape;3510;p65"/>
            <p:cNvSpPr/>
            <p:nvPr/>
          </p:nvSpPr>
          <p:spPr>
            <a:xfrm>
              <a:off x="1373049" y="1574063"/>
              <a:ext cx="181544" cy="179730"/>
            </a:xfrm>
            <a:custGeom>
              <a:rect b="b" l="l" r="r" t="t"/>
              <a:pathLst>
                <a:path extrusionOk="0" h="5647" w="5704">
                  <a:moveTo>
                    <a:pt x="3449" y="0"/>
                  </a:moveTo>
                  <a:cubicBezTo>
                    <a:pt x="3399" y="0"/>
                    <a:pt x="3349" y="1"/>
                    <a:pt x="3299" y="3"/>
                  </a:cubicBezTo>
                  <a:cubicBezTo>
                    <a:pt x="2453" y="51"/>
                    <a:pt x="1644" y="408"/>
                    <a:pt x="1036" y="1003"/>
                  </a:cubicBezTo>
                  <a:cubicBezTo>
                    <a:pt x="429" y="1611"/>
                    <a:pt x="84" y="2396"/>
                    <a:pt x="48" y="3266"/>
                  </a:cubicBezTo>
                  <a:cubicBezTo>
                    <a:pt x="1" y="4111"/>
                    <a:pt x="262" y="4933"/>
                    <a:pt x="798" y="5587"/>
                  </a:cubicBezTo>
                  <a:cubicBezTo>
                    <a:pt x="834" y="5635"/>
                    <a:pt x="882" y="5647"/>
                    <a:pt x="917" y="5647"/>
                  </a:cubicBezTo>
                  <a:cubicBezTo>
                    <a:pt x="953" y="5647"/>
                    <a:pt x="1001" y="5635"/>
                    <a:pt x="1024" y="5623"/>
                  </a:cubicBezTo>
                  <a:cubicBezTo>
                    <a:pt x="1096" y="5564"/>
                    <a:pt x="1096" y="5456"/>
                    <a:pt x="1060" y="5397"/>
                  </a:cubicBezTo>
                  <a:cubicBezTo>
                    <a:pt x="584" y="4802"/>
                    <a:pt x="322" y="4051"/>
                    <a:pt x="370" y="3278"/>
                  </a:cubicBezTo>
                  <a:cubicBezTo>
                    <a:pt x="417" y="2504"/>
                    <a:pt x="727" y="1777"/>
                    <a:pt x="1274" y="1242"/>
                  </a:cubicBezTo>
                  <a:cubicBezTo>
                    <a:pt x="1834" y="694"/>
                    <a:pt x="2560" y="384"/>
                    <a:pt x="3322" y="337"/>
                  </a:cubicBezTo>
                  <a:cubicBezTo>
                    <a:pt x="3385" y="333"/>
                    <a:pt x="3447" y="331"/>
                    <a:pt x="3509" y="331"/>
                  </a:cubicBezTo>
                  <a:cubicBezTo>
                    <a:pt x="4215" y="331"/>
                    <a:pt x="4883" y="578"/>
                    <a:pt x="5430" y="1015"/>
                  </a:cubicBezTo>
                  <a:cubicBezTo>
                    <a:pt x="5461" y="1041"/>
                    <a:pt x="5496" y="1053"/>
                    <a:pt x="5531" y="1053"/>
                  </a:cubicBezTo>
                  <a:cubicBezTo>
                    <a:pt x="5577" y="1053"/>
                    <a:pt x="5622" y="1032"/>
                    <a:pt x="5656" y="992"/>
                  </a:cubicBezTo>
                  <a:cubicBezTo>
                    <a:pt x="5704" y="920"/>
                    <a:pt x="5680" y="813"/>
                    <a:pt x="5620" y="765"/>
                  </a:cubicBezTo>
                  <a:cubicBezTo>
                    <a:pt x="5005" y="262"/>
                    <a:pt x="4232" y="0"/>
                    <a:pt x="3449"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1" name="Google Shape;3511;p65"/>
            <p:cNvSpPr/>
            <p:nvPr/>
          </p:nvSpPr>
          <p:spPr>
            <a:xfrm>
              <a:off x="1411338" y="1606368"/>
              <a:ext cx="182276" cy="186477"/>
            </a:xfrm>
            <a:custGeom>
              <a:rect b="b" l="l" r="r" t="t"/>
              <a:pathLst>
                <a:path extrusionOk="0" h="5859" w="5727">
                  <a:moveTo>
                    <a:pt x="3286" y="334"/>
                  </a:moveTo>
                  <a:lnTo>
                    <a:pt x="3286" y="1000"/>
                  </a:lnTo>
                  <a:cubicBezTo>
                    <a:pt x="3286" y="1108"/>
                    <a:pt x="3262" y="1227"/>
                    <a:pt x="3215" y="1310"/>
                  </a:cubicBezTo>
                  <a:lnTo>
                    <a:pt x="3143" y="1477"/>
                  </a:lnTo>
                  <a:cubicBezTo>
                    <a:pt x="3119" y="1501"/>
                    <a:pt x="3119" y="1524"/>
                    <a:pt x="3119" y="1548"/>
                  </a:cubicBezTo>
                  <a:lnTo>
                    <a:pt x="3119" y="1893"/>
                  </a:lnTo>
                  <a:cubicBezTo>
                    <a:pt x="3119" y="2132"/>
                    <a:pt x="3036" y="2358"/>
                    <a:pt x="2858" y="2524"/>
                  </a:cubicBezTo>
                  <a:cubicBezTo>
                    <a:pt x="2691" y="2679"/>
                    <a:pt x="2453" y="2775"/>
                    <a:pt x="2215" y="2775"/>
                  </a:cubicBezTo>
                  <a:cubicBezTo>
                    <a:pt x="1774" y="2763"/>
                    <a:pt x="1381" y="2346"/>
                    <a:pt x="1381" y="1846"/>
                  </a:cubicBezTo>
                  <a:lnTo>
                    <a:pt x="1381" y="1548"/>
                  </a:lnTo>
                  <a:cubicBezTo>
                    <a:pt x="1381" y="1524"/>
                    <a:pt x="1381" y="1501"/>
                    <a:pt x="1369" y="1477"/>
                  </a:cubicBezTo>
                  <a:lnTo>
                    <a:pt x="1262" y="1286"/>
                  </a:lnTo>
                  <a:cubicBezTo>
                    <a:pt x="1238" y="1203"/>
                    <a:pt x="1203" y="1131"/>
                    <a:pt x="1203" y="1048"/>
                  </a:cubicBezTo>
                  <a:lnTo>
                    <a:pt x="1203" y="1024"/>
                  </a:lnTo>
                  <a:cubicBezTo>
                    <a:pt x="1203" y="643"/>
                    <a:pt x="1524" y="334"/>
                    <a:pt x="1905" y="334"/>
                  </a:cubicBezTo>
                  <a:close/>
                  <a:moveTo>
                    <a:pt x="2608" y="3025"/>
                  </a:moveTo>
                  <a:cubicBezTo>
                    <a:pt x="2619" y="3084"/>
                    <a:pt x="2631" y="3132"/>
                    <a:pt x="2655" y="3179"/>
                  </a:cubicBezTo>
                  <a:lnTo>
                    <a:pt x="2512" y="3310"/>
                  </a:lnTo>
                  <a:cubicBezTo>
                    <a:pt x="2441" y="3382"/>
                    <a:pt x="2357" y="3417"/>
                    <a:pt x="2262" y="3417"/>
                  </a:cubicBezTo>
                  <a:cubicBezTo>
                    <a:pt x="2179" y="3417"/>
                    <a:pt x="2084" y="3382"/>
                    <a:pt x="2012" y="3310"/>
                  </a:cubicBezTo>
                  <a:lnTo>
                    <a:pt x="1881" y="3179"/>
                  </a:lnTo>
                  <a:cubicBezTo>
                    <a:pt x="1893" y="3132"/>
                    <a:pt x="1905" y="3084"/>
                    <a:pt x="1905" y="3025"/>
                  </a:cubicBezTo>
                  <a:cubicBezTo>
                    <a:pt x="2012" y="3060"/>
                    <a:pt x="2119" y="3084"/>
                    <a:pt x="2215" y="3084"/>
                  </a:cubicBezTo>
                  <a:lnTo>
                    <a:pt x="2250" y="3084"/>
                  </a:lnTo>
                  <a:cubicBezTo>
                    <a:pt x="2369" y="3084"/>
                    <a:pt x="2488" y="3072"/>
                    <a:pt x="2608" y="3025"/>
                  </a:cubicBezTo>
                  <a:close/>
                  <a:moveTo>
                    <a:pt x="2810" y="3441"/>
                  </a:moveTo>
                  <a:cubicBezTo>
                    <a:pt x="2858" y="3477"/>
                    <a:pt x="2905" y="3489"/>
                    <a:pt x="2941" y="3501"/>
                  </a:cubicBezTo>
                  <a:lnTo>
                    <a:pt x="3524" y="3667"/>
                  </a:lnTo>
                  <a:cubicBezTo>
                    <a:pt x="3679" y="3715"/>
                    <a:pt x="3774" y="3846"/>
                    <a:pt x="3774" y="4013"/>
                  </a:cubicBezTo>
                  <a:lnTo>
                    <a:pt x="3774" y="5108"/>
                  </a:lnTo>
                  <a:lnTo>
                    <a:pt x="3822" y="5108"/>
                  </a:lnTo>
                  <a:cubicBezTo>
                    <a:pt x="3703" y="5180"/>
                    <a:pt x="3584" y="5239"/>
                    <a:pt x="3453" y="5287"/>
                  </a:cubicBezTo>
                  <a:lnTo>
                    <a:pt x="3453" y="4310"/>
                  </a:lnTo>
                  <a:cubicBezTo>
                    <a:pt x="3453" y="4215"/>
                    <a:pt x="3381" y="4144"/>
                    <a:pt x="3286" y="4144"/>
                  </a:cubicBezTo>
                  <a:cubicBezTo>
                    <a:pt x="3203" y="4144"/>
                    <a:pt x="3119" y="4215"/>
                    <a:pt x="3119" y="4310"/>
                  </a:cubicBezTo>
                  <a:lnTo>
                    <a:pt x="3119" y="5394"/>
                  </a:lnTo>
                  <a:cubicBezTo>
                    <a:pt x="2881" y="5465"/>
                    <a:pt x="2655" y="5501"/>
                    <a:pt x="2405" y="5513"/>
                  </a:cubicBezTo>
                  <a:lnTo>
                    <a:pt x="2262" y="5513"/>
                  </a:lnTo>
                  <a:cubicBezTo>
                    <a:pt x="1965" y="5513"/>
                    <a:pt x="1667" y="5465"/>
                    <a:pt x="1381" y="5394"/>
                  </a:cubicBezTo>
                  <a:lnTo>
                    <a:pt x="1381" y="4310"/>
                  </a:lnTo>
                  <a:cubicBezTo>
                    <a:pt x="1381" y="4215"/>
                    <a:pt x="1310" y="4144"/>
                    <a:pt x="1214" y="4144"/>
                  </a:cubicBezTo>
                  <a:cubicBezTo>
                    <a:pt x="1131" y="4144"/>
                    <a:pt x="1060" y="4215"/>
                    <a:pt x="1060" y="4310"/>
                  </a:cubicBezTo>
                  <a:lnTo>
                    <a:pt x="1060" y="5287"/>
                  </a:lnTo>
                  <a:cubicBezTo>
                    <a:pt x="941" y="5227"/>
                    <a:pt x="798" y="5168"/>
                    <a:pt x="679" y="5108"/>
                  </a:cubicBezTo>
                  <a:lnTo>
                    <a:pt x="679" y="4013"/>
                  </a:lnTo>
                  <a:cubicBezTo>
                    <a:pt x="679" y="3846"/>
                    <a:pt x="786" y="3715"/>
                    <a:pt x="941" y="3667"/>
                  </a:cubicBezTo>
                  <a:lnTo>
                    <a:pt x="1512" y="3501"/>
                  </a:lnTo>
                  <a:cubicBezTo>
                    <a:pt x="1560" y="3489"/>
                    <a:pt x="1619" y="3477"/>
                    <a:pt x="1655" y="3441"/>
                  </a:cubicBezTo>
                  <a:lnTo>
                    <a:pt x="1750" y="3548"/>
                  </a:lnTo>
                  <a:cubicBezTo>
                    <a:pt x="1893" y="3679"/>
                    <a:pt x="2072" y="3739"/>
                    <a:pt x="2227" y="3739"/>
                  </a:cubicBezTo>
                  <a:cubicBezTo>
                    <a:pt x="2393" y="3739"/>
                    <a:pt x="2572" y="3679"/>
                    <a:pt x="2703" y="3548"/>
                  </a:cubicBezTo>
                  <a:lnTo>
                    <a:pt x="2810" y="3441"/>
                  </a:lnTo>
                  <a:close/>
                  <a:moveTo>
                    <a:pt x="1893" y="0"/>
                  </a:moveTo>
                  <a:cubicBezTo>
                    <a:pt x="1322" y="0"/>
                    <a:pt x="869" y="465"/>
                    <a:pt x="869" y="1024"/>
                  </a:cubicBezTo>
                  <a:lnTo>
                    <a:pt x="869" y="1048"/>
                  </a:lnTo>
                  <a:cubicBezTo>
                    <a:pt x="869" y="1179"/>
                    <a:pt x="893" y="1310"/>
                    <a:pt x="953" y="1429"/>
                  </a:cubicBezTo>
                  <a:lnTo>
                    <a:pt x="1048" y="1596"/>
                  </a:lnTo>
                  <a:lnTo>
                    <a:pt x="1048" y="1870"/>
                  </a:lnTo>
                  <a:cubicBezTo>
                    <a:pt x="1048" y="2286"/>
                    <a:pt x="1250" y="2655"/>
                    <a:pt x="1560" y="2882"/>
                  </a:cubicBezTo>
                  <a:lnTo>
                    <a:pt x="1560" y="3025"/>
                  </a:lnTo>
                  <a:cubicBezTo>
                    <a:pt x="1560" y="3096"/>
                    <a:pt x="1500" y="3179"/>
                    <a:pt x="1429" y="3203"/>
                  </a:cubicBezTo>
                  <a:lnTo>
                    <a:pt x="845" y="3370"/>
                  </a:lnTo>
                  <a:cubicBezTo>
                    <a:pt x="572" y="3453"/>
                    <a:pt x="357" y="3727"/>
                    <a:pt x="357" y="4025"/>
                  </a:cubicBezTo>
                  <a:lnTo>
                    <a:pt x="357" y="4906"/>
                  </a:lnTo>
                  <a:cubicBezTo>
                    <a:pt x="333" y="4882"/>
                    <a:pt x="310" y="4858"/>
                    <a:pt x="286" y="4846"/>
                  </a:cubicBezTo>
                  <a:cubicBezTo>
                    <a:pt x="255" y="4820"/>
                    <a:pt x="220" y="4808"/>
                    <a:pt x="185" y="4808"/>
                  </a:cubicBezTo>
                  <a:cubicBezTo>
                    <a:pt x="139" y="4808"/>
                    <a:pt x="93" y="4829"/>
                    <a:pt x="60" y="4870"/>
                  </a:cubicBezTo>
                  <a:cubicBezTo>
                    <a:pt x="0" y="4941"/>
                    <a:pt x="12" y="5037"/>
                    <a:pt x="95" y="5096"/>
                  </a:cubicBezTo>
                  <a:cubicBezTo>
                    <a:pt x="703" y="5584"/>
                    <a:pt x="1465" y="5858"/>
                    <a:pt x="2250" y="5858"/>
                  </a:cubicBezTo>
                  <a:lnTo>
                    <a:pt x="2417" y="5858"/>
                  </a:lnTo>
                  <a:cubicBezTo>
                    <a:pt x="3262" y="5811"/>
                    <a:pt x="4060" y="5453"/>
                    <a:pt x="4679" y="4858"/>
                  </a:cubicBezTo>
                  <a:cubicBezTo>
                    <a:pt x="5286" y="4251"/>
                    <a:pt x="5632" y="3453"/>
                    <a:pt x="5667" y="2596"/>
                  </a:cubicBezTo>
                  <a:cubicBezTo>
                    <a:pt x="5727" y="1727"/>
                    <a:pt x="5465" y="905"/>
                    <a:pt x="4929" y="262"/>
                  </a:cubicBezTo>
                  <a:cubicBezTo>
                    <a:pt x="4895" y="215"/>
                    <a:pt x="4846" y="194"/>
                    <a:pt x="4799" y="194"/>
                  </a:cubicBezTo>
                  <a:cubicBezTo>
                    <a:pt x="4763" y="194"/>
                    <a:pt x="4729" y="206"/>
                    <a:pt x="4703" y="227"/>
                  </a:cubicBezTo>
                  <a:cubicBezTo>
                    <a:pt x="4632" y="286"/>
                    <a:pt x="4632" y="393"/>
                    <a:pt x="4679" y="453"/>
                  </a:cubicBezTo>
                  <a:cubicBezTo>
                    <a:pt x="5155" y="1048"/>
                    <a:pt x="5405" y="1786"/>
                    <a:pt x="5358" y="2560"/>
                  </a:cubicBezTo>
                  <a:cubicBezTo>
                    <a:pt x="5310" y="3334"/>
                    <a:pt x="5001" y="4072"/>
                    <a:pt x="4453" y="4608"/>
                  </a:cubicBezTo>
                  <a:cubicBezTo>
                    <a:pt x="4346" y="4703"/>
                    <a:pt x="4239" y="4799"/>
                    <a:pt x="4143" y="4882"/>
                  </a:cubicBezTo>
                  <a:lnTo>
                    <a:pt x="4143" y="4013"/>
                  </a:lnTo>
                  <a:cubicBezTo>
                    <a:pt x="4143" y="3715"/>
                    <a:pt x="3929" y="3441"/>
                    <a:pt x="3643" y="3358"/>
                  </a:cubicBezTo>
                  <a:lnTo>
                    <a:pt x="3072" y="3191"/>
                  </a:lnTo>
                  <a:cubicBezTo>
                    <a:pt x="2989" y="3156"/>
                    <a:pt x="2929" y="3096"/>
                    <a:pt x="2929" y="3013"/>
                  </a:cubicBezTo>
                  <a:lnTo>
                    <a:pt x="2929" y="2882"/>
                  </a:lnTo>
                  <a:cubicBezTo>
                    <a:pt x="2989" y="2834"/>
                    <a:pt x="3036" y="2798"/>
                    <a:pt x="3084" y="2763"/>
                  </a:cubicBezTo>
                  <a:cubicBezTo>
                    <a:pt x="3322" y="2536"/>
                    <a:pt x="3441" y="2227"/>
                    <a:pt x="3441" y="1893"/>
                  </a:cubicBezTo>
                  <a:lnTo>
                    <a:pt x="3441" y="1596"/>
                  </a:lnTo>
                  <a:lnTo>
                    <a:pt x="3500" y="1465"/>
                  </a:lnTo>
                  <a:cubicBezTo>
                    <a:pt x="3572" y="1334"/>
                    <a:pt x="3596" y="1167"/>
                    <a:pt x="3596" y="1000"/>
                  </a:cubicBezTo>
                  <a:lnTo>
                    <a:pt x="3596" y="167"/>
                  </a:lnTo>
                  <a:cubicBezTo>
                    <a:pt x="3596" y="72"/>
                    <a:pt x="3524" y="0"/>
                    <a:pt x="344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2" name="Google Shape;3512;p65"/>
            <p:cNvSpPr/>
            <p:nvPr/>
          </p:nvSpPr>
          <p:spPr>
            <a:xfrm>
              <a:off x="1461721" y="1634026"/>
              <a:ext cx="43986" cy="15564"/>
            </a:xfrm>
            <a:custGeom>
              <a:rect b="b" l="l" r="r" t="t"/>
              <a:pathLst>
                <a:path extrusionOk="0" h="489" w="1382">
                  <a:moveTo>
                    <a:pt x="155" y="1"/>
                  </a:moveTo>
                  <a:cubicBezTo>
                    <a:pt x="72" y="1"/>
                    <a:pt x="1" y="72"/>
                    <a:pt x="1" y="167"/>
                  </a:cubicBezTo>
                  <a:cubicBezTo>
                    <a:pt x="1" y="251"/>
                    <a:pt x="72" y="322"/>
                    <a:pt x="155" y="322"/>
                  </a:cubicBezTo>
                  <a:cubicBezTo>
                    <a:pt x="334" y="322"/>
                    <a:pt x="858" y="358"/>
                    <a:pt x="1132" y="477"/>
                  </a:cubicBezTo>
                  <a:cubicBezTo>
                    <a:pt x="1155" y="489"/>
                    <a:pt x="1167" y="489"/>
                    <a:pt x="1203" y="489"/>
                  </a:cubicBezTo>
                  <a:cubicBezTo>
                    <a:pt x="1263" y="489"/>
                    <a:pt x="1322" y="465"/>
                    <a:pt x="1346" y="405"/>
                  </a:cubicBezTo>
                  <a:cubicBezTo>
                    <a:pt x="1382" y="322"/>
                    <a:pt x="1346" y="239"/>
                    <a:pt x="1263" y="191"/>
                  </a:cubicBezTo>
                  <a:cubicBezTo>
                    <a:pt x="894" y="1"/>
                    <a:pt x="191" y="1"/>
                    <a:pt x="155"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7" name="Shape 3517"/>
        <p:cNvGrpSpPr/>
        <p:nvPr/>
      </p:nvGrpSpPr>
      <p:grpSpPr>
        <a:xfrm>
          <a:off x="0" y="0"/>
          <a:ext cx="0" cy="0"/>
          <a:chOff x="0" y="0"/>
          <a:chExt cx="0" cy="0"/>
        </a:xfrm>
      </p:grpSpPr>
      <p:sp>
        <p:nvSpPr>
          <p:cNvPr id="3518" name="Google Shape;3518;p66"/>
          <p:cNvSpPr/>
          <p:nvPr/>
        </p:nvSpPr>
        <p:spPr>
          <a:xfrm>
            <a:off x="4727875" y="568475"/>
            <a:ext cx="1778100" cy="39615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9" name="Google Shape;3519;p66"/>
          <p:cNvSpPr/>
          <p:nvPr/>
        </p:nvSpPr>
        <p:spPr>
          <a:xfrm>
            <a:off x="6783250" y="568475"/>
            <a:ext cx="1778100" cy="3961500"/>
          </a:xfrm>
          <a:prstGeom prst="rect">
            <a:avLst/>
          </a:prstGeom>
          <a:noFill/>
          <a:ln cap="flat" cmpd="sng" w="19050">
            <a:solidFill>
              <a:srgbClr val="FF45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0" name="Google Shape;3520;p66"/>
          <p:cNvSpPr/>
          <p:nvPr/>
        </p:nvSpPr>
        <p:spPr>
          <a:xfrm>
            <a:off x="2672500" y="568475"/>
            <a:ext cx="1778100" cy="3961500"/>
          </a:xfrm>
          <a:prstGeom prst="rect">
            <a:avLst/>
          </a:prstGeom>
          <a:noFill/>
          <a:ln cap="flat" cmpd="sng" w="19050">
            <a:solidFill>
              <a:srgbClr val="FF45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1" name="Google Shape;3521;p66"/>
          <p:cNvSpPr txBox="1"/>
          <p:nvPr>
            <p:ph type="ctrTitle"/>
          </p:nvPr>
        </p:nvSpPr>
        <p:spPr>
          <a:xfrm flipH="1">
            <a:off x="784400" y="1951175"/>
            <a:ext cx="17568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a:t>DOMAINS OF SPECIALIZATION</a:t>
            </a:r>
            <a:endParaRPr/>
          </a:p>
        </p:txBody>
      </p:sp>
      <p:sp>
        <p:nvSpPr>
          <p:cNvPr id="3522" name="Google Shape;3522;p66"/>
          <p:cNvSpPr txBox="1"/>
          <p:nvPr>
            <p:ph idx="2" type="subTitle"/>
          </p:nvPr>
        </p:nvSpPr>
        <p:spPr>
          <a:xfrm flipH="1">
            <a:off x="2677175" y="2046300"/>
            <a:ext cx="1756800" cy="356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PHYSICAL ERGONOMICS</a:t>
            </a:r>
            <a:endParaRPr>
              <a:solidFill>
                <a:srgbClr val="21204D"/>
              </a:solidFill>
            </a:endParaRPr>
          </a:p>
        </p:txBody>
      </p:sp>
      <p:sp>
        <p:nvSpPr>
          <p:cNvPr id="3523" name="Google Shape;3523;p66"/>
          <p:cNvSpPr txBox="1"/>
          <p:nvPr>
            <p:ph idx="4" type="subTitle"/>
          </p:nvPr>
        </p:nvSpPr>
        <p:spPr>
          <a:xfrm flipH="1">
            <a:off x="4738525" y="2046300"/>
            <a:ext cx="1756800" cy="356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COGNITIVE ERGONOMICS</a:t>
            </a:r>
            <a:endParaRPr>
              <a:solidFill>
                <a:srgbClr val="21204D"/>
              </a:solidFill>
            </a:endParaRPr>
          </a:p>
        </p:txBody>
      </p:sp>
      <p:sp>
        <p:nvSpPr>
          <p:cNvPr id="3524" name="Google Shape;3524;p66"/>
          <p:cNvSpPr txBox="1"/>
          <p:nvPr>
            <p:ph idx="6" type="subTitle"/>
          </p:nvPr>
        </p:nvSpPr>
        <p:spPr>
          <a:xfrm flipH="1">
            <a:off x="6799875" y="2046300"/>
            <a:ext cx="1756800" cy="356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ORGANIZATIONAL ERGONOMICS</a:t>
            </a:r>
            <a:endParaRPr>
              <a:solidFill>
                <a:srgbClr val="21204D"/>
              </a:solidFill>
            </a:endParaRPr>
          </a:p>
        </p:txBody>
      </p:sp>
      <p:grpSp>
        <p:nvGrpSpPr>
          <p:cNvPr id="3525" name="Google Shape;3525;p66"/>
          <p:cNvGrpSpPr/>
          <p:nvPr/>
        </p:nvGrpSpPr>
        <p:grpSpPr>
          <a:xfrm flipH="1">
            <a:off x="1693476" y="4184112"/>
            <a:ext cx="2570506" cy="984896"/>
            <a:chOff x="1440175" y="4172575"/>
            <a:chExt cx="1621975" cy="621425"/>
          </a:xfrm>
        </p:grpSpPr>
        <p:sp>
          <p:nvSpPr>
            <p:cNvPr id="3526" name="Google Shape;3526;p66"/>
            <p:cNvSpPr/>
            <p:nvPr/>
          </p:nvSpPr>
          <p:spPr>
            <a:xfrm>
              <a:off x="1440175" y="4172575"/>
              <a:ext cx="1621975" cy="609825"/>
            </a:xfrm>
            <a:custGeom>
              <a:rect b="b" l="l" r="r" t="t"/>
              <a:pathLst>
                <a:path extrusionOk="0" h="24393" w="64879">
                  <a:moveTo>
                    <a:pt x="19559" y="0"/>
                  </a:moveTo>
                  <a:cubicBezTo>
                    <a:pt x="17224" y="0"/>
                    <a:pt x="14591" y="1033"/>
                    <a:pt x="11575" y="3632"/>
                  </a:cubicBezTo>
                  <a:cubicBezTo>
                    <a:pt x="11167" y="3987"/>
                    <a:pt x="10746" y="4372"/>
                    <a:pt x="10322" y="4786"/>
                  </a:cubicBezTo>
                  <a:cubicBezTo>
                    <a:pt x="1" y="14837"/>
                    <a:pt x="13979" y="24328"/>
                    <a:pt x="13979" y="24328"/>
                  </a:cubicBezTo>
                  <a:lnTo>
                    <a:pt x="32302" y="24353"/>
                  </a:lnTo>
                  <a:lnTo>
                    <a:pt x="43916" y="24373"/>
                  </a:lnTo>
                  <a:lnTo>
                    <a:pt x="55288" y="24392"/>
                  </a:lnTo>
                  <a:cubicBezTo>
                    <a:pt x="55288" y="24392"/>
                    <a:pt x="64879" y="15138"/>
                    <a:pt x="58174" y="10115"/>
                  </a:cubicBezTo>
                  <a:cubicBezTo>
                    <a:pt x="57646" y="9720"/>
                    <a:pt x="57014" y="9350"/>
                    <a:pt x="56274" y="9015"/>
                  </a:cubicBezTo>
                  <a:cubicBezTo>
                    <a:pt x="55020" y="8447"/>
                    <a:pt x="53738" y="8217"/>
                    <a:pt x="52444" y="8217"/>
                  </a:cubicBezTo>
                  <a:cubicBezTo>
                    <a:pt x="49694" y="8217"/>
                    <a:pt x="46895" y="9257"/>
                    <a:pt x="44217" y="10297"/>
                  </a:cubicBezTo>
                  <a:cubicBezTo>
                    <a:pt x="41536" y="11339"/>
                    <a:pt x="38977" y="12381"/>
                    <a:pt x="36709" y="12381"/>
                  </a:cubicBezTo>
                  <a:cubicBezTo>
                    <a:pt x="34895" y="12381"/>
                    <a:pt x="33267" y="11714"/>
                    <a:pt x="31912" y="9848"/>
                  </a:cubicBezTo>
                  <a:cubicBezTo>
                    <a:pt x="31148" y="8798"/>
                    <a:pt x="30353" y="7692"/>
                    <a:pt x="29514" y="6617"/>
                  </a:cubicBezTo>
                  <a:lnTo>
                    <a:pt x="27491" y="8728"/>
                  </a:lnTo>
                  <a:lnTo>
                    <a:pt x="28573" y="5453"/>
                  </a:lnTo>
                  <a:cubicBezTo>
                    <a:pt x="28118" y="4910"/>
                    <a:pt x="27649" y="4387"/>
                    <a:pt x="27166" y="3889"/>
                  </a:cubicBezTo>
                  <a:lnTo>
                    <a:pt x="25246" y="10140"/>
                  </a:lnTo>
                  <a:lnTo>
                    <a:pt x="25246" y="2157"/>
                  </a:lnTo>
                  <a:cubicBezTo>
                    <a:pt x="23554" y="852"/>
                    <a:pt x="21679" y="0"/>
                    <a:pt x="19559" y="0"/>
                  </a:cubicBez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7" name="Google Shape;3527;p66"/>
            <p:cNvSpPr/>
            <p:nvPr/>
          </p:nvSpPr>
          <p:spPr>
            <a:xfrm>
              <a:off x="1824900" y="4356100"/>
              <a:ext cx="437875" cy="437900"/>
            </a:xfrm>
            <a:custGeom>
              <a:rect b="b" l="l" r="r" t="t"/>
              <a:pathLst>
                <a:path extrusionOk="0" h="17516" w="17515">
                  <a:moveTo>
                    <a:pt x="143" y="1"/>
                  </a:moveTo>
                  <a:lnTo>
                    <a:pt x="0" y="144"/>
                  </a:lnTo>
                  <a:lnTo>
                    <a:pt x="17372" y="17515"/>
                  </a:lnTo>
                  <a:lnTo>
                    <a:pt x="17515" y="17372"/>
                  </a:lnTo>
                  <a:lnTo>
                    <a:pt x="143"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8" name="Google Shape;3528;p66"/>
            <p:cNvSpPr/>
            <p:nvPr/>
          </p:nvSpPr>
          <p:spPr>
            <a:xfrm>
              <a:off x="1868825" y="4648425"/>
              <a:ext cx="251000" cy="5200"/>
            </a:xfrm>
            <a:custGeom>
              <a:rect b="b" l="l" r="r" t="t"/>
              <a:pathLst>
                <a:path extrusionOk="0" h="208" w="10040">
                  <a:moveTo>
                    <a:pt x="0" y="0"/>
                  </a:moveTo>
                  <a:lnTo>
                    <a:pt x="0" y="208"/>
                  </a:lnTo>
                  <a:lnTo>
                    <a:pt x="10040" y="208"/>
                  </a:lnTo>
                  <a:lnTo>
                    <a:pt x="1004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9" name="Google Shape;3529;p66"/>
            <p:cNvSpPr/>
            <p:nvPr/>
          </p:nvSpPr>
          <p:spPr>
            <a:xfrm>
              <a:off x="2025200" y="4382500"/>
              <a:ext cx="5100" cy="176400"/>
            </a:xfrm>
            <a:custGeom>
              <a:rect b="b" l="l" r="r" t="t"/>
              <a:pathLst>
                <a:path extrusionOk="0" h="7056" w="204">
                  <a:moveTo>
                    <a:pt x="1" y="1"/>
                  </a:moveTo>
                  <a:lnTo>
                    <a:pt x="1" y="7056"/>
                  </a:lnTo>
                  <a:lnTo>
                    <a:pt x="203" y="7056"/>
                  </a:lnTo>
                  <a:lnTo>
                    <a:pt x="203"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0" name="Google Shape;3530;p66"/>
            <p:cNvSpPr/>
            <p:nvPr/>
          </p:nvSpPr>
          <p:spPr>
            <a:xfrm>
              <a:off x="2472825" y="4508200"/>
              <a:ext cx="275425" cy="275425"/>
            </a:xfrm>
            <a:custGeom>
              <a:rect b="b" l="l" r="r" t="t"/>
              <a:pathLst>
                <a:path extrusionOk="0" h="11017" w="11017">
                  <a:moveTo>
                    <a:pt x="10873" y="0"/>
                  </a:moveTo>
                  <a:lnTo>
                    <a:pt x="0" y="10874"/>
                  </a:lnTo>
                  <a:lnTo>
                    <a:pt x="148" y="11017"/>
                  </a:lnTo>
                  <a:lnTo>
                    <a:pt x="11017" y="144"/>
                  </a:lnTo>
                  <a:lnTo>
                    <a:pt x="1087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1" name="Google Shape;3531;p66"/>
            <p:cNvSpPr/>
            <p:nvPr/>
          </p:nvSpPr>
          <p:spPr>
            <a:xfrm>
              <a:off x="2634775" y="4619200"/>
              <a:ext cx="190550" cy="5100"/>
            </a:xfrm>
            <a:custGeom>
              <a:rect b="b" l="l" r="r" t="t"/>
              <a:pathLst>
                <a:path extrusionOk="0" h="204" w="7622">
                  <a:moveTo>
                    <a:pt x="0" y="1"/>
                  </a:moveTo>
                  <a:lnTo>
                    <a:pt x="0" y="203"/>
                  </a:lnTo>
                  <a:lnTo>
                    <a:pt x="7622" y="203"/>
                  </a:lnTo>
                  <a:lnTo>
                    <a:pt x="762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2" name="Google Shape;3532;p66"/>
            <p:cNvSpPr/>
            <p:nvPr/>
          </p:nvSpPr>
          <p:spPr>
            <a:xfrm>
              <a:off x="2567650" y="4558875"/>
              <a:ext cx="5225" cy="127450"/>
            </a:xfrm>
            <a:custGeom>
              <a:rect b="b" l="l" r="r" t="t"/>
              <a:pathLst>
                <a:path extrusionOk="0" h="5098" w="209">
                  <a:moveTo>
                    <a:pt x="1" y="1"/>
                  </a:moveTo>
                  <a:lnTo>
                    <a:pt x="1" y="5098"/>
                  </a:lnTo>
                  <a:lnTo>
                    <a:pt x="208" y="5098"/>
                  </a:lnTo>
                  <a:lnTo>
                    <a:pt x="20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33" name="Google Shape;3533;p66"/>
          <p:cNvGrpSpPr/>
          <p:nvPr/>
        </p:nvGrpSpPr>
        <p:grpSpPr>
          <a:xfrm>
            <a:off x="5447044" y="1177786"/>
            <a:ext cx="385447" cy="504029"/>
            <a:chOff x="1367060" y="2422129"/>
            <a:chExt cx="269261" cy="352050"/>
          </a:xfrm>
        </p:grpSpPr>
        <p:sp>
          <p:nvSpPr>
            <p:cNvPr id="3534" name="Google Shape;3534;p66"/>
            <p:cNvSpPr/>
            <p:nvPr/>
          </p:nvSpPr>
          <p:spPr>
            <a:xfrm>
              <a:off x="1392059" y="2651857"/>
              <a:ext cx="129160" cy="122322"/>
            </a:xfrm>
            <a:custGeom>
              <a:rect b="b" l="l" r="r" t="t"/>
              <a:pathLst>
                <a:path extrusionOk="0" h="3846" w="4061">
                  <a:moveTo>
                    <a:pt x="167" y="0"/>
                  </a:moveTo>
                  <a:cubicBezTo>
                    <a:pt x="72" y="0"/>
                    <a:pt x="0" y="83"/>
                    <a:pt x="0" y="167"/>
                  </a:cubicBezTo>
                  <a:cubicBezTo>
                    <a:pt x="0" y="262"/>
                    <a:pt x="72" y="333"/>
                    <a:pt x="167" y="333"/>
                  </a:cubicBezTo>
                  <a:lnTo>
                    <a:pt x="357" y="333"/>
                  </a:lnTo>
                  <a:lnTo>
                    <a:pt x="357" y="1691"/>
                  </a:lnTo>
                  <a:cubicBezTo>
                    <a:pt x="357" y="2179"/>
                    <a:pt x="762" y="2584"/>
                    <a:pt x="1250" y="2584"/>
                  </a:cubicBezTo>
                  <a:cubicBezTo>
                    <a:pt x="1286" y="2584"/>
                    <a:pt x="1226" y="2584"/>
                    <a:pt x="2310" y="2405"/>
                  </a:cubicBezTo>
                  <a:lnTo>
                    <a:pt x="2310" y="3453"/>
                  </a:lnTo>
                  <a:cubicBezTo>
                    <a:pt x="2310" y="3667"/>
                    <a:pt x="2489" y="3846"/>
                    <a:pt x="2691" y="3846"/>
                  </a:cubicBezTo>
                  <a:lnTo>
                    <a:pt x="3905" y="3846"/>
                  </a:lnTo>
                  <a:cubicBezTo>
                    <a:pt x="3989" y="3846"/>
                    <a:pt x="4060" y="3774"/>
                    <a:pt x="4060" y="3679"/>
                  </a:cubicBezTo>
                  <a:cubicBezTo>
                    <a:pt x="4060" y="3596"/>
                    <a:pt x="3989" y="3500"/>
                    <a:pt x="3893" y="3500"/>
                  </a:cubicBezTo>
                  <a:lnTo>
                    <a:pt x="2691" y="3500"/>
                  </a:lnTo>
                  <a:cubicBezTo>
                    <a:pt x="2667" y="3500"/>
                    <a:pt x="2631" y="3465"/>
                    <a:pt x="2631" y="3441"/>
                  </a:cubicBezTo>
                  <a:lnTo>
                    <a:pt x="2631" y="2191"/>
                  </a:lnTo>
                  <a:cubicBezTo>
                    <a:pt x="2631" y="2143"/>
                    <a:pt x="2620" y="2107"/>
                    <a:pt x="2572" y="2072"/>
                  </a:cubicBezTo>
                  <a:cubicBezTo>
                    <a:pt x="2555" y="2055"/>
                    <a:pt x="2520" y="2038"/>
                    <a:pt x="2485" y="2038"/>
                  </a:cubicBezTo>
                  <a:cubicBezTo>
                    <a:pt x="2470" y="2038"/>
                    <a:pt x="2455" y="2041"/>
                    <a:pt x="2441" y="2048"/>
                  </a:cubicBezTo>
                  <a:lnTo>
                    <a:pt x="1238" y="2250"/>
                  </a:lnTo>
                  <a:cubicBezTo>
                    <a:pt x="917" y="2250"/>
                    <a:pt x="691" y="2000"/>
                    <a:pt x="691" y="1691"/>
                  </a:cubicBezTo>
                  <a:lnTo>
                    <a:pt x="691" y="167"/>
                  </a:lnTo>
                  <a:cubicBezTo>
                    <a:pt x="691" y="83"/>
                    <a:pt x="607" y="0"/>
                    <a:pt x="52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5" name="Google Shape;3535;p66"/>
            <p:cNvSpPr/>
            <p:nvPr/>
          </p:nvSpPr>
          <p:spPr>
            <a:xfrm>
              <a:off x="1367060" y="2441912"/>
              <a:ext cx="82184" cy="212139"/>
            </a:xfrm>
            <a:custGeom>
              <a:rect b="b" l="l" r="r" t="t"/>
              <a:pathLst>
                <a:path extrusionOk="0" h="6670" w="2584">
                  <a:moveTo>
                    <a:pt x="2415" y="1"/>
                  </a:moveTo>
                  <a:cubicBezTo>
                    <a:pt x="2382" y="1"/>
                    <a:pt x="2350" y="10"/>
                    <a:pt x="2322" y="29"/>
                  </a:cubicBezTo>
                  <a:cubicBezTo>
                    <a:pt x="1274" y="731"/>
                    <a:pt x="655" y="1898"/>
                    <a:pt x="655" y="3148"/>
                  </a:cubicBezTo>
                  <a:cubicBezTo>
                    <a:pt x="655" y="3351"/>
                    <a:pt x="667" y="3541"/>
                    <a:pt x="703" y="3732"/>
                  </a:cubicBezTo>
                  <a:cubicBezTo>
                    <a:pt x="48" y="5708"/>
                    <a:pt x="0" y="5696"/>
                    <a:pt x="0" y="5970"/>
                  </a:cubicBezTo>
                  <a:cubicBezTo>
                    <a:pt x="0" y="6208"/>
                    <a:pt x="84" y="6446"/>
                    <a:pt x="262" y="6625"/>
                  </a:cubicBezTo>
                  <a:cubicBezTo>
                    <a:pt x="295" y="6651"/>
                    <a:pt x="342" y="6670"/>
                    <a:pt x="389" y="6670"/>
                  </a:cubicBezTo>
                  <a:cubicBezTo>
                    <a:pt x="429" y="6670"/>
                    <a:pt x="468" y="6657"/>
                    <a:pt x="500" y="6625"/>
                  </a:cubicBezTo>
                  <a:cubicBezTo>
                    <a:pt x="560" y="6565"/>
                    <a:pt x="584" y="6458"/>
                    <a:pt x="500" y="6375"/>
                  </a:cubicBezTo>
                  <a:cubicBezTo>
                    <a:pt x="358" y="6220"/>
                    <a:pt x="298" y="5982"/>
                    <a:pt x="369" y="5756"/>
                  </a:cubicBezTo>
                  <a:lnTo>
                    <a:pt x="1036" y="3791"/>
                  </a:lnTo>
                  <a:cubicBezTo>
                    <a:pt x="1060" y="3767"/>
                    <a:pt x="1060" y="3732"/>
                    <a:pt x="1036" y="3720"/>
                  </a:cubicBezTo>
                  <a:cubicBezTo>
                    <a:pt x="1012" y="3517"/>
                    <a:pt x="1000" y="3327"/>
                    <a:pt x="1000" y="3148"/>
                  </a:cubicBezTo>
                  <a:cubicBezTo>
                    <a:pt x="1000" y="2005"/>
                    <a:pt x="1560" y="934"/>
                    <a:pt x="2513" y="291"/>
                  </a:cubicBezTo>
                  <a:cubicBezTo>
                    <a:pt x="2572" y="255"/>
                    <a:pt x="2584" y="148"/>
                    <a:pt x="2548" y="76"/>
                  </a:cubicBezTo>
                  <a:cubicBezTo>
                    <a:pt x="2519" y="25"/>
                    <a:pt x="2467" y="1"/>
                    <a:pt x="24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6" name="Google Shape;3536;p66"/>
            <p:cNvSpPr/>
            <p:nvPr/>
          </p:nvSpPr>
          <p:spPr>
            <a:xfrm>
              <a:off x="1456051" y="2422129"/>
              <a:ext cx="180271" cy="162937"/>
            </a:xfrm>
            <a:custGeom>
              <a:rect b="b" l="l" r="r" t="t"/>
              <a:pathLst>
                <a:path extrusionOk="0" h="5123" w="5668">
                  <a:moveTo>
                    <a:pt x="1621" y="1"/>
                  </a:moveTo>
                  <a:cubicBezTo>
                    <a:pt x="1104" y="1"/>
                    <a:pt x="591" y="107"/>
                    <a:pt x="119" y="317"/>
                  </a:cubicBezTo>
                  <a:cubicBezTo>
                    <a:pt x="24" y="353"/>
                    <a:pt x="0" y="448"/>
                    <a:pt x="24" y="544"/>
                  </a:cubicBezTo>
                  <a:cubicBezTo>
                    <a:pt x="51" y="616"/>
                    <a:pt x="113" y="648"/>
                    <a:pt x="184" y="648"/>
                  </a:cubicBezTo>
                  <a:cubicBezTo>
                    <a:pt x="205" y="648"/>
                    <a:pt x="228" y="645"/>
                    <a:pt x="250" y="639"/>
                  </a:cubicBezTo>
                  <a:cubicBezTo>
                    <a:pt x="965" y="317"/>
                    <a:pt x="1536" y="365"/>
                    <a:pt x="1643" y="353"/>
                  </a:cubicBezTo>
                  <a:cubicBezTo>
                    <a:pt x="3941" y="365"/>
                    <a:pt x="5644" y="2556"/>
                    <a:pt x="4894" y="4901"/>
                  </a:cubicBezTo>
                  <a:cubicBezTo>
                    <a:pt x="4870" y="4997"/>
                    <a:pt x="4906" y="5080"/>
                    <a:pt x="5001" y="5116"/>
                  </a:cubicBezTo>
                  <a:cubicBezTo>
                    <a:pt x="5018" y="5120"/>
                    <a:pt x="5035" y="5123"/>
                    <a:pt x="5052" y="5123"/>
                  </a:cubicBezTo>
                  <a:cubicBezTo>
                    <a:pt x="5119" y="5123"/>
                    <a:pt x="5184" y="5085"/>
                    <a:pt x="5203" y="5009"/>
                  </a:cubicBezTo>
                  <a:cubicBezTo>
                    <a:pt x="5668" y="3508"/>
                    <a:pt x="5239" y="2044"/>
                    <a:pt x="4263" y="1079"/>
                  </a:cubicBezTo>
                  <a:cubicBezTo>
                    <a:pt x="3524" y="356"/>
                    <a:pt x="2566" y="1"/>
                    <a:pt x="162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7" name="Google Shape;3537;p66"/>
            <p:cNvSpPr/>
            <p:nvPr/>
          </p:nvSpPr>
          <p:spPr>
            <a:xfrm>
              <a:off x="1532160" y="2593590"/>
              <a:ext cx="81834" cy="180207"/>
            </a:xfrm>
            <a:custGeom>
              <a:rect b="b" l="l" r="r" t="t"/>
              <a:pathLst>
                <a:path extrusionOk="0" h="5666" w="2573">
                  <a:moveTo>
                    <a:pt x="2399" y="1"/>
                  </a:moveTo>
                  <a:cubicBezTo>
                    <a:pt x="2340" y="1"/>
                    <a:pt x="2284" y="36"/>
                    <a:pt x="2251" y="94"/>
                  </a:cubicBezTo>
                  <a:cubicBezTo>
                    <a:pt x="2096" y="380"/>
                    <a:pt x="1715" y="856"/>
                    <a:pt x="1715" y="1737"/>
                  </a:cubicBezTo>
                  <a:lnTo>
                    <a:pt x="1715" y="5273"/>
                  </a:lnTo>
                  <a:cubicBezTo>
                    <a:pt x="1715" y="5309"/>
                    <a:pt x="1679" y="5332"/>
                    <a:pt x="1655" y="5332"/>
                  </a:cubicBezTo>
                  <a:lnTo>
                    <a:pt x="167" y="5332"/>
                  </a:lnTo>
                  <a:cubicBezTo>
                    <a:pt x="72" y="5332"/>
                    <a:pt x="0" y="5404"/>
                    <a:pt x="0" y="5499"/>
                  </a:cubicBezTo>
                  <a:cubicBezTo>
                    <a:pt x="0" y="5583"/>
                    <a:pt x="72" y="5666"/>
                    <a:pt x="167" y="5666"/>
                  </a:cubicBezTo>
                  <a:lnTo>
                    <a:pt x="1655" y="5666"/>
                  </a:lnTo>
                  <a:cubicBezTo>
                    <a:pt x="1858" y="5666"/>
                    <a:pt x="2036" y="5487"/>
                    <a:pt x="2036" y="5273"/>
                  </a:cubicBezTo>
                  <a:lnTo>
                    <a:pt x="2036" y="1737"/>
                  </a:lnTo>
                  <a:cubicBezTo>
                    <a:pt x="2036" y="963"/>
                    <a:pt x="2382" y="558"/>
                    <a:pt x="2548" y="249"/>
                  </a:cubicBezTo>
                  <a:cubicBezTo>
                    <a:pt x="2572" y="153"/>
                    <a:pt x="2548" y="70"/>
                    <a:pt x="2477" y="22"/>
                  </a:cubicBezTo>
                  <a:cubicBezTo>
                    <a:pt x="2451" y="8"/>
                    <a:pt x="2425" y="1"/>
                    <a:pt x="239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8" name="Google Shape;3538;p66"/>
            <p:cNvSpPr/>
            <p:nvPr/>
          </p:nvSpPr>
          <p:spPr>
            <a:xfrm>
              <a:off x="1425359" y="2572313"/>
              <a:ext cx="24267" cy="17843"/>
            </a:xfrm>
            <a:custGeom>
              <a:rect b="b" l="l" r="r" t="t"/>
              <a:pathLst>
                <a:path extrusionOk="0" h="561" w="763">
                  <a:moveTo>
                    <a:pt x="583" y="0"/>
                  </a:moveTo>
                  <a:cubicBezTo>
                    <a:pt x="554" y="0"/>
                    <a:pt x="525" y="8"/>
                    <a:pt x="501" y="25"/>
                  </a:cubicBezTo>
                  <a:lnTo>
                    <a:pt x="96" y="239"/>
                  </a:lnTo>
                  <a:cubicBezTo>
                    <a:pt x="25" y="287"/>
                    <a:pt x="1" y="394"/>
                    <a:pt x="37" y="465"/>
                  </a:cubicBezTo>
                  <a:cubicBezTo>
                    <a:pt x="72" y="525"/>
                    <a:pt x="132" y="560"/>
                    <a:pt x="191" y="560"/>
                  </a:cubicBezTo>
                  <a:cubicBezTo>
                    <a:pt x="215" y="560"/>
                    <a:pt x="251" y="560"/>
                    <a:pt x="275" y="537"/>
                  </a:cubicBezTo>
                  <a:lnTo>
                    <a:pt x="680" y="322"/>
                  </a:lnTo>
                  <a:cubicBezTo>
                    <a:pt x="739" y="263"/>
                    <a:pt x="763" y="156"/>
                    <a:pt x="727" y="84"/>
                  </a:cubicBezTo>
                  <a:cubicBezTo>
                    <a:pt x="696" y="29"/>
                    <a:pt x="639" y="0"/>
                    <a:pt x="58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9" name="Google Shape;3539;p66"/>
            <p:cNvSpPr/>
            <p:nvPr/>
          </p:nvSpPr>
          <p:spPr>
            <a:xfrm>
              <a:off x="1562820" y="2573680"/>
              <a:ext cx="26176" cy="17620"/>
            </a:xfrm>
            <a:custGeom>
              <a:rect b="b" l="l" r="r" t="t"/>
              <a:pathLst>
                <a:path extrusionOk="0" h="554" w="823">
                  <a:moveTo>
                    <a:pt x="201" y="1"/>
                  </a:moveTo>
                  <a:cubicBezTo>
                    <a:pt x="143" y="1"/>
                    <a:pt x="81" y="28"/>
                    <a:pt x="48" y="77"/>
                  </a:cubicBezTo>
                  <a:cubicBezTo>
                    <a:pt x="1" y="160"/>
                    <a:pt x="37" y="255"/>
                    <a:pt x="108" y="303"/>
                  </a:cubicBezTo>
                  <a:cubicBezTo>
                    <a:pt x="513" y="529"/>
                    <a:pt x="513" y="553"/>
                    <a:pt x="584" y="553"/>
                  </a:cubicBezTo>
                  <a:cubicBezTo>
                    <a:pt x="763" y="541"/>
                    <a:pt x="822" y="315"/>
                    <a:pt x="680" y="244"/>
                  </a:cubicBezTo>
                  <a:lnTo>
                    <a:pt x="275" y="17"/>
                  </a:lnTo>
                  <a:cubicBezTo>
                    <a:pt x="253" y="6"/>
                    <a:pt x="227" y="1"/>
                    <a:pt x="20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0" name="Google Shape;3540;p66"/>
            <p:cNvSpPr/>
            <p:nvPr/>
          </p:nvSpPr>
          <p:spPr>
            <a:xfrm>
              <a:off x="1448100" y="2481414"/>
              <a:ext cx="125375" cy="191275"/>
            </a:xfrm>
            <a:custGeom>
              <a:rect b="b" l="l" r="r" t="t"/>
              <a:pathLst>
                <a:path extrusionOk="0" h="6014" w="3942">
                  <a:moveTo>
                    <a:pt x="1280" y="1498"/>
                  </a:moveTo>
                  <a:cubicBezTo>
                    <a:pt x="1355" y="1498"/>
                    <a:pt x="1429" y="1543"/>
                    <a:pt x="1429" y="1632"/>
                  </a:cubicBezTo>
                  <a:lnTo>
                    <a:pt x="1429" y="1763"/>
                  </a:lnTo>
                  <a:lnTo>
                    <a:pt x="1262" y="1763"/>
                  </a:lnTo>
                  <a:cubicBezTo>
                    <a:pt x="1191" y="1763"/>
                    <a:pt x="1131" y="1704"/>
                    <a:pt x="1131" y="1632"/>
                  </a:cubicBezTo>
                  <a:cubicBezTo>
                    <a:pt x="1131" y="1543"/>
                    <a:pt x="1206" y="1498"/>
                    <a:pt x="1280" y="1498"/>
                  </a:cubicBezTo>
                  <a:close/>
                  <a:moveTo>
                    <a:pt x="2483" y="1498"/>
                  </a:moveTo>
                  <a:cubicBezTo>
                    <a:pt x="2557" y="1498"/>
                    <a:pt x="2632" y="1543"/>
                    <a:pt x="2632" y="1632"/>
                  </a:cubicBezTo>
                  <a:cubicBezTo>
                    <a:pt x="2632" y="1704"/>
                    <a:pt x="2572" y="1763"/>
                    <a:pt x="2501" y="1763"/>
                  </a:cubicBezTo>
                  <a:lnTo>
                    <a:pt x="2334" y="1763"/>
                  </a:lnTo>
                  <a:lnTo>
                    <a:pt x="2334" y="1632"/>
                  </a:lnTo>
                  <a:cubicBezTo>
                    <a:pt x="2334" y="1543"/>
                    <a:pt x="2408" y="1498"/>
                    <a:pt x="2483" y="1498"/>
                  </a:cubicBezTo>
                  <a:close/>
                  <a:moveTo>
                    <a:pt x="1989" y="2085"/>
                  </a:moveTo>
                  <a:lnTo>
                    <a:pt x="1989" y="3776"/>
                  </a:lnTo>
                  <a:lnTo>
                    <a:pt x="1739" y="3776"/>
                  </a:lnTo>
                  <a:lnTo>
                    <a:pt x="1739" y="2085"/>
                  </a:lnTo>
                  <a:close/>
                  <a:moveTo>
                    <a:pt x="2524" y="4097"/>
                  </a:moveTo>
                  <a:lnTo>
                    <a:pt x="2524" y="4430"/>
                  </a:lnTo>
                  <a:lnTo>
                    <a:pt x="1215" y="4430"/>
                  </a:lnTo>
                  <a:lnTo>
                    <a:pt x="1215" y="4097"/>
                  </a:lnTo>
                  <a:close/>
                  <a:moveTo>
                    <a:pt x="2512" y="4752"/>
                  </a:moveTo>
                  <a:lnTo>
                    <a:pt x="2512" y="4942"/>
                  </a:lnTo>
                  <a:lnTo>
                    <a:pt x="2524" y="4942"/>
                  </a:lnTo>
                  <a:cubicBezTo>
                    <a:pt x="2524" y="5026"/>
                    <a:pt x="2465" y="5085"/>
                    <a:pt x="2393" y="5085"/>
                  </a:cubicBezTo>
                  <a:lnTo>
                    <a:pt x="1334" y="5085"/>
                  </a:lnTo>
                  <a:cubicBezTo>
                    <a:pt x="1262" y="5085"/>
                    <a:pt x="1203" y="5026"/>
                    <a:pt x="1203" y="4942"/>
                  </a:cubicBezTo>
                  <a:lnTo>
                    <a:pt x="1203" y="4752"/>
                  </a:lnTo>
                  <a:close/>
                  <a:moveTo>
                    <a:pt x="2227" y="5395"/>
                  </a:moveTo>
                  <a:cubicBezTo>
                    <a:pt x="2203" y="5561"/>
                    <a:pt x="2048" y="5681"/>
                    <a:pt x="1870" y="5681"/>
                  </a:cubicBezTo>
                  <a:cubicBezTo>
                    <a:pt x="1691" y="5681"/>
                    <a:pt x="1548" y="5561"/>
                    <a:pt x="1500" y="5395"/>
                  </a:cubicBezTo>
                  <a:close/>
                  <a:moveTo>
                    <a:pt x="1874" y="1"/>
                  </a:moveTo>
                  <a:cubicBezTo>
                    <a:pt x="834" y="1"/>
                    <a:pt x="0" y="837"/>
                    <a:pt x="0" y="1882"/>
                  </a:cubicBezTo>
                  <a:cubicBezTo>
                    <a:pt x="0" y="2406"/>
                    <a:pt x="215" y="2906"/>
                    <a:pt x="607" y="3264"/>
                  </a:cubicBezTo>
                  <a:cubicBezTo>
                    <a:pt x="786" y="3418"/>
                    <a:pt x="869" y="3656"/>
                    <a:pt x="869" y="3895"/>
                  </a:cubicBezTo>
                  <a:lnTo>
                    <a:pt x="869" y="4942"/>
                  </a:lnTo>
                  <a:cubicBezTo>
                    <a:pt x="869" y="5145"/>
                    <a:pt x="988" y="5300"/>
                    <a:pt x="1155" y="5359"/>
                  </a:cubicBezTo>
                  <a:cubicBezTo>
                    <a:pt x="1191" y="5716"/>
                    <a:pt x="1489" y="6014"/>
                    <a:pt x="1858" y="6014"/>
                  </a:cubicBezTo>
                  <a:cubicBezTo>
                    <a:pt x="2227" y="6014"/>
                    <a:pt x="2524" y="5740"/>
                    <a:pt x="2560" y="5359"/>
                  </a:cubicBezTo>
                  <a:cubicBezTo>
                    <a:pt x="2715" y="5288"/>
                    <a:pt x="2834" y="5121"/>
                    <a:pt x="2834" y="4942"/>
                  </a:cubicBezTo>
                  <a:lnTo>
                    <a:pt x="2834" y="3871"/>
                  </a:lnTo>
                  <a:cubicBezTo>
                    <a:pt x="2834" y="3811"/>
                    <a:pt x="2834" y="3752"/>
                    <a:pt x="2858" y="3692"/>
                  </a:cubicBezTo>
                  <a:cubicBezTo>
                    <a:pt x="2870" y="3609"/>
                    <a:pt x="2822" y="3514"/>
                    <a:pt x="2727" y="3502"/>
                  </a:cubicBezTo>
                  <a:cubicBezTo>
                    <a:pt x="2718" y="3500"/>
                    <a:pt x="2710" y="3500"/>
                    <a:pt x="2701" y="3500"/>
                  </a:cubicBezTo>
                  <a:cubicBezTo>
                    <a:pt x="2627" y="3500"/>
                    <a:pt x="2558" y="3546"/>
                    <a:pt x="2536" y="3621"/>
                  </a:cubicBezTo>
                  <a:cubicBezTo>
                    <a:pt x="2524" y="3668"/>
                    <a:pt x="2524" y="3728"/>
                    <a:pt x="2512" y="3776"/>
                  </a:cubicBezTo>
                  <a:lnTo>
                    <a:pt x="2298" y="3776"/>
                  </a:lnTo>
                  <a:lnTo>
                    <a:pt x="2298" y="2085"/>
                  </a:lnTo>
                  <a:lnTo>
                    <a:pt x="2465" y="2085"/>
                  </a:lnTo>
                  <a:cubicBezTo>
                    <a:pt x="2715" y="2085"/>
                    <a:pt x="2929" y="1882"/>
                    <a:pt x="2929" y="1632"/>
                  </a:cubicBezTo>
                  <a:cubicBezTo>
                    <a:pt x="2929" y="1370"/>
                    <a:pt x="2715" y="1168"/>
                    <a:pt x="2465" y="1168"/>
                  </a:cubicBezTo>
                  <a:lnTo>
                    <a:pt x="2441" y="1168"/>
                  </a:lnTo>
                  <a:cubicBezTo>
                    <a:pt x="2179" y="1168"/>
                    <a:pt x="1977" y="1370"/>
                    <a:pt x="1977" y="1632"/>
                  </a:cubicBezTo>
                  <a:lnTo>
                    <a:pt x="1977" y="1763"/>
                  </a:lnTo>
                  <a:lnTo>
                    <a:pt x="1727" y="1763"/>
                  </a:lnTo>
                  <a:lnTo>
                    <a:pt x="1727" y="1632"/>
                  </a:lnTo>
                  <a:cubicBezTo>
                    <a:pt x="1727" y="1370"/>
                    <a:pt x="1512" y="1168"/>
                    <a:pt x="1262" y="1168"/>
                  </a:cubicBezTo>
                  <a:lnTo>
                    <a:pt x="1227" y="1168"/>
                  </a:lnTo>
                  <a:cubicBezTo>
                    <a:pt x="977" y="1168"/>
                    <a:pt x="774" y="1370"/>
                    <a:pt x="774" y="1632"/>
                  </a:cubicBezTo>
                  <a:cubicBezTo>
                    <a:pt x="774" y="1882"/>
                    <a:pt x="977" y="2085"/>
                    <a:pt x="1227" y="2085"/>
                  </a:cubicBezTo>
                  <a:lnTo>
                    <a:pt x="1393" y="2085"/>
                  </a:lnTo>
                  <a:lnTo>
                    <a:pt x="1393" y="3776"/>
                  </a:lnTo>
                  <a:lnTo>
                    <a:pt x="1191" y="3776"/>
                  </a:lnTo>
                  <a:cubicBezTo>
                    <a:pt x="1155" y="3478"/>
                    <a:pt x="1024" y="3204"/>
                    <a:pt x="810" y="3014"/>
                  </a:cubicBezTo>
                  <a:cubicBezTo>
                    <a:pt x="488" y="2716"/>
                    <a:pt x="310" y="2299"/>
                    <a:pt x="310" y="1871"/>
                  </a:cubicBezTo>
                  <a:cubicBezTo>
                    <a:pt x="310" y="1013"/>
                    <a:pt x="988" y="323"/>
                    <a:pt x="1858" y="323"/>
                  </a:cubicBezTo>
                  <a:lnTo>
                    <a:pt x="1905" y="323"/>
                  </a:lnTo>
                  <a:cubicBezTo>
                    <a:pt x="2715" y="335"/>
                    <a:pt x="3394" y="1013"/>
                    <a:pt x="3405" y="1835"/>
                  </a:cubicBezTo>
                  <a:lnTo>
                    <a:pt x="3405" y="1847"/>
                  </a:lnTo>
                  <a:cubicBezTo>
                    <a:pt x="3405" y="2287"/>
                    <a:pt x="3239" y="2668"/>
                    <a:pt x="2929" y="2966"/>
                  </a:cubicBezTo>
                  <a:cubicBezTo>
                    <a:pt x="2870" y="3025"/>
                    <a:pt x="2858" y="3133"/>
                    <a:pt x="2929" y="3204"/>
                  </a:cubicBezTo>
                  <a:cubicBezTo>
                    <a:pt x="2965" y="3240"/>
                    <a:pt x="3007" y="3258"/>
                    <a:pt x="3048" y="3258"/>
                  </a:cubicBezTo>
                  <a:cubicBezTo>
                    <a:pt x="3090" y="3258"/>
                    <a:pt x="3132" y="3240"/>
                    <a:pt x="3167" y="3204"/>
                  </a:cubicBezTo>
                  <a:cubicBezTo>
                    <a:pt x="3906" y="2502"/>
                    <a:pt x="3941" y="1299"/>
                    <a:pt x="3191" y="561"/>
                  </a:cubicBezTo>
                  <a:cubicBezTo>
                    <a:pt x="2858" y="216"/>
                    <a:pt x="2393" y="1"/>
                    <a:pt x="1917" y="1"/>
                  </a:cubicBezTo>
                  <a:cubicBezTo>
                    <a:pt x="1903" y="1"/>
                    <a:pt x="1888" y="1"/>
                    <a:pt x="187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1" name="Google Shape;3541;p66"/>
            <p:cNvSpPr/>
            <p:nvPr/>
          </p:nvSpPr>
          <p:spPr>
            <a:xfrm>
              <a:off x="1502232" y="2449259"/>
              <a:ext cx="10655" cy="25380"/>
            </a:xfrm>
            <a:custGeom>
              <a:rect b="b" l="l" r="r" t="t"/>
              <a:pathLst>
                <a:path extrusionOk="0" h="798" w="335">
                  <a:moveTo>
                    <a:pt x="168" y="0"/>
                  </a:moveTo>
                  <a:cubicBezTo>
                    <a:pt x="84" y="0"/>
                    <a:pt x="1" y="84"/>
                    <a:pt x="1" y="167"/>
                  </a:cubicBezTo>
                  <a:lnTo>
                    <a:pt x="1" y="631"/>
                  </a:lnTo>
                  <a:cubicBezTo>
                    <a:pt x="1" y="715"/>
                    <a:pt x="84" y="798"/>
                    <a:pt x="168" y="798"/>
                  </a:cubicBezTo>
                  <a:cubicBezTo>
                    <a:pt x="263" y="798"/>
                    <a:pt x="334" y="715"/>
                    <a:pt x="334" y="631"/>
                  </a:cubicBezTo>
                  <a:lnTo>
                    <a:pt x="334" y="167"/>
                  </a:lnTo>
                  <a:cubicBezTo>
                    <a:pt x="334" y="84"/>
                    <a:pt x="263" y="0"/>
                    <a:pt x="16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2" name="Google Shape;3542;p66"/>
            <p:cNvSpPr/>
            <p:nvPr/>
          </p:nvSpPr>
          <p:spPr>
            <a:xfrm>
              <a:off x="1458309" y="2460582"/>
              <a:ext cx="18988" cy="23090"/>
            </a:xfrm>
            <a:custGeom>
              <a:rect b="b" l="l" r="r" t="t"/>
              <a:pathLst>
                <a:path extrusionOk="0" h="726" w="597">
                  <a:moveTo>
                    <a:pt x="190" y="1"/>
                  </a:moveTo>
                  <a:cubicBezTo>
                    <a:pt x="161" y="1"/>
                    <a:pt x="132" y="9"/>
                    <a:pt x="108" y="25"/>
                  </a:cubicBezTo>
                  <a:cubicBezTo>
                    <a:pt x="25" y="61"/>
                    <a:pt x="1" y="168"/>
                    <a:pt x="48" y="240"/>
                  </a:cubicBezTo>
                  <a:lnTo>
                    <a:pt x="275" y="644"/>
                  </a:lnTo>
                  <a:cubicBezTo>
                    <a:pt x="299" y="693"/>
                    <a:pt x="357" y="726"/>
                    <a:pt x="414" y="726"/>
                  </a:cubicBezTo>
                  <a:cubicBezTo>
                    <a:pt x="441" y="726"/>
                    <a:pt x="466" y="719"/>
                    <a:pt x="489" y="704"/>
                  </a:cubicBezTo>
                  <a:cubicBezTo>
                    <a:pt x="572" y="656"/>
                    <a:pt x="596" y="573"/>
                    <a:pt x="548" y="478"/>
                  </a:cubicBezTo>
                  <a:lnTo>
                    <a:pt x="322" y="85"/>
                  </a:lnTo>
                  <a:cubicBezTo>
                    <a:pt x="299" y="30"/>
                    <a:pt x="244" y="1"/>
                    <a:pt x="19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3" name="Google Shape;3543;p66"/>
            <p:cNvSpPr/>
            <p:nvPr/>
          </p:nvSpPr>
          <p:spPr>
            <a:xfrm>
              <a:off x="1425741" y="2492768"/>
              <a:ext cx="25031" cy="17874"/>
            </a:xfrm>
            <a:custGeom>
              <a:rect b="b" l="l" r="r" t="t"/>
              <a:pathLst>
                <a:path extrusionOk="0" h="562" w="787">
                  <a:moveTo>
                    <a:pt x="181" y="1"/>
                  </a:moveTo>
                  <a:cubicBezTo>
                    <a:pt x="126" y="1"/>
                    <a:pt x="72" y="30"/>
                    <a:pt x="48" y="85"/>
                  </a:cubicBezTo>
                  <a:cubicBezTo>
                    <a:pt x="1" y="156"/>
                    <a:pt x="25" y="263"/>
                    <a:pt x="108" y="299"/>
                  </a:cubicBezTo>
                  <a:cubicBezTo>
                    <a:pt x="501" y="525"/>
                    <a:pt x="501" y="561"/>
                    <a:pt x="584" y="561"/>
                  </a:cubicBezTo>
                  <a:cubicBezTo>
                    <a:pt x="632" y="561"/>
                    <a:pt x="703" y="525"/>
                    <a:pt x="727" y="466"/>
                  </a:cubicBezTo>
                  <a:cubicBezTo>
                    <a:pt x="787" y="394"/>
                    <a:pt x="751" y="287"/>
                    <a:pt x="668" y="240"/>
                  </a:cubicBezTo>
                  <a:lnTo>
                    <a:pt x="263" y="25"/>
                  </a:lnTo>
                  <a:cubicBezTo>
                    <a:pt x="238" y="9"/>
                    <a:pt x="209" y="1"/>
                    <a:pt x="18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4" name="Google Shape;3544;p66"/>
            <p:cNvSpPr/>
            <p:nvPr/>
          </p:nvSpPr>
          <p:spPr>
            <a:xfrm>
              <a:off x="1414768" y="2535959"/>
              <a:ext cx="25031" cy="10655"/>
            </a:xfrm>
            <a:custGeom>
              <a:rect b="b" l="l" r="r" t="t"/>
              <a:pathLst>
                <a:path extrusionOk="0" h="335" w="787">
                  <a:moveTo>
                    <a:pt x="167" y="1"/>
                  </a:moveTo>
                  <a:cubicBezTo>
                    <a:pt x="72" y="1"/>
                    <a:pt x="1" y="72"/>
                    <a:pt x="1" y="167"/>
                  </a:cubicBezTo>
                  <a:cubicBezTo>
                    <a:pt x="1" y="251"/>
                    <a:pt x="72" y="334"/>
                    <a:pt x="167" y="334"/>
                  </a:cubicBezTo>
                  <a:lnTo>
                    <a:pt x="632" y="334"/>
                  </a:lnTo>
                  <a:cubicBezTo>
                    <a:pt x="715" y="334"/>
                    <a:pt x="786" y="251"/>
                    <a:pt x="786" y="167"/>
                  </a:cubicBezTo>
                  <a:cubicBezTo>
                    <a:pt x="786" y="72"/>
                    <a:pt x="715" y="1"/>
                    <a:pt x="63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5" name="Google Shape;3545;p66"/>
            <p:cNvSpPr/>
            <p:nvPr/>
          </p:nvSpPr>
          <p:spPr>
            <a:xfrm>
              <a:off x="1573825" y="2537104"/>
              <a:ext cx="24999" cy="10241"/>
            </a:xfrm>
            <a:custGeom>
              <a:rect b="b" l="l" r="r" t="t"/>
              <a:pathLst>
                <a:path extrusionOk="0" h="322" w="786">
                  <a:moveTo>
                    <a:pt x="167" y="0"/>
                  </a:moveTo>
                  <a:cubicBezTo>
                    <a:pt x="72" y="0"/>
                    <a:pt x="0" y="72"/>
                    <a:pt x="0" y="155"/>
                  </a:cubicBezTo>
                  <a:cubicBezTo>
                    <a:pt x="0" y="251"/>
                    <a:pt x="72" y="322"/>
                    <a:pt x="167" y="322"/>
                  </a:cubicBezTo>
                  <a:lnTo>
                    <a:pt x="631" y="322"/>
                  </a:lnTo>
                  <a:cubicBezTo>
                    <a:pt x="715" y="322"/>
                    <a:pt x="786" y="251"/>
                    <a:pt x="786" y="155"/>
                  </a:cubicBezTo>
                  <a:cubicBezTo>
                    <a:pt x="786" y="72"/>
                    <a:pt x="715" y="0"/>
                    <a:pt x="63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6" name="Google Shape;3546;p66"/>
            <p:cNvSpPr/>
            <p:nvPr/>
          </p:nvSpPr>
          <p:spPr>
            <a:xfrm>
              <a:off x="1563965" y="2493627"/>
              <a:ext cx="24649" cy="17525"/>
            </a:xfrm>
            <a:custGeom>
              <a:rect b="b" l="l" r="r" t="t"/>
              <a:pathLst>
                <a:path extrusionOk="0" h="551" w="775">
                  <a:moveTo>
                    <a:pt x="576" y="0"/>
                  </a:moveTo>
                  <a:cubicBezTo>
                    <a:pt x="549" y="0"/>
                    <a:pt x="523" y="7"/>
                    <a:pt x="501" y="22"/>
                  </a:cubicBezTo>
                  <a:lnTo>
                    <a:pt x="108" y="248"/>
                  </a:lnTo>
                  <a:cubicBezTo>
                    <a:pt x="24" y="296"/>
                    <a:pt x="1" y="391"/>
                    <a:pt x="48" y="475"/>
                  </a:cubicBezTo>
                  <a:cubicBezTo>
                    <a:pt x="73" y="524"/>
                    <a:pt x="132" y="550"/>
                    <a:pt x="189" y="550"/>
                  </a:cubicBezTo>
                  <a:cubicBezTo>
                    <a:pt x="215" y="550"/>
                    <a:pt x="240" y="545"/>
                    <a:pt x="263" y="534"/>
                  </a:cubicBezTo>
                  <a:lnTo>
                    <a:pt x="667" y="308"/>
                  </a:lnTo>
                  <a:cubicBezTo>
                    <a:pt x="739" y="260"/>
                    <a:pt x="774" y="153"/>
                    <a:pt x="727" y="82"/>
                  </a:cubicBezTo>
                  <a:cubicBezTo>
                    <a:pt x="694" y="33"/>
                    <a:pt x="633" y="0"/>
                    <a:pt x="57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7" name="Google Shape;3547;p66"/>
            <p:cNvSpPr/>
            <p:nvPr/>
          </p:nvSpPr>
          <p:spPr>
            <a:xfrm>
              <a:off x="1537853" y="2461440"/>
              <a:ext cx="18956" cy="23090"/>
            </a:xfrm>
            <a:custGeom>
              <a:rect b="b" l="l" r="r" t="t"/>
              <a:pathLst>
                <a:path extrusionOk="0" h="726" w="596">
                  <a:moveTo>
                    <a:pt x="414" y="0"/>
                  </a:moveTo>
                  <a:cubicBezTo>
                    <a:pt x="357" y="0"/>
                    <a:pt x="298" y="33"/>
                    <a:pt x="274" y="82"/>
                  </a:cubicBezTo>
                  <a:lnTo>
                    <a:pt x="48" y="486"/>
                  </a:lnTo>
                  <a:cubicBezTo>
                    <a:pt x="0" y="558"/>
                    <a:pt x="36" y="665"/>
                    <a:pt x="107" y="701"/>
                  </a:cubicBezTo>
                  <a:cubicBezTo>
                    <a:pt x="132" y="718"/>
                    <a:pt x="162" y="725"/>
                    <a:pt x="192" y="725"/>
                  </a:cubicBezTo>
                  <a:cubicBezTo>
                    <a:pt x="247" y="725"/>
                    <a:pt x="303" y="699"/>
                    <a:pt x="333" y="653"/>
                  </a:cubicBezTo>
                  <a:lnTo>
                    <a:pt x="548" y="248"/>
                  </a:lnTo>
                  <a:cubicBezTo>
                    <a:pt x="595" y="177"/>
                    <a:pt x="572" y="70"/>
                    <a:pt x="488" y="22"/>
                  </a:cubicBezTo>
                  <a:cubicBezTo>
                    <a:pt x="466" y="7"/>
                    <a:pt x="440" y="0"/>
                    <a:pt x="41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48" name="Google Shape;3548;p66"/>
          <p:cNvGrpSpPr/>
          <p:nvPr/>
        </p:nvGrpSpPr>
        <p:grpSpPr>
          <a:xfrm>
            <a:off x="7455057" y="1204224"/>
            <a:ext cx="384054" cy="345653"/>
            <a:chOff x="3967213" y="1975477"/>
            <a:chExt cx="368185" cy="331816"/>
          </a:xfrm>
        </p:grpSpPr>
        <p:sp>
          <p:nvSpPr>
            <p:cNvPr id="3549" name="Google Shape;3549;p66"/>
            <p:cNvSpPr/>
            <p:nvPr/>
          </p:nvSpPr>
          <p:spPr>
            <a:xfrm>
              <a:off x="3967213" y="1975477"/>
              <a:ext cx="368185" cy="331816"/>
            </a:xfrm>
            <a:custGeom>
              <a:rect b="b" l="l" r="r" t="t"/>
              <a:pathLst>
                <a:path extrusionOk="0" h="10474" w="11622">
                  <a:moveTo>
                    <a:pt x="9026" y="0"/>
                  </a:moveTo>
                  <a:cubicBezTo>
                    <a:pt x="7585" y="0"/>
                    <a:pt x="6430" y="1179"/>
                    <a:pt x="6430" y="2608"/>
                  </a:cubicBezTo>
                  <a:cubicBezTo>
                    <a:pt x="6430" y="3072"/>
                    <a:pt x="6549" y="3513"/>
                    <a:pt x="6763" y="3882"/>
                  </a:cubicBezTo>
                  <a:lnTo>
                    <a:pt x="5680" y="3882"/>
                  </a:lnTo>
                  <a:cubicBezTo>
                    <a:pt x="5597" y="3882"/>
                    <a:pt x="5513" y="3965"/>
                    <a:pt x="5513" y="4048"/>
                  </a:cubicBezTo>
                  <a:cubicBezTo>
                    <a:pt x="5513" y="4144"/>
                    <a:pt x="5597" y="4215"/>
                    <a:pt x="5680" y="4215"/>
                  </a:cubicBezTo>
                  <a:lnTo>
                    <a:pt x="6978" y="4215"/>
                  </a:lnTo>
                  <a:cubicBezTo>
                    <a:pt x="7454" y="4810"/>
                    <a:pt x="8192" y="5191"/>
                    <a:pt x="9014" y="5191"/>
                  </a:cubicBezTo>
                  <a:cubicBezTo>
                    <a:pt x="9180" y="5191"/>
                    <a:pt x="9359" y="5180"/>
                    <a:pt x="9502" y="5156"/>
                  </a:cubicBezTo>
                  <a:lnTo>
                    <a:pt x="9502" y="5775"/>
                  </a:lnTo>
                  <a:lnTo>
                    <a:pt x="977" y="5775"/>
                  </a:lnTo>
                  <a:cubicBezTo>
                    <a:pt x="905" y="5775"/>
                    <a:pt x="834" y="5834"/>
                    <a:pt x="810" y="5906"/>
                  </a:cubicBezTo>
                  <a:lnTo>
                    <a:pt x="322" y="8466"/>
                  </a:lnTo>
                  <a:lnTo>
                    <a:pt x="322" y="2965"/>
                  </a:lnTo>
                  <a:lnTo>
                    <a:pt x="2691" y="2965"/>
                  </a:lnTo>
                  <a:lnTo>
                    <a:pt x="3882" y="4156"/>
                  </a:lnTo>
                  <a:cubicBezTo>
                    <a:pt x="3906" y="4179"/>
                    <a:pt x="3953" y="4203"/>
                    <a:pt x="4001" y="4203"/>
                  </a:cubicBezTo>
                  <a:lnTo>
                    <a:pt x="5001" y="4203"/>
                  </a:lnTo>
                  <a:cubicBezTo>
                    <a:pt x="5085" y="4203"/>
                    <a:pt x="5156" y="4120"/>
                    <a:pt x="5156" y="4037"/>
                  </a:cubicBezTo>
                  <a:cubicBezTo>
                    <a:pt x="5156" y="3941"/>
                    <a:pt x="5085" y="3870"/>
                    <a:pt x="5001" y="3870"/>
                  </a:cubicBezTo>
                  <a:lnTo>
                    <a:pt x="4073" y="3870"/>
                  </a:lnTo>
                  <a:lnTo>
                    <a:pt x="2882" y="2679"/>
                  </a:lnTo>
                  <a:cubicBezTo>
                    <a:pt x="2858" y="2655"/>
                    <a:pt x="2810" y="2632"/>
                    <a:pt x="2763" y="2632"/>
                  </a:cubicBezTo>
                  <a:lnTo>
                    <a:pt x="155" y="2632"/>
                  </a:lnTo>
                  <a:cubicBezTo>
                    <a:pt x="72" y="2632"/>
                    <a:pt x="1" y="2715"/>
                    <a:pt x="1" y="2798"/>
                  </a:cubicBezTo>
                  <a:lnTo>
                    <a:pt x="1" y="10299"/>
                  </a:lnTo>
                  <a:cubicBezTo>
                    <a:pt x="1" y="10457"/>
                    <a:pt x="121" y="10466"/>
                    <a:pt x="248" y="10466"/>
                  </a:cubicBezTo>
                  <a:cubicBezTo>
                    <a:pt x="264" y="10466"/>
                    <a:pt x="281" y="10466"/>
                    <a:pt x="298" y="10466"/>
                  </a:cubicBezTo>
                  <a:cubicBezTo>
                    <a:pt x="414" y="10466"/>
                    <a:pt x="3457" y="10474"/>
                    <a:pt x="6062" y="10474"/>
                  </a:cubicBezTo>
                  <a:cubicBezTo>
                    <a:pt x="8016" y="10474"/>
                    <a:pt x="9723" y="10469"/>
                    <a:pt x="9764" y="10454"/>
                  </a:cubicBezTo>
                  <a:cubicBezTo>
                    <a:pt x="9799" y="10418"/>
                    <a:pt x="9847" y="10371"/>
                    <a:pt x="9859" y="10335"/>
                  </a:cubicBezTo>
                  <a:lnTo>
                    <a:pt x="10192" y="8609"/>
                  </a:lnTo>
                  <a:cubicBezTo>
                    <a:pt x="10204" y="8513"/>
                    <a:pt x="10145" y="8430"/>
                    <a:pt x="10061" y="8406"/>
                  </a:cubicBezTo>
                  <a:cubicBezTo>
                    <a:pt x="10053" y="8405"/>
                    <a:pt x="10045" y="8405"/>
                    <a:pt x="10037" y="8405"/>
                  </a:cubicBezTo>
                  <a:cubicBezTo>
                    <a:pt x="9952" y="8405"/>
                    <a:pt x="9881" y="8461"/>
                    <a:pt x="9859" y="8537"/>
                  </a:cubicBezTo>
                  <a:lnTo>
                    <a:pt x="9561" y="10121"/>
                  </a:lnTo>
                  <a:lnTo>
                    <a:pt x="393" y="10121"/>
                  </a:lnTo>
                  <a:lnTo>
                    <a:pt x="1155" y="6132"/>
                  </a:lnTo>
                  <a:lnTo>
                    <a:pt x="10335" y="6132"/>
                  </a:lnTo>
                  <a:lnTo>
                    <a:pt x="10014" y="7870"/>
                  </a:lnTo>
                  <a:cubicBezTo>
                    <a:pt x="10002" y="7966"/>
                    <a:pt x="10061" y="8049"/>
                    <a:pt x="10145" y="8061"/>
                  </a:cubicBezTo>
                  <a:cubicBezTo>
                    <a:pt x="10159" y="8064"/>
                    <a:pt x="10173" y="8066"/>
                    <a:pt x="10186" y="8066"/>
                  </a:cubicBezTo>
                  <a:cubicBezTo>
                    <a:pt x="10263" y="8066"/>
                    <a:pt x="10325" y="8011"/>
                    <a:pt x="10335" y="7930"/>
                  </a:cubicBezTo>
                  <a:lnTo>
                    <a:pt x="10716" y="6001"/>
                  </a:lnTo>
                  <a:cubicBezTo>
                    <a:pt x="10728" y="5953"/>
                    <a:pt x="10716" y="5894"/>
                    <a:pt x="10680" y="5870"/>
                  </a:cubicBezTo>
                  <a:cubicBezTo>
                    <a:pt x="10657" y="5822"/>
                    <a:pt x="10609" y="5811"/>
                    <a:pt x="10550" y="5811"/>
                  </a:cubicBezTo>
                  <a:lnTo>
                    <a:pt x="9847" y="5811"/>
                  </a:lnTo>
                  <a:lnTo>
                    <a:pt x="9847" y="5096"/>
                  </a:lnTo>
                  <a:cubicBezTo>
                    <a:pt x="10776" y="4775"/>
                    <a:pt x="11466" y="3965"/>
                    <a:pt x="11585" y="2965"/>
                  </a:cubicBezTo>
                  <a:cubicBezTo>
                    <a:pt x="11609" y="2858"/>
                    <a:pt x="11550" y="2774"/>
                    <a:pt x="11454" y="2751"/>
                  </a:cubicBezTo>
                  <a:cubicBezTo>
                    <a:pt x="11448" y="2750"/>
                    <a:pt x="11442" y="2749"/>
                    <a:pt x="11436" y="2749"/>
                  </a:cubicBezTo>
                  <a:cubicBezTo>
                    <a:pt x="11358" y="2749"/>
                    <a:pt x="11275" y="2817"/>
                    <a:pt x="11264" y="2905"/>
                  </a:cubicBezTo>
                  <a:cubicBezTo>
                    <a:pt x="11109" y="4025"/>
                    <a:pt x="10145" y="4870"/>
                    <a:pt x="9014" y="4870"/>
                  </a:cubicBezTo>
                  <a:cubicBezTo>
                    <a:pt x="7763" y="4870"/>
                    <a:pt x="6751" y="3858"/>
                    <a:pt x="6751" y="2608"/>
                  </a:cubicBezTo>
                  <a:cubicBezTo>
                    <a:pt x="6751" y="1358"/>
                    <a:pt x="7763" y="346"/>
                    <a:pt x="9014" y="346"/>
                  </a:cubicBezTo>
                  <a:cubicBezTo>
                    <a:pt x="10133" y="346"/>
                    <a:pt x="11097" y="1179"/>
                    <a:pt x="11264" y="2274"/>
                  </a:cubicBezTo>
                  <a:cubicBezTo>
                    <a:pt x="11275" y="2363"/>
                    <a:pt x="11358" y="2431"/>
                    <a:pt x="11436" y="2431"/>
                  </a:cubicBezTo>
                  <a:cubicBezTo>
                    <a:pt x="11442" y="2431"/>
                    <a:pt x="11448" y="2430"/>
                    <a:pt x="11454" y="2429"/>
                  </a:cubicBezTo>
                  <a:cubicBezTo>
                    <a:pt x="11550" y="2417"/>
                    <a:pt x="11621" y="2322"/>
                    <a:pt x="11609" y="2239"/>
                  </a:cubicBezTo>
                  <a:cubicBezTo>
                    <a:pt x="11514" y="1620"/>
                    <a:pt x="11204" y="1060"/>
                    <a:pt x="10740" y="643"/>
                  </a:cubicBezTo>
                  <a:cubicBezTo>
                    <a:pt x="10264" y="227"/>
                    <a:pt x="9657" y="0"/>
                    <a:pt x="9026"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0" name="Google Shape;3550;p66"/>
            <p:cNvSpPr/>
            <p:nvPr/>
          </p:nvSpPr>
          <p:spPr>
            <a:xfrm>
              <a:off x="4237665" y="2034307"/>
              <a:ext cx="32092" cy="63772"/>
            </a:xfrm>
            <a:custGeom>
              <a:rect b="b" l="l" r="r" t="t"/>
              <a:pathLst>
                <a:path extrusionOk="0" h="2013" w="1013">
                  <a:moveTo>
                    <a:pt x="179" y="1"/>
                  </a:moveTo>
                  <a:cubicBezTo>
                    <a:pt x="84" y="1"/>
                    <a:pt x="12" y="72"/>
                    <a:pt x="12" y="167"/>
                  </a:cubicBezTo>
                  <a:cubicBezTo>
                    <a:pt x="12" y="263"/>
                    <a:pt x="84" y="334"/>
                    <a:pt x="179" y="334"/>
                  </a:cubicBezTo>
                  <a:lnTo>
                    <a:pt x="322" y="334"/>
                  </a:lnTo>
                  <a:lnTo>
                    <a:pt x="322" y="1691"/>
                  </a:lnTo>
                  <a:lnTo>
                    <a:pt x="167" y="1691"/>
                  </a:lnTo>
                  <a:cubicBezTo>
                    <a:pt x="72" y="1691"/>
                    <a:pt x="0" y="1763"/>
                    <a:pt x="0" y="1846"/>
                  </a:cubicBezTo>
                  <a:cubicBezTo>
                    <a:pt x="0" y="1941"/>
                    <a:pt x="72" y="2013"/>
                    <a:pt x="167" y="2013"/>
                  </a:cubicBezTo>
                  <a:lnTo>
                    <a:pt x="846" y="2013"/>
                  </a:lnTo>
                  <a:cubicBezTo>
                    <a:pt x="941" y="2013"/>
                    <a:pt x="1012" y="1941"/>
                    <a:pt x="1012" y="1846"/>
                  </a:cubicBezTo>
                  <a:cubicBezTo>
                    <a:pt x="1012" y="1775"/>
                    <a:pt x="941" y="1703"/>
                    <a:pt x="846" y="1703"/>
                  </a:cubicBezTo>
                  <a:lnTo>
                    <a:pt x="667" y="1703"/>
                  </a:lnTo>
                  <a:lnTo>
                    <a:pt x="667" y="167"/>
                  </a:lnTo>
                  <a:cubicBezTo>
                    <a:pt x="667" y="72"/>
                    <a:pt x="596" y="1"/>
                    <a:pt x="500"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1" name="Google Shape;3551;p66"/>
            <p:cNvSpPr/>
            <p:nvPr/>
          </p:nvSpPr>
          <p:spPr>
            <a:xfrm>
              <a:off x="4241815" y="2014317"/>
              <a:ext cx="17012" cy="17012"/>
            </a:xfrm>
            <a:custGeom>
              <a:rect b="b" l="l" r="r" t="t"/>
              <a:pathLst>
                <a:path extrusionOk="0" h="537" w="537">
                  <a:moveTo>
                    <a:pt x="274" y="1"/>
                  </a:moveTo>
                  <a:cubicBezTo>
                    <a:pt x="119" y="1"/>
                    <a:pt x="0" y="120"/>
                    <a:pt x="0" y="263"/>
                  </a:cubicBezTo>
                  <a:cubicBezTo>
                    <a:pt x="0" y="417"/>
                    <a:pt x="119" y="536"/>
                    <a:pt x="274" y="536"/>
                  </a:cubicBezTo>
                  <a:cubicBezTo>
                    <a:pt x="417" y="536"/>
                    <a:pt x="536" y="417"/>
                    <a:pt x="536" y="263"/>
                  </a:cubicBezTo>
                  <a:cubicBezTo>
                    <a:pt x="536" y="120"/>
                    <a:pt x="417" y="1"/>
                    <a:pt x="274"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52" name="Google Shape;3552;p66"/>
          <p:cNvGrpSpPr/>
          <p:nvPr/>
        </p:nvGrpSpPr>
        <p:grpSpPr>
          <a:xfrm>
            <a:off x="3380504" y="1254709"/>
            <a:ext cx="384062" cy="384062"/>
            <a:chOff x="1308631" y="1507830"/>
            <a:chExt cx="350166" cy="350198"/>
          </a:xfrm>
        </p:grpSpPr>
        <p:sp>
          <p:nvSpPr>
            <p:cNvPr id="3553" name="Google Shape;3553;p66"/>
            <p:cNvSpPr/>
            <p:nvPr/>
          </p:nvSpPr>
          <p:spPr>
            <a:xfrm>
              <a:off x="1308631" y="1507830"/>
              <a:ext cx="350166" cy="350198"/>
            </a:xfrm>
            <a:custGeom>
              <a:rect b="b" l="l" r="r" t="t"/>
              <a:pathLst>
                <a:path extrusionOk="0" h="11003" w="11002">
                  <a:moveTo>
                    <a:pt x="6192" y="310"/>
                  </a:moveTo>
                  <a:cubicBezTo>
                    <a:pt x="6192" y="310"/>
                    <a:pt x="6204" y="310"/>
                    <a:pt x="6204" y="334"/>
                  </a:cubicBezTo>
                  <a:lnTo>
                    <a:pt x="6204" y="787"/>
                  </a:lnTo>
                  <a:cubicBezTo>
                    <a:pt x="6204" y="953"/>
                    <a:pt x="6311" y="1084"/>
                    <a:pt x="6477" y="1120"/>
                  </a:cubicBezTo>
                  <a:cubicBezTo>
                    <a:pt x="6989" y="1239"/>
                    <a:pt x="7489" y="1429"/>
                    <a:pt x="7930" y="1715"/>
                  </a:cubicBezTo>
                  <a:cubicBezTo>
                    <a:pt x="7986" y="1751"/>
                    <a:pt x="8048" y="1769"/>
                    <a:pt x="8110" y="1769"/>
                  </a:cubicBezTo>
                  <a:cubicBezTo>
                    <a:pt x="8194" y="1769"/>
                    <a:pt x="8278" y="1736"/>
                    <a:pt x="8347" y="1668"/>
                  </a:cubicBezTo>
                  <a:lnTo>
                    <a:pt x="8680" y="1346"/>
                  </a:lnTo>
                  <a:lnTo>
                    <a:pt x="8692" y="1346"/>
                  </a:lnTo>
                  <a:lnTo>
                    <a:pt x="9656" y="2311"/>
                  </a:lnTo>
                  <a:lnTo>
                    <a:pt x="9656" y="2322"/>
                  </a:lnTo>
                  <a:lnTo>
                    <a:pt x="9335" y="2656"/>
                  </a:lnTo>
                  <a:cubicBezTo>
                    <a:pt x="9228" y="2751"/>
                    <a:pt x="9192" y="2930"/>
                    <a:pt x="9287" y="3073"/>
                  </a:cubicBezTo>
                  <a:cubicBezTo>
                    <a:pt x="9573" y="3513"/>
                    <a:pt x="9775" y="4001"/>
                    <a:pt x="9883" y="4525"/>
                  </a:cubicBezTo>
                  <a:cubicBezTo>
                    <a:pt x="9906" y="4680"/>
                    <a:pt x="10049" y="4799"/>
                    <a:pt x="10204" y="4799"/>
                  </a:cubicBezTo>
                  <a:lnTo>
                    <a:pt x="10668" y="4799"/>
                  </a:lnTo>
                  <a:cubicBezTo>
                    <a:pt x="10668" y="4799"/>
                    <a:pt x="10680" y="4799"/>
                    <a:pt x="10680" y="4811"/>
                  </a:cubicBezTo>
                  <a:lnTo>
                    <a:pt x="10657" y="6216"/>
                  </a:lnTo>
                  <a:lnTo>
                    <a:pt x="10192" y="6216"/>
                  </a:lnTo>
                  <a:cubicBezTo>
                    <a:pt x="10026" y="6216"/>
                    <a:pt x="9895" y="6311"/>
                    <a:pt x="9871" y="6478"/>
                  </a:cubicBezTo>
                  <a:cubicBezTo>
                    <a:pt x="9752" y="7002"/>
                    <a:pt x="9549" y="7490"/>
                    <a:pt x="9275" y="7942"/>
                  </a:cubicBezTo>
                  <a:cubicBezTo>
                    <a:pt x="9180" y="8073"/>
                    <a:pt x="9192" y="8240"/>
                    <a:pt x="9311" y="8359"/>
                  </a:cubicBezTo>
                  <a:lnTo>
                    <a:pt x="9645" y="8680"/>
                  </a:lnTo>
                  <a:lnTo>
                    <a:pt x="9645" y="8692"/>
                  </a:lnTo>
                  <a:lnTo>
                    <a:pt x="8680" y="9669"/>
                  </a:lnTo>
                  <a:lnTo>
                    <a:pt x="8656" y="9669"/>
                  </a:lnTo>
                  <a:lnTo>
                    <a:pt x="8335" y="9335"/>
                  </a:lnTo>
                  <a:cubicBezTo>
                    <a:pt x="8271" y="9272"/>
                    <a:pt x="8183" y="9237"/>
                    <a:pt x="8094" y="9237"/>
                  </a:cubicBezTo>
                  <a:cubicBezTo>
                    <a:pt x="8033" y="9237"/>
                    <a:pt x="7971" y="9254"/>
                    <a:pt x="7918" y="9288"/>
                  </a:cubicBezTo>
                  <a:cubicBezTo>
                    <a:pt x="7466" y="9573"/>
                    <a:pt x="6978" y="9788"/>
                    <a:pt x="6454" y="9883"/>
                  </a:cubicBezTo>
                  <a:cubicBezTo>
                    <a:pt x="6311" y="9919"/>
                    <a:pt x="6192" y="10050"/>
                    <a:pt x="6192" y="10216"/>
                  </a:cubicBezTo>
                  <a:lnTo>
                    <a:pt x="6192" y="10681"/>
                  </a:lnTo>
                  <a:cubicBezTo>
                    <a:pt x="6192" y="10681"/>
                    <a:pt x="6192" y="10693"/>
                    <a:pt x="6168" y="10693"/>
                  </a:cubicBezTo>
                  <a:lnTo>
                    <a:pt x="4811" y="10693"/>
                  </a:lnTo>
                  <a:cubicBezTo>
                    <a:pt x="4811" y="10693"/>
                    <a:pt x="4787" y="10693"/>
                    <a:pt x="4787" y="10681"/>
                  </a:cubicBezTo>
                  <a:lnTo>
                    <a:pt x="4787" y="10216"/>
                  </a:lnTo>
                  <a:cubicBezTo>
                    <a:pt x="4787" y="10050"/>
                    <a:pt x="4692" y="9919"/>
                    <a:pt x="4525" y="9883"/>
                  </a:cubicBezTo>
                  <a:cubicBezTo>
                    <a:pt x="4001" y="9764"/>
                    <a:pt x="3513" y="9573"/>
                    <a:pt x="3060" y="9288"/>
                  </a:cubicBezTo>
                  <a:cubicBezTo>
                    <a:pt x="3001" y="9264"/>
                    <a:pt x="2941" y="9228"/>
                    <a:pt x="2882" y="9228"/>
                  </a:cubicBezTo>
                  <a:cubicBezTo>
                    <a:pt x="2798" y="9228"/>
                    <a:pt x="2715" y="9264"/>
                    <a:pt x="2644" y="9335"/>
                  </a:cubicBezTo>
                  <a:lnTo>
                    <a:pt x="2322" y="9669"/>
                  </a:lnTo>
                  <a:lnTo>
                    <a:pt x="2298" y="9669"/>
                  </a:lnTo>
                  <a:lnTo>
                    <a:pt x="1334" y="8692"/>
                  </a:lnTo>
                  <a:lnTo>
                    <a:pt x="1334" y="8680"/>
                  </a:lnTo>
                  <a:lnTo>
                    <a:pt x="1667" y="8359"/>
                  </a:lnTo>
                  <a:cubicBezTo>
                    <a:pt x="1763" y="8252"/>
                    <a:pt x="1798" y="8073"/>
                    <a:pt x="1703" y="7942"/>
                  </a:cubicBezTo>
                  <a:cubicBezTo>
                    <a:pt x="1429" y="7490"/>
                    <a:pt x="1215" y="7002"/>
                    <a:pt x="1108" y="6478"/>
                  </a:cubicBezTo>
                  <a:cubicBezTo>
                    <a:pt x="1084" y="6335"/>
                    <a:pt x="953" y="6216"/>
                    <a:pt x="786" y="6216"/>
                  </a:cubicBezTo>
                  <a:lnTo>
                    <a:pt x="322" y="6216"/>
                  </a:lnTo>
                  <a:cubicBezTo>
                    <a:pt x="322" y="6216"/>
                    <a:pt x="310" y="6216"/>
                    <a:pt x="310" y="6192"/>
                  </a:cubicBezTo>
                  <a:lnTo>
                    <a:pt x="310" y="4811"/>
                  </a:lnTo>
                  <a:cubicBezTo>
                    <a:pt x="310" y="4811"/>
                    <a:pt x="310" y="4799"/>
                    <a:pt x="322" y="4799"/>
                  </a:cubicBezTo>
                  <a:lnTo>
                    <a:pt x="786" y="4799"/>
                  </a:lnTo>
                  <a:cubicBezTo>
                    <a:pt x="953" y="4799"/>
                    <a:pt x="1084" y="4692"/>
                    <a:pt x="1108" y="4525"/>
                  </a:cubicBezTo>
                  <a:cubicBezTo>
                    <a:pt x="1227" y="4001"/>
                    <a:pt x="1429" y="3513"/>
                    <a:pt x="1703" y="3073"/>
                  </a:cubicBezTo>
                  <a:cubicBezTo>
                    <a:pt x="1798" y="2930"/>
                    <a:pt x="1786" y="2775"/>
                    <a:pt x="1667" y="2656"/>
                  </a:cubicBezTo>
                  <a:lnTo>
                    <a:pt x="1334" y="2322"/>
                  </a:lnTo>
                  <a:lnTo>
                    <a:pt x="1334" y="2311"/>
                  </a:lnTo>
                  <a:lnTo>
                    <a:pt x="2298" y="1346"/>
                  </a:lnTo>
                  <a:lnTo>
                    <a:pt x="2322" y="1346"/>
                  </a:lnTo>
                  <a:lnTo>
                    <a:pt x="2644" y="1668"/>
                  </a:lnTo>
                  <a:cubicBezTo>
                    <a:pt x="2707" y="1731"/>
                    <a:pt x="2796" y="1765"/>
                    <a:pt x="2885" y="1765"/>
                  </a:cubicBezTo>
                  <a:cubicBezTo>
                    <a:pt x="2946" y="1765"/>
                    <a:pt x="3007" y="1749"/>
                    <a:pt x="3060" y="1715"/>
                  </a:cubicBezTo>
                  <a:cubicBezTo>
                    <a:pt x="3513" y="1429"/>
                    <a:pt x="4001" y="1227"/>
                    <a:pt x="4525" y="1120"/>
                  </a:cubicBezTo>
                  <a:cubicBezTo>
                    <a:pt x="4668" y="1084"/>
                    <a:pt x="4787" y="953"/>
                    <a:pt x="4787" y="787"/>
                  </a:cubicBezTo>
                  <a:lnTo>
                    <a:pt x="4787" y="334"/>
                  </a:lnTo>
                  <a:cubicBezTo>
                    <a:pt x="4787" y="334"/>
                    <a:pt x="4787" y="310"/>
                    <a:pt x="4811" y="310"/>
                  </a:cubicBezTo>
                  <a:close/>
                  <a:moveTo>
                    <a:pt x="4811" y="1"/>
                  </a:moveTo>
                  <a:cubicBezTo>
                    <a:pt x="4632" y="1"/>
                    <a:pt x="4477" y="156"/>
                    <a:pt x="4477" y="334"/>
                  </a:cubicBezTo>
                  <a:lnTo>
                    <a:pt x="4477" y="798"/>
                  </a:lnTo>
                  <a:cubicBezTo>
                    <a:pt x="4477" y="798"/>
                    <a:pt x="4477" y="810"/>
                    <a:pt x="4465" y="810"/>
                  </a:cubicBezTo>
                  <a:cubicBezTo>
                    <a:pt x="3918" y="929"/>
                    <a:pt x="3370" y="1156"/>
                    <a:pt x="2906" y="1453"/>
                  </a:cubicBezTo>
                  <a:lnTo>
                    <a:pt x="2882" y="1453"/>
                  </a:lnTo>
                  <a:lnTo>
                    <a:pt x="2560" y="1120"/>
                  </a:lnTo>
                  <a:cubicBezTo>
                    <a:pt x="2495" y="1054"/>
                    <a:pt x="2408" y="1022"/>
                    <a:pt x="2322" y="1022"/>
                  </a:cubicBezTo>
                  <a:cubicBezTo>
                    <a:pt x="2236" y="1022"/>
                    <a:pt x="2150" y="1054"/>
                    <a:pt x="2084" y="1120"/>
                  </a:cubicBezTo>
                  <a:lnTo>
                    <a:pt x="1120" y="2084"/>
                  </a:lnTo>
                  <a:cubicBezTo>
                    <a:pt x="977" y="2215"/>
                    <a:pt x="977" y="2430"/>
                    <a:pt x="1120" y="2561"/>
                  </a:cubicBezTo>
                  <a:lnTo>
                    <a:pt x="1441" y="2894"/>
                  </a:lnTo>
                  <a:lnTo>
                    <a:pt x="1441" y="2906"/>
                  </a:lnTo>
                  <a:cubicBezTo>
                    <a:pt x="1132" y="3382"/>
                    <a:pt x="917" y="3906"/>
                    <a:pt x="798" y="4466"/>
                  </a:cubicBezTo>
                  <a:cubicBezTo>
                    <a:pt x="798" y="4466"/>
                    <a:pt x="798" y="4489"/>
                    <a:pt x="786" y="4489"/>
                  </a:cubicBezTo>
                  <a:lnTo>
                    <a:pt x="322" y="4489"/>
                  </a:lnTo>
                  <a:cubicBezTo>
                    <a:pt x="143" y="4489"/>
                    <a:pt x="0" y="4632"/>
                    <a:pt x="0" y="4811"/>
                  </a:cubicBezTo>
                  <a:lnTo>
                    <a:pt x="0" y="6192"/>
                  </a:lnTo>
                  <a:cubicBezTo>
                    <a:pt x="0" y="6371"/>
                    <a:pt x="143" y="6525"/>
                    <a:pt x="322" y="6525"/>
                  </a:cubicBezTo>
                  <a:lnTo>
                    <a:pt x="786" y="6525"/>
                  </a:lnTo>
                  <a:cubicBezTo>
                    <a:pt x="786" y="6525"/>
                    <a:pt x="798" y="6525"/>
                    <a:pt x="798" y="6537"/>
                  </a:cubicBezTo>
                  <a:cubicBezTo>
                    <a:pt x="917" y="7085"/>
                    <a:pt x="1143" y="7621"/>
                    <a:pt x="1441" y="8097"/>
                  </a:cubicBezTo>
                  <a:lnTo>
                    <a:pt x="1441" y="8121"/>
                  </a:lnTo>
                  <a:lnTo>
                    <a:pt x="1120" y="8442"/>
                  </a:lnTo>
                  <a:cubicBezTo>
                    <a:pt x="977" y="8573"/>
                    <a:pt x="977" y="8788"/>
                    <a:pt x="1120" y="8918"/>
                  </a:cubicBezTo>
                  <a:lnTo>
                    <a:pt x="2084" y="9883"/>
                  </a:lnTo>
                  <a:cubicBezTo>
                    <a:pt x="2150" y="9954"/>
                    <a:pt x="2236" y="9990"/>
                    <a:pt x="2322" y="9990"/>
                  </a:cubicBezTo>
                  <a:cubicBezTo>
                    <a:pt x="2408" y="9990"/>
                    <a:pt x="2495" y="9954"/>
                    <a:pt x="2560" y="9883"/>
                  </a:cubicBezTo>
                  <a:lnTo>
                    <a:pt x="2882" y="9561"/>
                  </a:lnTo>
                  <a:lnTo>
                    <a:pt x="2906" y="9561"/>
                  </a:lnTo>
                  <a:cubicBezTo>
                    <a:pt x="3370" y="9871"/>
                    <a:pt x="3894" y="10085"/>
                    <a:pt x="4465" y="10204"/>
                  </a:cubicBezTo>
                  <a:cubicBezTo>
                    <a:pt x="4465" y="10204"/>
                    <a:pt x="4477" y="10204"/>
                    <a:pt x="4477" y="10216"/>
                  </a:cubicBezTo>
                  <a:lnTo>
                    <a:pt x="4477" y="10681"/>
                  </a:lnTo>
                  <a:cubicBezTo>
                    <a:pt x="4477" y="10859"/>
                    <a:pt x="4632" y="11002"/>
                    <a:pt x="4811" y="11002"/>
                  </a:cubicBezTo>
                  <a:lnTo>
                    <a:pt x="6192" y="11002"/>
                  </a:lnTo>
                  <a:cubicBezTo>
                    <a:pt x="6370" y="11002"/>
                    <a:pt x="6513" y="10859"/>
                    <a:pt x="6513" y="10681"/>
                  </a:cubicBezTo>
                  <a:lnTo>
                    <a:pt x="6513" y="10216"/>
                  </a:lnTo>
                  <a:cubicBezTo>
                    <a:pt x="6513" y="10216"/>
                    <a:pt x="6513" y="10204"/>
                    <a:pt x="6537" y="10204"/>
                  </a:cubicBezTo>
                  <a:cubicBezTo>
                    <a:pt x="7085" y="10085"/>
                    <a:pt x="7620" y="9859"/>
                    <a:pt x="8097" y="9561"/>
                  </a:cubicBezTo>
                  <a:lnTo>
                    <a:pt x="8109" y="9561"/>
                  </a:lnTo>
                  <a:lnTo>
                    <a:pt x="8442" y="9883"/>
                  </a:lnTo>
                  <a:cubicBezTo>
                    <a:pt x="8507" y="9954"/>
                    <a:pt x="8591" y="9990"/>
                    <a:pt x="8676" y="9990"/>
                  </a:cubicBezTo>
                  <a:cubicBezTo>
                    <a:pt x="8760" y="9990"/>
                    <a:pt x="8847" y="9954"/>
                    <a:pt x="8918" y="9883"/>
                  </a:cubicBezTo>
                  <a:lnTo>
                    <a:pt x="9883" y="8918"/>
                  </a:lnTo>
                  <a:cubicBezTo>
                    <a:pt x="10014" y="8788"/>
                    <a:pt x="10014" y="8573"/>
                    <a:pt x="9883" y="8442"/>
                  </a:cubicBezTo>
                  <a:lnTo>
                    <a:pt x="9549" y="8121"/>
                  </a:lnTo>
                  <a:lnTo>
                    <a:pt x="9549" y="8097"/>
                  </a:lnTo>
                  <a:cubicBezTo>
                    <a:pt x="9871" y="7621"/>
                    <a:pt x="10073" y="7109"/>
                    <a:pt x="10192" y="6537"/>
                  </a:cubicBezTo>
                  <a:cubicBezTo>
                    <a:pt x="10192" y="6537"/>
                    <a:pt x="10192" y="6525"/>
                    <a:pt x="10204" y="6525"/>
                  </a:cubicBezTo>
                  <a:lnTo>
                    <a:pt x="10668" y="6525"/>
                  </a:lnTo>
                  <a:cubicBezTo>
                    <a:pt x="10847" y="6525"/>
                    <a:pt x="11002" y="6371"/>
                    <a:pt x="11002" y="6192"/>
                  </a:cubicBezTo>
                  <a:lnTo>
                    <a:pt x="11002" y="4811"/>
                  </a:lnTo>
                  <a:cubicBezTo>
                    <a:pt x="10978" y="4632"/>
                    <a:pt x="10835" y="4489"/>
                    <a:pt x="10657" y="4489"/>
                  </a:cubicBezTo>
                  <a:lnTo>
                    <a:pt x="10192" y="4489"/>
                  </a:lnTo>
                  <a:cubicBezTo>
                    <a:pt x="10192" y="4489"/>
                    <a:pt x="10180" y="4489"/>
                    <a:pt x="10180" y="4466"/>
                  </a:cubicBezTo>
                  <a:cubicBezTo>
                    <a:pt x="10061" y="3918"/>
                    <a:pt x="9835" y="3382"/>
                    <a:pt x="9537" y="2906"/>
                  </a:cubicBezTo>
                  <a:lnTo>
                    <a:pt x="9537" y="2894"/>
                  </a:lnTo>
                  <a:lnTo>
                    <a:pt x="9859" y="2561"/>
                  </a:lnTo>
                  <a:cubicBezTo>
                    <a:pt x="10002" y="2430"/>
                    <a:pt x="10002" y="2215"/>
                    <a:pt x="9859" y="2084"/>
                  </a:cubicBezTo>
                  <a:lnTo>
                    <a:pt x="8894" y="1120"/>
                  </a:lnTo>
                  <a:cubicBezTo>
                    <a:pt x="8829" y="1054"/>
                    <a:pt x="8743" y="1022"/>
                    <a:pt x="8656" y="1022"/>
                  </a:cubicBezTo>
                  <a:cubicBezTo>
                    <a:pt x="8570" y="1022"/>
                    <a:pt x="8484" y="1054"/>
                    <a:pt x="8418" y="1120"/>
                  </a:cubicBezTo>
                  <a:lnTo>
                    <a:pt x="8097" y="1453"/>
                  </a:lnTo>
                  <a:lnTo>
                    <a:pt x="8073" y="1453"/>
                  </a:lnTo>
                  <a:cubicBezTo>
                    <a:pt x="7597" y="1132"/>
                    <a:pt x="7085" y="929"/>
                    <a:pt x="6513" y="810"/>
                  </a:cubicBezTo>
                  <a:cubicBezTo>
                    <a:pt x="6513" y="810"/>
                    <a:pt x="6501" y="810"/>
                    <a:pt x="6501" y="798"/>
                  </a:cubicBezTo>
                  <a:lnTo>
                    <a:pt x="6501" y="334"/>
                  </a:lnTo>
                  <a:cubicBezTo>
                    <a:pt x="6501" y="156"/>
                    <a:pt x="6346" y="1"/>
                    <a:pt x="616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4" name="Google Shape;3554;p66"/>
            <p:cNvSpPr/>
            <p:nvPr/>
          </p:nvSpPr>
          <p:spPr>
            <a:xfrm>
              <a:off x="1373049" y="1574063"/>
              <a:ext cx="181544" cy="179730"/>
            </a:xfrm>
            <a:custGeom>
              <a:rect b="b" l="l" r="r" t="t"/>
              <a:pathLst>
                <a:path extrusionOk="0" h="5647" w="5704">
                  <a:moveTo>
                    <a:pt x="3449" y="0"/>
                  </a:moveTo>
                  <a:cubicBezTo>
                    <a:pt x="3399" y="0"/>
                    <a:pt x="3349" y="1"/>
                    <a:pt x="3299" y="3"/>
                  </a:cubicBezTo>
                  <a:cubicBezTo>
                    <a:pt x="2453" y="51"/>
                    <a:pt x="1644" y="408"/>
                    <a:pt x="1036" y="1003"/>
                  </a:cubicBezTo>
                  <a:cubicBezTo>
                    <a:pt x="429" y="1611"/>
                    <a:pt x="84" y="2396"/>
                    <a:pt x="48" y="3266"/>
                  </a:cubicBezTo>
                  <a:cubicBezTo>
                    <a:pt x="1" y="4111"/>
                    <a:pt x="262" y="4933"/>
                    <a:pt x="798" y="5587"/>
                  </a:cubicBezTo>
                  <a:cubicBezTo>
                    <a:pt x="834" y="5635"/>
                    <a:pt x="882" y="5647"/>
                    <a:pt x="917" y="5647"/>
                  </a:cubicBezTo>
                  <a:cubicBezTo>
                    <a:pt x="953" y="5647"/>
                    <a:pt x="1001" y="5635"/>
                    <a:pt x="1024" y="5623"/>
                  </a:cubicBezTo>
                  <a:cubicBezTo>
                    <a:pt x="1096" y="5564"/>
                    <a:pt x="1096" y="5456"/>
                    <a:pt x="1060" y="5397"/>
                  </a:cubicBezTo>
                  <a:cubicBezTo>
                    <a:pt x="584" y="4802"/>
                    <a:pt x="322" y="4051"/>
                    <a:pt x="370" y="3278"/>
                  </a:cubicBezTo>
                  <a:cubicBezTo>
                    <a:pt x="417" y="2504"/>
                    <a:pt x="727" y="1777"/>
                    <a:pt x="1274" y="1242"/>
                  </a:cubicBezTo>
                  <a:cubicBezTo>
                    <a:pt x="1834" y="694"/>
                    <a:pt x="2560" y="384"/>
                    <a:pt x="3322" y="337"/>
                  </a:cubicBezTo>
                  <a:cubicBezTo>
                    <a:pt x="3385" y="333"/>
                    <a:pt x="3447" y="331"/>
                    <a:pt x="3509" y="331"/>
                  </a:cubicBezTo>
                  <a:cubicBezTo>
                    <a:pt x="4215" y="331"/>
                    <a:pt x="4883" y="578"/>
                    <a:pt x="5430" y="1015"/>
                  </a:cubicBezTo>
                  <a:cubicBezTo>
                    <a:pt x="5461" y="1041"/>
                    <a:pt x="5496" y="1053"/>
                    <a:pt x="5531" y="1053"/>
                  </a:cubicBezTo>
                  <a:cubicBezTo>
                    <a:pt x="5577" y="1053"/>
                    <a:pt x="5622" y="1032"/>
                    <a:pt x="5656" y="992"/>
                  </a:cubicBezTo>
                  <a:cubicBezTo>
                    <a:pt x="5704" y="920"/>
                    <a:pt x="5680" y="813"/>
                    <a:pt x="5620" y="765"/>
                  </a:cubicBezTo>
                  <a:cubicBezTo>
                    <a:pt x="5005" y="262"/>
                    <a:pt x="4232" y="0"/>
                    <a:pt x="3449"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5" name="Google Shape;3555;p66"/>
            <p:cNvSpPr/>
            <p:nvPr/>
          </p:nvSpPr>
          <p:spPr>
            <a:xfrm>
              <a:off x="1411338" y="1606368"/>
              <a:ext cx="182276" cy="186477"/>
            </a:xfrm>
            <a:custGeom>
              <a:rect b="b" l="l" r="r" t="t"/>
              <a:pathLst>
                <a:path extrusionOk="0" h="5859" w="5727">
                  <a:moveTo>
                    <a:pt x="3286" y="334"/>
                  </a:moveTo>
                  <a:lnTo>
                    <a:pt x="3286" y="1000"/>
                  </a:lnTo>
                  <a:cubicBezTo>
                    <a:pt x="3286" y="1108"/>
                    <a:pt x="3262" y="1227"/>
                    <a:pt x="3215" y="1310"/>
                  </a:cubicBezTo>
                  <a:lnTo>
                    <a:pt x="3143" y="1477"/>
                  </a:lnTo>
                  <a:cubicBezTo>
                    <a:pt x="3119" y="1501"/>
                    <a:pt x="3119" y="1524"/>
                    <a:pt x="3119" y="1548"/>
                  </a:cubicBezTo>
                  <a:lnTo>
                    <a:pt x="3119" y="1893"/>
                  </a:lnTo>
                  <a:cubicBezTo>
                    <a:pt x="3119" y="2132"/>
                    <a:pt x="3036" y="2358"/>
                    <a:pt x="2858" y="2524"/>
                  </a:cubicBezTo>
                  <a:cubicBezTo>
                    <a:pt x="2691" y="2679"/>
                    <a:pt x="2453" y="2775"/>
                    <a:pt x="2215" y="2775"/>
                  </a:cubicBezTo>
                  <a:cubicBezTo>
                    <a:pt x="1774" y="2763"/>
                    <a:pt x="1381" y="2346"/>
                    <a:pt x="1381" y="1846"/>
                  </a:cubicBezTo>
                  <a:lnTo>
                    <a:pt x="1381" y="1548"/>
                  </a:lnTo>
                  <a:cubicBezTo>
                    <a:pt x="1381" y="1524"/>
                    <a:pt x="1381" y="1501"/>
                    <a:pt x="1369" y="1477"/>
                  </a:cubicBezTo>
                  <a:lnTo>
                    <a:pt x="1262" y="1286"/>
                  </a:lnTo>
                  <a:cubicBezTo>
                    <a:pt x="1238" y="1203"/>
                    <a:pt x="1203" y="1131"/>
                    <a:pt x="1203" y="1048"/>
                  </a:cubicBezTo>
                  <a:lnTo>
                    <a:pt x="1203" y="1024"/>
                  </a:lnTo>
                  <a:cubicBezTo>
                    <a:pt x="1203" y="643"/>
                    <a:pt x="1524" y="334"/>
                    <a:pt x="1905" y="334"/>
                  </a:cubicBezTo>
                  <a:close/>
                  <a:moveTo>
                    <a:pt x="2608" y="3025"/>
                  </a:moveTo>
                  <a:cubicBezTo>
                    <a:pt x="2619" y="3084"/>
                    <a:pt x="2631" y="3132"/>
                    <a:pt x="2655" y="3179"/>
                  </a:cubicBezTo>
                  <a:lnTo>
                    <a:pt x="2512" y="3310"/>
                  </a:lnTo>
                  <a:cubicBezTo>
                    <a:pt x="2441" y="3382"/>
                    <a:pt x="2357" y="3417"/>
                    <a:pt x="2262" y="3417"/>
                  </a:cubicBezTo>
                  <a:cubicBezTo>
                    <a:pt x="2179" y="3417"/>
                    <a:pt x="2084" y="3382"/>
                    <a:pt x="2012" y="3310"/>
                  </a:cubicBezTo>
                  <a:lnTo>
                    <a:pt x="1881" y="3179"/>
                  </a:lnTo>
                  <a:cubicBezTo>
                    <a:pt x="1893" y="3132"/>
                    <a:pt x="1905" y="3084"/>
                    <a:pt x="1905" y="3025"/>
                  </a:cubicBezTo>
                  <a:cubicBezTo>
                    <a:pt x="2012" y="3060"/>
                    <a:pt x="2119" y="3084"/>
                    <a:pt x="2215" y="3084"/>
                  </a:cubicBezTo>
                  <a:lnTo>
                    <a:pt x="2250" y="3084"/>
                  </a:lnTo>
                  <a:cubicBezTo>
                    <a:pt x="2369" y="3084"/>
                    <a:pt x="2488" y="3072"/>
                    <a:pt x="2608" y="3025"/>
                  </a:cubicBezTo>
                  <a:close/>
                  <a:moveTo>
                    <a:pt x="2810" y="3441"/>
                  </a:moveTo>
                  <a:cubicBezTo>
                    <a:pt x="2858" y="3477"/>
                    <a:pt x="2905" y="3489"/>
                    <a:pt x="2941" y="3501"/>
                  </a:cubicBezTo>
                  <a:lnTo>
                    <a:pt x="3524" y="3667"/>
                  </a:lnTo>
                  <a:cubicBezTo>
                    <a:pt x="3679" y="3715"/>
                    <a:pt x="3774" y="3846"/>
                    <a:pt x="3774" y="4013"/>
                  </a:cubicBezTo>
                  <a:lnTo>
                    <a:pt x="3774" y="5108"/>
                  </a:lnTo>
                  <a:lnTo>
                    <a:pt x="3822" y="5108"/>
                  </a:lnTo>
                  <a:cubicBezTo>
                    <a:pt x="3703" y="5180"/>
                    <a:pt x="3584" y="5239"/>
                    <a:pt x="3453" y="5287"/>
                  </a:cubicBezTo>
                  <a:lnTo>
                    <a:pt x="3453" y="4310"/>
                  </a:lnTo>
                  <a:cubicBezTo>
                    <a:pt x="3453" y="4215"/>
                    <a:pt x="3381" y="4144"/>
                    <a:pt x="3286" y="4144"/>
                  </a:cubicBezTo>
                  <a:cubicBezTo>
                    <a:pt x="3203" y="4144"/>
                    <a:pt x="3119" y="4215"/>
                    <a:pt x="3119" y="4310"/>
                  </a:cubicBezTo>
                  <a:lnTo>
                    <a:pt x="3119" y="5394"/>
                  </a:lnTo>
                  <a:cubicBezTo>
                    <a:pt x="2881" y="5465"/>
                    <a:pt x="2655" y="5501"/>
                    <a:pt x="2405" y="5513"/>
                  </a:cubicBezTo>
                  <a:lnTo>
                    <a:pt x="2262" y="5513"/>
                  </a:lnTo>
                  <a:cubicBezTo>
                    <a:pt x="1965" y="5513"/>
                    <a:pt x="1667" y="5465"/>
                    <a:pt x="1381" y="5394"/>
                  </a:cubicBezTo>
                  <a:lnTo>
                    <a:pt x="1381" y="4310"/>
                  </a:lnTo>
                  <a:cubicBezTo>
                    <a:pt x="1381" y="4215"/>
                    <a:pt x="1310" y="4144"/>
                    <a:pt x="1214" y="4144"/>
                  </a:cubicBezTo>
                  <a:cubicBezTo>
                    <a:pt x="1131" y="4144"/>
                    <a:pt x="1060" y="4215"/>
                    <a:pt x="1060" y="4310"/>
                  </a:cubicBezTo>
                  <a:lnTo>
                    <a:pt x="1060" y="5287"/>
                  </a:lnTo>
                  <a:cubicBezTo>
                    <a:pt x="941" y="5227"/>
                    <a:pt x="798" y="5168"/>
                    <a:pt x="679" y="5108"/>
                  </a:cubicBezTo>
                  <a:lnTo>
                    <a:pt x="679" y="4013"/>
                  </a:lnTo>
                  <a:cubicBezTo>
                    <a:pt x="679" y="3846"/>
                    <a:pt x="786" y="3715"/>
                    <a:pt x="941" y="3667"/>
                  </a:cubicBezTo>
                  <a:lnTo>
                    <a:pt x="1512" y="3501"/>
                  </a:lnTo>
                  <a:cubicBezTo>
                    <a:pt x="1560" y="3489"/>
                    <a:pt x="1619" y="3477"/>
                    <a:pt x="1655" y="3441"/>
                  </a:cubicBezTo>
                  <a:lnTo>
                    <a:pt x="1750" y="3548"/>
                  </a:lnTo>
                  <a:cubicBezTo>
                    <a:pt x="1893" y="3679"/>
                    <a:pt x="2072" y="3739"/>
                    <a:pt x="2227" y="3739"/>
                  </a:cubicBezTo>
                  <a:cubicBezTo>
                    <a:pt x="2393" y="3739"/>
                    <a:pt x="2572" y="3679"/>
                    <a:pt x="2703" y="3548"/>
                  </a:cubicBezTo>
                  <a:lnTo>
                    <a:pt x="2810" y="3441"/>
                  </a:lnTo>
                  <a:close/>
                  <a:moveTo>
                    <a:pt x="1893" y="0"/>
                  </a:moveTo>
                  <a:cubicBezTo>
                    <a:pt x="1322" y="0"/>
                    <a:pt x="869" y="465"/>
                    <a:pt x="869" y="1024"/>
                  </a:cubicBezTo>
                  <a:lnTo>
                    <a:pt x="869" y="1048"/>
                  </a:lnTo>
                  <a:cubicBezTo>
                    <a:pt x="869" y="1179"/>
                    <a:pt x="893" y="1310"/>
                    <a:pt x="953" y="1429"/>
                  </a:cubicBezTo>
                  <a:lnTo>
                    <a:pt x="1048" y="1596"/>
                  </a:lnTo>
                  <a:lnTo>
                    <a:pt x="1048" y="1870"/>
                  </a:lnTo>
                  <a:cubicBezTo>
                    <a:pt x="1048" y="2286"/>
                    <a:pt x="1250" y="2655"/>
                    <a:pt x="1560" y="2882"/>
                  </a:cubicBezTo>
                  <a:lnTo>
                    <a:pt x="1560" y="3025"/>
                  </a:lnTo>
                  <a:cubicBezTo>
                    <a:pt x="1560" y="3096"/>
                    <a:pt x="1500" y="3179"/>
                    <a:pt x="1429" y="3203"/>
                  </a:cubicBezTo>
                  <a:lnTo>
                    <a:pt x="845" y="3370"/>
                  </a:lnTo>
                  <a:cubicBezTo>
                    <a:pt x="572" y="3453"/>
                    <a:pt x="357" y="3727"/>
                    <a:pt x="357" y="4025"/>
                  </a:cubicBezTo>
                  <a:lnTo>
                    <a:pt x="357" y="4906"/>
                  </a:lnTo>
                  <a:cubicBezTo>
                    <a:pt x="333" y="4882"/>
                    <a:pt x="310" y="4858"/>
                    <a:pt x="286" y="4846"/>
                  </a:cubicBezTo>
                  <a:cubicBezTo>
                    <a:pt x="255" y="4820"/>
                    <a:pt x="220" y="4808"/>
                    <a:pt x="185" y="4808"/>
                  </a:cubicBezTo>
                  <a:cubicBezTo>
                    <a:pt x="139" y="4808"/>
                    <a:pt x="93" y="4829"/>
                    <a:pt x="60" y="4870"/>
                  </a:cubicBezTo>
                  <a:cubicBezTo>
                    <a:pt x="0" y="4941"/>
                    <a:pt x="12" y="5037"/>
                    <a:pt x="95" y="5096"/>
                  </a:cubicBezTo>
                  <a:cubicBezTo>
                    <a:pt x="703" y="5584"/>
                    <a:pt x="1465" y="5858"/>
                    <a:pt x="2250" y="5858"/>
                  </a:cubicBezTo>
                  <a:lnTo>
                    <a:pt x="2417" y="5858"/>
                  </a:lnTo>
                  <a:cubicBezTo>
                    <a:pt x="3262" y="5811"/>
                    <a:pt x="4060" y="5453"/>
                    <a:pt x="4679" y="4858"/>
                  </a:cubicBezTo>
                  <a:cubicBezTo>
                    <a:pt x="5286" y="4251"/>
                    <a:pt x="5632" y="3453"/>
                    <a:pt x="5667" y="2596"/>
                  </a:cubicBezTo>
                  <a:cubicBezTo>
                    <a:pt x="5727" y="1727"/>
                    <a:pt x="5465" y="905"/>
                    <a:pt x="4929" y="262"/>
                  </a:cubicBezTo>
                  <a:cubicBezTo>
                    <a:pt x="4895" y="215"/>
                    <a:pt x="4846" y="194"/>
                    <a:pt x="4799" y="194"/>
                  </a:cubicBezTo>
                  <a:cubicBezTo>
                    <a:pt x="4763" y="194"/>
                    <a:pt x="4729" y="206"/>
                    <a:pt x="4703" y="227"/>
                  </a:cubicBezTo>
                  <a:cubicBezTo>
                    <a:pt x="4632" y="286"/>
                    <a:pt x="4632" y="393"/>
                    <a:pt x="4679" y="453"/>
                  </a:cubicBezTo>
                  <a:cubicBezTo>
                    <a:pt x="5155" y="1048"/>
                    <a:pt x="5405" y="1786"/>
                    <a:pt x="5358" y="2560"/>
                  </a:cubicBezTo>
                  <a:cubicBezTo>
                    <a:pt x="5310" y="3334"/>
                    <a:pt x="5001" y="4072"/>
                    <a:pt x="4453" y="4608"/>
                  </a:cubicBezTo>
                  <a:cubicBezTo>
                    <a:pt x="4346" y="4703"/>
                    <a:pt x="4239" y="4799"/>
                    <a:pt x="4143" y="4882"/>
                  </a:cubicBezTo>
                  <a:lnTo>
                    <a:pt x="4143" y="4013"/>
                  </a:lnTo>
                  <a:cubicBezTo>
                    <a:pt x="4143" y="3715"/>
                    <a:pt x="3929" y="3441"/>
                    <a:pt x="3643" y="3358"/>
                  </a:cubicBezTo>
                  <a:lnTo>
                    <a:pt x="3072" y="3191"/>
                  </a:lnTo>
                  <a:cubicBezTo>
                    <a:pt x="2989" y="3156"/>
                    <a:pt x="2929" y="3096"/>
                    <a:pt x="2929" y="3013"/>
                  </a:cubicBezTo>
                  <a:lnTo>
                    <a:pt x="2929" y="2882"/>
                  </a:lnTo>
                  <a:cubicBezTo>
                    <a:pt x="2989" y="2834"/>
                    <a:pt x="3036" y="2798"/>
                    <a:pt x="3084" y="2763"/>
                  </a:cubicBezTo>
                  <a:cubicBezTo>
                    <a:pt x="3322" y="2536"/>
                    <a:pt x="3441" y="2227"/>
                    <a:pt x="3441" y="1893"/>
                  </a:cubicBezTo>
                  <a:lnTo>
                    <a:pt x="3441" y="1596"/>
                  </a:lnTo>
                  <a:lnTo>
                    <a:pt x="3500" y="1465"/>
                  </a:lnTo>
                  <a:cubicBezTo>
                    <a:pt x="3572" y="1334"/>
                    <a:pt x="3596" y="1167"/>
                    <a:pt x="3596" y="1000"/>
                  </a:cubicBezTo>
                  <a:lnTo>
                    <a:pt x="3596" y="167"/>
                  </a:lnTo>
                  <a:cubicBezTo>
                    <a:pt x="3596" y="72"/>
                    <a:pt x="3524" y="0"/>
                    <a:pt x="344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6" name="Google Shape;3556;p66"/>
            <p:cNvSpPr/>
            <p:nvPr/>
          </p:nvSpPr>
          <p:spPr>
            <a:xfrm>
              <a:off x="1461721" y="1634026"/>
              <a:ext cx="43986" cy="15564"/>
            </a:xfrm>
            <a:custGeom>
              <a:rect b="b" l="l" r="r" t="t"/>
              <a:pathLst>
                <a:path extrusionOk="0" h="489" w="1382">
                  <a:moveTo>
                    <a:pt x="155" y="1"/>
                  </a:moveTo>
                  <a:cubicBezTo>
                    <a:pt x="72" y="1"/>
                    <a:pt x="1" y="72"/>
                    <a:pt x="1" y="167"/>
                  </a:cubicBezTo>
                  <a:cubicBezTo>
                    <a:pt x="1" y="251"/>
                    <a:pt x="72" y="322"/>
                    <a:pt x="155" y="322"/>
                  </a:cubicBezTo>
                  <a:cubicBezTo>
                    <a:pt x="334" y="322"/>
                    <a:pt x="858" y="358"/>
                    <a:pt x="1132" y="477"/>
                  </a:cubicBezTo>
                  <a:cubicBezTo>
                    <a:pt x="1155" y="489"/>
                    <a:pt x="1167" y="489"/>
                    <a:pt x="1203" y="489"/>
                  </a:cubicBezTo>
                  <a:cubicBezTo>
                    <a:pt x="1263" y="489"/>
                    <a:pt x="1322" y="465"/>
                    <a:pt x="1346" y="405"/>
                  </a:cubicBezTo>
                  <a:cubicBezTo>
                    <a:pt x="1382" y="322"/>
                    <a:pt x="1346" y="239"/>
                    <a:pt x="1263" y="191"/>
                  </a:cubicBezTo>
                  <a:cubicBezTo>
                    <a:pt x="894" y="1"/>
                    <a:pt x="191" y="1"/>
                    <a:pt x="155"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1" name="Shape 3561"/>
        <p:cNvGrpSpPr/>
        <p:nvPr/>
      </p:nvGrpSpPr>
      <p:grpSpPr>
        <a:xfrm>
          <a:off x="0" y="0"/>
          <a:ext cx="0" cy="0"/>
          <a:chOff x="0" y="0"/>
          <a:chExt cx="0" cy="0"/>
        </a:xfrm>
      </p:grpSpPr>
      <p:sp>
        <p:nvSpPr>
          <p:cNvPr id="3562" name="Google Shape;3562;p67"/>
          <p:cNvSpPr/>
          <p:nvPr/>
        </p:nvSpPr>
        <p:spPr>
          <a:xfrm>
            <a:off x="4727875" y="568475"/>
            <a:ext cx="1778100" cy="3961500"/>
          </a:xfrm>
          <a:prstGeom prst="rect">
            <a:avLst/>
          </a:pr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3" name="Google Shape;3563;p67"/>
          <p:cNvSpPr/>
          <p:nvPr/>
        </p:nvSpPr>
        <p:spPr>
          <a:xfrm>
            <a:off x="6783250" y="568475"/>
            <a:ext cx="1778100" cy="3961500"/>
          </a:xfrm>
          <a:prstGeom prst="rect">
            <a:avLst/>
          </a:prstGeom>
          <a:noFill/>
          <a:ln cap="flat" cmpd="sng" w="19050">
            <a:solidFill>
              <a:srgbClr val="FF45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4" name="Google Shape;3564;p67"/>
          <p:cNvSpPr/>
          <p:nvPr/>
        </p:nvSpPr>
        <p:spPr>
          <a:xfrm>
            <a:off x="2672500" y="568475"/>
            <a:ext cx="1778100" cy="3961500"/>
          </a:xfrm>
          <a:prstGeom prst="rect">
            <a:avLst/>
          </a:prstGeom>
          <a:noFill/>
          <a:ln cap="flat" cmpd="sng" w="19050">
            <a:solidFill>
              <a:srgbClr val="FF45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5" name="Google Shape;3565;p67"/>
          <p:cNvSpPr txBox="1"/>
          <p:nvPr>
            <p:ph type="ctrTitle"/>
          </p:nvPr>
        </p:nvSpPr>
        <p:spPr>
          <a:xfrm flipH="1">
            <a:off x="784400" y="1951175"/>
            <a:ext cx="17568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a:t>DOMAINS OF SPECIALIZATION</a:t>
            </a:r>
            <a:endParaRPr/>
          </a:p>
        </p:txBody>
      </p:sp>
      <p:sp>
        <p:nvSpPr>
          <p:cNvPr id="3566" name="Google Shape;3566;p67"/>
          <p:cNvSpPr txBox="1"/>
          <p:nvPr>
            <p:ph idx="1" type="subTitle"/>
          </p:nvPr>
        </p:nvSpPr>
        <p:spPr>
          <a:xfrm flipH="1">
            <a:off x="2677175" y="2539025"/>
            <a:ext cx="1756800" cy="1023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Physical ergonomics is concerned with human anatomy, and some of the anthropometric, physiological and bio mechanical characteristics as they relate to physical activity</a:t>
            </a:r>
            <a:endParaRPr>
              <a:solidFill>
                <a:srgbClr val="21204D"/>
              </a:solidFill>
            </a:endParaRPr>
          </a:p>
        </p:txBody>
      </p:sp>
      <p:sp>
        <p:nvSpPr>
          <p:cNvPr id="3567" name="Google Shape;3567;p67"/>
          <p:cNvSpPr txBox="1"/>
          <p:nvPr>
            <p:ph idx="2" type="subTitle"/>
          </p:nvPr>
        </p:nvSpPr>
        <p:spPr>
          <a:xfrm flipH="1">
            <a:off x="2677175" y="2046300"/>
            <a:ext cx="1756800" cy="356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PHYSICAL ERGONOMICS</a:t>
            </a:r>
            <a:endParaRPr>
              <a:solidFill>
                <a:srgbClr val="21204D"/>
              </a:solidFill>
            </a:endParaRPr>
          </a:p>
        </p:txBody>
      </p:sp>
      <p:sp>
        <p:nvSpPr>
          <p:cNvPr id="3568" name="Google Shape;3568;p67"/>
          <p:cNvSpPr txBox="1"/>
          <p:nvPr>
            <p:ph idx="3" type="subTitle"/>
          </p:nvPr>
        </p:nvSpPr>
        <p:spPr>
          <a:xfrm flipH="1">
            <a:off x="4738550" y="2539025"/>
            <a:ext cx="1756800" cy="1023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Cognitive ergonomics is concerned with mental processes, such as perception, memory, reasoning, and motor response, as they affect interactions among humans and other elements of a system.</a:t>
            </a:r>
            <a:endParaRPr>
              <a:solidFill>
                <a:srgbClr val="21204D"/>
              </a:solidFill>
            </a:endParaRPr>
          </a:p>
        </p:txBody>
      </p:sp>
      <p:sp>
        <p:nvSpPr>
          <p:cNvPr id="3569" name="Google Shape;3569;p67"/>
          <p:cNvSpPr txBox="1"/>
          <p:nvPr>
            <p:ph idx="4" type="subTitle"/>
          </p:nvPr>
        </p:nvSpPr>
        <p:spPr>
          <a:xfrm flipH="1">
            <a:off x="4738525" y="2046300"/>
            <a:ext cx="1756800" cy="356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COGNITIVE ERGONOMICS</a:t>
            </a:r>
            <a:endParaRPr>
              <a:solidFill>
                <a:srgbClr val="21204D"/>
              </a:solidFill>
            </a:endParaRPr>
          </a:p>
        </p:txBody>
      </p:sp>
      <p:sp>
        <p:nvSpPr>
          <p:cNvPr id="3570" name="Google Shape;3570;p67"/>
          <p:cNvSpPr txBox="1"/>
          <p:nvPr>
            <p:ph idx="5" type="subTitle"/>
          </p:nvPr>
        </p:nvSpPr>
        <p:spPr>
          <a:xfrm flipH="1">
            <a:off x="6799875" y="2539025"/>
            <a:ext cx="1756800" cy="1023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Organizational ergonomics is concerned with the optimization of socio-technical systems, including their organizational structures, policies, and processes.</a:t>
            </a:r>
            <a:endParaRPr>
              <a:solidFill>
                <a:srgbClr val="21204D"/>
              </a:solidFill>
            </a:endParaRPr>
          </a:p>
        </p:txBody>
      </p:sp>
      <p:sp>
        <p:nvSpPr>
          <p:cNvPr id="3571" name="Google Shape;3571;p67"/>
          <p:cNvSpPr txBox="1"/>
          <p:nvPr>
            <p:ph idx="6" type="subTitle"/>
          </p:nvPr>
        </p:nvSpPr>
        <p:spPr>
          <a:xfrm flipH="1">
            <a:off x="6799875" y="2046300"/>
            <a:ext cx="1756800" cy="356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ORGANIZATIONAL ERGONOMICS</a:t>
            </a:r>
            <a:endParaRPr>
              <a:solidFill>
                <a:srgbClr val="21204D"/>
              </a:solidFill>
            </a:endParaRPr>
          </a:p>
        </p:txBody>
      </p:sp>
      <p:grpSp>
        <p:nvGrpSpPr>
          <p:cNvPr id="3572" name="Google Shape;3572;p67"/>
          <p:cNvGrpSpPr/>
          <p:nvPr/>
        </p:nvGrpSpPr>
        <p:grpSpPr>
          <a:xfrm flipH="1">
            <a:off x="1693476" y="4184112"/>
            <a:ext cx="2570506" cy="984896"/>
            <a:chOff x="1440175" y="4172575"/>
            <a:chExt cx="1621975" cy="621425"/>
          </a:xfrm>
        </p:grpSpPr>
        <p:sp>
          <p:nvSpPr>
            <p:cNvPr id="3573" name="Google Shape;3573;p67"/>
            <p:cNvSpPr/>
            <p:nvPr/>
          </p:nvSpPr>
          <p:spPr>
            <a:xfrm>
              <a:off x="1440175" y="4172575"/>
              <a:ext cx="1621975" cy="609825"/>
            </a:xfrm>
            <a:custGeom>
              <a:rect b="b" l="l" r="r" t="t"/>
              <a:pathLst>
                <a:path extrusionOk="0" h="24393" w="64879">
                  <a:moveTo>
                    <a:pt x="19559" y="0"/>
                  </a:moveTo>
                  <a:cubicBezTo>
                    <a:pt x="17224" y="0"/>
                    <a:pt x="14591" y="1033"/>
                    <a:pt x="11575" y="3632"/>
                  </a:cubicBezTo>
                  <a:cubicBezTo>
                    <a:pt x="11167" y="3987"/>
                    <a:pt x="10746" y="4372"/>
                    <a:pt x="10322" y="4786"/>
                  </a:cubicBezTo>
                  <a:cubicBezTo>
                    <a:pt x="1" y="14837"/>
                    <a:pt x="13979" y="24328"/>
                    <a:pt x="13979" y="24328"/>
                  </a:cubicBezTo>
                  <a:lnTo>
                    <a:pt x="32302" y="24353"/>
                  </a:lnTo>
                  <a:lnTo>
                    <a:pt x="43916" y="24373"/>
                  </a:lnTo>
                  <a:lnTo>
                    <a:pt x="55288" y="24392"/>
                  </a:lnTo>
                  <a:cubicBezTo>
                    <a:pt x="55288" y="24392"/>
                    <a:pt x="64879" y="15138"/>
                    <a:pt x="58174" y="10115"/>
                  </a:cubicBezTo>
                  <a:cubicBezTo>
                    <a:pt x="57646" y="9720"/>
                    <a:pt x="57014" y="9350"/>
                    <a:pt x="56274" y="9015"/>
                  </a:cubicBezTo>
                  <a:cubicBezTo>
                    <a:pt x="55020" y="8447"/>
                    <a:pt x="53738" y="8217"/>
                    <a:pt x="52444" y="8217"/>
                  </a:cubicBezTo>
                  <a:cubicBezTo>
                    <a:pt x="49694" y="8217"/>
                    <a:pt x="46895" y="9257"/>
                    <a:pt x="44217" y="10297"/>
                  </a:cubicBezTo>
                  <a:cubicBezTo>
                    <a:pt x="41536" y="11339"/>
                    <a:pt x="38977" y="12381"/>
                    <a:pt x="36709" y="12381"/>
                  </a:cubicBezTo>
                  <a:cubicBezTo>
                    <a:pt x="34895" y="12381"/>
                    <a:pt x="33267" y="11714"/>
                    <a:pt x="31912" y="9848"/>
                  </a:cubicBezTo>
                  <a:cubicBezTo>
                    <a:pt x="31148" y="8798"/>
                    <a:pt x="30353" y="7692"/>
                    <a:pt x="29514" y="6617"/>
                  </a:cubicBezTo>
                  <a:lnTo>
                    <a:pt x="27491" y="8728"/>
                  </a:lnTo>
                  <a:lnTo>
                    <a:pt x="28573" y="5453"/>
                  </a:lnTo>
                  <a:cubicBezTo>
                    <a:pt x="28118" y="4910"/>
                    <a:pt x="27649" y="4387"/>
                    <a:pt x="27166" y="3889"/>
                  </a:cubicBezTo>
                  <a:lnTo>
                    <a:pt x="25246" y="10140"/>
                  </a:lnTo>
                  <a:lnTo>
                    <a:pt x="25246" y="2157"/>
                  </a:lnTo>
                  <a:cubicBezTo>
                    <a:pt x="23554" y="852"/>
                    <a:pt x="21679" y="0"/>
                    <a:pt x="19559" y="0"/>
                  </a:cubicBez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4" name="Google Shape;3574;p67"/>
            <p:cNvSpPr/>
            <p:nvPr/>
          </p:nvSpPr>
          <p:spPr>
            <a:xfrm>
              <a:off x="1824900" y="4356100"/>
              <a:ext cx="437875" cy="437900"/>
            </a:xfrm>
            <a:custGeom>
              <a:rect b="b" l="l" r="r" t="t"/>
              <a:pathLst>
                <a:path extrusionOk="0" h="17516" w="17515">
                  <a:moveTo>
                    <a:pt x="143" y="1"/>
                  </a:moveTo>
                  <a:lnTo>
                    <a:pt x="0" y="144"/>
                  </a:lnTo>
                  <a:lnTo>
                    <a:pt x="17372" y="17515"/>
                  </a:lnTo>
                  <a:lnTo>
                    <a:pt x="17515" y="17372"/>
                  </a:lnTo>
                  <a:lnTo>
                    <a:pt x="143"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5" name="Google Shape;3575;p67"/>
            <p:cNvSpPr/>
            <p:nvPr/>
          </p:nvSpPr>
          <p:spPr>
            <a:xfrm>
              <a:off x="1868825" y="4648425"/>
              <a:ext cx="251000" cy="5200"/>
            </a:xfrm>
            <a:custGeom>
              <a:rect b="b" l="l" r="r" t="t"/>
              <a:pathLst>
                <a:path extrusionOk="0" h="208" w="10040">
                  <a:moveTo>
                    <a:pt x="0" y="0"/>
                  </a:moveTo>
                  <a:lnTo>
                    <a:pt x="0" y="208"/>
                  </a:lnTo>
                  <a:lnTo>
                    <a:pt x="10040" y="208"/>
                  </a:lnTo>
                  <a:lnTo>
                    <a:pt x="1004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6" name="Google Shape;3576;p67"/>
            <p:cNvSpPr/>
            <p:nvPr/>
          </p:nvSpPr>
          <p:spPr>
            <a:xfrm>
              <a:off x="2025200" y="4382500"/>
              <a:ext cx="5100" cy="176400"/>
            </a:xfrm>
            <a:custGeom>
              <a:rect b="b" l="l" r="r" t="t"/>
              <a:pathLst>
                <a:path extrusionOk="0" h="7056" w="204">
                  <a:moveTo>
                    <a:pt x="1" y="1"/>
                  </a:moveTo>
                  <a:lnTo>
                    <a:pt x="1" y="7056"/>
                  </a:lnTo>
                  <a:lnTo>
                    <a:pt x="203" y="7056"/>
                  </a:lnTo>
                  <a:lnTo>
                    <a:pt x="203"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7" name="Google Shape;3577;p67"/>
            <p:cNvSpPr/>
            <p:nvPr/>
          </p:nvSpPr>
          <p:spPr>
            <a:xfrm>
              <a:off x="2472825" y="4508200"/>
              <a:ext cx="275425" cy="275425"/>
            </a:xfrm>
            <a:custGeom>
              <a:rect b="b" l="l" r="r" t="t"/>
              <a:pathLst>
                <a:path extrusionOk="0" h="11017" w="11017">
                  <a:moveTo>
                    <a:pt x="10873" y="0"/>
                  </a:moveTo>
                  <a:lnTo>
                    <a:pt x="0" y="10874"/>
                  </a:lnTo>
                  <a:lnTo>
                    <a:pt x="148" y="11017"/>
                  </a:lnTo>
                  <a:lnTo>
                    <a:pt x="11017" y="144"/>
                  </a:lnTo>
                  <a:lnTo>
                    <a:pt x="1087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8" name="Google Shape;3578;p67"/>
            <p:cNvSpPr/>
            <p:nvPr/>
          </p:nvSpPr>
          <p:spPr>
            <a:xfrm>
              <a:off x="2634775" y="4619200"/>
              <a:ext cx="190550" cy="5100"/>
            </a:xfrm>
            <a:custGeom>
              <a:rect b="b" l="l" r="r" t="t"/>
              <a:pathLst>
                <a:path extrusionOk="0" h="204" w="7622">
                  <a:moveTo>
                    <a:pt x="0" y="1"/>
                  </a:moveTo>
                  <a:lnTo>
                    <a:pt x="0" y="203"/>
                  </a:lnTo>
                  <a:lnTo>
                    <a:pt x="7622" y="203"/>
                  </a:lnTo>
                  <a:lnTo>
                    <a:pt x="762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9" name="Google Shape;3579;p67"/>
            <p:cNvSpPr/>
            <p:nvPr/>
          </p:nvSpPr>
          <p:spPr>
            <a:xfrm>
              <a:off x="2567650" y="4558875"/>
              <a:ext cx="5225" cy="127450"/>
            </a:xfrm>
            <a:custGeom>
              <a:rect b="b" l="l" r="r" t="t"/>
              <a:pathLst>
                <a:path extrusionOk="0" h="5098" w="209">
                  <a:moveTo>
                    <a:pt x="1" y="1"/>
                  </a:moveTo>
                  <a:lnTo>
                    <a:pt x="1" y="5098"/>
                  </a:lnTo>
                  <a:lnTo>
                    <a:pt x="208" y="5098"/>
                  </a:lnTo>
                  <a:lnTo>
                    <a:pt x="20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80" name="Google Shape;3580;p67"/>
          <p:cNvGrpSpPr/>
          <p:nvPr/>
        </p:nvGrpSpPr>
        <p:grpSpPr>
          <a:xfrm>
            <a:off x="5447044" y="1177786"/>
            <a:ext cx="385447" cy="504029"/>
            <a:chOff x="1367060" y="2422129"/>
            <a:chExt cx="269261" cy="352050"/>
          </a:xfrm>
        </p:grpSpPr>
        <p:sp>
          <p:nvSpPr>
            <p:cNvPr id="3581" name="Google Shape;3581;p67"/>
            <p:cNvSpPr/>
            <p:nvPr/>
          </p:nvSpPr>
          <p:spPr>
            <a:xfrm>
              <a:off x="1392059" y="2651857"/>
              <a:ext cx="129160" cy="122322"/>
            </a:xfrm>
            <a:custGeom>
              <a:rect b="b" l="l" r="r" t="t"/>
              <a:pathLst>
                <a:path extrusionOk="0" h="3846" w="4061">
                  <a:moveTo>
                    <a:pt x="167" y="0"/>
                  </a:moveTo>
                  <a:cubicBezTo>
                    <a:pt x="72" y="0"/>
                    <a:pt x="0" y="83"/>
                    <a:pt x="0" y="167"/>
                  </a:cubicBezTo>
                  <a:cubicBezTo>
                    <a:pt x="0" y="262"/>
                    <a:pt x="72" y="333"/>
                    <a:pt x="167" y="333"/>
                  </a:cubicBezTo>
                  <a:lnTo>
                    <a:pt x="357" y="333"/>
                  </a:lnTo>
                  <a:lnTo>
                    <a:pt x="357" y="1691"/>
                  </a:lnTo>
                  <a:cubicBezTo>
                    <a:pt x="357" y="2179"/>
                    <a:pt x="762" y="2584"/>
                    <a:pt x="1250" y="2584"/>
                  </a:cubicBezTo>
                  <a:cubicBezTo>
                    <a:pt x="1286" y="2584"/>
                    <a:pt x="1226" y="2584"/>
                    <a:pt x="2310" y="2405"/>
                  </a:cubicBezTo>
                  <a:lnTo>
                    <a:pt x="2310" y="3453"/>
                  </a:lnTo>
                  <a:cubicBezTo>
                    <a:pt x="2310" y="3667"/>
                    <a:pt x="2489" y="3846"/>
                    <a:pt x="2691" y="3846"/>
                  </a:cubicBezTo>
                  <a:lnTo>
                    <a:pt x="3905" y="3846"/>
                  </a:lnTo>
                  <a:cubicBezTo>
                    <a:pt x="3989" y="3846"/>
                    <a:pt x="4060" y="3774"/>
                    <a:pt x="4060" y="3679"/>
                  </a:cubicBezTo>
                  <a:cubicBezTo>
                    <a:pt x="4060" y="3596"/>
                    <a:pt x="3989" y="3500"/>
                    <a:pt x="3893" y="3500"/>
                  </a:cubicBezTo>
                  <a:lnTo>
                    <a:pt x="2691" y="3500"/>
                  </a:lnTo>
                  <a:cubicBezTo>
                    <a:pt x="2667" y="3500"/>
                    <a:pt x="2631" y="3465"/>
                    <a:pt x="2631" y="3441"/>
                  </a:cubicBezTo>
                  <a:lnTo>
                    <a:pt x="2631" y="2191"/>
                  </a:lnTo>
                  <a:cubicBezTo>
                    <a:pt x="2631" y="2143"/>
                    <a:pt x="2620" y="2107"/>
                    <a:pt x="2572" y="2072"/>
                  </a:cubicBezTo>
                  <a:cubicBezTo>
                    <a:pt x="2555" y="2055"/>
                    <a:pt x="2520" y="2038"/>
                    <a:pt x="2485" y="2038"/>
                  </a:cubicBezTo>
                  <a:cubicBezTo>
                    <a:pt x="2470" y="2038"/>
                    <a:pt x="2455" y="2041"/>
                    <a:pt x="2441" y="2048"/>
                  </a:cubicBezTo>
                  <a:lnTo>
                    <a:pt x="1238" y="2250"/>
                  </a:lnTo>
                  <a:cubicBezTo>
                    <a:pt x="917" y="2250"/>
                    <a:pt x="691" y="2000"/>
                    <a:pt x="691" y="1691"/>
                  </a:cubicBezTo>
                  <a:lnTo>
                    <a:pt x="691" y="167"/>
                  </a:lnTo>
                  <a:cubicBezTo>
                    <a:pt x="691" y="83"/>
                    <a:pt x="607" y="0"/>
                    <a:pt x="52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2" name="Google Shape;3582;p67"/>
            <p:cNvSpPr/>
            <p:nvPr/>
          </p:nvSpPr>
          <p:spPr>
            <a:xfrm>
              <a:off x="1367060" y="2441912"/>
              <a:ext cx="82184" cy="212139"/>
            </a:xfrm>
            <a:custGeom>
              <a:rect b="b" l="l" r="r" t="t"/>
              <a:pathLst>
                <a:path extrusionOk="0" h="6670" w="2584">
                  <a:moveTo>
                    <a:pt x="2415" y="1"/>
                  </a:moveTo>
                  <a:cubicBezTo>
                    <a:pt x="2382" y="1"/>
                    <a:pt x="2350" y="10"/>
                    <a:pt x="2322" y="29"/>
                  </a:cubicBezTo>
                  <a:cubicBezTo>
                    <a:pt x="1274" y="731"/>
                    <a:pt x="655" y="1898"/>
                    <a:pt x="655" y="3148"/>
                  </a:cubicBezTo>
                  <a:cubicBezTo>
                    <a:pt x="655" y="3351"/>
                    <a:pt x="667" y="3541"/>
                    <a:pt x="703" y="3732"/>
                  </a:cubicBezTo>
                  <a:cubicBezTo>
                    <a:pt x="48" y="5708"/>
                    <a:pt x="0" y="5696"/>
                    <a:pt x="0" y="5970"/>
                  </a:cubicBezTo>
                  <a:cubicBezTo>
                    <a:pt x="0" y="6208"/>
                    <a:pt x="84" y="6446"/>
                    <a:pt x="262" y="6625"/>
                  </a:cubicBezTo>
                  <a:cubicBezTo>
                    <a:pt x="295" y="6651"/>
                    <a:pt x="342" y="6670"/>
                    <a:pt x="389" y="6670"/>
                  </a:cubicBezTo>
                  <a:cubicBezTo>
                    <a:pt x="429" y="6670"/>
                    <a:pt x="468" y="6657"/>
                    <a:pt x="500" y="6625"/>
                  </a:cubicBezTo>
                  <a:cubicBezTo>
                    <a:pt x="560" y="6565"/>
                    <a:pt x="584" y="6458"/>
                    <a:pt x="500" y="6375"/>
                  </a:cubicBezTo>
                  <a:cubicBezTo>
                    <a:pt x="358" y="6220"/>
                    <a:pt x="298" y="5982"/>
                    <a:pt x="369" y="5756"/>
                  </a:cubicBezTo>
                  <a:lnTo>
                    <a:pt x="1036" y="3791"/>
                  </a:lnTo>
                  <a:cubicBezTo>
                    <a:pt x="1060" y="3767"/>
                    <a:pt x="1060" y="3732"/>
                    <a:pt x="1036" y="3720"/>
                  </a:cubicBezTo>
                  <a:cubicBezTo>
                    <a:pt x="1012" y="3517"/>
                    <a:pt x="1000" y="3327"/>
                    <a:pt x="1000" y="3148"/>
                  </a:cubicBezTo>
                  <a:cubicBezTo>
                    <a:pt x="1000" y="2005"/>
                    <a:pt x="1560" y="934"/>
                    <a:pt x="2513" y="291"/>
                  </a:cubicBezTo>
                  <a:cubicBezTo>
                    <a:pt x="2572" y="255"/>
                    <a:pt x="2584" y="148"/>
                    <a:pt x="2548" y="76"/>
                  </a:cubicBezTo>
                  <a:cubicBezTo>
                    <a:pt x="2519" y="25"/>
                    <a:pt x="2467" y="1"/>
                    <a:pt x="24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3" name="Google Shape;3583;p67"/>
            <p:cNvSpPr/>
            <p:nvPr/>
          </p:nvSpPr>
          <p:spPr>
            <a:xfrm>
              <a:off x="1456051" y="2422129"/>
              <a:ext cx="180271" cy="162937"/>
            </a:xfrm>
            <a:custGeom>
              <a:rect b="b" l="l" r="r" t="t"/>
              <a:pathLst>
                <a:path extrusionOk="0" h="5123" w="5668">
                  <a:moveTo>
                    <a:pt x="1621" y="1"/>
                  </a:moveTo>
                  <a:cubicBezTo>
                    <a:pt x="1104" y="1"/>
                    <a:pt x="591" y="107"/>
                    <a:pt x="119" y="317"/>
                  </a:cubicBezTo>
                  <a:cubicBezTo>
                    <a:pt x="24" y="353"/>
                    <a:pt x="0" y="448"/>
                    <a:pt x="24" y="544"/>
                  </a:cubicBezTo>
                  <a:cubicBezTo>
                    <a:pt x="51" y="616"/>
                    <a:pt x="113" y="648"/>
                    <a:pt x="184" y="648"/>
                  </a:cubicBezTo>
                  <a:cubicBezTo>
                    <a:pt x="205" y="648"/>
                    <a:pt x="228" y="645"/>
                    <a:pt x="250" y="639"/>
                  </a:cubicBezTo>
                  <a:cubicBezTo>
                    <a:pt x="965" y="317"/>
                    <a:pt x="1536" y="365"/>
                    <a:pt x="1643" y="353"/>
                  </a:cubicBezTo>
                  <a:cubicBezTo>
                    <a:pt x="3941" y="365"/>
                    <a:pt x="5644" y="2556"/>
                    <a:pt x="4894" y="4901"/>
                  </a:cubicBezTo>
                  <a:cubicBezTo>
                    <a:pt x="4870" y="4997"/>
                    <a:pt x="4906" y="5080"/>
                    <a:pt x="5001" y="5116"/>
                  </a:cubicBezTo>
                  <a:cubicBezTo>
                    <a:pt x="5018" y="5120"/>
                    <a:pt x="5035" y="5123"/>
                    <a:pt x="5052" y="5123"/>
                  </a:cubicBezTo>
                  <a:cubicBezTo>
                    <a:pt x="5119" y="5123"/>
                    <a:pt x="5184" y="5085"/>
                    <a:pt x="5203" y="5009"/>
                  </a:cubicBezTo>
                  <a:cubicBezTo>
                    <a:pt x="5668" y="3508"/>
                    <a:pt x="5239" y="2044"/>
                    <a:pt x="4263" y="1079"/>
                  </a:cubicBezTo>
                  <a:cubicBezTo>
                    <a:pt x="3524" y="356"/>
                    <a:pt x="2566" y="1"/>
                    <a:pt x="162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4" name="Google Shape;3584;p67"/>
            <p:cNvSpPr/>
            <p:nvPr/>
          </p:nvSpPr>
          <p:spPr>
            <a:xfrm>
              <a:off x="1532160" y="2593590"/>
              <a:ext cx="81834" cy="180207"/>
            </a:xfrm>
            <a:custGeom>
              <a:rect b="b" l="l" r="r" t="t"/>
              <a:pathLst>
                <a:path extrusionOk="0" h="5666" w="2573">
                  <a:moveTo>
                    <a:pt x="2399" y="1"/>
                  </a:moveTo>
                  <a:cubicBezTo>
                    <a:pt x="2340" y="1"/>
                    <a:pt x="2284" y="36"/>
                    <a:pt x="2251" y="94"/>
                  </a:cubicBezTo>
                  <a:cubicBezTo>
                    <a:pt x="2096" y="380"/>
                    <a:pt x="1715" y="856"/>
                    <a:pt x="1715" y="1737"/>
                  </a:cubicBezTo>
                  <a:lnTo>
                    <a:pt x="1715" y="5273"/>
                  </a:lnTo>
                  <a:cubicBezTo>
                    <a:pt x="1715" y="5309"/>
                    <a:pt x="1679" y="5332"/>
                    <a:pt x="1655" y="5332"/>
                  </a:cubicBezTo>
                  <a:lnTo>
                    <a:pt x="167" y="5332"/>
                  </a:lnTo>
                  <a:cubicBezTo>
                    <a:pt x="72" y="5332"/>
                    <a:pt x="0" y="5404"/>
                    <a:pt x="0" y="5499"/>
                  </a:cubicBezTo>
                  <a:cubicBezTo>
                    <a:pt x="0" y="5583"/>
                    <a:pt x="72" y="5666"/>
                    <a:pt x="167" y="5666"/>
                  </a:cubicBezTo>
                  <a:lnTo>
                    <a:pt x="1655" y="5666"/>
                  </a:lnTo>
                  <a:cubicBezTo>
                    <a:pt x="1858" y="5666"/>
                    <a:pt x="2036" y="5487"/>
                    <a:pt x="2036" y="5273"/>
                  </a:cubicBezTo>
                  <a:lnTo>
                    <a:pt x="2036" y="1737"/>
                  </a:lnTo>
                  <a:cubicBezTo>
                    <a:pt x="2036" y="963"/>
                    <a:pt x="2382" y="558"/>
                    <a:pt x="2548" y="249"/>
                  </a:cubicBezTo>
                  <a:cubicBezTo>
                    <a:pt x="2572" y="153"/>
                    <a:pt x="2548" y="70"/>
                    <a:pt x="2477" y="22"/>
                  </a:cubicBezTo>
                  <a:cubicBezTo>
                    <a:pt x="2451" y="8"/>
                    <a:pt x="2425" y="1"/>
                    <a:pt x="239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5" name="Google Shape;3585;p67"/>
            <p:cNvSpPr/>
            <p:nvPr/>
          </p:nvSpPr>
          <p:spPr>
            <a:xfrm>
              <a:off x="1425359" y="2572313"/>
              <a:ext cx="24267" cy="17843"/>
            </a:xfrm>
            <a:custGeom>
              <a:rect b="b" l="l" r="r" t="t"/>
              <a:pathLst>
                <a:path extrusionOk="0" h="561" w="763">
                  <a:moveTo>
                    <a:pt x="583" y="0"/>
                  </a:moveTo>
                  <a:cubicBezTo>
                    <a:pt x="554" y="0"/>
                    <a:pt x="525" y="8"/>
                    <a:pt x="501" y="25"/>
                  </a:cubicBezTo>
                  <a:lnTo>
                    <a:pt x="96" y="239"/>
                  </a:lnTo>
                  <a:cubicBezTo>
                    <a:pt x="25" y="287"/>
                    <a:pt x="1" y="394"/>
                    <a:pt x="37" y="465"/>
                  </a:cubicBezTo>
                  <a:cubicBezTo>
                    <a:pt x="72" y="525"/>
                    <a:pt x="132" y="560"/>
                    <a:pt x="191" y="560"/>
                  </a:cubicBezTo>
                  <a:cubicBezTo>
                    <a:pt x="215" y="560"/>
                    <a:pt x="251" y="560"/>
                    <a:pt x="275" y="537"/>
                  </a:cubicBezTo>
                  <a:lnTo>
                    <a:pt x="680" y="322"/>
                  </a:lnTo>
                  <a:cubicBezTo>
                    <a:pt x="739" y="263"/>
                    <a:pt x="763" y="156"/>
                    <a:pt x="727" y="84"/>
                  </a:cubicBezTo>
                  <a:cubicBezTo>
                    <a:pt x="696" y="29"/>
                    <a:pt x="639" y="0"/>
                    <a:pt x="58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6" name="Google Shape;3586;p67"/>
            <p:cNvSpPr/>
            <p:nvPr/>
          </p:nvSpPr>
          <p:spPr>
            <a:xfrm>
              <a:off x="1562820" y="2573680"/>
              <a:ext cx="26176" cy="17620"/>
            </a:xfrm>
            <a:custGeom>
              <a:rect b="b" l="l" r="r" t="t"/>
              <a:pathLst>
                <a:path extrusionOk="0" h="554" w="823">
                  <a:moveTo>
                    <a:pt x="201" y="1"/>
                  </a:moveTo>
                  <a:cubicBezTo>
                    <a:pt x="143" y="1"/>
                    <a:pt x="81" y="28"/>
                    <a:pt x="48" y="77"/>
                  </a:cubicBezTo>
                  <a:cubicBezTo>
                    <a:pt x="1" y="160"/>
                    <a:pt x="37" y="255"/>
                    <a:pt x="108" y="303"/>
                  </a:cubicBezTo>
                  <a:cubicBezTo>
                    <a:pt x="513" y="529"/>
                    <a:pt x="513" y="553"/>
                    <a:pt x="584" y="553"/>
                  </a:cubicBezTo>
                  <a:cubicBezTo>
                    <a:pt x="763" y="541"/>
                    <a:pt x="822" y="315"/>
                    <a:pt x="680" y="244"/>
                  </a:cubicBezTo>
                  <a:lnTo>
                    <a:pt x="275" y="17"/>
                  </a:lnTo>
                  <a:cubicBezTo>
                    <a:pt x="253" y="6"/>
                    <a:pt x="227" y="1"/>
                    <a:pt x="20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7" name="Google Shape;3587;p67"/>
            <p:cNvSpPr/>
            <p:nvPr/>
          </p:nvSpPr>
          <p:spPr>
            <a:xfrm>
              <a:off x="1448100" y="2481414"/>
              <a:ext cx="125375" cy="191275"/>
            </a:xfrm>
            <a:custGeom>
              <a:rect b="b" l="l" r="r" t="t"/>
              <a:pathLst>
                <a:path extrusionOk="0" h="6014" w="3942">
                  <a:moveTo>
                    <a:pt x="1280" y="1498"/>
                  </a:moveTo>
                  <a:cubicBezTo>
                    <a:pt x="1355" y="1498"/>
                    <a:pt x="1429" y="1543"/>
                    <a:pt x="1429" y="1632"/>
                  </a:cubicBezTo>
                  <a:lnTo>
                    <a:pt x="1429" y="1763"/>
                  </a:lnTo>
                  <a:lnTo>
                    <a:pt x="1262" y="1763"/>
                  </a:lnTo>
                  <a:cubicBezTo>
                    <a:pt x="1191" y="1763"/>
                    <a:pt x="1131" y="1704"/>
                    <a:pt x="1131" y="1632"/>
                  </a:cubicBezTo>
                  <a:cubicBezTo>
                    <a:pt x="1131" y="1543"/>
                    <a:pt x="1206" y="1498"/>
                    <a:pt x="1280" y="1498"/>
                  </a:cubicBezTo>
                  <a:close/>
                  <a:moveTo>
                    <a:pt x="2483" y="1498"/>
                  </a:moveTo>
                  <a:cubicBezTo>
                    <a:pt x="2557" y="1498"/>
                    <a:pt x="2632" y="1543"/>
                    <a:pt x="2632" y="1632"/>
                  </a:cubicBezTo>
                  <a:cubicBezTo>
                    <a:pt x="2632" y="1704"/>
                    <a:pt x="2572" y="1763"/>
                    <a:pt x="2501" y="1763"/>
                  </a:cubicBezTo>
                  <a:lnTo>
                    <a:pt x="2334" y="1763"/>
                  </a:lnTo>
                  <a:lnTo>
                    <a:pt x="2334" y="1632"/>
                  </a:lnTo>
                  <a:cubicBezTo>
                    <a:pt x="2334" y="1543"/>
                    <a:pt x="2408" y="1498"/>
                    <a:pt x="2483" y="1498"/>
                  </a:cubicBezTo>
                  <a:close/>
                  <a:moveTo>
                    <a:pt x="1989" y="2085"/>
                  </a:moveTo>
                  <a:lnTo>
                    <a:pt x="1989" y="3776"/>
                  </a:lnTo>
                  <a:lnTo>
                    <a:pt x="1739" y="3776"/>
                  </a:lnTo>
                  <a:lnTo>
                    <a:pt x="1739" y="2085"/>
                  </a:lnTo>
                  <a:close/>
                  <a:moveTo>
                    <a:pt x="2524" y="4097"/>
                  </a:moveTo>
                  <a:lnTo>
                    <a:pt x="2524" y="4430"/>
                  </a:lnTo>
                  <a:lnTo>
                    <a:pt x="1215" y="4430"/>
                  </a:lnTo>
                  <a:lnTo>
                    <a:pt x="1215" y="4097"/>
                  </a:lnTo>
                  <a:close/>
                  <a:moveTo>
                    <a:pt x="2512" y="4752"/>
                  </a:moveTo>
                  <a:lnTo>
                    <a:pt x="2512" y="4942"/>
                  </a:lnTo>
                  <a:lnTo>
                    <a:pt x="2524" y="4942"/>
                  </a:lnTo>
                  <a:cubicBezTo>
                    <a:pt x="2524" y="5026"/>
                    <a:pt x="2465" y="5085"/>
                    <a:pt x="2393" y="5085"/>
                  </a:cubicBezTo>
                  <a:lnTo>
                    <a:pt x="1334" y="5085"/>
                  </a:lnTo>
                  <a:cubicBezTo>
                    <a:pt x="1262" y="5085"/>
                    <a:pt x="1203" y="5026"/>
                    <a:pt x="1203" y="4942"/>
                  </a:cubicBezTo>
                  <a:lnTo>
                    <a:pt x="1203" y="4752"/>
                  </a:lnTo>
                  <a:close/>
                  <a:moveTo>
                    <a:pt x="2227" y="5395"/>
                  </a:moveTo>
                  <a:cubicBezTo>
                    <a:pt x="2203" y="5561"/>
                    <a:pt x="2048" y="5681"/>
                    <a:pt x="1870" y="5681"/>
                  </a:cubicBezTo>
                  <a:cubicBezTo>
                    <a:pt x="1691" y="5681"/>
                    <a:pt x="1548" y="5561"/>
                    <a:pt x="1500" y="5395"/>
                  </a:cubicBezTo>
                  <a:close/>
                  <a:moveTo>
                    <a:pt x="1874" y="1"/>
                  </a:moveTo>
                  <a:cubicBezTo>
                    <a:pt x="834" y="1"/>
                    <a:pt x="0" y="837"/>
                    <a:pt x="0" y="1882"/>
                  </a:cubicBezTo>
                  <a:cubicBezTo>
                    <a:pt x="0" y="2406"/>
                    <a:pt x="215" y="2906"/>
                    <a:pt x="607" y="3264"/>
                  </a:cubicBezTo>
                  <a:cubicBezTo>
                    <a:pt x="786" y="3418"/>
                    <a:pt x="869" y="3656"/>
                    <a:pt x="869" y="3895"/>
                  </a:cubicBezTo>
                  <a:lnTo>
                    <a:pt x="869" y="4942"/>
                  </a:lnTo>
                  <a:cubicBezTo>
                    <a:pt x="869" y="5145"/>
                    <a:pt x="988" y="5300"/>
                    <a:pt x="1155" y="5359"/>
                  </a:cubicBezTo>
                  <a:cubicBezTo>
                    <a:pt x="1191" y="5716"/>
                    <a:pt x="1489" y="6014"/>
                    <a:pt x="1858" y="6014"/>
                  </a:cubicBezTo>
                  <a:cubicBezTo>
                    <a:pt x="2227" y="6014"/>
                    <a:pt x="2524" y="5740"/>
                    <a:pt x="2560" y="5359"/>
                  </a:cubicBezTo>
                  <a:cubicBezTo>
                    <a:pt x="2715" y="5288"/>
                    <a:pt x="2834" y="5121"/>
                    <a:pt x="2834" y="4942"/>
                  </a:cubicBezTo>
                  <a:lnTo>
                    <a:pt x="2834" y="3871"/>
                  </a:lnTo>
                  <a:cubicBezTo>
                    <a:pt x="2834" y="3811"/>
                    <a:pt x="2834" y="3752"/>
                    <a:pt x="2858" y="3692"/>
                  </a:cubicBezTo>
                  <a:cubicBezTo>
                    <a:pt x="2870" y="3609"/>
                    <a:pt x="2822" y="3514"/>
                    <a:pt x="2727" y="3502"/>
                  </a:cubicBezTo>
                  <a:cubicBezTo>
                    <a:pt x="2718" y="3500"/>
                    <a:pt x="2710" y="3500"/>
                    <a:pt x="2701" y="3500"/>
                  </a:cubicBezTo>
                  <a:cubicBezTo>
                    <a:pt x="2627" y="3500"/>
                    <a:pt x="2558" y="3546"/>
                    <a:pt x="2536" y="3621"/>
                  </a:cubicBezTo>
                  <a:cubicBezTo>
                    <a:pt x="2524" y="3668"/>
                    <a:pt x="2524" y="3728"/>
                    <a:pt x="2512" y="3776"/>
                  </a:cubicBezTo>
                  <a:lnTo>
                    <a:pt x="2298" y="3776"/>
                  </a:lnTo>
                  <a:lnTo>
                    <a:pt x="2298" y="2085"/>
                  </a:lnTo>
                  <a:lnTo>
                    <a:pt x="2465" y="2085"/>
                  </a:lnTo>
                  <a:cubicBezTo>
                    <a:pt x="2715" y="2085"/>
                    <a:pt x="2929" y="1882"/>
                    <a:pt x="2929" y="1632"/>
                  </a:cubicBezTo>
                  <a:cubicBezTo>
                    <a:pt x="2929" y="1370"/>
                    <a:pt x="2715" y="1168"/>
                    <a:pt x="2465" y="1168"/>
                  </a:cubicBezTo>
                  <a:lnTo>
                    <a:pt x="2441" y="1168"/>
                  </a:lnTo>
                  <a:cubicBezTo>
                    <a:pt x="2179" y="1168"/>
                    <a:pt x="1977" y="1370"/>
                    <a:pt x="1977" y="1632"/>
                  </a:cubicBezTo>
                  <a:lnTo>
                    <a:pt x="1977" y="1763"/>
                  </a:lnTo>
                  <a:lnTo>
                    <a:pt x="1727" y="1763"/>
                  </a:lnTo>
                  <a:lnTo>
                    <a:pt x="1727" y="1632"/>
                  </a:lnTo>
                  <a:cubicBezTo>
                    <a:pt x="1727" y="1370"/>
                    <a:pt x="1512" y="1168"/>
                    <a:pt x="1262" y="1168"/>
                  </a:cubicBezTo>
                  <a:lnTo>
                    <a:pt x="1227" y="1168"/>
                  </a:lnTo>
                  <a:cubicBezTo>
                    <a:pt x="977" y="1168"/>
                    <a:pt x="774" y="1370"/>
                    <a:pt x="774" y="1632"/>
                  </a:cubicBezTo>
                  <a:cubicBezTo>
                    <a:pt x="774" y="1882"/>
                    <a:pt x="977" y="2085"/>
                    <a:pt x="1227" y="2085"/>
                  </a:cubicBezTo>
                  <a:lnTo>
                    <a:pt x="1393" y="2085"/>
                  </a:lnTo>
                  <a:lnTo>
                    <a:pt x="1393" y="3776"/>
                  </a:lnTo>
                  <a:lnTo>
                    <a:pt x="1191" y="3776"/>
                  </a:lnTo>
                  <a:cubicBezTo>
                    <a:pt x="1155" y="3478"/>
                    <a:pt x="1024" y="3204"/>
                    <a:pt x="810" y="3014"/>
                  </a:cubicBezTo>
                  <a:cubicBezTo>
                    <a:pt x="488" y="2716"/>
                    <a:pt x="310" y="2299"/>
                    <a:pt x="310" y="1871"/>
                  </a:cubicBezTo>
                  <a:cubicBezTo>
                    <a:pt x="310" y="1013"/>
                    <a:pt x="988" y="323"/>
                    <a:pt x="1858" y="323"/>
                  </a:cubicBezTo>
                  <a:lnTo>
                    <a:pt x="1905" y="323"/>
                  </a:lnTo>
                  <a:cubicBezTo>
                    <a:pt x="2715" y="335"/>
                    <a:pt x="3394" y="1013"/>
                    <a:pt x="3405" y="1835"/>
                  </a:cubicBezTo>
                  <a:lnTo>
                    <a:pt x="3405" y="1847"/>
                  </a:lnTo>
                  <a:cubicBezTo>
                    <a:pt x="3405" y="2287"/>
                    <a:pt x="3239" y="2668"/>
                    <a:pt x="2929" y="2966"/>
                  </a:cubicBezTo>
                  <a:cubicBezTo>
                    <a:pt x="2870" y="3025"/>
                    <a:pt x="2858" y="3133"/>
                    <a:pt x="2929" y="3204"/>
                  </a:cubicBezTo>
                  <a:cubicBezTo>
                    <a:pt x="2965" y="3240"/>
                    <a:pt x="3007" y="3258"/>
                    <a:pt x="3048" y="3258"/>
                  </a:cubicBezTo>
                  <a:cubicBezTo>
                    <a:pt x="3090" y="3258"/>
                    <a:pt x="3132" y="3240"/>
                    <a:pt x="3167" y="3204"/>
                  </a:cubicBezTo>
                  <a:cubicBezTo>
                    <a:pt x="3906" y="2502"/>
                    <a:pt x="3941" y="1299"/>
                    <a:pt x="3191" y="561"/>
                  </a:cubicBezTo>
                  <a:cubicBezTo>
                    <a:pt x="2858" y="216"/>
                    <a:pt x="2393" y="1"/>
                    <a:pt x="1917" y="1"/>
                  </a:cubicBezTo>
                  <a:cubicBezTo>
                    <a:pt x="1903" y="1"/>
                    <a:pt x="1888" y="1"/>
                    <a:pt x="187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8" name="Google Shape;3588;p67"/>
            <p:cNvSpPr/>
            <p:nvPr/>
          </p:nvSpPr>
          <p:spPr>
            <a:xfrm>
              <a:off x="1502232" y="2449259"/>
              <a:ext cx="10655" cy="25380"/>
            </a:xfrm>
            <a:custGeom>
              <a:rect b="b" l="l" r="r" t="t"/>
              <a:pathLst>
                <a:path extrusionOk="0" h="798" w="335">
                  <a:moveTo>
                    <a:pt x="168" y="0"/>
                  </a:moveTo>
                  <a:cubicBezTo>
                    <a:pt x="84" y="0"/>
                    <a:pt x="1" y="84"/>
                    <a:pt x="1" y="167"/>
                  </a:cubicBezTo>
                  <a:lnTo>
                    <a:pt x="1" y="631"/>
                  </a:lnTo>
                  <a:cubicBezTo>
                    <a:pt x="1" y="715"/>
                    <a:pt x="84" y="798"/>
                    <a:pt x="168" y="798"/>
                  </a:cubicBezTo>
                  <a:cubicBezTo>
                    <a:pt x="263" y="798"/>
                    <a:pt x="334" y="715"/>
                    <a:pt x="334" y="631"/>
                  </a:cubicBezTo>
                  <a:lnTo>
                    <a:pt x="334" y="167"/>
                  </a:lnTo>
                  <a:cubicBezTo>
                    <a:pt x="334" y="84"/>
                    <a:pt x="263" y="0"/>
                    <a:pt x="16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9" name="Google Shape;3589;p67"/>
            <p:cNvSpPr/>
            <p:nvPr/>
          </p:nvSpPr>
          <p:spPr>
            <a:xfrm>
              <a:off x="1458309" y="2460582"/>
              <a:ext cx="18988" cy="23090"/>
            </a:xfrm>
            <a:custGeom>
              <a:rect b="b" l="l" r="r" t="t"/>
              <a:pathLst>
                <a:path extrusionOk="0" h="726" w="597">
                  <a:moveTo>
                    <a:pt x="190" y="1"/>
                  </a:moveTo>
                  <a:cubicBezTo>
                    <a:pt x="161" y="1"/>
                    <a:pt x="132" y="9"/>
                    <a:pt x="108" y="25"/>
                  </a:cubicBezTo>
                  <a:cubicBezTo>
                    <a:pt x="25" y="61"/>
                    <a:pt x="1" y="168"/>
                    <a:pt x="48" y="240"/>
                  </a:cubicBezTo>
                  <a:lnTo>
                    <a:pt x="275" y="644"/>
                  </a:lnTo>
                  <a:cubicBezTo>
                    <a:pt x="299" y="693"/>
                    <a:pt x="357" y="726"/>
                    <a:pt x="414" y="726"/>
                  </a:cubicBezTo>
                  <a:cubicBezTo>
                    <a:pt x="441" y="726"/>
                    <a:pt x="466" y="719"/>
                    <a:pt x="489" y="704"/>
                  </a:cubicBezTo>
                  <a:cubicBezTo>
                    <a:pt x="572" y="656"/>
                    <a:pt x="596" y="573"/>
                    <a:pt x="548" y="478"/>
                  </a:cubicBezTo>
                  <a:lnTo>
                    <a:pt x="322" y="85"/>
                  </a:lnTo>
                  <a:cubicBezTo>
                    <a:pt x="299" y="30"/>
                    <a:pt x="244" y="1"/>
                    <a:pt x="19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0" name="Google Shape;3590;p67"/>
            <p:cNvSpPr/>
            <p:nvPr/>
          </p:nvSpPr>
          <p:spPr>
            <a:xfrm>
              <a:off x="1425741" y="2492768"/>
              <a:ext cx="25031" cy="17874"/>
            </a:xfrm>
            <a:custGeom>
              <a:rect b="b" l="l" r="r" t="t"/>
              <a:pathLst>
                <a:path extrusionOk="0" h="562" w="787">
                  <a:moveTo>
                    <a:pt x="181" y="1"/>
                  </a:moveTo>
                  <a:cubicBezTo>
                    <a:pt x="126" y="1"/>
                    <a:pt x="72" y="30"/>
                    <a:pt x="48" y="85"/>
                  </a:cubicBezTo>
                  <a:cubicBezTo>
                    <a:pt x="1" y="156"/>
                    <a:pt x="25" y="263"/>
                    <a:pt x="108" y="299"/>
                  </a:cubicBezTo>
                  <a:cubicBezTo>
                    <a:pt x="501" y="525"/>
                    <a:pt x="501" y="561"/>
                    <a:pt x="584" y="561"/>
                  </a:cubicBezTo>
                  <a:cubicBezTo>
                    <a:pt x="632" y="561"/>
                    <a:pt x="703" y="525"/>
                    <a:pt x="727" y="466"/>
                  </a:cubicBezTo>
                  <a:cubicBezTo>
                    <a:pt x="787" y="394"/>
                    <a:pt x="751" y="287"/>
                    <a:pt x="668" y="240"/>
                  </a:cubicBezTo>
                  <a:lnTo>
                    <a:pt x="263" y="25"/>
                  </a:lnTo>
                  <a:cubicBezTo>
                    <a:pt x="238" y="9"/>
                    <a:pt x="209" y="1"/>
                    <a:pt x="18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1" name="Google Shape;3591;p67"/>
            <p:cNvSpPr/>
            <p:nvPr/>
          </p:nvSpPr>
          <p:spPr>
            <a:xfrm>
              <a:off x="1414768" y="2535959"/>
              <a:ext cx="25031" cy="10655"/>
            </a:xfrm>
            <a:custGeom>
              <a:rect b="b" l="l" r="r" t="t"/>
              <a:pathLst>
                <a:path extrusionOk="0" h="335" w="787">
                  <a:moveTo>
                    <a:pt x="167" y="1"/>
                  </a:moveTo>
                  <a:cubicBezTo>
                    <a:pt x="72" y="1"/>
                    <a:pt x="1" y="72"/>
                    <a:pt x="1" y="167"/>
                  </a:cubicBezTo>
                  <a:cubicBezTo>
                    <a:pt x="1" y="251"/>
                    <a:pt x="72" y="334"/>
                    <a:pt x="167" y="334"/>
                  </a:cubicBezTo>
                  <a:lnTo>
                    <a:pt x="632" y="334"/>
                  </a:lnTo>
                  <a:cubicBezTo>
                    <a:pt x="715" y="334"/>
                    <a:pt x="786" y="251"/>
                    <a:pt x="786" y="167"/>
                  </a:cubicBezTo>
                  <a:cubicBezTo>
                    <a:pt x="786" y="72"/>
                    <a:pt x="715" y="1"/>
                    <a:pt x="63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2" name="Google Shape;3592;p67"/>
            <p:cNvSpPr/>
            <p:nvPr/>
          </p:nvSpPr>
          <p:spPr>
            <a:xfrm>
              <a:off x="1573825" y="2537104"/>
              <a:ext cx="24999" cy="10241"/>
            </a:xfrm>
            <a:custGeom>
              <a:rect b="b" l="l" r="r" t="t"/>
              <a:pathLst>
                <a:path extrusionOk="0" h="322" w="786">
                  <a:moveTo>
                    <a:pt x="167" y="0"/>
                  </a:moveTo>
                  <a:cubicBezTo>
                    <a:pt x="72" y="0"/>
                    <a:pt x="0" y="72"/>
                    <a:pt x="0" y="155"/>
                  </a:cubicBezTo>
                  <a:cubicBezTo>
                    <a:pt x="0" y="251"/>
                    <a:pt x="72" y="322"/>
                    <a:pt x="167" y="322"/>
                  </a:cubicBezTo>
                  <a:lnTo>
                    <a:pt x="631" y="322"/>
                  </a:lnTo>
                  <a:cubicBezTo>
                    <a:pt x="715" y="322"/>
                    <a:pt x="786" y="251"/>
                    <a:pt x="786" y="155"/>
                  </a:cubicBezTo>
                  <a:cubicBezTo>
                    <a:pt x="786" y="72"/>
                    <a:pt x="715" y="0"/>
                    <a:pt x="63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3" name="Google Shape;3593;p67"/>
            <p:cNvSpPr/>
            <p:nvPr/>
          </p:nvSpPr>
          <p:spPr>
            <a:xfrm>
              <a:off x="1563965" y="2493627"/>
              <a:ext cx="24649" cy="17525"/>
            </a:xfrm>
            <a:custGeom>
              <a:rect b="b" l="l" r="r" t="t"/>
              <a:pathLst>
                <a:path extrusionOk="0" h="551" w="775">
                  <a:moveTo>
                    <a:pt x="576" y="0"/>
                  </a:moveTo>
                  <a:cubicBezTo>
                    <a:pt x="549" y="0"/>
                    <a:pt x="523" y="7"/>
                    <a:pt x="501" y="22"/>
                  </a:cubicBezTo>
                  <a:lnTo>
                    <a:pt x="108" y="248"/>
                  </a:lnTo>
                  <a:cubicBezTo>
                    <a:pt x="24" y="296"/>
                    <a:pt x="1" y="391"/>
                    <a:pt x="48" y="475"/>
                  </a:cubicBezTo>
                  <a:cubicBezTo>
                    <a:pt x="73" y="524"/>
                    <a:pt x="132" y="550"/>
                    <a:pt x="189" y="550"/>
                  </a:cubicBezTo>
                  <a:cubicBezTo>
                    <a:pt x="215" y="550"/>
                    <a:pt x="240" y="545"/>
                    <a:pt x="263" y="534"/>
                  </a:cubicBezTo>
                  <a:lnTo>
                    <a:pt x="667" y="308"/>
                  </a:lnTo>
                  <a:cubicBezTo>
                    <a:pt x="739" y="260"/>
                    <a:pt x="774" y="153"/>
                    <a:pt x="727" y="82"/>
                  </a:cubicBezTo>
                  <a:cubicBezTo>
                    <a:pt x="694" y="33"/>
                    <a:pt x="633" y="0"/>
                    <a:pt x="57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4" name="Google Shape;3594;p67"/>
            <p:cNvSpPr/>
            <p:nvPr/>
          </p:nvSpPr>
          <p:spPr>
            <a:xfrm>
              <a:off x="1537853" y="2461440"/>
              <a:ext cx="18956" cy="23090"/>
            </a:xfrm>
            <a:custGeom>
              <a:rect b="b" l="l" r="r" t="t"/>
              <a:pathLst>
                <a:path extrusionOk="0" h="726" w="596">
                  <a:moveTo>
                    <a:pt x="414" y="0"/>
                  </a:moveTo>
                  <a:cubicBezTo>
                    <a:pt x="357" y="0"/>
                    <a:pt x="298" y="33"/>
                    <a:pt x="274" y="82"/>
                  </a:cubicBezTo>
                  <a:lnTo>
                    <a:pt x="48" y="486"/>
                  </a:lnTo>
                  <a:cubicBezTo>
                    <a:pt x="0" y="558"/>
                    <a:pt x="36" y="665"/>
                    <a:pt x="107" y="701"/>
                  </a:cubicBezTo>
                  <a:cubicBezTo>
                    <a:pt x="132" y="718"/>
                    <a:pt x="162" y="725"/>
                    <a:pt x="192" y="725"/>
                  </a:cubicBezTo>
                  <a:cubicBezTo>
                    <a:pt x="247" y="725"/>
                    <a:pt x="303" y="699"/>
                    <a:pt x="333" y="653"/>
                  </a:cubicBezTo>
                  <a:lnTo>
                    <a:pt x="548" y="248"/>
                  </a:lnTo>
                  <a:cubicBezTo>
                    <a:pt x="595" y="177"/>
                    <a:pt x="572" y="70"/>
                    <a:pt x="488" y="22"/>
                  </a:cubicBezTo>
                  <a:cubicBezTo>
                    <a:pt x="466" y="7"/>
                    <a:pt x="440" y="0"/>
                    <a:pt x="41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95" name="Google Shape;3595;p67"/>
          <p:cNvGrpSpPr/>
          <p:nvPr/>
        </p:nvGrpSpPr>
        <p:grpSpPr>
          <a:xfrm>
            <a:off x="7455057" y="1204224"/>
            <a:ext cx="384054" cy="345653"/>
            <a:chOff x="3967213" y="1975477"/>
            <a:chExt cx="368185" cy="331816"/>
          </a:xfrm>
        </p:grpSpPr>
        <p:sp>
          <p:nvSpPr>
            <p:cNvPr id="3596" name="Google Shape;3596;p67"/>
            <p:cNvSpPr/>
            <p:nvPr/>
          </p:nvSpPr>
          <p:spPr>
            <a:xfrm>
              <a:off x="3967213" y="1975477"/>
              <a:ext cx="368185" cy="331816"/>
            </a:xfrm>
            <a:custGeom>
              <a:rect b="b" l="l" r="r" t="t"/>
              <a:pathLst>
                <a:path extrusionOk="0" h="10474" w="11622">
                  <a:moveTo>
                    <a:pt x="9026" y="0"/>
                  </a:moveTo>
                  <a:cubicBezTo>
                    <a:pt x="7585" y="0"/>
                    <a:pt x="6430" y="1179"/>
                    <a:pt x="6430" y="2608"/>
                  </a:cubicBezTo>
                  <a:cubicBezTo>
                    <a:pt x="6430" y="3072"/>
                    <a:pt x="6549" y="3513"/>
                    <a:pt x="6763" y="3882"/>
                  </a:cubicBezTo>
                  <a:lnTo>
                    <a:pt x="5680" y="3882"/>
                  </a:lnTo>
                  <a:cubicBezTo>
                    <a:pt x="5597" y="3882"/>
                    <a:pt x="5513" y="3965"/>
                    <a:pt x="5513" y="4048"/>
                  </a:cubicBezTo>
                  <a:cubicBezTo>
                    <a:pt x="5513" y="4144"/>
                    <a:pt x="5597" y="4215"/>
                    <a:pt x="5680" y="4215"/>
                  </a:cubicBezTo>
                  <a:lnTo>
                    <a:pt x="6978" y="4215"/>
                  </a:lnTo>
                  <a:cubicBezTo>
                    <a:pt x="7454" y="4810"/>
                    <a:pt x="8192" y="5191"/>
                    <a:pt x="9014" y="5191"/>
                  </a:cubicBezTo>
                  <a:cubicBezTo>
                    <a:pt x="9180" y="5191"/>
                    <a:pt x="9359" y="5180"/>
                    <a:pt x="9502" y="5156"/>
                  </a:cubicBezTo>
                  <a:lnTo>
                    <a:pt x="9502" y="5775"/>
                  </a:lnTo>
                  <a:lnTo>
                    <a:pt x="977" y="5775"/>
                  </a:lnTo>
                  <a:cubicBezTo>
                    <a:pt x="905" y="5775"/>
                    <a:pt x="834" y="5834"/>
                    <a:pt x="810" y="5906"/>
                  </a:cubicBezTo>
                  <a:lnTo>
                    <a:pt x="322" y="8466"/>
                  </a:lnTo>
                  <a:lnTo>
                    <a:pt x="322" y="2965"/>
                  </a:lnTo>
                  <a:lnTo>
                    <a:pt x="2691" y="2965"/>
                  </a:lnTo>
                  <a:lnTo>
                    <a:pt x="3882" y="4156"/>
                  </a:lnTo>
                  <a:cubicBezTo>
                    <a:pt x="3906" y="4179"/>
                    <a:pt x="3953" y="4203"/>
                    <a:pt x="4001" y="4203"/>
                  </a:cubicBezTo>
                  <a:lnTo>
                    <a:pt x="5001" y="4203"/>
                  </a:lnTo>
                  <a:cubicBezTo>
                    <a:pt x="5085" y="4203"/>
                    <a:pt x="5156" y="4120"/>
                    <a:pt x="5156" y="4037"/>
                  </a:cubicBezTo>
                  <a:cubicBezTo>
                    <a:pt x="5156" y="3941"/>
                    <a:pt x="5085" y="3870"/>
                    <a:pt x="5001" y="3870"/>
                  </a:cubicBezTo>
                  <a:lnTo>
                    <a:pt x="4073" y="3870"/>
                  </a:lnTo>
                  <a:lnTo>
                    <a:pt x="2882" y="2679"/>
                  </a:lnTo>
                  <a:cubicBezTo>
                    <a:pt x="2858" y="2655"/>
                    <a:pt x="2810" y="2632"/>
                    <a:pt x="2763" y="2632"/>
                  </a:cubicBezTo>
                  <a:lnTo>
                    <a:pt x="155" y="2632"/>
                  </a:lnTo>
                  <a:cubicBezTo>
                    <a:pt x="72" y="2632"/>
                    <a:pt x="1" y="2715"/>
                    <a:pt x="1" y="2798"/>
                  </a:cubicBezTo>
                  <a:lnTo>
                    <a:pt x="1" y="10299"/>
                  </a:lnTo>
                  <a:cubicBezTo>
                    <a:pt x="1" y="10457"/>
                    <a:pt x="121" y="10466"/>
                    <a:pt x="248" y="10466"/>
                  </a:cubicBezTo>
                  <a:cubicBezTo>
                    <a:pt x="264" y="10466"/>
                    <a:pt x="281" y="10466"/>
                    <a:pt x="298" y="10466"/>
                  </a:cubicBezTo>
                  <a:cubicBezTo>
                    <a:pt x="414" y="10466"/>
                    <a:pt x="3457" y="10474"/>
                    <a:pt x="6062" y="10474"/>
                  </a:cubicBezTo>
                  <a:cubicBezTo>
                    <a:pt x="8016" y="10474"/>
                    <a:pt x="9723" y="10469"/>
                    <a:pt x="9764" y="10454"/>
                  </a:cubicBezTo>
                  <a:cubicBezTo>
                    <a:pt x="9799" y="10418"/>
                    <a:pt x="9847" y="10371"/>
                    <a:pt x="9859" y="10335"/>
                  </a:cubicBezTo>
                  <a:lnTo>
                    <a:pt x="10192" y="8609"/>
                  </a:lnTo>
                  <a:cubicBezTo>
                    <a:pt x="10204" y="8513"/>
                    <a:pt x="10145" y="8430"/>
                    <a:pt x="10061" y="8406"/>
                  </a:cubicBezTo>
                  <a:cubicBezTo>
                    <a:pt x="10053" y="8405"/>
                    <a:pt x="10045" y="8405"/>
                    <a:pt x="10037" y="8405"/>
                  </a:cubicBezTo>
                  <a:cubicBezTo>
                    <a:pt x="9952" y="8405"/>
                    <a:pt x="9881" y="8461"/>
                    <a:pt x="9859" y="8537"/>
                  </a:cubicBezTo>
                  <a:lnTo>
                    <a:pt x="9561" y="10121"/>
                  </a:lnTo>
                  <a:lnTo>
                    <a:pt x="393" y="10121"/>
                  </a:lnTo>
                  <a:lnTo>
                    <a:pt x="1155" y="6132"/>
                  </a:lnTo>
                  <a:lnTo>
                    <a:pt x="10335" y="6132"/>
                  </a:lnTo>
                  <a:lnTo>
                    <a:pt x="10014" y="7870"/>
                  </a:lnTo>
                  <a:cubicBezTo>
                    <a:pt x="10002" y="7966"/>
                    <a:pt x="10061" y="8049"/>
                    <a:pt x="10145" y="8061"/>
                  </a:cubicBezTo>
                  <a:cubicBezTo>
                    <a:pt x="10159" y="8064"/>
                    <a:pt x="10173" y="8066"/>
                    <a:pt x="10186" y="8066"/>
                  </a:cubicBezTo>
                  <a:cubicBezTo>
                    <a:pt x="10263" y="8066"/>
                    <a:pt x="10325" y="8011"/>
                    <a:pt x="10335" y="7930"/>
                  </a:cubicBezTo>
                  <a:lnTo>
                    <a:pt x="10716" y="6001"/>
                  </a:lnTo>
                  <a:cubicBezTo>
                    <a:pt x="10728" y="5953"/>
                    <a:pt x="10716" y="5894"/>
                    <a:pt x="10680" y="5870"/>
                  </a:cubicBezTo>
                  <a:cubicBezTo>
                    <a:pt x="10657" y="5822"/>
                    <a:pt x="10609" y="5811"/>
                    <a:pt x="10550" y="5811"/>
                  </a:cubicBezTo>
                  <a:lnTo>
                    <a:pt x="9847" y="5811"/>
                  </a:lnTo>
                  <a:lnTo>
                    <a:pt x="9847" y="5096"/>
                  </a:lnTo>
                  <a:cubicBezTo>
                    <a:pt x="10776" y="4775"/>
                    <a:pt x="11466" y="3965"/>
                    <a:pt x="11585" y="2965"/>
                  </a:cubicBezTo>
                  <a:cubicBezTo>
                    <a:pt x="11609" y="2858"/>
                    <a:pt x="11550" y="2774"/>
                    <a:pt x="11454" y="2751"/>
                  </a:cubicBezTo>
                  <a:cubicBezTo>
                    <a:pt x="11448" y="2750"/>
                    <a:pt x="11442" y="2749"/>
                    <a:pt x="11436" y="2749"/>
                  </a:cubicBezTo>
                  <a:cubicBezTo>
                    <a:pt x="11358" y="2749"/>
                    <a:pt x="11275" y="2817"/>
                    <a:pt x="11264" y="2905"/>
                  </a:cubicBezTo>
                  <a:cubicBezTo>
                    <a:pt x="11109" y="4025"/>
                    <a:pt x="10145" y="4870"/>
                    <a:pt x="9014" y="4870"/>
                  </a:cubicBezTo>
                  <a:cubicBezTo>
                    <a:pt x="7763" y="4870"/>
                    <a:pt x="6751" y="3858"/>
                    <a:pt x="6751" y="2608"/>
                  </a:cubicBezTo>
                  <a:cubicBezTo>
                    <a:pt x="6751" y="1358"/>
                    <a:pt x="7763" y="346"/>
                    <a:pt x="9014" y="346"/>
                  </a:cubicBezTo>
                  <a:cubicBezTo>
                    <a:pt x="10133" y="346"/>
                    <a:pt x="11097" y="1179"/>
                    <a:pt x="11264" y="2274"/>
                  </a:cubicBezTo>
                  <a:cubicBezTo>
                    <a:pt x="11275" y="2363"/>
                    <a:pt x="11358" y="2431"/>
                    <a:pt x="11436" y="2431"/>
                  </a:cubicBezTo>
                  <a:cubicBezTo>
                    <a:pt x="11442" y="2431"/>
                    <a:pt x="11448" y="2430"/>
                    <a:pt x="11454" y="2429"/>
                  </a:cubicBezTo>
                  <a:cubicBezTo>
                    <a:pt x="11550" y="2417"/>
                    <a:pt x="11621" y="2322"/>
                    <a:pt x="11609" y="2239"/>
                  </a:cubicBezTo>
                  <a:cubicBezTo>
                    <a:pt x="11514" y="1620"/>
                    <a:pt x="11204" y="1060"/>
                    <a:pt x="10740" y="643"/>
                  </a:cubicBezTo>
                  <a:cubicBezTo>
                    <a:pt x="10264" y="227"/>
                    <a:pt x="9657" y="0"/>
                    <a:pt x="9026"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7" name="Google Shape;3597;p67"/>
            <p:cNvSpPr/>
            <p:nvPr/>
          </p:nvSpPr>
          <p:spPr>
            <a:xfrm>
              <a:off x="4237665" y="2034307"/>
              <a:ext cx="32092" cy="63772"/>
            </a:xfrm>
            <a:custGeom>
              <a:rect b="b" l="l" r="r" t="t"/>
              <a:pathLst>
                <a:path extrusionOk="0" h="2013" w="1013">
                  <a:moveTo>
                    <a:pt x="179" y="1"/>
                  </a:moveTo>
                  <a:cubicBezTo>
                    <a:pt x="84" y="1"/>
                    <a:pt x="12" y="72"/>
                    <a:pt x="12" y="167"/>
                  </a:cubicBezTo>
                  <a:cubicBezTo>
                    <a:pt x="12" y="263"/>
                    <a:pt x="84" y="334"/>
                    <a:pt x="179" y="334"/>
                  </a:cubicBezTo>
                  <a:lnTo>
                    <a:pt x="322" y="334"/>
                  </a:lnTo>
                  <a:lnTo>
                    <a:pt x="322" y="1691"/>
                  </a:lnTo>
                  <a:lnTo>
                    <a:pt x="167" y="1691"/>
                  </a:lnTo>
                  <a:cubicBezTo>
                    <a:pt x="72" y="1691"/>
                    <a:pt x="0" y="1763"/>
                    <a:pt x="0" y="1846"/>
                  </a:cubicBezTo>
                  <a:cubicBezTo>
                    <a:pt x="0" y="1941"/>
                    <a:pt x="72" y="2013"/>
                    <a:pt x="167" y="2013"/>
                  </a:cubicBezTo>
                  <a:lnTo>
                    <a:pt x="846" y="2013"/>
                  </a:lnTo>
                  <a:cubicBezTo>
                    <a:pt x="941" y="2013"/>
                    <a:pt x="1012" y="1941"/>
                    <a:pt x="1012" y="1846"/>
                  </a:cubicBezTo>
                  <a:cubicBezTo>
                    <a:pt x="1012" y="1775"/>
                    <a:pt x="941" y="1703"/>
                    <a:pt x="846" y="1703"/>
                  </a:cubicBezTo>
                  <a:lnTo>
                    <a:pt x="667" y="1703"/>
                  </a:lnTo>
                  <a:lnTo>
                    <a:pt x="667" y="167"/>
                  </a:lnTo>
                  <a:cubicBezTo>
                    <a:pt x="667" y="72"/>
                    <a:pt x="596" y="1"/>
                    <a:pt x="500"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8" name="Google Shape;3598;p67"/>
            <p:cNvSpPr/>
            <p:nvPr/>
          </p:nvSpPr>
          <p:spPr>
            <a:xfrm>
              <a:off x="4241815" y="2014317"/>
              <a:ext cx="17012" cy="17012"/>
            </a:xfrm>
            <a:custGeom>
              <a:rect b="b" l="l" r="r" t="t"/>
              <a:pathLst>
                <a:path extrusionOk="0" h="537" w="537">
                  <a:moveTo>
                    <a:pt x="274" y="1"/>
                  </a:moveTo>
                  <a:cubicBezTo>
                    <a:pt x="119" y="1"/>
                    <a:pt x="0" y="120"/>
                    <a:pt x="0" y="263"/>
                  </a:cubicBezTo>
                  <a:cubicBezTo>
                    <a:pt x="0" y="417"/>
                    <a:pt x="119" y="536"/>
                    <a:pt x="274" y="536"/>
                  </a:cubicBezTo>
                  <a:cubicBezTo>
                    <a:pt x="417" y="536"/>
                    <a:pt x="536" y="417"/>
                    <a:pt x="536" y="263"/>
                  </a:cubicBezTo>
                  <a:cubicBezTo>
                    <a:pt x="536" y="120"/>
                    <a:pt x="417" y="1"/>
                    <a:pt x="274"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99" name="Google Shape;3599;p67"/>
          <p:cNvGrpSpPr/>
          <p:nvPr/>
        </p:nvGrpSpPr>
        <p:grpSpPr>
          <a:xfrm>
            <a:off x="3380504" y="1254709"/>
            <a:ext cx="384062" cy="384062"/>
            <a:chOff x="1308631" y="1507830"/>
            <a:chExt cx="350166" cy="350198"/>
          </a:xfrm>
        </p:grpSpPr>
        <p:sp>
          <p:nvSpPr>
            <p:cNvPr id="3600" name="Google Shape;3600;p67"/>
            <p:cNvSpPr/>
            <p:nvPr/>
          </p:nvSpPr>
          <p:spPr>
            <a:xfrm>
              <a:off x="1308631" y="1507830"/>
              <a:ext cx="350166" cy="350198"/>
            </a:xfrm>
            <a:custGeom>
              <a:rect b="b" l="l" r="r" t="t"/>
              <a:pathLst>
                <a:path extrusionOk="0" h="11003" w="11002">
                  <a:moveTo>
                    <a:pt x="6192" y="310"/>
                  </a:moveTo>
                  <a:cubicBezTo>
                    <a:pt x="6192" y="310"/>
                    <a:pt x="6204" y="310"/>
                    <a:pt x="6204" y="334"/>
                  </a:cubicBezTo>
                  <a:lnTo>
                    <a:pt x="6204" y="787"/>
                  </a:lnTo>
                  <a:cubicBezTo>
                    <a:pt x="6204" y="953"/>
                    <a:pt x="6311" y="1084"/>
                    <a:pt x="6477" y="1120"/>
                  </a:cubicBezTo>
                  <a:cubicBezTo>
                    <a:pt x="6989" y="1239"/>
                    <a:pt x="7489" y="1429"/>
                    <a:pt x="7930" y="1715"/>
                  </a:cubicBezTo>
                  <a:cubicBezTo>
                    <a:pt x="7986" y="1751"/>
                    <a:pt x="8048" y="1769"/>
                    <a:pt x="8110" y="1769"/>
                  </a:cubicBezTo>
                  <a:cubicBezTo>
                    <a:pt x="8194" y="1769"/>
                    <a:pt x="8278" y="1736"/>
                    <a:pt x="8347" y="1668"/>
                  </a:cubicBezTo>
                  <a:lnTo>
                    <a:pt x="8680" y="1346"/>
                  </a:lnTo>
                  <a:lnTo>
                    <a:pt x="8692" y="1346"/>
                  </a:lnTo>
                  <a:lnTo>
                    <a:pt x="9656" y="2311"/>
                  </a:lnTo>
                  <a:lnTo>
                    <a:pt x="9656" y="2322"/>
                  </a:lnTo>
                  <a:lnTo>
                    <a:pt x="9335" y="2656"/>
                  </a:lnTo>
                  <a:cubicBezTo>
                    <a:pt x="9228" y="2751"/>
                    <a:pt x="9192" y="2930"/>
                    <a:pt x="9287" y="3073"/>
                  </a:cubicBezTo>
                  <a:cubicBezTo>
                    <a:pt x="9573" y="3513"/>
                    <a:pt x="9775" y="4001"/>
                    <a:pt x="9883" y="4525"/>
                  </a:cubicBezTo>
                  <a:cubicBezTo>
                    <a:pt x="9906" y="4680"/>
                    <a:pt x="10049" y="4799"/>
                    <a:pt x="10204" y="4799"/>
                  </a:cubicBezTo>
                  <a:lnTo>
                    <a:pt x="10668" y="4799"/>
                  </a:lnTo>
                  <a:cubicBezTo>
                    <a:pt x="10668" y="4799"/>
                    <a:pt x="10680" y="4799"/>
                    <a:pt x="10680" y="4811"/>
                  </a:cubicBezTo>
                  <a:lnTo>
                    <a:pt x="10657" y="6216"/>
                  </a:lnTo>
                  <a:lnTo>
                    <a:pt x="10192" y="6216"/>
                  </a:lnTo>
                  <a:cubicBezTo>
                    <a:pt x="10026" y="6216"/>
                    <a:pt x="9895" y="6311"/>
                    <a:pt x="9871" y="6478"/>
                  </a:cubicBezTo>
                  <a:cubicBezTo>
                    <a:pt x="9752" y="7002"/>
                    <a:pt x="9549" y="7490"/>
                    <a:pt x="9275" y="7942"/>
                  </a:cubicBezTo>
                  <a:cubicBezTo>
                    <a:pt x="9180" y="8073"/>
                    <a:pt x="9192" y="8240"/>
                    <a:pt x="9311" y="8359"/>
                  </a:cubicBezTo>
                  <a:lnTo>
                    <a:pt x="9645" y="8680"/>
                  </a:lnTo>
                  <a:lnTo>
                    <a:pt x="9645" y="8692"/>
                  </a:lnTo>
                  <a:lnTo>
                    <a:pt x="8680" y="9669"/>
                  </a:lnTo>
                  <a:lnTo>
                    <a:pt x="8656" y="9669"/>
                  </a:lnTo>
                  <a:lnTo>
                    <a:pt x="8335" y="9335"/>
                  </a:lnTo>
                  <a:cubicBezTo>
                    <a:pt x="8271" y="9272"/>
                    <a:pt x="8183" y="9237"/>
                    <a:pt x="8094" y="9237"/>
                  </a:cubicBezTo>
                  <a:cubicBezTo>
                    <a:pt x="8033" y="9237"/>
                    <a:pt x="7971" y="9254"/>
                    <a:pt x="7918" y="9288"/>
                  </a:cubicBezTo>
                  <a:cubicBezTo>
                    <a:pt x="7466" y="9573"/>
                    <a:pt x="6978" y="9788"/>
                    <a:pt x="6454" y="9883"/>
                  </a:cubicBezTo>
                  <a:cubicBezTo>
                    <a:pt x="6311" y="9919"/>
                    <a:pt x="6192" y="10050"/>
                    <a:pt x="6192" y="10216"/>
                  </a:cubicBezTo>
                  <a:lnTo>
                    <a:pt x="6192" y="10681"/>
                  </a:lnTo>
                  <a:cubicBezTo>
                    <a:pt x="6192" y="10681"/>
                    <a:pt x="6192" y="10693"/>
                    <a:pt x="6168" y="10693"/>
                  </a:cubicBezTo>
                  <a:lnTo>
                    <a:pt x="4811" y="10693"/>
                  </a:lnTo>
                  <a:cubicBezTo>
                    <a:pt x="4811" y="10693"/>
                    <a:pt x="4787" y="10693"/>
                    <a:pt x="4787" y="10681"/>
                  </a:cubicBezTo>
                  <a:lnTo>
                    <a:pt x="4787" y="10216"/>
                  </a:lnTo>
                  <a:cubicBezTo>
                    <a:pt x="4787" y="10050"/>
                    <a:pt x="4692" y="9919"/>
                    <a:pt x="4525" y="9883"/>
                  </a:cubicBezTo>
                  <a:cubicBezTo>
                    <a:pt x="4001" y="9764"/>
                    <a:pt x="3513" y="9573"/>
                    <a:pt x="3060" y="9288"/>
                  </a:cubicBezTo>
                  <a:cubicBezTo>
                    <a:pt x="3001" y="9264"/>
                    <a:pt x="2941" y="9228"/>
                    <a:pt x="2882" y="9228"/>
                  </a:cubicBezTo>
                  <a:cubicBezTo>
                    <a:pt x="2798" y="9228"/>
                    <a:pt x="2715" y="9264"/>
                    <a:pt x="2644" y="9335"/>
                  </a:cubicBezTo>
                  <a:lnTo>
                    <a:pt x="2322" y="9669"/>
                  </a:lnTo>
                  <a:lnTo>
                    <a:pt x="2298" y="9669"/>
                  </a:lnTo>
                  <a:lnTo>
                    <a:pt x="1334" y="8692"/>
                  </a:lnTo>
                  <a:lnTo>
                    <a:pt x="1334" y="8680"/>
                  </a:lnTo>
                  <a:lnTo>
                    <a:pt x="1667" y="8359"/>
                  </a:lnTo>
                  <a:cubicBezTo>
                    <a:pt x="1763" y="8252"/>
                    <a:pt x="1798" y="8073"/>
                    <a:pt x="1703" y="7942"/>
                  </a:cubicBezTo>
                  <a:cubicBezTo>
                    <a:pt x="1429" y="7490"/>
                    <a:pt x="1215" y="7002"/>
                    <a:pt x="1108" y="6478"/>
                  </a:cubicBezTo>
                  <a:cubicBezTo>
                    <a:pt x="1084" y="6335"/>
                    <a:pt x="953" y="6216"/>
                    <a:pt x="786" y="6216"/>
                  </a:cubicBezTo>
                  <a:lnTo>
                    <a:pt x="322" y="6216"/>
                  </a:lnTo>
                  <a:cubicBezTo>
                    <a:pt x="322" y="6216"/>
                    <a:pt x="310" y="6216"/>
                    <a:pt x="310" y="6192"/>
                  </a:cubicBezTo>
                  <a:lnTo>
                    <a:pt x="310" y="4811"/>
                  </a:lnTo>
                  <a:cubicBezTo>
                    <a:pt x="310" y="4811"/>
                    <a:pt x="310" y="4799"/>
                    <a:pt x="322" y="4799"/>
                  </a:cubicBezTo>
                  <a:lnTo>
                    <a:pt x="786" y="4799"/>
                  </a:lnTo>
                  <a:cubicBezTo>
                    <a:pt x="953" y="4799"/>
                    <a:pt x="1084" y="4692"/>
                    <a:pt x="1108" y="4525"/>
                  </a:cubicBezTo>
                  <a:cubicBezTo>
                    <a:pt x="1227" y="4001"/>
                    <a:pt x="1429" y="3513"/>
                    <a:pt x="1703" y="3073"/>
                  </a:cubicBezTo>
                  <a:cubicBezTo>
                    <a:pt x="1798" y="2930"/>
                    <a:pt x="1786" y="2775"/>
                    <a:pt x="1667" y="2656"/>
                  </a:cubicBezTo>
                  <a:lnTo>
                    <a:pt x="1334" y="2322"/>
                  </a:lnTo>
                  <a:lnTo>
                    <a:pt x="1334" y="2311"/>
                  </a:lnTo>
                  <a:lnTo>
                    <a:pt x="2298" y="1346"/>
                  </a:lnTo>
                  <a:lnTo>
                    <a:pt x="2322" y="1346"/>
                  </a:lnTo>
                  <a:lnTo>
                    <a:pt x="2644" y="1668"/>
                  </a:lnTo>
                  <a:cubicBezTo>
                    <a:pt x="2707" y="1731"/>
                    <a:pt x="2796" y="1765"/>
                    <a:pt x="2885" y="1765"/>
                  </a:cubicBezTo>
                  <a:cubicBezTo>
                    <a:pt x="2946" y="1765"/>
                    <a:pt x="3007" y="1749"/>
                    <a:pt x="3060" y="1715"/>
                  </a:cubicBezTo>
                  <a:cubicBezTo>
                    <a:pt x="3513" y="1429"/>
                    <a:pt x="4001" y="1227"/>
                    <a:pt x="4525" y="1120"/>
                  </a:cubicBezTo>
                  <a:cubicBezTo>
                    <a:pt x="4668" y="1084"/>
                    <a:pt x="4787" y="953"/>
                    <a:pt x="4787" y="787"/>
                  </a:cubicBezTo>
                  <a:lnTo>
                    <a:pt x="4787" y="334"/>
                  </a:lnTo>
                  <a:cubicBezTo>
                    <a:pt x="4787" y="334"/>
                    <a:pt x="4787" y="310"/>
                    <a:pt x="4811" y="310"/>
                  </a:cubicBezTo>
                  <a:close/>
                  <a:moveTo>
                    <a:pt x="4811" y="1"/>
                  </a:moveTo>
                  <a:cubicBezTo>
                    <a:pt x="4632" y="1"/>
                    <a:pt x="4477" y="156"/>
                    <a:pt x="4477" y="334"/>
                  </a:cubicBezTo>
                  <a:lnTo>
                    <a:pt x="4477" y="798"/>
                  </a:lnTo>
                  <a:cubicBezTo>
                    <a:pt x="4477" y="798"/>
                    <a:pt x="4477" y="810"/>
                    <a:pt x="4465" y="810"/>
                  </a:cubicBezTo>
                  <a:cubicBezTo>
                    <a:pt x="3918" y="929"/>
                    <a:pt x="3370" y="1156"/>
                    <a:pt x="2906" y="1453"/>
                  </a:cubicBezTo>
                  <a:lnTo>
                    <a:pt x="2882" y="1453"/>
                  </a:lnTo>
                  <a:lnTo>
                    <a:pt x="2560" y="1120"/>
                  </a:lnTo>
                  <a:cubicBezTo>
                    <a:pt x="2495" y="1054"/>
                    <a:pt x="2408" y="1022"/>
                    <a:pt x="2322" y="1022"/>
                  </a:cubicBezTo>
                  <a:cubicBezTo>
                    <a:pt x="2236" y="1022"/>
                    <a:pt x="2150" y="1054"/>
                    <a:pt x="2084" y="1120"/>
                  </a:cubicBezTo>
                  <a:lnTo>
                    <a:pt x="1120" y="2084"/>
                  </a:lnTo>
                  <a:cubicBezTo>
                    <a:pt x="977" y="2215"/>
                    <a:pt x="977" y="2430"/>
                    <a:pt x="1120" y="2561"/>
                  </a:cubicBezTo>
                  <a:lnTo>
                    <a:pt x="1441" y="2894"/>
                  </a:lnTo>
                  <a:lnTo>
                    <a:pt x="1441" y="2906"/>
                  </a:lnTo>
                  <a:cubicBezTo>
                    <a:pt x="1132" y="3382"/>
                    <a:pt x="917" y="3906"/>
                    <a:pt x="798" y="4466"/>
                  </a:cubicBezTo>
                  <a:cubicBezTo>
                    <a:pt x="798" y="4466"/>
                    <a:pt x="798" y="4489"/>
                    <a:pt x="786" y="4489"/>
                  </a:cubicBezTo>
                  <a:lnTo>
                    <a:pt x="322" y="4489"/>
                  </a:lnTo>
                  <a:cubicBezTo>
                    <a:pt x="143" y="4489"/>
                    <a:pt x="0" y="4632"/>
                    <a:pt x="0" y="4811"/>
                  </a:cubicBezTo>
                  <a:lnTo>
                    <a:pt x="0" y="6192"/>
                  </a:lnTo>
                  <a:cubicBezTo>
                    <a:pt x="0" y="6371"/>
                    <a:pt x="143" y="6525"/>
                    <a:pt x="322" y="6525"/>
                  </a:cubicBezTo>
                  <a:lnTo>
                    <a:pt x="786" y="6525"/>
                  </a:lnTo>
                  <a:cubicBezTo>
                    <a:pt x="786" y="6525"/>
                    <a:pt x="798" y="6525"/>
                    <a:pt x="798" y="6537"/>
                  </a:cubicBezTo>
                  <a:cubicBezTo>
                    <a:pt x="917" y="7085"/>
                    <a:pt x="1143" y="7621"/>
                    <a:pt x="1441" y="8097"/>
                  </a:cubicBezTo>
                  <a:lnTo>
                    <a:pt x="1441" y="8121"/>
                  </a:lnTo>
                  <a:lnTo>
                    <a:pt x="1120" y="8442"/>
                  </a:lnTo>
                  <a:cubicBezTo>
                    <a:pt x="977" y="8573"/>
                    <a:pt x="977" y="8788"/>
                    <a:pt x="1120" y="8918"/>
                  </a:cubicBezTo>
                  <a:lnTo>
                    <a:pt x="2084" y="9883"/>
                  </a:lnTo>
                  <a:cubicBezTo>
                    <a:pt x="2150" y="9954"/>
                    <a:pt x="2236" y="9990"/>
                    <a:pt x="2322" y="9990"/>
                  </a:cubicBezTo>
                  <a:cubicBezTo>
                    <a:pt x="2408" y="9990"/>
                    <a:pt x="2495" y="9954"/>
                    <a:pt x="2560" y="9883"/>
                  </a:cubicBezTo>
                  <a:lnTo>
                    <a:pt x="2882" y="9561"/>
                  </a:lnTo>
                  <a:lnTo>
                    <a:pt x="2906" y="9561"/>
                  </a:lnTo>
                  <a:cubicBezTo>
                    <a:pt x="3370" y="9871"/>
                    <a:pt x="3894" y="10085"/>
                    <a:pt x="4465" y="10204"/>
                  </a:cubicBezTo>
                  <a:cubicBezTo>
                    <a:pt x="4465" y="10204"/>
                    <a:pt x="4477" y="10204"/>
                    <a:pt x="4477" y="10216"/>
                  </a:cubicBezTo>
                  <a:lnTo>
                    <a:pt x="4477" y="10681"/>
                  </a:lnTo>
                  <a:cubicBezTo>
                    <a:pt x="4477" y="10859"/>
                    <a:pt x="4632" y="11002"/>
                    <a:pt x="4811" y="11002"/>
                  </a:cubicBezTo>
                  <a:lnTo>
                    <a:pt x="6192" y="11002"/>
                  </a:lnTo>
                  <a:cubicBezTo>
                    <a:pt x="6370" y="11002"/>
                    <a:pt x="6513" y="10859"/>
                    <a:pt x="6513" y="10681"/>
                  </a:cubicBezTo>
                  <a:lnTo>
                    <a:pt x="6513" y="10216"/>
                  </a:lnTo>
                  <a:cubicBezTo>
                    <a:pt x="6513" y="10216"/>
                    <a:pt x="6513" y="10204"/>
                    <a:pt x="6537" y="10204"/>
                  </a:cubicBezTo>
                  <a:cubicBezTo>
                    <a:pt x="7085" y="10085"/>
                    <a:pt x="7620" y="9859"/>
                    <a:pt x="8097" y="9561"/>
                  </a:cubicBezTo>
                  <a:lnTo>
                    <a:pt x="8109" y="9561"/>
                  </a:lnTo>
                  <a:lnTo>
                    <a:pt x="8442" y="9883"/>
                  </a:lnTo>
                  <a:cubicBezTo>
                    <a:pt x="8507" y="9954"/>
                    <a:pt x="8591" y="9990"/>
                    <a:pt x="8676" y="9990"/>
                  </a:cubicBezTo>
                  <a:cubicBezTo>
                    <a:pt x="8760" y="9990"/>
                    <a:pt x="8847" y="9954"/>
                    <a:pt x="8918" y="9883"/>
                  </a:cubicBezTo>
                  <a:lnTo>
                    <a:pt x="9883" y="8918"/>
                  </a:lnTo>
                  <a:cubicBezTo>
                    <a:pt x="10014" y="8788"/>
                    <a:pt x="10014" y="8573"/>
                    <a:pt x="9883" y="8442"/>
                  </a:cubicBezTo>
                  <a:lnTo>
                    <a:pt x="9549" y="8121"/>
                  </a:lnTo>
                  <a:lnTo>
                    <a:pt x="9549" y="8097"/>
                  </a:lnTo>
                  <a:cubicBezTo>
                    <a:pt x="9871" y="7621"/>
                    <a:pt x="10073" y="7109"/>
                    <a:pt x="10192" y="6537"/>
                  </a:cubicBezTo>
                  <a:cubicBezTo>
                    <a:pt x="10192" y="6537"/>
                    <a:pt x="10192" y="6525"/>
                    <a:pt x="10204" y="6525"/>
                  </a:cubicBezTo>
                  <a:lnTo>
                    <a:pt x="10668" y="6525"/>
                  </a:lnTo>
                  <a:cubicBezTo>
                    <a:pt x="10847" y="6525"/>
                    <a:pt x="11002" y="6371"/>
                    <a:pt x="11002" y="6192"/>
                  </a:cubicBezTo>
                  <a:lnTo>
                    <a:pt x="11002" y="4811"/>
                  </a:lnTo>
                  <a:cubicBezTo>
                    <a:pt x="10978" y="4632"/>
                    <a:pt x="10835" y="4489"/>
                    <a:pt x="10657" y="4489"/>
                  </a:cubicBezTo>
                  <a:lnTo>
                    <a:pt x="10192" y="4489"/>
                  </a:lnTo>
                  <a:cubicBezTo>
                    <a:pt x="10192" y="4489"/>
                    <a:pt x="10180" y="4489"/>
                    <a:pt x="10180" y="4466"/>
                  </a:cubicBezTo>
                  <a:cubicBezTo>
                    <a:pt x="10061" y="3918"/>
                    <a:pt x="9835" y="3382"/>
                    <a:pt x="9537" y="2906"/>
                  </a:cubicBezTo>
                  <a:lnTo>
                    <a:pt x="9537" y="2894"/>
                  </a:lnTo>
                  <a:lnTo>
                    <a:pt x="9859" y="2561"/>
                  </a:lnTo>
                  <a:cubicBezTo>
                    <a:pt x="10002" y="2430"/>
                    <a:pt x="10002" y="2215"/>
                    <a:pt x="9859" y="2084"/>
                  </a:cubicBezTo>
                  <a:lnTo>
                    <a:pt x="8894" y="1120"/>
                  </a:lnTo>
                  <a:cubicBezTo>
                    <a:pt x="8829" y="1054"/>
                    <a:pt x="8743" y="1022"/>
                    <a:pt x="8656" y="1022"/>
                  </a:cubicBezTo>
                  <a:cubicBezTo>
                    <a:pt x="8570" y="1022"/>
                    <a:pt x="8484" y="1054"/>
                    <a:pt x="8418" y="1120"/>
                  </a:cubicBezTo>
                  <a:lnTo>
                    <a:pt x="8097" y="1453"/>
                  </a:lnTo>
                  <a:lnTo>
                    <a:pt x="8073" y="1453"/>
                  </a:lnTo>
                  <a:cubicBezTo>
                    <a:pt x="7597" y="1132"/>
                    <a:pt x="7085" y="929"/>
                    <a:pt x="6513" y="810"/>
                  </a:cubicBezTo>
                  <a:cubicBezTo>
                    <a:pt x="6513" y="810"/>
                    <a:pt x="6501" y="810"/>
                    <a:pt x="6501" y="798"/>
                  </a:cubicBezTo>
                  <a:lnTo>
                    <a:pt x="6501" y="334"/>
                  </a:lnTo>
                  <a:cubicBezTo>
                    <a:pt x="6501" y="156"/>
                    <a:pt x="6346" y="1"/>
                    <a:pt x="616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1" name="Google Shape;3601;p67"/>
            <p:cNvSpPr/>
            <p:nvPr/>
          </p:nvSpPr>
          <p:spPr>
            <a:xfrm>
              <a:off x="1373049" y="1574063"/>
              <a:ext cx="181544" cy="179730"/>
            </a:xfrm>
            <a:custGeom>
              <a:rect b="b" l="l" r="r" t="t"/>
              <a:pathLst>
                <a:path extrusionOk="0" h="5647" w="5704">
                  <a:moveTo>
                    <a:pt x="3449" y="0"/>
                  </a:moveTo>
                  <a:cubicBezTo>
                    <a:pt x="3399" y="0"/>
                    <a:pt x="3349" y="1"/>
                    <a:pt x="3299" y="3"/>
                  </a:cubicBezTo>
                  <a:cubicBezTo>
                    <a:pt x="2453" y="51"/>
                    <a:pt x="1644" y="408"/>
                    <a:pt x="1036" y="1003"/>
                  </a:cubicBezTo>
                  <a:cubicBezTo>
                    <a:pt x="429" y="1611"/>
                    <a:pt x="84" y="2396"/>
                    <a:pt x="48" y="3266"/>
                  </a:cubicBezTo>
                  <a:cubicBezTo>
                    <a:pt x="1" y="4111"/>
                    <a:pt x="262" y="4933"/>
                    <a:pt x="798" y="5587"/>
                  </a:cubicBezTo>
                  <a:cubicBezTo>
                    <a:pt x="834" y="5635"/>
                    <a:pt x="882" y="5647"/>
                    <a:pt x="917" y="5647"/>
                  </a:cubicBezTo>
                  <a:cubicBezTo>
                    <a:pt x="953" y="5647"/>
                    <a:pt x="1001" y="5635"/>
                    <a:pt x="1024" y="5623"/>
                  </a:cubicBezTo>
                  <a:cubicBezTo>
                    <a:pt x="1096" y="5564"/>
                    <a:pt x="1096" y="5456"/>
                    <a:pt x="1060" y="5397"/>
                  </a:cubicBezTo>
                  <a:cubicBezTo>
                    <a:pt x="584" y="4802"/>
                    <a:pt x="322" y="4051"/>
                    <a:pt x="370" y="3278"/>
                  </a:cubicBezTo>
                  <a:cubicBezTo>
                    <a:pt x="417" y="2504"/>
                    <a:pt x="727" y="1777"/>
                    <a:pt x="1274" y="1242"/>
                  </a:cubicBezTo>
                  <a:cubicBezTo>
                    <a:pt x="1834" y="694"/>
                    <a:pt x="2560" y="384"/>
                    <a:pt x="3322" y="337"/>
                  </a:cubicBezTo>
                  <a:cubicBezTo>
                    <a:pt x="3385" y="333"/>
                    <a:pt x="3447" y="331"/>
                    <a:pt x="3509" y="331"/>
                  </a:cubicBezTo>
                  <a:cubicBezTo>
                    <a:pt x="4215" y="331"/>
                    <a:pt x="4883" y="578"/>
                    <a:pt x="5430" y="1015"/>
                  </a:cubicBezTo>
                  <a:cubicBezTo>
                    <a:pt x="5461" y="1041"/>
                    <a:pt x="5496" y="1053"/>
                    <a:pt x="5531" y="1053"/>
                  </a:cubicBezTo>
                  <a:cubicBezTo>
                    <a:pt x="5577" y="1053"/>
                    <a:pt x="5622" y="1032"/>
                    <a:pt x="5656" y="992"/>
                  </a:cubicBezTo>
                  <a:cubicBezTo>
                    <a:pt x="5704" y="920"/>
                    <a:pt x="5680" y="813"/>
                    <a:pt x="5620" y="765"/>
                  </a:cubicBezTo>
                  <a:cubicBezTo>
                    <a:pt x="5005" y="262"/>
                    <a:pt x="4232" y="0"/>
                    <a:pt x="3449"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2" name="Google Shape;3602;p67"/>
            <p:cNvSpPr/>
            <p:nvPr/>
          </p:nvSpPr>
          <p:spPr>
            <a:xfrm>
              <a:off x="1411338" y="1606368"/>
              <a:ext cx="182276" cy="186477"/>
            </a:xfrm>
            <a:custGeom>
              <a:rect b="b" l="l" r="r" t="t"/>
              <a:pathLst>
                <a:path extrusionOk="0" h="5859" w="5727">
                  <a:moveTo>
                    <a:pt x="3286" y="334"/>
                  </a:moveTo>
                  <a:lnTo>
                    <a:pt x="3286" y="1000"/>
                  </a:lnTo>
                  <a:cubicBezTo>
                    <a:pt x="3286" y="1108"/>
                    <a:pt x="3262" y="1227"/>
                    <a:pt x="3215" y="1310"/>
                  </a:cubicBezTo>
                  <a:lnTo>
                    <a:pt x="3143" y="1477"/>
                  </a:lnTo>
                  <a:cubicBezTo>
                    <a:pt x="3119" y="1501"/>
                    <a:pt x="3119" y="1524"/>
                    <a:pt x="3119" y="1548"/>
                  </a:cubicBezTo>
                  <a:lnTo>
                    <a:pt x="3119" y="1893"/>
                  </a:lnTo>
                  <a:cubicBezTo>
                    <a:pt x="3119" y="2132"/>
                    <a:pt x="3036" y="2358"/>
                    <a:pt x="2858" y="2524"/>
                  </a:cubicBezTo>
                  <a:cubicBezTo>
                    <a:pt x="2691" y="2679"/>
                    <a:pt x="2453" y="2775"/>
                    <a:pt x="2215" y="2775"/>
                  </a:cubicBezTo>
                  <a:cubicBezTo>
                    <a:pt x="1774" y="2763"/>
                    <a:pt x="1381" y="2346"/>
                    <a:pt x="1381" y="1846"/>
                  </a:cubicBezTo>
                  <a:lnTo>
                    <a:pt x="1381" y="1548"/>
                  </a:lnTo>
                  <a:cubicBezTo>
                    <a:pt x="1381" y="1524"/>
                    <a:pt x="1381" y="1501"/>
                    <a:pt x="1369" y="1477"/>
                  </a:cubicBezTo>
                  <a:lnTo>
                    <a:pt x="1262" y="1286"/>
                  </a:lnTo>
                  <a:cubicBezTo>
                    <a:pt x="1238" y="1203"/>
                    <a:pt x="1203" y="1131"/>
                    <a:pt x="1203" y="1048"/>
                  </a:cubicBezTo>
                  <a:lnTo>
                    <a:pt x="1203" y="1024"/>
                  </a:lnTo>
                  <a:cubicBezTo>
                    <a:pt x="1203" y="643"/>
                    <a:pt x="1524" y="334"/>
                    <a:pt x="1905" y="334"/>
                  </a:cubicBezTo>
                  <a:close/>
                  <a:moveTo>
                    <a:pt x="2608" y="3025"/>
                  </a:moveTo>
                  <a:cubicBezTo>
                    <a:pt x="2619" y="3084"/>
                    <a:pt x="2631" y="3132"/>
                    <a:pt x="2655" y="3179"/>
                  </a:cubicBezTo>
                  <a:lnTo>
                    <a:pt x="2512" y="3310"/>
                  </a:lnTo>
                  <a:cubicBezTo>
                    <a:pt x="2441" y="3382"/>
                    <a:pt x="2357" y="3417"/>
                    <a:pt x="2262" y="3417"/>
                  </a:cubicBezTo>
                  <a:cubicBezTo>
                    <a:pt x="2179" y="3417"/>
                    <a:pt x="2084" y="3382"/>
                    <a:pt x="2012" y="3310"/>
                  </a:cubicBezTo>
                  <a:lnTo>
                    <a:pt x="1881" y="3179"/>
                  </a:lnTo>
                  <a:cubicBezTo>
                    <a:pt x="1893" y="3132"/>
                    <a:pt x="1905" y="3084"/>
                    <a:pt x="1905" y="3025"/>
                  </a:cubicBezTo>
                  <a:cubicBezTo>
                    <a:pt x="2012" y="3060"/>
                    <a:pt x="2119" y="3084"/>
                    <a:pt x="2215" y="3084"/>
                  </a:cubicBezTo>
                  <a:lnTo>
                    <a:pt x="2250" y="3084"/>
                  </a:lnTo>
                  <a:cubicBezTo>
                    <a:pt x="2369" y="3084"/>
                    <a:pt x="2488" y="3072"/>
                    <a:pt x="2608" y="3025"/>
                  </a:cubicBezTo>
                  <a:close/>
                  <a:moveTo>
                    <a:pt x="2810" y="3441"/>
                  </a:moveTo>
                  <a:cubicBezTo>
                    <a:pt x="2858" y="3477"/>
                    <a:pt x="2905" y="3489"/>
                    <a:pt x="2941" y="3501"/>
                  </a:cubicBezTo>
                  <a:lnTo>
                    <a:pt x="3524" y="3667"/>
                  </a:lnTo>
                  <a:cubicBezTo>
                    <a:pt x="3679" y="3715"/>
                    <a:pt x="3774" y="3846"/>
                    <a:pt x="3774" y="4013"/>
                  </a:cubicBezTo>
                  <a:lnTo>
                    <a:pt x="3774" y="5108"/>
                  </a:lnTo>
                  <a:lnTo>
                    <a:pt x="3822" y="5108"/>
                  </a:lnTo>
                  <a:cubicBezTo>
                    <a:pt x="3703" y="5180"/>
                    <a:pt x="3584" y="5239"/>
                    <a:pt x="3453" y="5287"/>
                  </a:cubicBezTo>
                  <a:lnTo>
                    <a:pt x="3453" y="4310"/>
                  </a:lnTo>
                  <a:cubicBezTo>
                    <a:pt x="3453" y="4215"/>
                    <a:pt x="3381" y="4144"/>
                    <a:pt x="3286" y="4144"/>
                  </a:cubicBezTo>
                  <a:cubicBezTo>
                    <a:pt x="3203" y="4144"/>
                    <a:pt x="3119" y="4215"/>
                    <a:pt x="3119" y="4310"/>
                  </a:cubicBezTo>
                  <a:lnTo>
                    <a:pt x="3119" y="5394"/>
                  </a:lnTo>
                  <a:cubicBezTo>
                    <a:pt x="2881" y="5465"/>
                    <a:pt x="2655" y="5501"/>
                    <a:pt x="2405" y="5513"/>
                  </a:cubicBezTo>
                  <a:lnTo>
                    <a:pt x="2262" y="5513"/>
                  </a:lnTo>
                  <a:cubicBezTo>
                    <a:pt x="1965" y="5513"/>
                    <a:pt x="1667" y="5465"/>
                    <a:pt x="1381" y="5394"/>
                  </a:cubicBezTo>
                  <a:lnTo>
                    <a:pt x="1381" y="4310"/>
                  </a:lnTo>
                  <a:cubicBezTo>
                    <a:pt x="1381" y="4215"/>
                    <a:pt x="1310" y="4144"/>
                    <a:pt x="1214" y="4144"/>
                  </a:cubicBezTo>
                  <a:cubicBezTo>
                    <a:pt x="1131" y="4144"/>
                    <a:pt x="1060" y="4215"/>
                    <a:pt x="1060" y="4310"/>
                  </a:cubicBezTo>
                  <a:lnTo>
                    <a:pt x="1060" y="5287"/>
                  </a:lnTo>
                  <a:cubicBezTo>
                    <a:pt x="941" y="5227"/>
                    <a:pt x="798" y="5168"/>
                    <a:pt x="679" y="5108"/>
                  </a:cubicBezTo>
                  <a:lnTo>
                    <a:pt x="679" y="4013"/>
                  </a:lnTo>
                  <a:cubicBezTo>
                    <a:pt x="679" y="3846"/>
                    <a:pt x="786" y="3715"/>
                    <a:pt x="941" y="3667"/>
                  </a:cubicBezTo>
                  <a:lnTo>
                    <a:pt x="1512" y="3501"/>
                  </a:lnTo>
                  <a:cubicBezTo>
                    <a:pt x="1560" y="3489"/>
                    <a:pt x="1619" y="3477"/>
                    <a:pt x="1655" y="3441"/>
                  </a:cubicBezTo>
                  <a:lnTo>
                    <a:pt x="1750" y="3548"/>
                  </a:lnTo>
                  <a:cubicBezTo>
                    <a:pt x="1893" y="3679"/>
                    <a:pt x="2072" y="3739"/>
                    <a:pt x="2227" y="3739"/>
                  </a:cubicBezTo>
                  <a:cubicBezTo>
                    <a:pt x="2393" y="3739"/>
                    <a:pt x="2572" y="3679"/>
                    <a:pt x="2703" y="3548"/>
                  </a:cubicBezTo>
                  <a:lnTo>
                    <a:pt x="2810" y="3441"/>
                  </a:lnTo>
                  <a:close/>
                  <a:moveTo>
                    <a:pt x="1893" y="0"/>
                  </a:moveTo>
                  <a:cubicBezTo>
                    <a:pt x="1322" y="0"/>
                    <a:pt x="869" y="465"/>
                    <a:pt x="869" y="1024"/>
                  </a:cubicBezTo>
                  <a:lnTo>
                    <a:pt x="869" y="1048"/>
                  </a:lnTo>
                  <a:cubicBezTo>
                    <a:pt x="869" y="1179"/>
                    <a:pt x="893" y="1310"/>
                    <a:pt x="953" y="1429"/>
                  </a:cubicBezTo>
                  <a:lnTo>
                    <a:pt x="1048" y="1596"/>
                  </a:lnTo>
                  <a:lnTo>
                    <a:pt x="1048" y="1870"/>
                  </a:lnTo>
                  <a:cubicBezTo>
                    <a:pt x="1048" y="2286"/>
                    <a:pt x="1250" y="2655"/>
                    <a:pt x="1560" y="2882"/>
                  </a:cubicBezTo>
                  <a:lnTo>
                    <a:pt x="1560" y="3025"/>
                  </a:lnTo>
                  <a:cubicBezTo>
                    <a:pt x="1560" y="3096"/>
                    <a:pt x="1500" y="3179"/>
                    <a:pt x="1429" y="3203"/>
                  </a:cubicBezTo>
                  <a:lnTo>
                    <a:pt x="845" y="3370"/>
                  </a:lnTo>
                  <a:cubicBezTo>
                    <a:pt x="572" y="3453"/>
                    <a:pt x="357" y="3727"/>
                    <a:pt x="357" y="4025"/>
                  </a:cubicBezTo>
                  <a:lnTo>
                    <a:pt x="357" y="4906"/>
                  </a:lnTo>
                  <a:cubicBezTo>
                    <a:pt x="333" y="4882"/>
                    <a:pt x="310" y="4858"/>
                    <a:pt x="286" y="4846"/>
                  </a:cubicBezTo>
                  <a:cubicBezTo>
                    <a:pt x="255" y="4820"/>
                    <a:pt x="220" y="4808"/>
                    <a:pt x="185" y="4808"/>
                  </a:cubicBezTo>
                  <a:cubicBezTo>
                    <a:pt x="139" y="4808"/>
                    <a:pt x="93" y="4829"/>
                    <a:pt x="60" y="4870"/>
                  </a:cubicBezTo>
                  <a:cubicBezTo>
                    <a:pt x="0" y="4941"/>
                    <a:pt x="12" y="5037"/>
                    <a:pt x="95" y="5096"/>
                  </a:cubicBezTo>
                  <a:cubicBezTo>
                    <a:pt x="703" y="5584"/>
                    <a:pt x="1465" y="5858"/>
                    <a:pt x="2250" y="5858"/>
                  </a:cubicBezTo>
                  <a:lnTo>
                    <a:pt x="2417" y="5858"/>
                  </a:lnTo>
                  <a:cubicBezTo>
                    <a:pt x="3262" y="5811"/>
                    <a:pt x="4060" y="5453"/>
                    <a:pt x="4679" y="4858"/>
                  </a:cubicBezTo>
                  <a:cubicBezTo>
                    <a:pt x="5286" y="4251"/>
                    <a:pt x="5632" y="3453"/>
                    <a:pt x="5667" y="2596"/>
                  </a:cubicBezTo>
                  <a:cubicBezTo>
                    <a:pt x="5727" y="1727"/>
                    <a:pt x="5465" y="905"/>
                    <a:pt x="4929" y="262"/>
                  </a:cubicBezTo>
                  <a:cubicBezTo>
                    <a:pt x="4895" y="215"/>
                    <a:pt x="4846" y="194"/>
                    <a:pt x="4799" y="194"/>
                  </a:cubicBezTo>
                  <a:cubicBezTo>
                    <a:pt x="4763" y="194"/>
                    <a:pt x="4729" y="206"/>
                    <a:pt x="4703" y="227"/>
                  </a:cubicBezTo>
                  <a:cubicBezTo>
                    <a:pt x="4632" y="286"/>
                    <a:pt x="4632" y="393"/>
                    <a:pt x="4679" y="453"/>
                  </a:cubicBezTo>
                  <a:cubicBezTo>
                    <a:pt x="5155" y="1048"/>
                    <a:pt x="5405" y="1786"/>
                    <a:pt x="5358" y="2560"/>
                  </a:cubicBezTo>
                  <a:cubicBezTo>
                    <a:pt x="5310" y="3334"/>
                    <a:pt x="5001" y="4072"/>
                    <a:pt x="4453" y="4608"/>
                  </a:cubicBezTo>
                  <a:cubicBezTo>
                    <a:pt x="4346" y="4703"/>
                    <a:pt x="4239" y="4799"/>
                    <a:pt x="4143" y="4882"/>
                  </a:cubicBezTo>
                  <a:lnTo>
                    <a:pt x="4143" y="4013"/>
                  </a:lnTo>
                  <a:cubicBezTo>
                    <a:pt x="4143" y="3715"/>
                    <a:pt x="3929" y="3441"/>
                    <a:pt x="3643" y="3358"/>
                  </a:cubicBezTo>
                  <a:lnTo>
                    <a:pt x="3072" y="3191"/>
                  </a:lnTo>
                  <a:cubicBezTo>
                    <a:pt x="2989" y="3156"/>
                    <a:pt x="2929" y="3096"/>
                    <a:pt x="2929" y="3013"/>
                  </a:cubicBezTo>
                  <a:lnTo>
                    <a:pt x="2929" y="2882"/>
                  </a:lnTo>
                  <a:cubicBezTo>
                    <a:pt x="2989" y="2834"/>
                    <a:pt x="3036" y="2798"/>
                    <a:pt x="3084" y="2763"/>
                  </a:cubicBezTo>
                  <a:cubicBezTo>
                    <a:pt x="3322" y="2536"/>
                    <a:pt x="3441" y="2227"/>
                    <a:pt x="3441" y="1893"/>
                  </a:cubicBezTo>
                  <a:lnTo>
                    <a:pt x="3441" y="1596"/>
                  </a:lnTo>
                  <a:lnTo>
                    <a:pt x="3500" y="1465"/>
                  </a:lnTo>
                  <a:cubicBezTo>
                    <a:pt x="3572" y="1334"/>
                    <a:pt x="3596" y="1167"/>
                    <a:pt x="3596" y="1000"/>
                  </a:cubicBezTo>
                  <a:lnTo>
                    <a:pt x="3596" y="167"/>
                  </a:lnTo>
                  <a:cubicBezTo>
                    <a:pt x="3596" y="72"/>
                    <a:pt x="3524" y="0"/>
                    <a:pt x="344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3" name="Google Shape;3603;p67"/>
            <p:cNvSpPr/>
            <p:nvPr/>
          </p:nvSpPr>
          <p:spPr>
            <a:xfrm>
              <a:off x="1461721" y="1634026"/>
              <a:ext cx="43986" cy="15564"/>
            </a:xfrm>
            <a:custGeom>
              <a:rect b="b" l="l" r="r" t="t"/>
              <a:pathLst>
                <a:path extrusionOk="0" h="489" w="1382">
                  <a:moveTo>
                    <a:pt x="155" y="1"/>
                  </a:moveTo>
                  <a:cubicBezTo>
                    <a:pt x="72" y="1"/>
                    <a:pt x="1" y="72"/>
                    <a:pt x="1" y="167"/>
                  </a:cubicBezTo>
                  <a:cubicBezTo>
                    <a:pt x="1" y="251"/>
                    <a:pt x="72" y="322"/>
                    <a:pt x="155" y="322"/>
                  </a:cubicBezTo>
                  <a:cubicBezTo>
                    <a:pt x="334" y="322"/>
                    <a:pt x="858" y="358"/>
                    <a:pt x="1132" y="477"/>
                  </a:cubicBezTo>
                  <a:cubicBezTo>
                    <a:pt x="1155" y="489"/>
                    <a:pt x="1167" y="489"/>
                    <a:pt x="1203" y="489"/>
                  </a:cubicBezTo>
                  <a:cubicBezTo>
                    <a:pt x="1263" y="489"/>
                    <a:pt x="1322" y="465"/>
                    <a:pt x="1346" y="405"/>
                  </a:cubicBezTo>
                  <a:cubicBezTo>
                    <a:pt x="1382" y="322"/>
                    <a:pt x="1346" y="239"/>
                    <a:pt x="1263" y="191"/>
                  </a:cubicBezTo>
                  <a:cubicBezTo>
                    <a:pt x="894" y="1"/>
                    <a:pt x="191" y="1"/>
                    <a:pt x="155"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608" name="Shape 3608"/>
        <p:cNvGrpSpPr/>
        <p:nvPr/>
      </p:nvGrpSpPr>
      <p:grpSpPr>
        <a:xfrm>
          <a:off x="0" y="0"/>
          <a:ext cx="0" cy="0"/>
          <a:chOff x="0" y="0"/>
          <a:chExt cx="0" cy="0"/>
        </a:xfrm>
      </p:grpSpPr>
      <p:graphicFrame>
        <p:nvGraphicFramePr>
          <p:cNvPr id="3609" name="Google Shape;3609;p68"/>
          <p:cNvGraphicFramePr/>
          <p:nvPr/>
        </p:nvGraphicFramePr>
        <p:xfrm>
          <a:off x="3532977" y="1680500"/>
          <a:ext cx="3000000" cy="3000000"/>
        </p:xfrm>
        <a:graphic>
          <a:graphicData uri="http://schemas.openxmlformats.org/drawingml/2006/table">
            <a:tbl>
              <a:tblPr>
                <a:noFill/>
                <a:tableStyleId>{8E2523EC-8D93-478D-B652-976DB8C055D0}</a:tableStyleId>
              </a:tblPr>
              <a:tblGrid>
                <a:gridCol w="1285525"/>
                <a:gridCol w="1285525"/>
                <a:gridCol w="1285525"/>
              </a:tblGrid>
              <a:tr h="575975">
                <a:tc>
                  <a:txBody>
                    <a:bodyPr/>
                    <a:lstStyle/>
                    <a:p>
                      <a:pPr indent="0" lvl="0" marL="0" rtl="0" algn="ctr">
                        <a:spcBef>
                          <a:spcPts val="0"/>
                        </a:spcBef>
                        <a:spcAft>
                          <a:spcPts val="0"/>
                        </a:spcAft>
                        <a:buNone/>
                      </a:pPr>
                      <a:r>
                        <a:t/>
                      </a:r>
                      <a:endParaRPr sz="1200">
                        <a:solidFill>
                          <a:srgbClr val="21204D"/>
                        </a:solidFill>
                        <a:latin typeface="Saira SemiCondensed SemiBold"/>
                        <a:ea typeface="Saira SemiCondensed SemiBold"/>
                        <a:cs typeface="Saira SemiCondensed SemiBold"/>
                        <a:sym typeface="Saira SemiCondensed SemiBold"/>
                      </a:endParaRPr>
                    </a:p>
                  </a:txBody>
                  <a:tcPr marT="91425" marB="91425" marR="91425" marL="91425" anchor="ctr">
                    <a:lnL cap="flat" cmpd="sng" w="76200">
                      <a:solidFill>
                        <a:srgbClr val="F3F3F3"/>
                      </a:solidFill>
                      <a:prstDash val="solid"/>
                      <a:round/>
                      <a:headEnd len="sm" w="sm" type="none"/>
                      <a:tailEnd len="sm" w="sm" type="none"/>
                    </a:lnL>
                    <a:lnR cap="flat" cmpd="sng" w="76200">
                      <a:solidFill>
                        <a:srgbClr val="F3F3F3"/>
                      </a:solidFill>
                      <a:prstDash val="solid"/>
                      <a:round/>
                      <a:headEnd len="sm" w="sm" type="none"/>
                      <a:tailEnd len="sm" w="sm" type="none"/>
                    </a:lnR>
                    <a:lnT cap="flat" cmpd="sng" w="76200">
                      <a:solidFill>
                        <a:srgbClr val="F3F3F3"/>
                      </a:solidFill>
                      <a:prstDash val="solid"/>
                      <a:round/>
                      <a:headEnd len="sm" w="sm" type="none"/>
                      <a:tailEnd len="sm" w="sm" type="none"/>
                    </a:lnT>
                    <a:lnB cap="flat" cmpd="sng" w="28575">
                      <a:solidFill>
                        <a:srgbClr val="FF3C68">
                          <a:alpha val="0"/>
                        </a:srgbClr>
                      </a:solidFill>
                      <a:prstDash val="solid"/>
                      <a:round/>
                      <a:headEnd len="sm" w="sm" type="none"/>
                      <a:tailEnd len="sm" w="sm" type="none"/>
                    </a:lnB>
                    <a:solidFill>
                      <a:srgbClr val="FFD4E0"/>
                    </a:solidFill>
                  </a:tcPr>
                </a:tc>
                <a:tc>
                  <a:txBody>
                    <a:bodyPr/>
                    <a:lstStyle/>
                    <a:p>
                      <a:pPr indent="0" lvl="0" marL="0" rtl="0" algn="ctr">
                        <a:spcBef>
                          <a:spcPts val="0"/>
                        </a:spcBef>
                        <a:spcAft>
                          <a:spcPts val="0"/>
                        </a:spcAft>
                        <a:buNone/>
                      </a:pPr>
                      <a:r>
                        <a:rPr lang="en" sz="1200">
                          <a:solidFill>
                            <a:srgbClr val="21204D"/>
                          </a:solidFill>
                          <a:latin typeface="Saira SemiCondensed SemiBold"/>
                          <a:ea typeface="Saira SemiCondensed SemiBold"/>
                          <a:cs typeface="Saira SemiCondensed SemiBold"/>
                          <a:sym typeface="Saira SemiCondensed SemiBold"/>
                        </a:rPr>
                        <a:t>office</a:t>
                      </a:r>
                      <a:endParaRPr sz="1200">
                        <a:solidFill>
                          <a:srgbClr val="21204D"/>
                        </a:solidFill>
                        <a:latin typeface="Saira SemiCondensed SemiBold"/>
                        <a:ea typeface="Saira SemiCondensed SemiBold"/>
                        <a:cs typeface="Saira SemiCondensed SemiBold"/>
                        <a:sym typeface="Saira SemiCondensed SemiBold"/>
                      </a:endParaRPr>
                    </a:p>
                  </a:txBody>
                  <a:tcPr marT="91425" marB="91425" marR="91425" marL="91425" anchor="ctr">
                    <a:lnL cap="flat" cmpd="sng" w="76200">
                      <a:solidFill>
                        <a:srgbClr val="F3F3F3"/>
                      </a:solidFill>
                      <a:prstDash val="solid"/>
                      <a:round/>
                      <a:headEnd len="sm" w="sm" type="none"/>
                      <a:tailEnd len="sm" w="sm" type="none"/>
                    </a:lnL>
                    <a:lnR cap="flat" cmpd="sng" w="76200">
                      <a:solidFill>
                        <a:srgbClr val="F3F3F3"/>
                      </a:solidFill>
                      <a:prstDash val="solid"/>
                      <a:round/>
                      <a:headEnd len="sm" w="sm" type="none"/>
                      <a:tailEnd len="sm" w="sm" type="none"/>
                    </a:lnR>
                    <a:lnT cap="flat" cmpd="sng" w="76200">
                      <a:solidFill>
                        <a:srgbClr val="F3F3F3"/>
                      </a:solidFill>
                      <a:prstDash val="solid"/>
                      <a:round/>
                      <a:headEnd len="sm" w="sm" type="none"/>
                      <a:tailEnd len="sm" w="sm" type="none"/>
                    </a:lnT>
                    <a:lnB cap="flat" cmpd="sng" w="28575">
                      <a:solidFill>
                        <a:srgbClr val="FF3C68">
                          <a:alpha val="0"/>
                        </a:srgbClr>
                      </a:solidFill>
                      <a:prstDash val="solid"/>
                      <a:round/>
                      <a:headEnd len="sm" w="sm" type="none"/>
                      <a:tailEnd len="sm" w="sm" type="none"/>
                    </a:lnB>
                    <a:solidFill>
                      <a:srgbClr val="FFD4E0"/>
                    </a:solidFill>
                  </a:tcPr>
                </a:tc>
                <a:tc>
                  <a:txBody>
                    <a:bodyPr/>
                    <a:lstStyle/>
                    <a:p>
                      <a:pPr indent="0" lvl="0" marL="0" rtl="0" algn="ctr">
                        <a:spcBef>
                          <a:spcPts val="0"/>
                        </a:spcBef>
                        <a:spcAft>
                          <a:spcPts val="0"/>
                        </a:spcAft>
                        <a:buNone/>
                      </a:pPr>
                      <a:r>
                        <a:rPr lang="en" sz="1200">
                          <a:solidFill>
                            <a:srgbClr val="21204D"/>
                          </a:solidFill>
                          <a:latin typeface="Saira SemiCondensed SemiBold"/>
                          <a:ea typeface="Saira SemiCondensed SemiBold"/>
                          <a:cs typeface="Saira SemiCondensed SemiBold"/>
                          <a:sym typeface="Saira SemiCondensed SemiBold"/>
                        </a:rPr>
                        <a:t>industrial</a:t>
                      </a:r>
                      <a:endParaRPr sz="1200">
                        <a:solidFill>
                          <a:srgbClr val="21204D"/>
                        </a:solidFill>
                        <a:latin typeface="Saira SemiCondensed SemiBold"/>
                        <a:ea typeface="Saira SemiCondensed SemiBold"/>
                        <a:cs typeface="Saira SemiCondensed SemiBold"/>
                        <a:sym typeface="Saira SemiCondensed SemiBold"/>
                      </a:endParaRPr>
                    </a:p>
                  </a:txBody>
                  <a:tcPr marT="91425" marB="91425" marR="91425" marL="91425" anchor="ctr">
                    <a:lnL cap="flat" cmpd="sng" w="76200">
                      <a:solidFill>
                        <a:srgbClr val="F3F3F3"/>
                      </a:solidFill>
                      <a:prstDash val="solid"/>
                      <a:round/>
                      <a:headEnd len="sm" w="sm" type="none"/>
                      <a:tailEnd len="sm" w="sm" type="none"/>
                    </a:lnL>
                    <a:lnR cap="flat" cmpd="sng" w="76200">
                      <a:solidFill>
                        <a:srgbClr val="F3F3F3"/>
                      </a:solidFill>
                      <a:prstDash val="solid"/>
                      <a:round/>
                      <a:headEnd len="sm" w="sm" type="none"/>
                      <a:tailEnd len="sm" w="sm" type="none"/>
                    </a:lnR>
                    <a:lnT cap="flat" cmpd="sng" w="76200">
                      <a:solidFill>
                        <a:srgbClr val="F3F3F3"/>
                      </a:solidFill>
                      <a:prstDash val="solid"/>
                      <a:round/>
                      <a:headEnd len="sm" w="sm" type="none"/>
                      <a:tailEnd len="sm" w="sm" type="none"/>
                    </a:lnT>
                    <a:lnB cap="flat" cmpd="sng" w="28575">
                      <a:solidFill>
                        <a:srgbClr val="FF3C68">
                          <a:alpha val="0"/>
                        </a:srgbClr>
                      </a:solidFill>
                      <a:prstDash val="solid"/>
                      <a:round/>
                      <a:headEnd len="sm" w="sm" type="none"/>
                      <a:tailEnd len="sm" w="sm" type="none"/>
                    </a:lnB>
                    <a:solidFill>
                      <a:srgbClr val="FFD4E0"/>
                    </a:solidFill>
                  </a:tcPr>
                </a:tc>
              </a:tr>
              <a:tr h="575975">
                <a:tc>
                  <a:txBody>
                    <a:bodyPr/>
                    <a:lstStyle/>
                    <a:p>
                      <a:pPr indent="0" lvl="0" marL="0" rtl="0" algn="ctr">
                        <a:spcBef>
                          <a:spcPts val="0"/>
                        </a:spcBef>
                        <a:spcAft>
                          <a:spcPts val="0"/>
                        </a:spcAft>
                        <a:buNone/>
                      </a:pPr>
                      <a:r>
                        <a:rPr b="1" lang="en" sz="1100">
                          <a:solidFill>
                            <a:srgbClr val="21204D"/>
                          </a:solidFill>
                          <a:latin typeface="Abel"/>
                          <a:ea typeface="Abel"/>
                          <a:cs typeface="Abel"/>
                          <a:sym typeface="Abel"/>
                        </a:rPr>
                        <a:t>Type of data</a:t>
                      </a:r>
                      <a:endParaRPr b="1" sz="1100">
                        <a:solidFill>
                          <a:srgbClr val="21204D"/>
                        </a:solidFill>
                        <a:latin typeface="Abel"/>
                        <a:ea typeface="Abel"/>
                        <a:cs typeface="Abel"/>
                        <a:sym typeface="Abel"/>
                      </a:endParaRPr>
                    </a:p>
                  </a:txBody>
                  <a:tcPr marT="91425" marB="91425" marR="91425" marL="91425" anchor="ctr">
                    <a:lnL cap="flat" cmpd="sng" w="28575">
                      <a:solidFill>
                        <a:srgbClr val="FF3C68">
                          <a:alpha val="0"/>
                        </a:srgbClr>
                      </a:solidFill>
                      <a:prstDash val="solid"/>
                      <a:round/>
                      <a:headEnd len="sm" w="sm" type="none"/>
                      <a:tailEnd len="sm" w="sm" type="none"/>
                    </a:lnL>
                    <a:lnR cap="flat" cmpd="sng" w="28575">
                      <a:solidFill>
                        <a:srgbClr val="FF3C68">
                          <a:alpha val="0"/>
                        </a:srgbClr>
                      </a:solidFill>
                      <a:prstDash val="solid"/>
                      <a:round/>
                      <a:headEnd len="sm" w="sm" type="none"/>
                      <a:tailEnd len="sm" w="sm" type="none"/>
                    </a:lnR>
                    <a:lnT cap="flat" cmpd="sng" w="28575">
                      <a:solidFill>
                        <a:srgbClr val="FF3C68">
                          <a:alpha val="0"/>
                        </a:srgbClr>
                      </a:solidFill>
                      <a:prstDash val="solid"/>
                      <a:round/>
                      <a:headEnd len="sm" w="sm" type="none"/>
                      <a:tailEnd len="sm" w="sm" type="none"/>
                    </a:lnT>
                    <a:lnB cap="flat" cmpd="sng" w="28575">
                      <a:solidFill>
                        <a:srgbClr val="FF457A"/>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21204D"/>
                          </a:solidFill>
                          <a:latin typeface="Abel"/>
                          <a:ea typeface="Abel"/>
                          <a:cs typeface="Abel"/>
                          <a:sym typeface="Abel"/>
                        </a:rPr>
                        <a:t>textual</a:t>
                      </a:r>
                      <a:endParaRPr sz="1100">
                        <a:solidFill>
                          <a:srgbClr val="21204D"/>
                        </a:solidFill>
                        <a:latin typeface="Abel"/>
                        <a:ea typeface="Abel"/>
                        <a:cs typeface="Abel"/>
                        <a:sym typeface="Abel"/>
                      </a:endParaRPr>
                    </a:p>
                  </a:txBody>
                  <a:tcPr marT="91425" marB="91425" marR="91425" marL="91425" anchor="ctr">
                    <a:lnL cap="flat" cmpd="sng" w="28575">
                      <a:solidFill>
                        <a:srgbClr val="FF3C68">
                          <a:alpha val="0"/>
                        </a:srgbClr>
                      </a:solidFill>
                      <a:prstDash val="solid"/>
                      <a:round/>
                      <a:headEnd len="sm" w="sm" type="none"/>
                      <a:tailEnd len="sm" w="sm" type="none"/>
                    </a:lnL>
                    <a:lnR cap="flat" cmpd="sng" w="28575">
                      <a:solidFill>
                        <a:srgbClr val="FF3C68">
                          <a:alpha val="0"/>
                        </a:srgbClr>
                      </a:solidFill>
                      <a:prstDash val="solid"/>
                      <a:round/>
                      <a:headEnd len="sm" w="sm" type="none"/>
                      <a:tailEnd len="sm" w="sm" type="none"/>
                    </a:lnR>
                    <a:lnT cap="flat" cmpd="sng" w="28575">
                      <a:solidFill>
                        <a:srgbClr val="FF3C68">
                          <a:alpha val="0"/>
                        </a:srgbClr>
                      </a:solidFill>
                      <a:prstDash val="solid"/>
                      <a:round/>
                      <a:headEnd len="sm" w="sm" type="none"/>
                      <a:tailEnd len="sm" w="sm" type="none"/>
                    </a:lnT>
                    <a:lnB cap="flat" cmpd="sng" w="28575">
                      <a:solidFill>
                        <a:srgbClr val="FF457A"/>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21204D"/>
                          </a:solidFill>
                          <a:latin typeface="Abel"/>
                          <a:ea typeface="Abel"/>
                          <a:cs typeface="Abel"/>
                          <a:sym typeface="Abel"/>
                        </a:rPr>
                        <a:t>numeric</a:t>
                      </a:r>
                      <a:endParaRPr sz="1100">
                        <a:solidFill>
                          <a:srgbClr val="21204D"/>
                        </a:solidFill>
                        <a:latin typeface="Abel"/>
                        <a:ea typeface="Abel"/>
                        <a:cs typeface="Abel"/>
                        <a:sym typeface="Abel"/>
                      </a:endParaRPr>
                    </a:p>
                  </a:txBody>
                  <a:tcPr marT="91425" marB="91425" marR="91425" marL="91425" anchor="ctr">
                    <a:lnL cap="flat" cmpd="sng" w="28575">
                      <a:solidFill>
                        <a:srgbClr val="FF3C68">
                          <a:alpha val="0"/>
                        </a:srgbClr>
                      </a:solidFill>
                      <a:prstDash val="solid"/>
                      <a:round/>
                      <a:headEnd len="sm" w="sm" type="none"/>
                      <a:tailEnd len="sm" w="sm" type="none"/>
                    </a:lnL>
                    <a:lnR cap="flat" cmpd="sng" w="28575">
                      <a:solidFill>
                        <a:srgbClr val="FF3C68">
                          <a:alpha val="0"/>
                        </a:srgbClr>
                      </a:solidFill>
                      <a:prstDash val="solid"/>
                      <a:round/>
                      <a:headEnd len="sm" w="sm" type="none"/>
                      <a:tailEnd len="sm" w="sm" type="none"/>
                    </a:lnR>
                    <a:lnT cap="flat" cmpd="sng" w="28575">
                      <a:solidFill>
                        <a:srgbClr val="FF3C68">
                          <a:alpha val="0"/>
                        </a:srgbClr>
                      </a:solidFill>
                      <a:prstDash val="solid"/>
                      <a:round/>
                      <a:headEnd len="sm" w="sm" type="none"/>
                      <a:tailEnd len="sm" w="sm" type="none"/>
                    </a:lnT>
                    <a:lnB cap="flat" cmpd="sng" w="28575">
                      <a:solidFill>
                        <a:srgbClr val="FF457A"/>
                      </a:solidFill>
                      <a:prstDash val="solid"/>
                      <a:round/>
                      <a:headEnd len="sm" w="sm" type="none"/>
                      <a:tailEnd len="sm" w="sm" type="none"/>
                    </a:lnB>
                  </a:tcPr>
                </a:tc>
              </a:tr>
              <a:tr h="575975">
                <a:tc>
                  <a:txBody>
                    <a:bodyPr/>
                    <a:lstStyle/>
                    <a:p>
                      <a:pPr indent="0" lvl="0" marL="0" rtl="0" algn="ctr">
                        <a:spcBef>
                          <a:spcPts val="0"/>
                        </a:spcBef>
                        <a:spcAft>
                          <a:spcPts val="0"/>
                        </a:spcAft>
                        <a:buNone/>
                      </a:pPr>
                      <a:r>
                        <a:rPr b="1" lang="en" sz="1100">
                          <a:solidFill>
                            <a:srgbClr val="21204D"/>
                          </a:solidFill>
                          <a:latin typeface="Abel"/>
                          <a:ea typeface="Abel"/>
                          <a:cs typeface="Abel"/>
                          <a:sym typeface="Abel"/>
                        </a:rPr>
                        <a:t>rate of change</a:t>
                      </a:r>
                      <a:endParaRPr b="1" sz="1100">
                        <a:solidFill>
                          <a:srgbClr val="21204D"/>
                        </a:solidFill>
                        <a:latin typeface="Abel"/>
                        <a:ea typeface="Abel"/>
                        <a:cs typeface="Abel"/>
                        <a:sym typeface="Abel"/>
                      </a:endParaRPr>
                    </a:p>
                  </a:txBody>
                  <a:tcPr marT="91425" marB="91425" marR="91425" marL="91425" anchor="ctr">
                    <a:lnL cap="flat" cmpd="sng" w="28575">
                      <a:solidFill>
                        <a:srgbClr val="FF3C68">
                          <a:alpha val="0"/>
                        </a:srgbClr>
                      </a:solidFill>
                      <a:prstDash val="solid"/>
                      <a:round/>
                      <a:headEnd len="sm" w="sm" type="none"/>
                      <a:tailEnd len="sm" w="sm" type="none"/>
                    </a:lnL>
                    <a:lnR cap="flat" cmpd="sng" w="28575">
                      <a:solidFill>
                        <a:srgbClr val="FF3C68">
                          <a:alpha val="0"/>
                        </a:srgbClr>
                      </a:solidFill>
                      <a:prstDash val="solid"/>
                      <a:round/>
                      <a:headEnd len="sm" w="sm" type="none"/>
                      <a:tailEnd len="sm" w="sm" type="none"/>
                    </a:lnR>
                    <a:lnT cap="flat" cmpd="sng" w="28575">
                      <a:solidFill>
                        <a:srgbClr val="FF457A"/>
                      </a:solidFill>
                      <a:prstDash val="solid"/>
                      <a:round/>
                      <a:headEnd len="sm" w="sm" type="none"/>
                      <a:tailEnd len="sm" w="sm" type="none"/>
                    </a:lnT>
                    <a:lnB cap="flat" cmpd="sng" w="28575">
                      <a:solidFill>
                        <a:srgbClr val="FF457A"/>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21204D"/>
                          </a:solidFill>
                          <a:latin typeface="Abel"/>
                          <a:ea typeface="Abel"/>
                          <a:cs typeface="Abel"/>
                          <a:sym typeface="Abel"/>
                        </a:rPr>
                        <a:t>slow</a:t>
                      </a:r>
                      <a:endParaRPr sz="1100">
                        <a:solidFill>
                          <a:srgbClr val="21204D"/>
                        </a:solidFill>
                        <a:latin typeface="Abel"/>
                        <a:ea typeface="Abel"/>
                        <a:cs typeface="Abel"/>
                        <a:sym typeface="Abel"/>
                      </a:endParaRPr>
                    </a:p>
                  </a:txBody>
                  <a:tcPr marT="91425" marB="91425" marR="91425" marL="91425" anchor="ctr">
                    <a:lnL cap="flat" cmpd="sng" w="28575">
                      <a:solidFill>
                        <a:srgbClr val="FF3C68">
                          <a:alpha val="0"/>
                        </a:srgbClr>
                      </a:solidFill>
                      <a:prstDash val="solid"/>
                      <a:round/>
                      <a:headEnd len="sm" w="sm" type="none"/>
                      <a:tailEnd len="sm" w="sm" type="none"/>
                    </a:lnL>
                    <a:lnR cap="flat" cmpd="sng" w="28575">
                      <a:solidFill>
                        <a:srgbClr val="FF3C68">
                          <a:alpha val="0"/>
                        </a:srgbClr>
                      </a:solidFill>
                      <a:prstDash val="solid"/>
                      <a:round/>
                      <a:headEnd len="sm" w="sm" type="none"/>
                      <a:tailEnd len="sm" w="sm" type="none"/>
                    </a:lnR>
                    <a:lnT cap="flat" cmpd="sng" w="28575">
                      <a:solidFill>
                        <a:srgbClr val="FF457A"/>
                      </a:solidFill>
                      <a:prstDash val="solid"/>
                      <a:round/>
                      <a:headEnd len="sm" w="sm" type="none"/>
                      <a:tailEnd len="sm" w="sm" type="none"/>
                    </a:lnT>
                    <a:lnB cap="flat" cmpd="sng" w="28575">
                      <a:solidFill>
                        <a:srgbClr val="FF457A"/>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21204D"/>
                          </a:solidFill>
                          <a:latin typeface="Abel"/>
                          <a:ea typeface="Abel"/>
                          <a:cs typeface="Abel"/>
                          <a:sym typeface="Abel"/>
                        </a:rPr>
                        <a:t>fast</a:t>
                      </a:r>
                      <a:endParaRPr sz="1100">
                        <a:solidFill>
                          <a:srgbClr val="21204D"/>
                        </a:solidFill>
                        <a:latin typeface="Abel"/>
                        <a:ea typeface="Abel"/>
                        <a:cs typeface="Abel"/>
                        <a:sym typeface="Abel"/>
                      </a:endParaRPr>
                    </a:p>
                  </a:txBody>
                  <a:tcPr marT="91425" marB="91425" marR="91425" marL="91425" anchor="ctr">
                    <a:lnL cap="flat" cmpd="sng" w="28575">
                      <a:solidFill>
                        <a:srgbClr val="FF3C68">
                          <a:alpha val="0"/>
                        </a:srgbClr>
                      </a:solidFill>
                      <a:prstDash val="solid"/>
                      <a:round/>
                      <a:headEnd len="sm" w="sm" type="none"/>
                      <a:tailEnd len="sm" w="sm" type="none"/>
                    </a:lnL>
                    <a:lnR cap="flat" cmpd="sng" w="28575">
                      <a:solidFill>
                        <a:srgbClr val="FF3C68">
                          <a:alpha val="0"/>
                        </a:srgbClr>
                      </a:solidFill>
                      <a:prstDash val="solid"/>
                      <a:round/>
                      <a:headEnd len="sm" w="sm" type="none"/>
                      <a:tailEnd len="sm" w="sm" type="none"/>
                    </a:lnR>
                    <a:lnT cap="flat" cmpd="sng" w="28575">
                      <a:solidFill>
                        <a:srgbClr val="FF457A"/>
                      </a:solidFill>
                      <a:prstDash val="solid"/>
                      <a:round/>
                      <a:headEnd len="sm" w="sm" type="none"/>
                      <a:tailEnd len="sm" w="sm" type="none"/>
                    </a:lnT>
                    <a:lnB cap="flat" cmpd="sng" w="28575">
                      <a:solidFill>
                        <a:srgbClr val="FF457A"/>
                      </a:solidFill>
                      <a:prstDash val="solid"/>
                      <a:round/>
                      <a:headEnd len="sm" w="sm" type="none"/>
                      <a:tailEnd len="sm" w="sm" type="none"/>
                    </a:lnB>
                  </a:tcPr>
                </a:tc>
              </a:tr>
              <a:tr h="575975">
                <a:tc>
                  <a:txBody>
                    <a:bodyPr/>
                    <a:lstStyle/>
                    <a:p>
                      <a:pPr indent="0" lvl="0" marL="0" rtl="0" algn="ctr">
                        <a:spcBef>
                          <a:spcPts val="0"/>
                        </a:spcBef>
                        <a:spcAft>
                          <a:spcPts val="0"/>
                        </a:spcAft>
                        <a:buNone/>
                      </a:pPr>
                      <a:r>
                        <a:rPr b="1" lang="en" sz="1100">
                          <a:solidFill>
                            <a:srgbClr val="21204D"/>
                          </a:solidFill>
                          <a:latin typeface="Abel"/>
                          <a:ea typeface="Abel"/>
                          <a:cs typeface="Abel"/>
                          <a:sym typeface="Abel"/>
                        </a:rPr>
                        <a:t>environment</a:t>
                      </a:r>
                      <a:endParaRPr b="1" sz="1100">
                        <a:solidFill>
                          <a:srgbClr val="21204D"/>
                        </a:solidFill>
                        <a:latin typeface="Abel"/>
                        <a:ea typeface="Abel"/>
                        <a:cs typeface="Abel"/>
                        <a:sym typeface="Abel"/>
                      </a:endParaRPr>
                    </a:p>
                  </a:txBody>
                  <a:tcPr marT="91425" marB="91425" marR="91425" marL="91425" anchor="ctr">
                    <a:lnL cap="flat" cmpd="sng" w="28575">
                      <a:solidFill>
                        <a:srgbClr val="FF3C68">
                          <a:alpha val="0"/>
                        </a:srgbClr>
                      </a:solidFill>
                      <a:prstDash val="solid"/>
                      <a:round/>
                      <a:headEnd len="sm" w="sm" type="none"/>
                      <a:tailEnd len="sm" w="sm" type="none"/>
                    </a:lnL>
                    <a:lnR cap="flat" cmpd="sng" w="28575">
                      <a:solidFill>
                        <a:srgbClr val="FF3C68">
                          <a:alpha val="0"/>
                        </a:srgbClr>
                      </a:solidFill>
                      <a:prstDash val="solid"/>
                      <a:round/>
                      <a:headEnd len="sm" w="sm" type="none"/>
                      <a:tailEnd len="sm" w="sm" type="none"/>
                    </a:lnR>
                    <a:lnT cap="flat" cmpd="sng" w="28575">
                      <a:solidFill>
                        <a:srgbClr val="FF457A"/>
                      </a:solidFill>
                      <a:prstDash val="solid"/>
                      <a:round/>
                      <a:headEnd len="sm" w="sm" type="none"/>
                      <a:tailEnd len="sm" w="sm" type="none"/>
                    </a:lnT>
                    <a:lnB cap="flat" cmpd="sng" w="28575">
                      <a:solidFill>
                        <a:srgbClr val="FF3C68">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21204D"/>
                          </a:solidFill>
                          <a:latin typeface="Abel"/>
                          <a:ea typeface="Abel"/>
                          <a:cs typeface="Abel"/>
                          <a:sym typeface="Abel"/>
                        </a:rPr>
                        <a:t>clean</a:t>
                      </a:r>
                      <a:endParaRPr sz="1100">
                        <a:solidFill>
                          <a:srgbClr val="21204D"/>
                        </a:solidFill>
                        <a:latin typeface="Abel"/>
                        <a:ea typeface="Abel"/>
                        <a:cs typeface="Abel"/>
                        <a:sym typeface="Abel"/>
                      </a:endParaRPr>
                    </a:p>
                  </a:txBody>
                  <a:tcPr marT="91425" marB="91425" marR="91425" marL="91425" anchor="ctr">
                    <a:lnL cap="flat" cmpd="sng" w="28575">
                      <a:solidFill>
                        <a:srgbClr val="FF3C68">
                          <a:alpha val="0"/>
                        </a:srgbClr>
                      </a:solidFill>
                      <a:prstDash val="solid"/>
                      <a:round/>
                      <a:headEnd len="sm" w="sm" type="none"/>
                      <a:tailEnd len="sm" w="sm" type="none"/>
                    </a:lnL>
                    <a:lnR cap="flat" cmpd="sng" w="28575">
                      <a:solidFill>
                        <a:srgbClr val="FF3C68">
                          <a:alpha val="0"/>
                        </a:srgbClr>
                      </a:solidFill>
                      <a:prstDash val="solid"/>
                      <a:round/>
                      <a:headEnd len="sm" w="sm" type="none"/>
                      <a:tailEnd len="sm" w="sm" type="none"/>
                    </a:lnR>
                    <a:lnT cap="flat" cmpd="sng" w="28575">
                      <a:solidFill>
                        <a:srgbClr val="FF457A"/>
                      </a:solidFill>
                      <a:prstDash val="solid"/>
                      <a:round/>
                      <a:headEnd len="sm" w="sm" type="none"/>
                      <a:tailEnd len="sm" w="sm" type="none"/>
                    </a:lnT>
                    <a:lnB cap="flat" cmpd="sng" w="28575">
                      <a:solidFill>
                        <a:srgbClr val="FF3C68">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rgbClr val="21204D"/>
                          </a:solidFill>
                          <a:latin typeface="Abel"/>
                          <a:ea typeface="Abel"/>
                          <a:cs typeface="Abel"/>
                          <a:sym typeface="Abel"/>
                        </a:rPr>
                        <a:t>dirty</a:t>
                      </a:r>
                      <a:endParaRPr sz="1100">
                        <a:solidFill>
                          <a:srgbClr val="21204D"/>
                        </a:solidFill>
                        <a:latin typeface="Abel"/>
                        <a:ea typeface="Abel"/>
                        <a:cs typeface="Abel"/>
                        <a:sym typeface="Abel"/>
                      </a:endParaRPr>
                    </a:p>
                  </a:txBody>
                  <a:tcPr marT="91425" marB="91425" marR="91425" marL="91425" anchor="ctr">
                    <a:lnL cap="flat" cmpd="sng" w="28575">
                      <a:solidFill>
                        <a:srgbClr val="FF3C68">
                          <a:alpha val="0"/>
                        </a:srgbClr>
                      </a:solidFill>
                      <a:prstDash val="solid"/>
                      <a:round/>
                      <a:headEnd len="sm" w="sm" type="none"/>
                      <a:tailEnd len="sm" w="sm" type="none"/>
                    </a:lnL>
                    <a:lnR cap="flat" cmpd="sng" w="28575">
                      <a:solidFill>
                        <a:srgbClr val="FF3C68">
                          <a:alpha val="0"/>
                        </a:srgbClr>
                      </a:solidFill>
                      <a:prstDash val="solid"/>
                      <a:round/>
                      <a:headEnd len="sm" w="sm" type="none"/>
                      <a:tailEnd len="sm" w="sm" type="none"/>
                    </a:lnR>
                    <a:lnT cap="flat" cmpd="sng" w="28575">
                      <a:solidFill>
                        <a:srgbClr val="FF457A"/>
                      </a:solidFill>
                      <a:prstDash val="solid"/>
                      <a:round/>
                      <a:headEnd len="sm" w="sm" type="none"/>
                      <a:tailEnd len="sm" w="sm" type="none"/>
                    </a:lnT>
                    <a:lnB cap="flat" cmpd="sng" w="28575">
                      <a:solidFill>
                        <a:srgbClr val="FF3C68">
                          <a:alpha val="0"/>
                        </a:srgbClr>
                      </a:solidFill>
                      <a:prstDash val="solid"/>
                      <a:round/>
                      <a:headEnd len="sm" w="sm" type="none"/>
                      <a:tailEnd len="sm" w="sm" type="none"/>
                    </a:lnB>
                  </a:tcPr>
                </a:tc>
              </a:tr>
            </a:tbl>
          </a:graphicData>
        </a:graphic>
      </p:graphicFrame>
      <p:grpSp>
        <p:nvGrpSpPr>
          <p:cNvPr id="3610" name="Google Shape;3610;p68"/>
          <p:cNvGrpSpPr/>
          <p:nvPr/>
        </p:nvGrpSpPr>
        <p:grpSpPr>
          <a:xfrm flipH="1">
            <a:off x="7773012" y="4146996"/>
            <a:ext cx="574667" cy="996778"/>
            <a:chOff x="7281325" y="2522625"/>
            <a:chExt cx="230725" cy="400200"/>
          </a:xfrm>
        </p:grpSpPr>
        <p:sp>
          <p:nvSpPr>
            <p:cNvPr id="3611" name="Google Shape;3611;p68"/>
            <p:cNvSpPr/>
            <p:nvPr/>
          </p:nvSpPr>
          <p:spPr>
            <a:xfrm>
              <a:off x="7281325" y="2522625"/>
              <a:ext cx="230725" cy="399600"/>
            </a:xfrm>
            <a:custGeom>
              <a:rect b="b" l="l" r="r" t="t"/>
              <a:pathLst>
                <a:path extrusionOk="0" h="15984" w="9229">
                  <a:moveTo>
                    <a:pt x="5655" y="0"/>
                  </a:moveTo>
                  <a:cubicBezTo>
                    <a:pt x="5365" y="0"/>
                    <a:pt x="5080" y="96"/>
                    <a:pt x="4829" y="305"/>
                  </a:cubicBezTo>
                  <a:cubicBezTo>
                    <a:pt x="3436" y="1461"/>
                    <a:pt x="4999" y="3542"/>
                    <a:pt x="3743" y="4501"/>
                  </a:cubicBezTo>
                  <a:cubicBezTo>
                    <a:pt x="2487" y="5460"/>
                    <a:pt x="2093" y="6155"/>
                    <a:pt x="2059" y="8203"/>
                  </a:cubicBezTo>
                  <a:cubicBezTo>
                    <a:pt x="2025" y="10250"/>
                    <a:pt x="3413" y="11109"/>
                    <a:pt x="1705" y="12165"/>
                  </a:cubicBezTo>
                  <a:cubicBezTo>
                    <a:pt x="1" y="13217"/>
                    <a:pt x="506" y="15983"/>
                    <a:pt x="506" y="15983"/>
                  </a:cubicBezTo>
                  <a:lnTo>
                    <a:pt x="8668" y="15983"/>
                  </a:lnTo>
                  <a:cubicBezTo>
                    <a:pt x="8668" y="15983"/>
                    <a:pt x="8039" y="15141"/>
                    <a:pt x="8634" y="13588"/>
                  </a:cubicBezTo>
                  <a:cubicBezTo>
                    <a:pt x="9229" y="12034"/>
                    <a:pt x="8500" y="10845"/>
                    <a:pt x="7545" y="9589"/>
                  </a:cubicBezTo>
                  <a:cubicBezTo>
                    <a:pt x="6586" y="8333"/>
                    <a:pt x="6552" y="7013"/>
                    <a:pt x="7575" y="4237"/>
                  </a:cubicBezTo>
                  <a:cubicBezTo>
                    <a:pt x="8415" y="1963"/>
                    <a:pt x="6971" y="0"/>
                    <a:pt x="5655"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2" name="Google Shape;3612;p68"/>
            <p:cNvSpPr/>
            <p:nvPr/>
          </p:nvSpPr>
          <p:spPr>
            <a:xfrm>
              <a:off x="7338725" y="2545775"/>
              <a:ext cx="116275" cy="229725"/>
            </a:xfrm>
            <a:custGeom>
              <a:rect b="b" l="l" r="r" t="t"/>
              <a:pathLst>
                <a:path extrusionOk="0" h="9189" w="4651">
                  <a:moveTo>
                    <a:pt x="2092" y="0"/>
                  </a:moveTo>
                  <a:lnTo>
                    <a:pt x="2035" y="14"/>
                  </a:lnTo>
                  <a:cubicBezTo>
                    <a:pt x="2042" y="34"/>
                    <a:pt x="2523" y="2085"/>
                    <a:pt x="3669" y="2807"/>
                  </a:cubicBezTo>
                  <a:cubicBezTo>
                    <a:pt x="4313" y="3218"/>
                    <a:pt x="4591" y="3872"/>
                    <a:pt x="4450" y="4661"/>
                  </a:cubicBezTo>
                  <a:cubicBezTo>
                    <a:pt x="4253" y="5736"/>
                    <a:pt x="3348" y="6706"/>
                    <a:pt x="2339" y="6916"/>
                  </a:cubicBezTo>
                  <a:cubicBezTo>
                    <a:pt x="1450" y="7103"/>
                    <a:pt x="712" y="7568"/>
                    <a:pt x="311" y="8189"/>
                  </a:cubicBezTo>
                  <a:cubicBezTo>
                    <a:pt x="90" y="8533"/>
                    <a:pt x="0" y="8897"/>
                    <a:pt x="67" y="9188"/>
                  </a:cubicBezTo>
                  <a:lnTo>
                    <a:pt x="124" y="9174"/>
                  </a:lnTo>
                  <a:cubicBezTo>
                    <a:pt x="61" y="8897"/>
                    <a:pt x="147" y="8550"/>
                    <a:pt x="361" y="8219"/>
                  </a:cubicBezTo>
                  <a:cubicBezTo>
                    <a:pt x="752" y="7611"/>
                    <a:pt x="1477" y="7156"/>
                    <a:pt x="2352" y="6973"/>
                  </a:cubicBezTo>
                  <a:cubicBezTo>
                    <a:pt x="3382" y="6755"/>
                    <a:pt x="4307" y="5767"/>
                    <a:pt x="4507" y="4671"/>
                  </a:cubicBezTo>
                  <a:cubicBezTo>
                    <a:pt x="4651" y="3859"/>
                    <a:pt x="4367" y="3181"/>
                    <a:pt x="3698" y="2760"/>
                  </a:cubicBezTo>
                  <a:cubicBezTo>
                    <a:pt x="2573" y="2048"/>
                    <a:pt x="2095" y="20"/>
                    <a:pt x="2092" y="0"/>
                  </a:cubicBez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3" name="Google Shape;3613;p68"/>
            <p:cNvSpPr/>
            <p:nvPr/>
          </p:nvSpPr>
          <p:spPr>
            <a:xfrm>
              <a:off x="7332125" y="2585200"/>
              <a:ext cx="100500" cy="142675"/>
            </a:xfrm>
            <a:custGeom>
              <a:rect b="b" l="l" r="r" t="t"/>
              <a:pathLst>
                <a:path extrusionOk="0" h="5707" w="4020">
                  <a:moveTo>
                    <a:pt x="2232" y="0"/>
                  </a:moveTo>
                  <a:lnTo>
                    <a:pt x="2175" y="7"/>
                  </a:lnTo>
                  <a:cubicBezTo>
                    <a:pt x="2178" y="24"/>
                    <a:pt x="2329" y="1698"/>
                    <a:pt x="3338" y="2435"/>
                  </a:cubicBezTo>
                  <a:cubicBezTo>
                    <a:pt x="3782" y="2760"/>
                    <a:pt x="3959" y="3305"/>
                    <a:pt x="3786" y="3823"/>
                  </a:cubicBezTo>
                  <a:cubicBezTo>
                    <a:pt x="3624" y="4306"/>
                    <a:pt x="3107" y="4821"/>
                    <a:pt x="2148" y="4821"/>
                  </a:cubicBezTo>
                  <a:cubicBezTo>
                    <a:pt x="2133" y="4821"/>
                    <a:pt x="2118" y="4821"/>
                    <a:pt x="2102" y="4821"/>
                  </a:cubicBezTo>
                  <a:lnTo>
                    <a:pt x="2025" y="4821"/>
                  </a:lnTo>
                  <a:cubicBezTo>
                    <a:pt x="294" y="4821"/>
                    <a:pt x="10" y="5653"/>
                    <a:pt x="1" y="5690"/>
                  </a:cubicBezTo>
                  <a:lnTo>
                    <a:pt x="54" y="5707"/>
                  </a:lnTo>
                  <a:cubicBezTo>
                    <a:pt x="58" y="5700"/>
                    <a:pt x="341" y="4878"/>
                    <a:pt x="2025" y="4878"/>
                  </a:cubicBezTo>
                  <a:lnTo>
                    <a:pt x="2098" y="4878"/>
                  </a:lnTo>
                  <a:cubicBezTo>
                    <a:pt x="2114" y="4878"/>
                    <a:pt x="2129" y="4878"/>
                    <a:pt x="2145" y="4878"/>
                  </a:cubicBezTo>
                  <a:cubicBezTo>
                    <a:pt x="3137" y="4878"/>
                    <a:pt x="3672" y="4346"/>
                    <a:pt x="3839" y="3843"/>
                  </a:cubicBezTo>
                  <a:cubicBezTo>
                    <a:pt x="4019" y="3297"/>
                    <a:pt x="3839" y="2730"/>
                    <a:pt x="3371" y="2389"/>
                  </a:cubicBezTo>
                  <a:cubicBezTo>
                    <a:pt x="2386" y="1667"/>
                    <a:pt x="2235" y="17"/>
                    <a:pt x="2232" y="0"/>
                  </a:cubicBez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4" name="Google Shape;3614;p68"/>
            <p:cNvSpPr/>
            <p:nvPr/>
          </p:nvSpPr>
          <p:spPr>
            <a:xfrm>
              <a:off x="7323600" y="2727025"/>
              <a:ext cx="128250" cy="195800"/>
            </a:xfrm>
            <a:custGeom>
              <a:rect b="b" l="l" r="r" t="t"/>
              <a:pathLst>
                <a:path extrusionOk="0" h="7832" w="5130">
                  <a:moveTo>
                    <a:pt x="5109" y="0"/>
                  </a:moveTo>
                  <a:cubicBezTo>
                    <a:pt x="5085" y="6"/>
                    <a:pt x="2847" y="839"/>
                    <a:pt x="2266" y="2449"/>
                  </a:cubicBezTo>
                  <a:cubicBezTo>
                    <a:pt x="2098" y="2920"/>
                    <a:pt x="1995" y="3457"/>
                    <a:pt x="1885" y="4029"/>
                  </a:cubicBezTo>
                  <a:cubicBezTo>
                    <a:pt x="1628" y="5389"/>
                    <a:pt x="1334" y="6932"/>
                    <a:pt x="1" y="7784"/>
                  </a:cubicBezTo>
                  <a:lnTo>
                    <a:pt x="31" y="7831"/>
                  </a:lnTo>
                  <a:cubicBezTo>
                    <a:pt x="1384" y="6965"/>
                    <a:pt x="1682" y="5412"/>
                    <a:pt x="1942" y="4039"/>
                  </a:cubicBezTo>
                  <a:cubicBezTo>
                    <a:pt x="2052" y="3471"/>
                    <a:pt x="2152" y="2933"/>
                    <a:pt x="2323" y="2469"/>
                  </a:cubicBezTo>
                  <a:cubicBezTo>
                    <a:pt x="2891" y="885"/>
                    <a:pt x="5105" y="60"/>
                    <a:pt x="5129" y="54"/>
                  </a:cubicBezTo>
                  <a:lnTo>
                    <a:pt x="5109" y="0"/>
                  </a:ln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5" name="Google Shape;3615;p68"/>
            <p:cNvSpPr/>
            <p:nvPr/>
          </p:nvSpPr>
          <p:spPr>
            <a:xfrm>
              <a:off x="7368950" y="2806025"/>
              <a:ext cx="128575" cy="32000"/>
            </a:xfrm>
            <a:custGeom>
              <a:rect b="b" l="l" r="r" t="t"/>
              <a:pathLst>
                <a:path extrusionOk="0" h="1280" w="5143">
                  <a:moveTo>
                    <a:pt x="5099" y="1"/>
                  </a:moveTo>
                  <a:cubicBezTo>
                    <a:pt x="4932" y="187"/>
                    <a:pt x="4706" y="357"/>
                    <a:pt x="4068" y="357"/>
                  </a:cubicBezTo>
                  <a:cubicBezTo>
                    <a:pt x="3721" y="357"/>
                    <a:pt x="3252" y="307"/>
                    <a:pt x="2606" y="181"/>
                  </a:cubicBezTo>
                  <a:cubicBezTo>
                    <a:pt x="2405" y="142"/>
                    <a:pt x="2216" y="125"/>
                    <a:pt x="2040" y="125"/>
                  </a:cubicBezTo>
                  <a:cubicBezTo>
                    <a:pt x="623" y="125"/>
                    <a:pt x="7" y="1241"/>
                    <a:pt x="1" y="1253"/>
                  </a:cubicBezTo>
                  <a:lnTo>
                    <a:pt x="51" y="1280"/>
                  </a:lnTo>
                  <a:cubicBezTo>
                    <a:pt x="57" y="1268"/>
                    <a:pt x="657" y="182"/>
                    <a:pt x="2040" y="182"/>
                  </a:cubicBezTo>
                  <a:cubicBezTo>
                    <a:pt x="2213" y="182"/>
                    <a:pt x="2399" y="199"/>
                    <a:pt x="2597" y="237"/>
                  </a:cubicBezTo>
                  <a:cubicBezTo>
                    <a:pt x="3242" y="362"/>
                    <a:pt x="3713" y="413"/>
                    <a:pt x="4065" y="413"/>
                  </a:cubicBezTo>
                  <a:cubicBezTo>
                    <a:pt x="4729" y="413"/>
                    <a:pt x="4967" y="233"/>
                    <a:pt x="5143" y="37"/>
                  </a:cubicBezTo>
                  <a:lnTo>
                    <a:pt x="5099" y="1"/>
                  </a:ln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6" name="Google Shape;3616;p68"/>
            <p:cNvSpPr/>
            <p:nvPr/>
          </p:nvSpPr>
          <p:spPr>
            <a:xfrm>
              <a:off x="7367450" y="2729350"/>
              <a:ext cx="14400" cy="77600"/>
            </a:xfrm>
            <a:custGeom>
              <a:rect b="b" l="l" r="r" t="t"/>
              <a:pathLst>
                <a:path extrusionOk="0" h="3104" w="576">
                  <a:moveTo>
                    <a:pt x="104" y="1"/>
                  </a:moveTo>
                  <a:lnTo>
                    <a:pt x="68" y="47"/>
                  </a:lnTo>
                  <a:cubicBezTo>
                    <a:pt x="71" y="51"/>
                    <a:pt x="512" y="422"/>
                    <a:pt x="372" y="1244"/>
                  </a:cubicBezTo>
                  <a:cubicBezTo>
                    <a:pt x="332" y="1480"/>
                    <a:pt x="275" y="1685"/>
                    <a:pt x="224" y="1865"/>
                  </a:cubicBezTo>
                  <a:cubicBezTo>
                    <a:pt x="97" y="2349"/>
                    <a:pt x="0" y="2697"/>
                    <a:pt x="312" y="3104"/>
                  </a:cubicBezTo>
                  <a:lnTo>
                    <a:pt x="358" y="3068"/>
                  </a:lnTo>
                  <a:cubicBezTo>
                    <a:pt x="64" y="2687"/>
                    <a:pt x="151" y="2366"/>
                    <a:pt x="281" y="1881"/>
                  </a:cubicBezTo>
                  <a:cubicBezTo>
                    <a:pt x="332" y="1697"/>
                    <a:pt x="385" y="1491"/>
                    <a:pt x="429" y="1253"/>
                  </a:cubicBezTo>
                  <a:cubicBezTo>
                    <a:pt x="575" y="395"/>
                    <a:pt x="121" y="17"/>
                    <a:pt x="104" y="1"/>
                  </a:cubicBez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7" name="Google Shape;3617;p68"/>
            <p:cNvSpPr/>
            <p:nvPr/>
          </p:nvSpPr>
          <p:spPr>
            <a:xfrm>
              <a:off x="7354925" y="2851675"/>
              <a:ext cx="145925" cy="33800"/>
            </a:xfrm>
            <a:custGeom>
              <a:rect b="b" l="l" r="r" t="t"/>
              <a:pathLst>
                <a:path extrusionOk="0" h="1352" w="5837">
                  <a:moveTo>
                    <a:pt x="2135" y="1"/>
                  </a:moveTo>
                  <a:cubicBezTo>
                    <a:pt x="706" y="1"/>
                    <a:pt x="10" y="1310"/>
                    <a:pt x="0" y="1325"/>
                  </a:cubicBezTo>
                  <a:lnTo>
                    <a:pt x="54" y="1351"/>
                  </a:lnTo>
                  <a:cubicBezTo>
                    <a:pt x="60" y="1336"/>
                    <a:pt x="740" y="59"/>
                    <a:pt x="2134" y="59"/>
                  </a:cubicBezTo>
                  <a:cubicBezTo>
                    <a:pt x="2284" y="59"/>
                    <a:pt x="2441" y="73"/>
                    <a:pt x="2606" y="105"/>
                  </a:cubicBezTo>
                  <a:cubicBezTo>
                    <a:pt x="2944" y="169"/>
                    <a:pt x="3248" y="235"/>
                    <a:pt x="3515" y="295"/>
                  </a:cubicBezTo>
                  <a:cubicBezTo>
                    <a:pt x="4057" y="416"/>
                    <a:pt x="4485" y="511"/>
                    <a:pt x="4841" y="511"/>
                  </a:cubicBezTo>
                  <a:cubicBezTo>
                    <a:pt x="5244" y="511"/>
                    <a:pt x="5555" y="390"/>
                    <a:pt x="5837" y="49"/>
                  </a:cubicBezTo>
                  <a:lnTo>
                    <a:pt x="5793" y="12"/>
                  </a:lnTo>
                  <a:cubicBezTo>
                    <a:pt x="5524" y="337"/>
                    <a:pt x="5224" y="453"/>
                    <a:pt x="4835" y="453"/>
                  </a:cubicBezTo>
                  <a:cubicBezTo>
                    <a:pt x="4485" y="453"/>
                    <a:pt x="4063" y="359"/>
                    <a:pt x="3528" y="239"/>
                  </a:cubicBezTo>
                  <a:cubicBezTo>
                    <a:pt x="3258" y="179"/>
                    <a:pt x="2954" y="112"/>
                    <a:pt x="2617" y="49"/>
                  </a:cubicBezTo>
                  <a:cubicBezTo>
                    <a:pt x="2448" y="16"/>
                    <a:pt x="2288" y="1"/>
                    <a:pt x="2135" y="1"/>
                  </a:cubicBez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8" name="Google Shape;3618;p68"/>
            <p:cNvSpPr/>
            <p:nvPr/>
          </p:nvSpPr>
          <p:spPr>
            <a:xfrm>
              <a:off x="7415900" y="2534675"/>
              <a:ext cx="37675" cy="82700"/>
            </a:xfrm>
            <a:custGeom>
              <a:rect b="b" l="l" r="r" t="t"/>
              <a:pathLst>
                <a:path extrusionOk="0" h="3308" w="1507">
                  <a:moveTo>
                    <a:pt x="1453" y="0"/>
                  </a:moveTo>
                  <a:lnTo>
                    <a:pt x="1397" y="10"/>
                  </a:lnTo>
                  <a:cubicBezTo>
                    <a:pt x="1447" y="281"/>
                    <a:pt x="1377" y="371"/>
                    <a:pt x="989" y="872"/>
                  </a:cubicBezTo>
                  <a:cubicBezTo>
                    <a:pt x="899" y="985"/>
                    <a:pt x="796" y="1123"/>
                    <a:pt x="672" y="1286"/>
                  </a:cubicBezTo>
                  <a:cubicBezTo>
                    <a:pt x="0" y="2175"/>
                    <a:pt x="662" y="3298"/>
                    <a:pt x="668" y="3307"/>
                  </a:cubicBezTo>
                  <a:lnTo>
                    <a:pt x="719" y="3281"/>
                  </a:lnTo>
                  <a:cubicBezTo>
                    <a:pt x="712" y="3267"/>
                    <a:pt x="67" y="2179"/>
                    <a:pt x="719" y="1320"/>
                  </a:cubicBezTo>
                  <a:cubicBezTo>
                    <a:pt x="842" y="1156"/>
                    <a:pt x="946" y="1022"/>
                    <a:pt x="1032" y="905"/>
                  </a:cubicBezTo>
                  <a:cubicBezTo>
                    <a:pt x="1427" y="401"/>
                    <a:pt x="1507" y="294"/>
                    <a:pt x="1453" y="0"/>
                  </a:cubicBez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19" name="Google Shape;3619;p68"/>
          <p:cNvGrpSpPr/>
          <p:nvPr/>
        </p:nvGrpSpPr>
        <p:grpSpPr>
          <a:xfrm flipH="1">
            <a:off x="8053633" y="3658568"/>
            <a:ext cx="1090366" cy="1485204"/>
            <a:chOff x="6802225" y="2313150"/>
            <a:chExt cx="437775" cy="596300"/>
          </a:xfrm>
        </p:grpSpPr>
        <p:sp>
          <p:nvSpPr>
            <p:cNvPr id="3620" name="Google Shape;3620;p68"/>
            <p:cNvSpPr/>
            <p:nvPr/>
          </p:nvSpPr>
          <p:spPr>
            <a:xfrm>
              <a:off x="6802225" y="2313150"/>
              <a:ext cx="437775" cy="596300"/>
            </a:xfrm>
            <a:custGeom>
              <a:rect b="b" l="l" r="r" t="t"/>
              <a:pathLst>
                <a:path extrusionOk="0" h="23852" w="17511">
                  <a:moveTo>
                    <a:pt x="9288" y="1"/>
                  </a:moveTo>
                  <a:cubicBezTo>
                    <a:pt x="9209" y="1"/>
                    <a:pt x="9130" y="3"/>
                    <a:pt x="9050" y="8"/>
                  </a:cubicBezTo>
                  <a:cubicBezTo>
                    <a:pt x="7561" y="99"/>
                    <a:pt x="6572" y="763"/>
                    <a:pt x="5960" y="1775"/>
                  </a:cubicBezTo>
                  <a:cubicBezTo>
                    <a:pt x="4875" y="3570"/>
                    <a:pt x="4978" y="6463"/>
                    <a:pt x="5596" y="9196"/>
                  </a:cubicBezTo>
                  <a:cubicBezTo>
                    <a:pt x="5623" y="9316"/>
                    <a:pt x="5650" y="9432"/>
                    <a:pt x="5680" y="9549"/>
                  </a:cubicBezTo>
                  <a:cubicBezTo>
                    <a:pt x="6384" y="12450"/>
                    <a:pt x="4861" y="12269"/>
                    <a:pt x="3358" y="12991"/>
                  </a:cubicBezTo>
                  <a:cubicBezTo>
                    <a:pt x="2593" y="13355"/>
                    <a:pt x="1834" y="13953"/>
                    <a:pt x="1373" y="15299"/>
                  </a:cubicBezTo>
                  <a:cubicBezTo>
                    <a:pt x="0" y="19298"/>
                    <a:pt x="4617" y="23852"/>
                    <a:pt x="4617" y="23852"/>
                  </a:cubicBezTo>
                  <a:lnTo>
                    <a:pt x="15475" y="23852"/>
                  </a:lnTo>
                  <a:cubicBezTo>
                    <a:pt x="16484" y="23150"/>
                    <a:pt x="17015" y="22005"/>
                    <a:pt x="17176" y="20775"/>
                  </a:cubicBezTo>
                  <a:cubicBezTo>
                    <a:pt x="17511" y="18216"/>
                    <a:pt x="16234" y="15299"/>
                    <a:pt x="14275" y="15299"/>
                  </a:cubicBezTo>
                  <a:cubicBezTo>
                    <a:pt x="14260" y="15299"/>
                    <a:pt x="14245" y="15299"/>
                    <a:pt x="14229" y="15299"/>
                  </a:cubicBezTo>
                  <a:cubicBezTo>
                    <a:pt x="14181" y="15300"/>
                    <a:pt x="14132" y="15301"/>
                    <a:pt x="14085" y="15301"/>
                  </a:cubicBezTo>
                  <a:cubicBezTo>
                    <a:pt x="11259" y="15301"/>
                    <a:pt x="10216" y="13360"/>
                    <a:pt x="12792" y="9897"/>
                  </a:cubicBezTo>
                  <a:cubicBezTo>
                    <a:pt x="12979" y="9643"/>
                    <a:pt x="13143" y="9376"/>
                    <a:pt x="13284" y="9099"/>
                  </a:cubicBezTo>
                  <a:cubicBezTo>
                    <a:pt x="15064" y="5534"/>
                    <a:pt x="13074" y="1"/>
                    <a:pt x="9288" y="1"/>
                  </a:cubicBez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1" name="Google Shape;3621;p68"/>
            <p:cNvSpPr/>
            <p:nvPr/>
          </p:nvSpPr>
          <p:spPr>
            <a:xfrm>
              <a:off x="6902800" y="2699475"/>
              <a:ext cx="209875" cy="209975"/>
            </a:xfrm>
            <a:custGeom>
              <a:rect b="b" l="l" r="r" t="t"/>
              <a:pathLst>
                <a:path extrusionOk="0" h="8399" w="8395">
                  <a:moveTo>
                    <a:pt x="60" y="0"/>
                  </a:moveTo>
                  <a:lnTo>
                    <a:pt x="0" y="63"/>
                  </a:lnTo>
                  <a:lnTo>
                    <a:pt x="8335" y="8399"/>
                  </a:lnTo>
                  <a:lnTo>
                    <a:pt x="8395" y="8336"/>
                  </a:lnTo>
                  <a:lnTo>
                    <a:pt x="6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2" name="Google Shape;3622;p68"/>
            <p:cNvSpPr/>
            <p:nvPr/>
          </p:nvSpPr>
          <p:spPr>
            <a:xfrm>
              <a:off x="6941025" y="2439375"/>
              <a:ext cx="126400" cy="299875"/>
            </a:xfrm>
            <a:custGeom>
              <a:rect b="b" l="l" r="r" t="t"/>
              <a:pathLst>
                <a:path extrusionOk="0" h="11995" w="5056">
                  <a:moveTo>
                    <a:pt x="4972" y="1"/>
                  </a:moveTo>
                  <a:lnTo>
                    <a:pt x="1" y="11960"/>
                  </a:lnTo>
                  <a:lnTo>
                    <a:pt x="84" y="11994"/>
                  </a:lnTo>
                  <a:lnTo>
                    <a:pt x="5055" y="34"/>
                  </a:lnTo>
                  <a:lnTo>
                    <a:pt x="497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3" name="Google Shape;3623;p68"/>
            <p:cNvSpPr/>
            <p:nvPr/>
          </p:nvSpPr>
          <p:spPr>
            <a:xfrm>
              <a:off x="7031150" y="2492425"/>
              <a:ext cx="73200" cy="32100"/>
            </a:xfrm>
            <a:custGeom>
              <a:rect b="b" l="l" r="r" t="t"/>
              <a:pathLst>
                <a:path extrusionOk="0" h="1284" w="2928">
                  <a:moveTo>
                    <a:pt x="2894" y="0"/>
                  </a:moveTo>
                  <a:lnTo>
                    <a:pt x="1" y="1203"/>
                  </a:lnTo>
                  <a:lnTo>
                    <a:pt x="34" y="1283"/>
                  </a:lnTo>
                  <a:lnTo>
                    <a:pt x="2927" y="80"/>
                  </a:lnTo>
                  <a:lnTo>
                    <a:pt x="289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4" name="Google Shape;3624;p68"/>
            <p:cNvSpPr/>
            <p:nvPr/>
          </p:nvSpPr>
          <p:spPr>
            <a:xfrm>
              <a:off x="6971600" y="2493000"/>
              <a:ext cx="37200" cy="83375"/>
            </a:xfrm>
            <a:custGeom>
              <a:rect b="b" l="l" r="r" t="t"/>
              <a:pathLst>
                <a:path extrusionOk="0" h="3335" w="1488">
                  <a:moveTo>
                    <a:pt x="81" y="1"/>
                  </a:moveTo>
                  <a:lnTo>
                    <a:pt x="1" y="33"/>
                  </a:lnTo>
                  <a:lnTo>
                    <a:pt x="1404" y="3334"/>
                  </a:lnTo>
                  <a:lnTo>
                    <a:pt x="1487" y="3298"/>
                  </a:lnTo>
                  <a:lnTo>
                    <a:pt x="8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5" name="Google Shape;3625;p68"/>
            <p:cNvSpPr/>
            <p:nvPr/>
          </p:nvSpPr>
          <p:spPr>
            <a:xfrm>
              <a:off x="7058950" y="2771450"/>
              <a:ext cx="2225" cy="85300"/>
            </a:xfrm>
            <a:custGeom>
              <a:rect b="b" l="l" r="r" t="t"/>
              <a:pathLst>
                <a:path extrusionOk="0" h="3412" w="89">
                  <a:moveTo>
                    <a:pt x="1" y="0"/>
                  </a:moveTo>
                  <a:lnTo>
                    <a:pt x="1" y="3412"/>
                  </a:lnTo>
                  <a:lnTo>
                    <a:pt x="88" y="3412"/>
                  </a:lnTo>
                  <a:lnTo>
                    <a:pt x="8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6" name="Google Shape;3626;p68"/>
            <p:cNvSpPr/>
            <p:nvPr/>
          </p:nvSpPr>
          <p:spPr>
            <a:xfrm>
              <a:off x="6915475" y="2804950"/>
              <a:ext cx="93900" cy="2275"/>
            </a:xfrm>
            <a:custGeom>
              <a:rect b="b" l="l" r="r" t="t"/>
              <a:pathLst>
                <a:path extrusionOk="0" h="91" w="3756">
                  <a:moveTo>
                    <a:pt x="1" y="0"/>
                  </a:moveTo>
                  <a:lnTo>
                    <a:pt x="1" y="91"/>
                  </a:lnTo>
                  <a:lnTo>
                    <a:pt x="3755" y="91"/>
                  </a:lnTo>
                  <a:lnTo>
                    <a:pt x="375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27" name="Google Shape;3627;p68"/>
          <p:cNvSpPr txBox="1"/>
          <p:nvPr>
            <p:ph type="ctrTitle"/>
          </p:nvPr>
        </p:nvSpPr>
        <p:spPr>
          <a:xfrm flipH="1">
            <a:off x="973600" y="2285550"/>
            <a:ext cx="1463700" cy="572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a:t>INDUSTRIAL INTERFACES</a:t>
            </a:r>
            <a:endParaRPr/>
          </a:p>
        </p:txBody>
      </p:sp>
      <p:sp>
        <p:nvSpPr>
          <p:cNvPr id="3628" name="Google Shape;3628;p68"/>
          <p:cNvSpPr txBox="1"/>
          <p:nvPr>
            <p:ph type="ctrTitle"/>
          </p:nvPr>
        </p:nvSpPr>
        <p:spPr>
          <a:xfrm flipH="1">
            <a:off x="3533050" y="1108100"/>
            <a:ext cx="3856500" cy="572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1400"/>
              <a:t>Office interface vs. industrial interface?</a:t>
            </a:r>
            <a:endParaRPr sz="1400"/>
          </a:p>
          <a:p>
            <a:pPr indent="0" lvl="0" marL="0" rtl="0" algn="ctr">
              <a:spcBef>
                <a:spcPts val="1000"/>
              </a:spcBef>
              <a:spcAft>
                <a:spcPts val="1000"/>
              </a:spcAft>
              <a:buNone/>
            </a:pPr>
            <a:r>
              <a:rPr lang="en" sz="1400"/>
              <a:t>Context matters!</a:t>
            </a:r>
            <a:endParaRPr sz="14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2" name="Shape 3632"/>
        <p:cNvGrpSpPr/>
        <p:nvPr/>
      </p:nvGrpSpPr>
      <p:grpSpPr>
        <a:xfrm>
          <a:off x="0" y="0"/>
          <a:ext cx="0" cy="0"/>
          <a:chOff x="0" y="0"/>
          <a:chExt cx="0" cy="0"/>
        </a:xfrm>
      </p:grpSpPr>
      <p:sp>
        <p:nvSpPr>
          <p:cNvPr id="3633" name="Google Shape;3633;p69"/>
          <p:cNvSpPr/>
          <p:nvPr/>
        </p:nvSpPr>
        <p:spPr>
          <a:xfrm>
            <a:off x="3313731" y="3810873"/>
            <a:ext cx="51" cy="51"/>
          </a:xfrm>
          <a:custGeom>
            <a:rect b="b" l="l" r="r" t="t"/>
            <a:pathLst>
              <a:path extrusionOk="0" h="1" w="1">
                <a:moveTo>
                  <a:pt x="0" y="0"/>
                </a:moveTo>
                <a:lnTo>
                  <a:pt x="0" y="0"/>
                </a:lnTo>
                <a:close/>
              </a:path>
            </a:pathLst>
          </a:custGeom>
          <a:solidFill>
            <a:srgbClr val="E0C3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34" name="Google Shape;3634;p69"/>
          <p:cNvGrpSpPr/>
          <p:nvPr/>
        </p:nvGrpSpPr>
        <p:grpSpPr>
          <a:xfrm>
            <a:off x="393442" y="405333"/>
            <a:ext cx="820217" cy="345687"/>
            <a:chOff x="3951216" y="1181633"/>
            <a:chExt cx="1192176" cy="502452"/>
          </a:xfrm>
        </p:grpSpPr>
        <p:sp>
          <p:nvSpPr>
            <p:cNvPr id="3635" name="Google Shape;3635;p69"/>
            <p:cNvSpPr/>
            <p:nvPr/>
          </p:nvSpPr>
          <p:spPr>
            <a:xfrm flipH="1">
              <a:off x="4701069" y="1181633"/>
              <a:ext cx="442323" cy="483735"/>
            </a:xfrm>
            <a:custGeom>
              <a:rect b="b" l="l" r="r" t="t"/>
              <a:pathLst>
                <a:path extrusionOk="0" h="9485" w="8673">
                  <a:moveTo>
                    <a:pt x="4482" y="1"/>
                  </a:moveTo>
                  <a:cubicBezTo>
                    <a:pt x="4467" y="1"/>
                    <a:pt x="4451" y="4"/>
                    <a:pt x="4437" y="12"/>
                  </a:cubicBezTo>
                  <a:lnTo>
                    <a:pt x="53" y="2738"/>
                  </a:lnTo>
                  <a:cubicBezTo>
                    <a:pt x="10" y="2762"/>
                    <a:pt x="0" y="2815"/>
                    <a:pt x="24" y="2859"/>
                  </a:cubicBezTo>
                  <a:lnTo>
                    <a:pt x="4116" y="9443"/>
                  </a:lnTo>
                  <a:cubicBezTo>
                    <a:pt x="4131" y="9470"/>
                    <a:pt x="4161" y="9485"/>
                    <a:pt x="4190" y="9485"/>
                  </a:cubicBezTo>
                  <a:cubicBezTo>
                    <a:pt x="4205" y="9485"/>
                    <a:pt x="4220" y="9481"/>
                    <a:pt x="4233" y="9473"/>
                  </a:cubicBezTo>
                  <a:lnTo>
                    <a:pt x="8620" y="6747"/>
                  </a:lnTo>
                  <a:cubicBezTo>
                    <a:pt x="8663" y="6721"/>
                    <a:pt x="8673" y="6667"/>
                    <a:pt x="8649" y="6627"/>
                  </a:cubicBezTo>
                  <a:lnTo>
                    <a:pt x="4557" y="42"/>
                  </a:lnTo>
                  <a:cubicBezTo>
                    <a:pt x="4541" y="15"/>
                    <a:pt x="4513" y="1"/>
                    <a:pt x="4482" y="1"/>
                  </a:cubicBezTo>
                  <a:close/>
                </a:path>
              </a:pathLst>
            </a:custGeom>
            <a:solidFill>
              <a:srgbClr val="D6D6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6" name="Google Shape;3636;p69"/>
            <p:cNvSpPr/>
            <p:nvPr/>
          </p:nvSpPr>
          <p:spPr>
            <a:xfrm flipH="1">
              <a:off x="4701222" y="1198922"/>
              <a:ext cx="262089" cy="352104"/>
            </a:xfrm>
            <a:custGeom>
              <a:rect b="b" l="l" r="r" t="t"/>
              <a:pathLst>
                <a:path extrusionOk="0" h="6904" w="5139">
                  <a:moveTo>
                    <a:pt x="665" y="0"/>
                  </a:moveTo>
                  <a:cubicBezTo>
                    <a:pt x="498" y="0"/>
                    <a:pt x="310" y="46"/>
                    <a:pt x="110" y="171"/>
                  </a:cubicBezTo>
                  <a:lnTo>
                    <a:pt x="7" y="4474"/>
                  </a:lnTo>
                  <a:cubicBezTo>
                    <a:pt x="0" y="4734"/>
                    <a:pt x="150" y="4979"/>
                    <a:pt x="388" y="5089"/>
                  </a:cubicBezTo>
                  <a:lnTo>
                    <a:pt x="4293" y="6903"/>
                  </a:lnTo>
                  <a:cubicBezTo>
                    <a:pt x="4293" y="6903"/>
                    <a:pt x="5138" y="6322"/>
                    <a:pt x="4620" y="5490"/>
                  </a:cubicBezTo>
                  <a:cubicBezTo>
                    <a:pt x="4106" y="4658"/>
                    <a:pt x="1420" y="335"/>
                    <a:pt x="1420" y="335"/>
                  </a:cubicBezTo>
                  <a:cubicBezTo>
                    <a:pt x="1420" y="335"/>
                    <a:pt x="1117" y="0"/>
                    <a:pt x="665" y="0"/>
                  </a:cubicBez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7" name="Google Shape;3637;p69"/>
            <p:cNvSpPr/>
            <p:nvPr/>
          </p:nvSpPr>
          <p:spPr>
            <a:xfrm flipH="1">
              <a:off x="4879263" y="1436072"/>
              <a:ext cx="53550" cy="211191"/>
            </a:xfrm>
            <a:custGeom>
              <a:rect b="b" l="l" r="r" t="t"/>
              <a:pathLst>
                <a:path extrusionOk="0" h="4141" w="1050">
                  <a:moveTo>
                    <a:pt x="963" y="1"/>
                  </a:moveTo>
                  <a:lnTo>
                    <a:pt x="1" y="4117"/>
                  </a:lnTo>
                  <a:lnTo>
                    <a:pt x="87" y="4141"/>
                  </a:lnTo>
                  <a:lnTo>
                    <a:pt x="1049" y="24"/>
                  </a:lnTo>
                  <a:lnTo>
                    <a:pt x="963" y="1"/>
                  </a:ln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8" name="Google Shape;3638;p69"/>
            <p:cNvSpPr/>
            <p:nvPr/>
          </p:nvSpPr>
          <p:spPr>
            <a:xfrm flipH="1">
              <a:off x="4773999" y="1318058"/>
              <a:ext cx="45339" cy="38862"/>
            </a:xfrm>
            <a:custGeom>
              <a:rect b="b" l="l" r="r" t="t"/>
              <a:pathLst>
                <a:path extrusionOk="0" h="762" w="889">
                  <a:moveTo>
                    <a:pt x="772" y="0"/>
                  </a:moveTo>
                  <a:lnTo>
                    <a:pt x="1" y="762"/>
                  </a:lnTo>
                  <a:lnTo>
                    <a:pt x="889" y="762"/>
                  </a:lnTo>
                  <a:lnTo>
                    <a:pt x="772" y="0"/>
                  </a:lnTo>
                  <a:close/>
                </a:path>
              </a:pathLst>
            </a:custGeom>
            <a:solidFill>
              <a:srgbClr val="E0C3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9" name="Google Shape;3639;p69"/>
            <p:cNvSpPr/>
            <p:nvPr/>
          </p:nvSpPr>
          <p:spPr>
            <a:xfrm flipH="1">
              <a:off x="4564083" y="1225646"/>
              <a:ext cx="217107" cy="217158"/>
            </a:xfrm>
            <a:custGeom>
              <a:rect b="b" l="l" r="r" t="t"/>
              <a:pathLst>
                <a:path extrusionOk="0" h="4258" w="4257">
                  <a:moveTo>
                    <a:pt x="2129" y="1"/>
                  </a:moveTo>
                  <a:cubicBezTo>
                    <a:pt x="956" y="1"/>
                    <a:pt x="1" y="957"/>
                    <a:pt x="1" y="2130"/>
                  </a:cubicBezTo>
                  <a:cubicBezTo>
                    <a:pt x="1" y="3299"/>
                    <a:pt x="956" y="4258"/>
                    <a:pt x="2129" y="4258"/>
                  </a:cubicBezTo>
                  <a:cubicBezTo>
                    <a:pt x="3298" y="4258"/>
                    <a:pt x="4257" y="3299"/>
                    <a:pt x="4257" y="2130"/>
                  </a:cubicBezTo>
                  <a:cubicBezTo>
                    <a:pt x="4257" y="957"/>
                    <a:pt x="3298" y="1"/>
                    <a:pt x="2129"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0" name="Google Shape;3640;p69"/>
            <p:cNvSpPr/>
            <p:nvPr/>
          </p:nvSpPr>
          <p:spPr>
            <a:xfrm flipH="1">
              <a:off x="4642113" y="1263845"/>
              <a:ext cx="84354" cy="84354"/>
            </a:xfrm>
            <a:custGeom>
              <a:rect b="b" l="l" r="r" t="t"/>
              <a:pathLst>
                <a:path extrusionOk="0" h="1654" w="1654">
                  <a:moveTo>
                    <a:pt x="829" y="1"/>
                  </a:moveTo>
                  <a:cubicBezTo>
                    <a:pt x="371" y="1"/>
                    <a:pt x="0" y="371"/>
                    <a:pt x="0" y="829"/>
                  </a:cubicBezTo>
                  <a:cubicBezTo>
                    <a:pt x="0" y="1287"/>
                    <a:pt x="371" y="1654"/>
                    <a:pt x="829" y="1654"/>
                  </a:cubicBezTo>
                  <a:cubicBezTo>
                    <a:pt x="1286" y="1654"/>
                    <a:pt x="1654" y="1287"/>
                    <a:pt x="1654" y="829"/>
                  </a:cubicBezTo>
                  <a:cubicBezTo>
                    <a:pt x="1654" y="371"/>
                    <a:pt x="1286" y="1"/>
                    <a:pt x="82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1" name="Google Shape;3641;p69"/>
            <p:cNvSpPr/>
            <p:nvPr/>
          </p:nvSpPr>
          <p:spPr>
            <a:xfrm flipH="1">
              <a:off x="4663023" y="1284959"/>
              <a:ext cx="42330" cy="42330"/>
            </a:xfrm>
            <a:custGeom>
              <a:rect b="b" l="l" r="r" t="t"/>
              <a:pathLst>
                <a:path extrusionOk="0" h="830" w="830">
                  <a:moveTo>
                    <a:pt x="415" y="0"/>
                  </a:moveTo>
                  <a:cubicBezTo>
                    <a:pt x="184" y="0"/>
                    <a:pt x="0" y="185"/>
                    <a:pt x="0" y="415"/>
                  </a:cubicBezTo>
                  <a:cubicBezTo>
                    <a:pt x="0" y="642"/>
                    <a:pt x="184" y="829"/>
                    <a:pt x="415" y="829"/>
                  </a:cubicBezTo>
                  <a:cubicBezTo>
                    <a:pt x="642" y="829"/>
                    <a:pt x="829" y="642"/>
                    <a:pt x="829" y="415"/>
                  </a:cubicBezTo>
                  <a:cubicBezTo>
                    <a:pt x="829" y="185"/>
                    <a:pt x="642" y="0"/>
                    <a:pt x="415"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2" name="Google Shape;3642;p69"/>
            <p:cNvSpPr/>
            <p:nvPr/>
          </p:nvSpPr>
          <p:spPr>
            <a:xfrm flipH="1">
              <a:off x="4133184" y="1388897"/>
              <a:ext cx="445893" cy="295188"/>
            </a:xfrm>
            <a:custGeom>
              <a:rect b="b" l="l" r="r" t="t"/>
              <a:pathLst>
                <a:path extrusionOk="0" h="5788" w="8743">
                  <a:moveTo>
                    <a:pt x="0" y="1"/>
                  </a:moveTo>
                  <a:cubicBezTo>
                    <a:pt x="0" y="1"/>
                    <a:pt x="6" y="24"/>
                    <a:pt x="20" y="67"/>
                  </a:cubicBezTo>
                  <a:cubicBezTo>
                    <a:pt x="915" y="3445"/>
                    <a:pt x="3979" y="5787"/>
                    <a:pt x="7474" y="5787"/>
                  </a:cubicBezTo>
                  <a:lnTo>
                    <a:pt x="8743" y="5787"/>
                  </a:lnTo>
                  <a:lnTo>
                    <a:pt x="6174" y="929"/>
                  </a:lnTo>
                  <a:lnTo>
                    <a:pt x="0" y="1"/>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3" name="Google Shape;3643;p69"/>
            <p:cNvSpPr/>
            <p:nvPr/>
          </p:nvSpPr>
          <p:spPr>
            <a:xfrm flipH="1">
              <a:off x="3951216" y="1306073"/>
              <a:ext cx="639132" cy="199104"/>
            </a:xfrm>
            <a:custGeom>
              <a:rect b="b" l="l" r="r" t="t"/>
              <a:pathLst>
                <a:path extrusionOk="0" h="3904" w="12532">
                  <a:moveTo>
                    <a:pt x="221" y="1"/>
                  </a:moveTo>
                  <a:lnTo>
                    <a:pt x="1" y="1281"/>
                  </a:lnTo>
                  <a:lnTo>
                    <a:pt x="912" y="2553"/>
                  </a:lnTo>
                  <a:cubicBezTo>
                    <a:pt x="912" y="2553"/>
                    <a:pt x="3806" y="3903"/>
                    <a:pt x="7510" y="3903"/>
                  </a:cubicBezTo>
                  <a:cubicBezTo>
                    <a:pt x="11212" y="3903"/>
                    <a:pt x="12532" y="1"/>
                    <a:pt x="12532"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4" name="Google Shape;3644;p69"/>
            <p:cNvSpPr/>
            <p:nvPr/>
          </p:nvSpPr>
          <p:spPr>
            <a:xfrm flipH="1">
              <a:off x="4152615" y="1382420"/>
              <a:ext cx="127806" cy="124695"/>
            </a:xfrm>
            <a:custGeom>
              <a:rect b="b" l="l" r="r" t="t"/>
              <a:pathLst>
                <a:path extrusionOk="0" h="2445" w="2506">
                  <a:moveTo>
                    <a:pt x="0" y="1"/>
                  </a:moveTo>
                  <a:lnTo>
                    <a:pt x="1026" y="2399"/>
                  </a:lnTo>
                  <a:cubicBezTo>
                    <a:pt x="1026" y="2399"/>
                    <a:pt x="1219" y="2445"/>
                    <a:pt x="1526" y="2445"/>
                  </a:cubicBezTo>
                  <a:cubicBezTo>
                    <a:pt x="1787" y="2445"/>
                    <a:pt x="2130" y="2412"/>
                    <a:pt x="2506" y="2289"/>
                  </a:cubicBezTo>
                  <a:lnTo>
                    <a:pt x="0" y="1"/>
                  </a:ln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5" name="Google Shape;3645;p69"/>
            <p:cNvSpPr/>
            <p:nvPr/>
          </p:nvSpPr>
          <p:spPr>
            <a:xfrm flipH="1">
              <a:off x="4550415" y="1382420"/>
              <a:ext cx="122247" cy="83385"/>
            </a:xfrm>
            <a:custGeom>
              <a:rect b="b" l="l" r="r" t="t"/>
              <a:pathLst>
                <a:path extrusionOk="0" h="1635" w="2397">
                  <a:moveTo>
                    <a:pt x="1835" y="1"/>
                  </a:moveTo>
                  <a:lnTo>
                    <a:pt x="1" y="1184"/>
                  </a:lnTo>
                  <a:lnTo>
                    <a:pt x="2396" y="1634"/>
                  </a:lnTo>
                  <a:lnTo>
                    <a:pt x="1835" y="1"/>
                  </a:ln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6" name="Google Shape;3646;p69"/>
            <p:cNvSpPr/>
            <p:nvPr/>
          </p:nvSpPr>
          <p:spPr>
            <a:xfrm flipH="1">
              <a:off x="4914045" y="1332185"/>
              <a:ext cx="210936" cy="53703"/>
            </a:xfrm>
            <a:custGeom>
              <a:rect b="b" l="l" r="r" t="t"/>
              <a:pathLst>
                <a:path extrusionOk="0" h="1053" w="4136">
                  <a:moveTo>
                    <a:pt x="20" y="0"/>
                  </a:moveTo>
                  <a:lnTo>
                    <a:pt x="0" y="90"/>
                  </a:lnTo>
                  <a:lnTo>
                    <a:pt x="4116" y="1052"/>
                  </a:lnTo>
                  <a:lnTo>
                    <a:pt x="4136" y="963"/>
                  </a:lnTo>
                  <a:lnTo>
                    <a:pt x="20" y="0"/>
                  </a:ln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47" name="Google Shape;3647;p69"/>
          <p:cNvGrpSpPr/>
          <p:nvPr/>
        </p:nvGrpSpPr>
        <p:grpSpPr>
          <a:xfrm>
            <a:off x="7476204" y="2744774"/>
            <a:ext cx="1358020" cy="1986797"/>
            <a:chOff x="666154" y="2627324"/>
            <a:chExt cx="1358020" cy="1986797"/>
          </a:xfrm>
        </p:grpSpPr>
        <p:sp>
          <p:nvSpPr>
            <p:cNvPr id="3648" name="Google Shape;3648;p69"/>
            <p:cNvSpPr/>
            <p:nvPr/>
          </p:nvSpPr>
          <p:spPr>
            <a:xfrm>
              <a:off x="666154" y="2634322"/>
              <a:ext cx="1091207" cy="1972802"/>
            </a:xfrm>
            <a:custGeom>
              <a:rect b="b" l="l" r="r" t="t"/>
              <a:pathLst>
                <a:path extrusionOk="0" h="30729" w="16997">
                  <a:moveTo>
                    <a:pt x="7492" y="1"/>
                  </a:moveTo>
                  <a:cubicBezTo>
                    <a:pt x="6025" y="1"/>
                    <a:pt x="4827" y="1197"/>
                    <a:pt x="4827" y="2662"/>
                  </a:cubicBezTo>
                  <a:lnTo>
                    <a:pt x="4827" y="20839"/>
                  </a:lnTo>
                  <a:cubicBezTo>
                    <a:pt x="4827" y="21171"/>
                    <a:pt x="4558" y="21445"/>
                    <a:pt x="4221" y="21445"/>
                  </a:cubicBezTo>
                  <a:cubicBezTo>
                    <a:pt x="3889" y="21445"/>
                    <a:pt x="3615" y="21171"/>
                    <a:pt x="3615" y="20839"/>
                  </a:cubicBezTo>
                  <a:lnTo>
                    <a:pt x="3615" y="19379"/>
                  </a:lnTo>
                  <a:cubicBezTo>
                    <a:pt x="3615" y="18382"/>
                    <a:pt x="2808" y="17570"/>
                    <a:pt x="1810" y="17570"/>
                  </a:cubicBezTo>
                  <a:cubicBezTo>
                    <a:pt x="812" y="17570"/>
                    <a:pt x="0" y="18382"/>
                    <a:pt x="0" y="19379"/>
                  </a:cubicBezTo>
                  <a:lnTo>
                    <a:pt x="0" y="21445"/>
                  </a:lnTo>
                  <a:lnTo>
                    <a:pt x="0" y="22242"/>
                  </a:lnTo>
                  <a:cubicBezTo>
                    <a:pt x="0" y="23796"/>
                    <a:pt x="1264" y="25059"/>
                    <a:pt x="2817" y="25059"/>
                  </a:cubicBezTo>
                  <a:lnTo>
                    <a:pt x="4827" y="25059"/>
                  </a:lnTo>
                  <a:lnTo>
                    <a:pt x="4827" y="30728"/>
                  </a:lnTo>
                  <a:lnTo>
                    <a:pt x="10146" y="30728"/>
                  </a:lnTo>
                  <a:lnTo>
                    <a:pt x="10146" y="18477"/>
                  </a:lnTo>
                  <a:lnTo>
                    <a:pt x="13214" y="18477"/>
                  </a:lnTo>
                  <a:cubicBezTo>
                    <a:pt x="15301" y="18477"/>
                    <a:pt x="16996" y="16782"/>
                    <a:pt x="16996" y="14695"/>
                  </a:cubicBezTo>
                  <a:lnTo>
                    <a:pt x="16996" y="13624"/>
                  </a:lnTo>
                  <a:lnTo>
                    <a:pt x="16996" y="10852"/>
                  </a:lnTo>
                  <a:cubicBezTo>
                    <a:pt x="16996" y="9512"/>
                    <a:pt x="15911" y="8428"/>
                    <a:pt x="14571" y="8428"/>
                  </a:cubicBezTo>
                  <a:cubicBezTo>
                    <a:pt x="13231" y="8428"/>
                    <a:pt x="12142" y="9512"/>
                    <a:pt x="12142" y="10852"/>
                  </a:cubicBezTo>
                  <a:lnTo>
                    <a:pt x="12142" y="12625"/>
                  </a:lnTo>
                  <a:cubicBezTo>
                    <a:pt x="12142" y="13176"/>
                    <a:pt x="11696" y="13624"/>
                    <a:pt x="11144" y="13624"/>
                  </a:cubicBezTo>
                  <a:cubicBezTo>
                    <a:pt x="10593" y="13624"/>
                    <a:pt x="10146" y="13176"/>
                    <a:pt x="10146" y="12625"/>
                  </a:cubicBezTo>
                  <a:lnTo>
                    <a:pt x="10146" y="2698"/>
                  </a:lnTo>
                  <a:cubicBezTo>
                    <a:pt x="10146" y="1236"/>
                    <a:pt x="8984" y="23"/>
                    <a:pt x="7526" y="1"/>
                  </a:cubicBezTo>
                  <a:cubicBezTo>
                    <a:pt x="7514" y="1"/>
                    <a:pt x="7503" y="1"/>
                    <a:pt x="7492"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9" name="Google Shape;3649;p69"/>
            <p:cNvSpPr/>
            <p:nvPr/>
          </p:nvSpPr>
          <p:spPr>
            <a:xfrm>
              <a:off x="1033376" y="2629378"/>
              <a:ext cx="93732" cy="1984743"/>
            </a:xfrm>
            <a:custGeom>
              <a:rect b="b" l="l" r="r" t="t"/>
              <a:pathLst>
                <a:path extrusionOk="0" h="30915" w="1460">
                  <a:moveTo>
                    <a:pt x="1344" y="0"/>
                  </a:moveTo>
                  <a:cubicBezTo>
                    <a:pt x="1300" y="0"/>
                    <a:pt x="1140" y="8"/>
                    <a:pt x="948" y="192"/>
                  </a:cubicBezTo>
                  <a:cubicBezTo>
                    <a:pt x="515" y="588"/>
                    <a:pt x="1" y="1741"/>
                    <a:pt x="1" y="4940"/>
                  </a:cubicBezTo>
                  <a:lnTo>
                    <a:pt x="1" y="30805"/>
                  </a:lnTo>
                  <a:cubicBezTo>
                    <a:pt x="1" y="30864"/>
                    <a:pt x="50" y="30914"/>
                    <a:pt x="115" y="30914"/>
                  </a:cubicBezTo>
                  <a:cubicBezTo>
                    <a:pt x="178" y="30914"/>
                    <a:pt x="228" y="30864"/>
                    <a:pt x="228" y="30805"/>
                  </a:cubicBezTo>
                  <a:lnTo>
                    <a:pt x="228" y="4940"/>
                  </a:lnTo>
                  <a:cubicBezTo>
                    <a:pt x="228" y="1709"/>
                    <a:pt x="761" y="693"/>
                    <a:pt x="1081" y="373"/>
                  </a:cubicBezTo>
                  <a:cubicBezTo>
                    <a:pt x="1226" y="232"/>
                    <a:pt x="1331" y="228"/>
                    <a:pt x="1341" y="228"/>
                  </a:cubicBezTo>
                  <a:cubicBezTo>
                    <a:pt x="1345" y="228"/>
                    <a:pt x="1349" y="229"/>
                    <a:pt x="1353" y="229"/>
                  </a:cubicBezTo>
                  <a:cubicBezTo>
                    <a:pt x="1407" y="229"/>
                    <a:pt x="1451" y="178"/>
                    <a:pt x="1455" y="123"/>
                  </a:cubicBezTo>
                  <a:cubicBezTo>
                    <a:pt x="1459" y="59"/>
                    <a:pt x="1413" y="5"/>
                    <a:pt x="1354" y="0"/>
                  </a:cubicBezTo>
                  <a:cubicBezTo>
                    <a:pt x="1352" y="0"/>
                    <a:pt x="1349" y="0"/>
                    <a:pt x="1344" y="0"/>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0" name="Google Shape;3650;p69"/>
            <p:cNvSpPr/>
            <p:nvPr/>
          </p:nvSpPr>
          <p:spPr>
            <a:xfrm>
              <a:off x="1165948" y="2629378"/>
              <a:ext cx="84872" cy="1984743"/>
            </a:xfrm>
            <a:custGeom>
              <a:rect b="b" l="l" r="r" t="t"/>
              <a:pathLst>
                <a:path extrusionOk="0" h="30915" w="1322">
                  <a:moveTo>
                    <a:pt x="123" y="1"/>
                  </a:moveTo>
                  <a:cubicBezTo>
                    <a:pt x="88" y="1"/>
                    <a:pt x="54" y="16"/>
                    <a:pt x="32" y="45"/>
                  </a:cubicBezTo>
                  <a:cubicBezTo>
                    <a:pt x="0" y="95"/>
                    <a:pt x="9" y="169"/>
                    <a:pt x="59" y="205"/>
                  </a:cubicBezTo>
                  <a:cubicBezTo>
                    <a:pt x="69" y="215"/>
                    <a:pt x="1094" y="975"/>
                    <a:pt x="1094" y="3259"/>
                  </a:cubicBezTo>
                  <a:lnTo>
                    <a:pt x="1094" y="30805"/>
                  </a:lnTo>
                  <a:cubicBezTo>
                    <a:pt x="1094" y="30864"/>
                    <a:pt x="1144" y="30914"/>
                    <a:pt x="1208" y="30914"/>
                  </a:cubicBezTo>
                  <a:cubicBezTo>
                    <a:pt x="1267" y="30914"/>
                    <a:pt x="1321" y="30864"/>
                    <a:pt x="1321" y="30805"/>
                  </a:cubicBezTo>
                  <a:lnTo>
                    <a:pt x="1321" y="3259"/>
                  </a:lnTo>
                  <a:cubicBezTo>
                    <a:pt x="1321" y="848"/>
                    <a:pt x="237" y="55"/>
                    <a:pt x="191" y="23"/>
                  </a:cubicBezTo>
                  <a:cubicBezTo>
                    <a:pt x="171" y="8"/>
                    <a:pt x="147" y="1"/>
                    <a:pt x="123" y="1"/>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1" name="Google Shape;3651;p69"/>
            <p:cNvSpPr/>
            <p:nvPr/>
          </p:nvSpPr>
          <p:spPr>
            <a:xfrm>
              <a:off x="1141873" y="2627324"/>
              <a:ext cx="14766" cy="1986797"/>
            </a:xfrm>
            <a:custGeom>
              <a:rect b="b" l="l" r="r" t="t"/>
              <a:pathLst>
                <a:path extrusionOk="0" h="30947" w="230">
                  <a:moveTo>
                    <a:pt x="116" y="1"/>
                  </a:moveTo>
                  <a:cubicBezTo>
                    <a:pt x="51" y="1"/>
                    <a:pt x="1" y="50"/>
                    <a:pt x="1" y="110"/>
                  </a:cubicBezTo>
                  <a:lnTo>
                    <a:pt x="1" y="30837"/>
                  </a:lnTo>
                  <a:cubicBezTo>
                    <a:pt x="1" y="30896"/>
                    <a:pt x="51" y="30946"/>
                    <a:pt x="116" y="30946"/>
                  </a:cubicBezTo>
                  <a:cubicBezTo>
                    <a:pt x="175" y="30946"/>
                    <a:pt x="230" y="30896"/>
                    <a:pt x="230" y="30837"/>
                  </a:cubicBezTo>
                  <a:lnTo>
                    <a:pt x="230" y="110"/>
                  </a:lnTo>
                  <a:cubicBezTo>
                    <a:pt x="230" y="50"/>
                    <a:pt x="175" y="1"/>
                    <a:pt x="116" y="1"/>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2" name="Google Shape;3652;p69"/>
            <p:cNvSpPr/>
            <p:nvPr/>
          </p:nvSpPr>
          <p:spPr>
            <a:xfrm>
              <a:off x="1374533" y="3501600"/>
              <a:ext cx="14381" cy="326264"/>
            </a:xfrm>
            <a:custGeom>
              <a:rect b="b" l="l" r="r" t="t"/>
              <a:pathLst>
                <a:path extrusionOk="0" h="5082" w="224">
                  <a:moveTo>
                    <a:pt x="110" y="1"/>
                  </a:moveTo>
                  <a:cubicBezTo>
                    <a:pt x="51" y="1"/>
                    <a:pt x="1" y="56"/>
                    <a:pt x="1" y="115"/>
                  </a:cubicBezTo>
                  <a:lnTo>
                    <a:pt x="1" y="4968"/>
                  </a:lnTo>
                  <a:cubicBezTo>
                    <a:pt x="1" y="5027"/>
                    <a:pt x="51" y="5082"/>
                    <a:pt x="110" y="5082"/>
                  </a:cubicBezTo>
                  <a:cubicBezTo>
                    <a:pt x="174" y="5082"/>
                    <a:pt x="224" y="5027"/>
                    <a:pt x="224" y="4968"/>
                  </a:cubicBezTo>
                  <a:lnTo>
                    <a:pt x="224" y="115"/>
                  </a:lnTo>
                  <a:cubicBezTo>
                    <a:pt x="224" y="56"/>
                    <a:pt x="174" y="1"/>
                    <a:pt x="110" y="1"/>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3" name="Google Shape;3653;p69"/>
            <p:cNvSpPr/>
            <p:nvPr/>
          </p:nvSpPr>
          <p:spPr>
            <a:xfrm>
              <a:off x="1511214" y="3170521"/>
              <a:ext cx="70556" cy="656830"/>
            </a:xfrm>
            <a:custGeom>
              <a:rect b="b" l="l" r="r" t="t"/>
              <a:pathLst>
                <a:path extrusionOk="0" h="10231" w="1099">
                  <a:moveTo>
                    <a:pt x="971" y="0"/>
                  </a:moveTo>
                  <a:cubicBezTo>
                    <a:pt x="951" y="0"/>
                    <a:pt x="930" y="6"/>
                    <a:pt x="912" y="17"/>
                  </a:cubicBezTo>
                  <a:cubicBezTo>
                    <a:pt x="0" y="564"/>
                    <a:pt x="146" y="1620"/>
                    <a:pt x="150" y="1652"/>
                  </a:cubicBezTo>
                  <a:lnTo>
                    <a:pt x="150" y="10116"/>
                  </a:lnTo>
                  <a:cubicBezTo>
                    <a:pt x="150" y="10180"/>
                    <a:pt x="201" y="10230"/>
                    <a:pt x="264" y="10230"/>
                  </a:cubicBezTo>
                  <a:cubicBezTo>
                    <a:pt x="329" y="10230"/>
                    <a:pt x="379" y="10180"/>
                    <a:pt x="379" y="10116"/>
                  </a:cubicBezTo>
                  <a:lnTo>
                    <a:pt x="373" y="1635"/>
                  </a:lnTo>
                  <a:cubicBezTo>
                    <a:pt x="373" y="1625"/>
                    <a:pt x="247" y="682"/>
                    <a:pt x="1030" y="213"/>
                  </a:cubicBezTo>
                  <a:cubicBezTo>
                    <a:pt x="1080" y="181"/>
                    <a:pt x="1099" y="108"/>
                    <a:pt x="1067" y="53"/>
                  </a:cubicBezTo>
                  <a:cubicBezTo>
                    <a:pt x="1046" y="20"/>
                    <a:pt x="1009" y="0"/>
                    <a:pt x="971" y="0"/>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4" name="Google Shape;3654;p69"/>
            <p:cNvSpPr/>
            <p:nvPr/>
          </p:nvSpPr>
          <p:spPr>
            <a:xfrm>
              <a:off x="1610082" y="3170392"/>
              <a:ext cx="14381" cy="634681"/>
            </a:xfrm>
            <a:custGeom>
              <a:rect b="b" l="l" r="r" t="t"/>
              <a:pathLst>
                <a:path extrusionOk="0" h="9886" w="224">
                  <a:moveTo>
                    <a:pt x="114" y="0"/>
                  </a:moveTo>
                  <a:cubicBezTo>
                    <a:pt x="51" y="0"/>
                    <a:pt x="1" y="55"/>
                    <a:pt x="1" y="114"/>
                  </a:cubicBezTo>
                  <a:lnTo>
                    <a:pt x="1" y="9772"/>
                  </a:lnTo>
                  <a:cubicBezTo>
                    <a:pt x="1" y="9831"/>
                    <a:pt x="51" y="9885"/>
                    <a:pt x="114" y="9885"/>
                  </a:cubicBezTo>
                  <a:cubicBezTo>
                    <a:pt x="173" y="9885"/>
                    <a:pt x="224" y="9831"/>
                    <a:pt x="224" y="9772"/>
                  </a:cubicBezTo>
                  <a:lnTo>
                    <a:pt x="224" y="114"/>
                  </a:lnTo>
                  <a:cubicBezTo>
                    <a:pt x="224" y="55"/>
                    <a:pt x="173" y="0"/>
                    <a:pt x="114" y="0"/>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5" name="Google Shape;3655;p69"/>
            <p:cNvSpPr/>
            <p:nvPr/>
          </p:nvSpPr>
          <p:spPr>
            <a:xfrm>
              <a:off x="1265715" y="3927311"/>
              <a:ext cx="574975" cy="679814"/>
            </a:xfrm>
            <a:custGeom>
              <a:rect b="b" l="l" r="r" t="t"/>
              <a:pathLst>
                <a:path extrusionOk="0" h="10589" w="8956">
                  <a:moveTo>
                    <a:pt x="8742" y="1"/>
                  </a:moveTo>
                  <a:cubicBezTo>
                    <a:pt x="5611" y="379"/>
                    <a:pt x="3400" y="2375"/>
                    <a:pt x="3400" y="2375"/>
                  </a:cubicBezTo>
                  <a:lnTo>
                    <a:pt x="3400" y="5074"/>
                  </a:lnTo>
                  <a:lnTo>
                    <a:pt x="2156" y="3400"/>
                  </a:lnTo>
                  <a:cubicBezTo>
                    <a:pt x="0" y="6099"/>
                    <a:pt x="434" y="10588"/>
                    <a:pt x="434" y="10588"/>
                  </a:cubicBezTo>
                  <a:cubicBezTo>
                    <a:pt x="1618" y="10165"/>
                    <a:pt x="5287" y="8474"/>
                    <a:pt x="7123" y="5720"/>
                  </a:cubicBezTo>
                  <a:cubicBezTo>
                    <a:pt x="8956" y="2968"/>
                    <a:pt x="8742" y="1"/>
                    <a:pt x="8742"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6" name="Google Shape;3656;p69"/>
            <p:cNvSpPr/>
            <p:nvPr/>
          </p:nvSpPr>
          <p:spPr>
            <a:xfrm>
              <a:off x="1293513" y="4300699"/>
              <a:ext cx="730660" cy="306427"/>
            </a:xfrm>
            <a:custGeom>
              <a:rect b="b" l="l" r="r" t="t"/>
              <a:pathLst>
                <a:path extrusionOk="0" h="4773" w="11381">
                  <a:moveTo>
                    <a:pt x="7385" y="0"/>
                  </a:moveTo>
                  <a:cubicBezTo>
                    <a:pt x="6822" y="0"/>
                    <a:pt x="6211" y="74"/>
                    <a:pt x="5561" y="256"/>
                  </a:cubicBezTo>
                  <a:cubicBezTo>
                    <a:pt x="2083" y="1227"/>
                    <a:pt x="1" y="4772"/>
                    <a:pt x="1" y="4772"/>
                  </a:cubicBezTo>
                  <a:cubicBezTo>
                    <a:pt x="2247" y="4772"/>
                    <a:pt x="11381" y="1395"/>
                    <a:pt x="11381" y="1395"/>
                  </a:cubicBezTo>
                  <a:cubicBezTo>
                    <a:pt x="11381" y="1395"/>
                    <a:pt x="9835" y="0"/>
                    <a:pt x="7385" y="0"/>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7" name="Google Shape;3657;p69"/>
            <p:cNvSpPr/>
            <p:nvPr/>
          </p:nvSpPr>
          <p:spPr>
            <a:xfrm>
              <a:off x="1288506" y="3923844"/>
              <a:ext cx="543132" cy="686747"/>
            </a:xfrm>
            <a:custGeom>
              <a:rect b="b" l="l" r="r" t="t"/>
              <a:pathLst>
                <a:path extrusionOk="0" h="10697" w="8460">
                  <a:moveTo>
                    <a:pt x="8310" y="0"/>
                  </a:moveTo>
                  <a:lnTo>
                    <a:pt x="1" y="10583"/>
                  </a:lnTo>
                  <a:lnTo>
                    <a:pt x="151" y="10697"/>
                  </a:lnTo>
                  <a:lnTo>
                    <a:pt x="8460" y="114"/>
                  </a:lnTo>
                  <a:lnTo>
                    <a:pt x="8310"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8" name="Google Shape;3658;p69"/>
            <p:cNvSpPr/>
            <p:nvPr/>
          </p:nvSpPr>
          <p:spPr>
            <a:xfrm>
              <a:off x="1636147" y="4164081"/>
              <a:ext cx="149843" cy="12326"/>
            </a:xfrm>
            <a:custGeom>
              <a:rect b="b" l="l" r="r" t="t"/>
              <a:pathLst>
                <a:path extrusionOk="0" h="192" w="2334">
                  <a:moveTo>
                    <a:pt x="0" y="0"/>
                  </a:moveTo>
                  <a:lnTo>
                    <a:pt x="0" y="192"/>
                  </a:lnTo>
                  <a:lnTo>
                    <a:pt x="2334" y="192"/>
                  </a:lnTo>
                  <a:lnTo>
                    <a:pt x="2334"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9" name="Google Shape;3659;p69"/>
            <p:cNvSpPr/>
            <p:nvPr/>
          </p:nvSpPr>
          <p:spPr>
            <a:xfrm>
              <a:off x="1330107" y="4275211"/>
              <a:ext cx="129620" cy="129684"/>
            </a:xfrm>
            <a:custGeom>
              <a:rect b="b" l="l" r="r" t="t"/>
              <a:pathLst>
                <a:path extrusionOk="0" h="2020" w="2019">
                  <a:moveTo>
                    <a:pt x="137" y="1"/>
                  </a:moveTo>
                  <a:lnTo>
                    <a:pt x="0" y="133"/>
                  </a:lnTo>
                  <a:lnTo>
                    <a:pt x="1887" y="2020"/>
                  </a:lnTo>
                  <a:lnTo>
                    <a:pt x="2019" y="1883"/>
                  </a:lnTo>
                  <a:lnTo>
                    <a:pt x="137"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60" name="Google Shape;3660;p69"/>
          <p:cNvSpPr/>
          <p:nvPr/>
        </p:nvSpPr>
        <p:spPr>
          <a:xfrm flipH="1">
            <a:off x="7152875" y="4645625"/>
            <a:ext cx="1609800" cy="218400"/>
          </a:xfrm>
          <a:prstGeom prst="ellipse">
            <a:avLst/>
          </a:prstGeom>
          <a:solidFill>
            <a:srgbClr val="21204D">
              <a:alpha val="21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1" name="Google Shape;3661;p69"/>
          <p:cNvSpPr txBox="1"/>
          <p:nvPr>
            <p:ph type="ctrTitle"/>
          </p:nvPr>
        </p:nvSpPr>
        <p:spPr>
          <a:xfrm flipH="1">
            <a:off x="4420175" y="194325"/>
            <a:ext cx="4342500" cy="49494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t/>
            </a:r>
            <a:endParaRPr sz="2000">
              <a:latin typeface="Abel"/>
              <a:ea typeface="Abel"/>
              <a:cs typeface="Abel"/>
              <a:sym typeface="Abel"/>
            </a:endParaRPr>
          </a:p>
          <a:p>
            <a:pPr indent="0" lvl="0" marL="0" rtl="0" algn="l">
              <a:spcBef>
                <a:spcPts val="0"/>
              </a:spcBef>
              <a:spcAft>
                <a:spcPts val="0"/>
              </a:spcAft>
              <a:buNone/>
            </a:pPr>
            <a:r>
              <a:t/>
            </a:r>
            <a:endParaRPr sz="2000">
              <a:latin typeface="Abel"/>
              <a:ea typeface="Abel"/>
              <a:cs typeface="Abel"/>
              <a:sym typeface="Abel"/>
            </a:endParaRPr>
          </a:p>
          <a:p>
            <a:pPr indent="0" lvl="0" marL="0" rtl="0" algn="l">
              <a:spcBef>
                <a:spcPts val="0"/>
              </a:spcBef>
              <a:spcAft>
                <a:spcPts val="0"/>
              </a:spcAft>
              <a:buNone/>
            </a:pPr>
            <a:r>
              <a:t/>
            </a:r>
            <a:endParaRPr sz="2000">
              <a:latin typeface="Abel"/>
              <a:ea typeface="Abel"/>
              <a:cs typeface="Abel"/>
              <a:sym typeface="Abel"/>
            </a:endParaRPr>
          </a:p>
          <a:p>
            <a:pPr indent="0" lvl="0" marL="0" rtl="0" algn="l">
              <a:spcBef>
                <a:spcPts val="0"/>
              </a:spcBef>
              <a:spcAft>
                <a:spcPts val="0"/>
              </a:spcAft>
              <a:buNone/>
            </a:pPr>
            <a:r>
              <a:rPr lang="en" sz="2000">
                <a:latin typeface="Abel"/>
                <a:ea typeface="Abel"/>
                <a:cs typeface="Abel"/>
                <a:sym typeface="Abel"/>
              </a:rPr>
              <a:t>• industrial interface:</a:t>
            </a:r>
            <a:endParaRPr sz="2000">
              <a:latin typeface="Abel"/>
              <a:ea typeface="Abel"/>
              <a:cs typeface="Abel"/>
              <a:sym typeface="Abel"/>
            </a:endParaRPr>
          </a:p>
          <a:p>
            <a:pPr indent="0" lvl="0" marL="0" rtl="0" algn="l">
              <a:spcBef>
                <a:spcPts val="0"/>
              </a:spcBef>
              <a:spcAft>
                <a:spcPts val="0"/>
              </a:spcAft>
              <a:buNone/>
            </a:pPr>
            <a:r>
              <a:rPr lang="en" sz="2000">
                <a:latin typeface="Abel"/>
                <a:ea typeface="Abel"/>
                <a:cs typeface="Abel"/>
                <a:sym typeface="Abel"/>
              </a:rPr>
              <a:t>– traditional </a:t>
            </a:r>
            <a:r>
              <a:rPr lang="en" sz="2000">
                <a:latin typeface="Abel"/>
                <a:ea typeface="Abel"/>
                <a:cs typeface="Abel"/>
                <a:sym typeface="Abel"/>
              </a:rPr>
              <a:t>… </a:t>
            </a:r>
            <a:endParaRPr sz="2000">
              <a:latin typeface="Abel"/>
              <a:ea typeface="Abel"/>
              <a:cs typeface="Abel"/>
              <a:sym typeface="Abel"/>
            </a:endParaRPr>
          </a:p>
        </p:txBody>
      </p:sp>
      <p:sp>
        <p:nvSpPr>
          <p:cNvPr id="3662" name="Google Shape;3662;p69"/>
          <p:cNvSpPr txBox="1"/>
          <p:nvPr>
            <p:ph type="ctrTitle"/>
          </p:nvPr>
        </p:nvSpPr>
        <p:spPr>
          <a:xfrm flipH="1">
            <a:off x="1606425" y="1201600"/>
            <a:ext cx="2304900" cy="572400"/>
          </a:xfrm>
          <a:prstGeom prst="rect">
            <a:avLst/>
          </a:prstGeom>
        </p:spPr>
        <p:txBody>
          <a:bodyPr anchorCtr="0" anchor="b" bIns="34275" lIns="68575" spcFirstLastPara="1" rIns="68575" wrap="square" tIns="34275">
            <a:noAutofit/>
          </a:bodyPr>
          <a:lstStyle/>
          <a:p>
            <a:pPr indent="0" lvl="0" marL="0" rtl="0" algn="r">
              <a:spcBef>
                <a:spcPts val="0"/>
              </a:spcBef>
              <a:spcAft>
                <a:spcPts val="0"/>
              </a:spcAft>
              <a:buNone/>
            </a:pPr>
            <a:r>
              <a:rPr lang="en" sz="2400">
                <a:solidFill>
                  <a:srgbClr val="FFFFFF"/>
                </a:solidFill>
              </a:rPr>
              <a:t>INDUSTRIAL INTERFACES</a:t>
            </a:r>
            <a:endParaRPr sz="2400">
              <a:solidFill>
                <a:srgbClr val="FFFFFF"/>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6" name="Shape 3666"/>
        <p:cNvGrpSpPr/>
        <p:nvPr/>
      </p:nvGrpSpPr>
      <p:grpSpPr>
        <a:xfrm>
          <a:off x="0" y="0"/>
          <a:ext cx="0" cy="0"/>
          <a:chOff x="0" y="0"/>
          <a:chExt cx="0" cy="0"/>
        </a:xfrm>
      </p:grpSpPr>
      <p:sp>
        <p:nvSpPr>
          <p:cNvPr id="3667" name="Google Shape;3667;p70"/>
          <p:cNvSpPr/>
          <p:nvPr/>
        </p:nvSpPr>
        <p:spPr>
          <a:xfrm>
            <a:off x="3313731" y="3810873"/>
            <a:ext cx="51" cy="51"/>
          </a:xfrm>
          <a:custGeom>
            <a:rect b="b" l="l" r="r" t="t"/>
            <a:pathLst>
              <a:path extrusionOk="0" h="1" w="1">
                <a:moveTo>
                  <a:pt x="0" y="0"/>
                </a:moveTo>
                <a:lnTo>
                  <a:pt x="0" y="0"/>
                </a:lnTo>
                <a:close/>
              </a:path>
            </a:pathLst>
          </a:custGeom>
          <a:solidFill>
            <a:srgbClr val="E0C3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68" name="Google Shape;3668;p70"/>
          <p:cNvGrpSpPr/>
          <p:nvPr/>
        </p:nvGrpSpPr>
        <p:grpSpPr>
          <a:xfrm>
            <a:off x="393442" y="405333"/>
            <a:ext cx="820217" cy="345687"/>
            <a:chOff x="3951216" y="1181633"/>
            <a:chExt cx="1192176" cy="502452"/>
          </a:xfrm>
        </p:grpSpPr>
        <p:sp>
          <p:nvSpPr>
            <p:cNvPr id="3669" name="Google Shape;3669;p70"/>
            <p:cNvSpPr/>
            <p:nvPr/>
          </p:nvSpPr>
          <p:spPr>
            <a:xfrm flipH="1">
              <a:off x="4701069" y="1181633"/>
              <a:ext cx="442323" cy="483735"/>
            </a:xfrm>
            <a:custGeom>
              <a:rect b="b" l="l" r="r" t="t"/>
              <a:pathLst>
                <a:path extrusionOk="0" h="9485" w="8673">
                  <a:moveTo>
                    <a:pt x="4482" y="1"/>
                  </a:moveTo>
                  <a:cubicBezTo>
                    <a:pt x="4467" y="1"/>
                    <a:pt x="4451" y="4"/>
                    <a:pt x="4437" y="12"/>
                  </a:cubicBezTo>
                  <a:lnTo>
                    <a:pt x="53" y="2738"/>
                  </a:lnTo>
                  <a:cubicBezTo>
                    <a:pt x="10" y="2762"/>
                    <a:pt x="0" y="2815"/>
                    <a:pt x="24" y="2859"/>
                  </a:cubicBezTo>
                  <a:lnTo>
                    <a:pt x="4116" y="9443"/>
                  </a:lnTo>
                  <a:cubicBezTo>
                    <a:pt x="4131" y="9470"/>
                    <a:pt x="4161" y="9485"/>
                    <a:pt x="4190" y="9485"/>
                  </a:cubicBezTo>
                  <a:cubicBezTo>
                    <a:pt x="4205" y="9485"/>
                    <a:pt x="4220" y="9481"/>
                    <a:pt x="4233" y="9473"/>
                  </a:cubicBezTo>
                  <a:lnTo>
                    <a:pt x="8620" y="6747"/>
                  </a:lnTo>
                  <a:cubicBezTo>
                    <a:pt x="8663" y="6721"/>
                    <a:pt x="8673" y="6667"/>
                    <a:pt x="8649" y="6627"/>
                  </a:cubicBezTo>
                  <a:lnTo>
                    <a:pt x="4557" y="42"/>
                  </a:lnTo>
                  <a:cubicBezTo>
                    <a:pt x="4541" y="15"/>
                    <a:pt x="4513" y="1"/>
                    <a:pt x="4482" y="1"/>
                  </a:cubicBezTo>
                  <a:close/>
                </a:path>
              </a:pathLst>
            </a:custGeom>
            <a:solidFill>
              <a:srgbClr val="D6D6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0" name="Google Shape;3670;p70"/>
            <p:cNvSpPr/>
            <p:nvPr/>
          </p:nvSpPr>
          <p:spPr>
            <a:xfrm flipH="1">
              <a:off x="4701222" y="1198922"/>
              <a:ext cx="262089" cy="352104"/>
            </a:xfrm>
            <a:custGeom>
              <a:rect b="b" l="l" r="r" t="t"/>
              <a:pathLst>
                <a:path extrusionOk="0" h="6904" w="5139">
                  <a:moveTo>
                    <a:pt x="665" y="0"/>
                  </a:moveTo>
                  <a:cubicBezTo>
                    <a:pt x="498" y="0"/>
                    <a:pt x="310" y="46"/>
                    <a:pt x="110" y="171"/>
                  </a:cubicBezTo>
                  <a:lnTo>
                    <a:pt x="7" y="4474"/>
                  </a:lnTo>
                  <a:cubicBezTo>
                    <a:pt x="0" y="4734"/>
                    <a:pt x="150" y="4979"/>
                    <a:pt x="388" y="5089"/>
                  </a:cubicBezTo>
                  <a:lnTo>
                    <a:pt x="4293" y="6903"/>
                  </a:lnTo>
                  <a:cubicBezTo>
                    <a:pt x="4293" y="6903"/>
                    <a:pt x="5138" y="6322"/>
                    <a:pt x="4620" y="5490"/>
                  </a:cubicBezTo>
                  <a:cubicBezTo>
                    <a:pt x="4106" y="4658"/>
                    <a:pt x="1420" y="335"/>
                    <a:pt x="1420" y="335"/>
                  </a:cubicBezTo>
                  <a:cubicBezTo>
                    <a:pt x="1420" y="335"/>
                    <a:pt x="1117" y="0"/>
                    <a:pt x="665" y="0"/>
                  </a:cubicBez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1" name="Google Shape;3671;p70"/>
            <p:cNvSpPr/>
            <p:nvPr/>
          </p:nvSpPr>
          <p:spPr>
            <a:xfrm flipH="1">
              <a:off x="4879263" y="1436072"/>
              <a:ext cx="53550" cy="211191"/>
            </a:xfrm>
            <a:custGeom>
              <a:rect b="b" l="l" r="r" t="t"/>
              <a:pathLst>
                <a:path extrusionOk="0" h="4141" w="1050">
                  <a:moveTo>
                    <a:pt x="963" y="1"/>
                  </a:moveTo>
                  <a:lnTo>
                    <a:pt x="1" y="4117"/>
                  </a:lnTo>
                  <a:lnTo>
                    <a:pt x="87" y="4141"/>
                  </a:lnTo>
                  <a:lnTo>
                    <a:pt x="1049" y="24"/>
                  </a:lnTo>
                  <a:lnTo>
                    <a:pt x="963" y="1"/>
                  </a:ln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2" name="Google Shape;3672;p70"/>
            <p:cNvSpPr/>
            <p:nvPr/>
          </p:nvSpPr>
          <p:spPr>
            <a:xfrm flipH="1">
              <a:off x="4773999" y="1318058"/>
              <a:ext cx="45339" cy="38862"/>
            </a:xfrm>
            <a:custGeom>
              <a:rect b="b" l="l" r="r" t="t"/>
              <a:pathLst>
                <a:path extrusionOk="0" h="762" w="889">
                  <a:moveTo>
                    <a:pt x="772" y="0"/>
                  </a:moveTo>
                  <a:lnTo>
                    <a:pt x="1" y="762"/>
                  </a:lnTo>
                  <a:lnTo>
                    <a:pt x="889" y="762"/>
                  </a:lnTo>
                  <a:lnTo>
                    <a:pt x="772" y="0"/>
                  </a:lnTo>
                  <a:close/>
                </a:path>
              </a:pathLst>
            </a:custGeom>
            <a:solidFill>
              <a:srgbClr val="E0C3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3" name="Google Shape;3673;p70"/>
            <p:cNvSpPr/>
            <p:nvPr/>
          </p:nvSpPr>
          <p:spPr>
            <a:xfrm flipH="1">
              <a:off x="4564083" y="1225646"/>
              <a:ext cx="217107" cy="217158"/>
            </a:xfrm>
            <a:custGeom>
              <a:rect b="b" l="l" r="r" t="t"/>
              <a:pathLst>
                <a:path extrusionOk="0" h="4258" w="4257">
                  <a:moveTo>
                    <a:pt x="2129" y="1"/>
                  </a:moveTo>
                  <a:cubicBezTo>
                    <a:pt x="956" y="1"/>
                    <a:pt x="1" y="957"/>
                    <a:pt x="1" y="2130"/>
                  </a:cubicBezTo>
                  <a:cubicBezTo>
                    <a:pt x="1" y="3299"/>
                    <a:pt x="956" y="4258"/>
                    <a:pt x="2129" y="4258"/>
                  </a:cubicBezTo>
                  <a:cubicBezTo>
                    <a:pt x="3298" y="4258"/>
                    <a:pt x="4257" y="3299"/>
                    <a:pt x="4257" y="2130"/>
                  </a:cubicBezTo>
                  <a:cubicBezTo>
                    <a:pt x="4257" y="957"/>
                    <a:pt x="3298" y="1"/>
                    <a:pt x="2129"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4" name="Google Shape;3674;p70"/>
            <p:cNvSpPr/>
            <p:nvPr/>
          </p:nvSpPr>
          <p:spPr>
            <a:xfrm flipH="1">
              <a:off x="4642113" y="1263845"/>
              <a:ext cx="84354" cy="84354"/>
            </a:xfrm>
            <a:custGeom>
              <a:rect b="b" l="l" r="r" t="t"/>
              <a:pathLst>
                <a:path extrusionOk="0" h="1654" w="1654">
                  <a:moveTo>
                    <a:pt x="829" y="1"/>
                  </a:moveTo>
                  <a:cubicBezTo>
                    <a:pt x="371" y="1"/>
                    <a:pt x="0" y="371"/>
                    <a:pt x="0" y="829"/>
                  </a:cubicBezTo>
                  <a:cubicBezTo>
                    <a:pt x="0" y="1287"/>
                    <a:pt x="371" y="1654"/>
                    <a:pt x="829" y="1654"/>
                  </a:cubicBezTo>
                  <a:cubicBezTo>
                    <a:pt x="1286" y="1654"/>
                    <a:pt x="1654" y="1287"/>
                    <a:pt x="1654" y="829"/>
                  </a:cubicBezTo>
                  <a:cubicBezTo>
                    <a:pt x="1654" y="371"/>
                    <a:pt x="1286" y="1"/>
                    <a:pt x="82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5" name="Google Shape;3675;p70"/>
            <p:cNvSpPr/>
            <p:nvPr/>
          </p:nvSpPr>
          <p:spPr>
            <a:xfrm flipH="1">
              <a:off x="4663023" y="1284959"/>
              <a:ext cx="42330" cy="42330"/>
            </a:xfrm>
            <a:custGeom>
              <a:rect b="b" l="l" r="r" t="t"/>
              <a:pathLst>
                <a:path extrusionOk="0" h="830" w="830">
                  <a:moveTo>
                    <a:pt x="415" y="0"/>
                  </a:moveTo>
                  <a:cubicBezTo>
                    <a:pt x="184" y="0"/>
                    <a:pt x="0" y="185"/>
                    <a:pt x="0" y="415"/>
                  </a:cubicBezTo>
                  <a:cubicBezTo>
                    <a:pt x="0" y="642"/>
                    <a:pt x="184" y="829"/>
                    <a:pt x="415" y="829"/>
                  </a:cubicBezTo>
                  <a:cubicBezTo>
                    <a:pt x="642" y="829"/>
                    <a:pt x="829" y="642"/>
                    <a:pt x="829" y="415"/>
                  </a:cubicBezTo>
                  <a:cubicBezTo>
                    <a:pt x="829" y="185"/>
                    <a:pt x="642" y="0"/>
                    <a:pt x="415"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6" name="Google Shape;3676;p70"/>
            <p:cNvSpPr/>
            <p:nvPr/>
          </p:nvSpPr>
          <p:spPr>
            <a:xfrm flipH="1">
              <a:off x="4133184" y="1388897"/>
              <a:ext cx="445893" cy="295188"/>
            </a:xfrm>
            <a:custGeom>
              <a:rect b="b" l="l" r="r" t="t"/>
              <a:pathLst>
                <a:path extrusionOk="0" h="5788" w="8743">
                  <a:moveTo>
                    <a:pt x="0" y="1"/>
                  </a:moveTo>
                  <a:cubicBezTo>
                    <a:pt x="0" y="1"/>
                    <a:pt x="6" y="24"/>
                    <a:pt x="20" y="67"/>
                  </a:cubicBezTo>
                  <a:cubicBezTo>
                    <a:pt x="915" y="3445"/>
                    <a:pt x="3979" y="5787"/>
                    <a:pt x="7474" y="5787"/>
                  </a:cubicBezTo>
                  <a:lnTo>
                    <a:pt x="8743" y="5787"/>
                  </a:lnTo>
                  <a:lnTo>
                    <a:pt x="6174" y="929"/>
                  </a:lnTo>
                  <a:lnTo>
                    <a:pt x="0" y="1"/>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7" name="Google Shape;3677;p70"/>
            <p:cNvSpPr/>
            <p:nvPr/>
          </p:nvSpPr>
          <p:spPr>
            <a:xfrm flipH="1">
              <a:off x="3951216" y="1306073"/>
              <a:ext cx="639132" cy="199104"/>
            </a:xfrm>
            <a:custGeom>
              <a:rect b="b" l="l" r="r" t="t"/>
              <a:pathLst>
                <a:path extrusionOk="0" h="3904" w="12532">
                  <a:moveTo>
                    <a:pt x="221" y="1"/>
                  </a:moveTo>
                  <a:lnTo>
                    <a:pt x="1" y="1281"/>
                  </a:lnTo>
                  <a:lnTo>
                    <a:pt x="912" y="2553"/>
                  </a:lnTo>
                  <a:cubicBezTo>
                    <a:pt x="912" y="2553"/>
                    <a:pt x="3806" y="3903"/>
                    <a:pt x="7510" y="3903"/>
                  </a:cubicBezTo>
                  <a:cubicBezTo>
                    <a:pt x="11212" y="3903"/>
                    <a:pt x="12532" y="1"/>
                    <a:pt x="12532"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8" name="Google Shape;3678;p70"/>
            <p:cNvSpPr/>
            <p:nvPr/>
          </p:nvSpPr>
          <p:spPr>
            <a:xfrm flipH="1">
              <a:off x="4152615" y="1382420"/>
              <a:ext cx="127806" cy="124695"/>
            </a:xfrm>
            <a:custGeom>
              <a:rect b="b" l="l" r="r" t="t"/>
              <a:pathLst>
                <a:path extrusionOk="0" h="2445" w="2506">
                  <a:moveTo>
                    <a:pt x="0" y="1"/>
                  </a:moveTo>
                  <a:lnTo>
                    <a:pt x="1026" y="2399"/>
                  </a:lnTo>
                  <a:cubicBezTo>
                    <a:pt x="1026" y="2399"/>
                    <a:pt x="1219" y="2445"/>
                    <a:pt x="1526" y="2445"/>
                  </a:cubicBezTo>
                  <a:cubicBezTo>
                    <a:pt x="1787" y="2445"/>
                    <a:pt x="2130" y="2412"/>
                    <a:pt x="2506" y="2289"/>
                  </a:cubicBezTo>
                  <a:lnTo>
                    <a:pt x="0" y="1"/>
                  </a:ln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9" name="Google Shape;3679;p70"/>
            <p:cNvSpPr/>
            <p:nvPr/>
          </p:nvSpPr>
          <p:spPr>
            <a:xfrm flipH="1">
              <a:off x="4550415" y="1382420"/>
              <a:ext cx="122247" cy="83385"/>
            </a:xfrm>
            <a:custGeom>
              <a:rect b="b" l="l" r="r" t="t"/>
              <a:pathLst>
                <a:path extrusionOk="0" h="1635" w="2397">
                  <a:moveTo>
                    <a:pt x="1835" y="1"/>
                  </a:moveTo>
                  <a:lnTo>
                    <a:pt x="1" y="1184"/>
                  </a:lnTo>
                  <a:lnTo>
                    <a:pt x="2396" y="1634"/>
                  </a:lnTo>
                  <a:lnTo>
                    <a:pt x="1835" y="1"/>
                  </a:ln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0" name="Google Shape;3680;p70"/>
            <p:cNvSpPr/>
            <p:nvPr/>
          </p:nvSpPr>
          <p:spPr>
            <a:xfrm flipH="1">
              <a:off x="4914045" y="1332185"/>
              <a:ext cx="210936" cy="53703"/>
            </a:xfrm>
            <a:custGeom>
              <a:rect b="b" l="l" r="r" t="t"/>
              <a:pathLst>
                <a:path extrusionOk="0" h="1053" w="4136">
                  <a:moveTo>
                    <a:pt x="20" y="0"/>
                  </a:moveTo>
                  <a:lnTo>
                    <a:pt x="0" y="90"/>
                  </a:lnTo>
                  <a:lnTo>
                    <a:pt x="4116" y="1052"/>
                  </a:lnTo>
                  <a:lnTo>
                    <a:pt x="4136" y="963"/>
                  </a:lnTo>
                  <a:lnTo>
                    <a:pt x="20" y="0"/>
                  </a:ln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81" name="Google Shape;3681;p70"/>
          <p:cNvGrpSpPr/>
          <p:nvPr/>
        </p:nvGrpSpPr>
        <p:grpSpPr>
          <a:xfrm>
            <a:off x="7476204" y="2744774"/>
            <a:ext cx="1358020" cy="1986797"/>
            <a:chOff x="666154" y="2627324"/>
            <a:chExt cx="1358020" cy="1986797"/>
          </a:xfrm>
        </p:grpSpPr>
        <p:sp>
          <p:nvSpPr>
            <p:cNvPr id="3682" name="Google Shape;3682;p70"/>
            <p:cNvSpPr/>
            <p:nvPr/>
          </p:nvSpPr>
          <p:spPr>
            <a:xfrm>
              <a:off x="666154" y="2634322"/>
              <a:ext cx="1091207" cy="1972802"/>
            </a:xfrm>
            <a:custGeom>
              <a:rect b="b" l="l" r="r" t="t"/>
              <a:pathLst>
                <a:path extrusionOk="0" h="30729" w="16997">
                  <a:moveTo>
                    <a:pt x="7492" y="1"/>
                  </a:moveTo>
                  <a:cubicBezTo>
                    <a:pt x="6025" y="1"/>
                    <a:pt x="4827" y="1197"/>
                    <a:pt x="4827" y="2662"/>
                  </a:cubicBezTo>
                  <a:lnTo>
                    <a:pt x="4827" y="20839"/>
                  </a:lnTo>
                  <a:cubicBezTo>
                    <a:pt x="4827" y="21171"/>
                    <a:pt x="4558" y="21445"/>
                    <a:pt x="4221" y="21445"/>
                  </a:cubicBezTo>
                  <a:cubicBezTo>
                    <a:pt x="3889" y="21445"/>
                    <a:pt x="3615" y="21171"/>
                    <a:pt x="3615" y="20839"/>
                  </a:cubicBezTo>
                  <a:lnTo>
                    <a:pt x="3615" y="19379"/>
                  </a:lnTo>
                  <a:cubicBezTo>
                    <a:pt x="3615" y="18382"/>
                    <a:pt x="2808" y="17570"/>
                    <a:pt x="1810" y="17570"/>
                  </a:cubicBezTo>
                  <a:cubicBezTo>
                    <a:pt x="812" y="17570"/>
                    <a:pt x="0" y="18382"/>
                    <a:pt x="0" y="19379"/>
                  </a:cubicBezTo>
                  <a:lnTo>
                    <a:pt x="0" y="21445"/>
                  </a:lnTo>
                  <a:lnTo>
                    <a:pt x="0" y="22242"/>
                  </a:lnTo>
                  <a:cubicBezTo>
                    <a:pt x="0" y="23796"/>
                    <a:pt x="1264" y="25059"/>
                    <a:pt x="2817" y="25059"/>
                  </a:cubicBezTo>
                  <a:lnTo>
                    <a:pt x="4827" y="25059"/>
                  </a:lnTo>
                  <a:lnTo>
                    <a:pt x="4827" y="30728"/>
                  </a:lnTo>
                  <a:lnTo>
                    <a:pt x="10146" y="30728"/>
                  </a:lnTo>
                  <a:lnTo>
                    <a:pt x="10146" y="18477"/>
                  </a:lnTo>
                  <a:lnTo>
                    <a:pt x="13214" y="18477"/>
                  </a:lnTo>
                  <a:cubicBezTo>
                    <a:pt x="15301" y="18477"/>
                    <a:pt x="16996" y="16782"/>
                    <a:pt x="16996" y="14695"/>
                  </a:cubicBezTo>
                  <a:lnTo>
                    <a:pt x="16996" y="13624"/>
                  </a:lnTo>
                  <a:lnTo>
                    <a:pt x="16996" y="10852"/>
                  </a:lnTo>
                  <a:cubicBezTo>
                    <a:pt x="16996" y="9512"/>
                    <a:pt x="15911" y="8428"/>
                    <a:pt x="14571" y="8428"/>
                  </a:cubicBezTo>
                  <a:cubicBezTo>
                    <a:pt x="13231" y="8428"/>
                    <a:pt x="12142" y="9512"/>
                    <a:pt x="12142" y="10852"/>
                  </a:cubicBezTo>
                  <a:lnTo>
                    <a:pt x="12142" y="12625"/>
                  </a:lnTo>
                  <a:cubicBezTo>
                    <a:pt x="12142" y="13176"/>
                    <a:pt x="11696" y="13624"/>
                    <a:pt x="11144" y="13624"/>
                  </a:cubicBezTo>
                  <a:cubicBezTo>
                    <a:pt x="10593" y="13624"/>
                    <a:pt x="10146" y="13176"/>
                    <a:pt x="10146" y="12625"/>
                  </a:cubicBezTo>
                  <a:lnTo>
                    <a:pt x="10146" y="2698"/>
                  </a:lnTo>
                  <a:cubicBezTo>
                    <a:pt x="10146" y="1236"/>
                    <a:pt x="8984" y="23"/>
                    <a:pt x="7526" y="1"/>
                  </a:cubicBezTo>
                  <a:cubicBezTo>
                    <a:pt x="7514" y="1"/>
                    <a:pt x="7503" y="1"/>
                    <a:pt x="7492"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3" name="Google Shape;3683;p70"/>
            <p:cNvSpPr/>
            <p:nvPr/>
          </p:nvSpPr>
          <p:spPr>
            <a:xfrm>
              <a:off x="1033376" y="2629378"/>
              <a:ext cx="93732" cy="1984743"/>
            </a:xfrm>
            <a:custGeom>
              <a:rect b="b" l="l" r="r" t="t"/>
              <a:pathLst>
                <a:path extrusionOk="0" h="30915" w="1460">
                  <a:moveTo>
                    <a:pt x="1344" y="0"/>
                  </a:moveTo>
                  <a:cubicBezTo>
                    <a:pt x="1300" y="0"/>
                    <a:pt x="1140" y="8"/>
                    <a:pt x="948" y="192"/>
                  </a:cubicBezTo>
                  <a:cubicBezTo>
                    <a:pt x="515" y="588"/>
                    <a:pt x="1" y="1741"/>
                    <a:pt x="1" y="4940"/>
                  </a:cubicBezTo>
                  <a:lnTo>
                    <a:pt x="1" y="30805"/>
                  </a:lnTo>
                  <a:cubicBezTo>
                    <a:pt x="1" y="30864"/>
                    <a:pt x="50" y="30914"/>
                    <a:pt x="115" y="30914"/>
                  </a:cubicBezTo>
                  <a:cubicBezTo>
                    <a:pt x="178" y="30914"/>
                    <a:pt x="228" y="30864"/>
                    <a:pt x="228" y="30805"/>
                  </a:cubicBezTo>
                  <a:lnTo>
                    <a:pt x="228" y="4940"/>
                  </a:lnTo>
                  <a:cubicBezTo>
                    <a:pt x="228" y="1709"/>
                    <a:pt x="761" y="693"/>
                    <a:pt x="1081" y="373"/>
                  </a:cubicBezTo>
                  <a:cubicBezTo>
                    <a:pt x="1226" y="232"/>
                    <a:pt x="1331" y="228"/>
                    <a:pt x="1341" y="228"/>
                  </a:cubicBezTo>
                  <a:cubicBezTo>
                    <a:pt x="1345" y="228"/>
                    <a:pt x="1349" y="229"/>
                    <a:pt x="1353" y="229"/>
                  </a:cubicBezTo>
                  <a:cubicBezTo>
                    <a:pt x="1407" y="229"/>
                    <a:pt x="1451" y="178"/>
                    <a:pt x="1455" y="123"/>
                  </a:cubicBezTo>
                  <a:cubicBezTo>
                    <a:pt x="1459" y="59"/>
                    <a:pt x="1413" y="5"/>
                    <a:pt x="1354" y="0"/>
                  </a:cubicBezTo>
                  <a:cubicBezTo>
                    <a:pt x="1352" y="0"/>
                    <a:pt x="1349" y="0"/>
                    <a:pt x="1344" y="0"/>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4" name="Google Shape;3684;p70"/>
            <p:cNvSpPr/>
            <p:nvPr/>
          </p:nvSpPr>
          <p:spPr>
            <a:xfrm>
              <a:off x="1165948" y="2629378"/>
              <a:ext cx="84872" cy="1984743"/>
            </a:xfrm>
            <a:custGeom>
              <a:rect b="b" l="l" r="r" t="t"/>
              <a:pathLst>
                <a:path extrusionOk="0" h="30915" w="1322">
                  <a:moveTo>
                    <a:pt x="123" y="1"/>
                  </a:moveTo>
                  <a:cubicBezTo>
                    <a:pt x="88" y="1"/>
                    <a:pt x="54" y="16"/>
                    <a:pt x="32" y="45"/>
                  </a:cubicBezTo>
                  <a:cubicBezTo>
                    <a:pt x="0" y="95"/>
                    <a:pt x="9" y="169"/>
                    <a:pt x="59" y="205"/>
                  </a:cubicBezTo>
                  <a:cubicBezTo>
                    <a:pt x="69" y="215"/>
                    <a:pt x="1094" y="975"/>
                    <a:pt x="1094" y="3259"/>
                  </a:cubicBezTo>
                  <a:lnTo>
                    <a:pt x="1094" y="30805"/>
                  </a:lnTo>
                  <a:cubicBezTo>
                    <a:pt x="1094" y="30864"/>
                    <a:pt x="1144" y="30914"/>
                    <a:pt x="1208" y="30914"/>
                  </a:cubicBezTo>
                  <a:cubicBezTo>
                    <a:pt x="1267" y="30914"/>
                    <a:pt x="1321" y="30864"/>
                    <a:pt x="1321" y="30805"/>
                  </a:cubicBezTo>
                  <a:lnTo>
                    <a:pt x="1321" y="3259"/>
                  </a:lnTo>
                  <a:cubicBezTo>
                    <a:pt x="1321" y="848"/>
                    <a:pt x="237" y="55"/>
                    <a:pt x="191" y="23"/>
                  </a:cubicBezTo>
                  <a:cubicBezTo>
                    <a:pt x="171" y="8"/>
                    <a:pt x="147" y="1"/>
                    <a:pt x="123" y="1"/>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5" name="Google Shape;3685;p70"/>
            <p:cNvSpPr/>
            <p:nvPr/>
          </p:nvSpPr>
          <p:spPr>
            <a:xfrm>
              <a:off x="1141873" y="2627324"/>
              <a:ext cx="14766" cy="1986797"/>
            </a:xfrm>
            <a:custGeom>
              <a:rect b="b" l="l" r="r" t="t"/>
              <a:pathLst>
                <a:path extrusionOk="0" h="30947" w="230">
                  <a:moveTo>
                    <a:pt x="116" y="1"/>
                  </a:moveTo>
                  <a:cubicBezTo>
                    <a:pt x="51" y="1"/>
                    <a:pt x="1" y="50"/>
                    <a:pt x="1" y="110"/>
                  </a:cubicBezTo>
                  <a:lnTo>
                    <a:pt x="1" y="30837"/>
                  </a:lnTo>
                  <a:cubicBezTo>
                    <a:pt x="1" y="30896"/>
                    <a:pt x="51" y="30946"/>
                    <a:pt x="116" y="30946"/>
                  </a:cubicBezTo>
                  <a:cubicBezTo>
                    <a:pt x="175" y="30946"/>
                    <a:pt x="230" y="30896"/>
                    <a:pt x="230" y="30837"/>
                  </a:cubicBezTo>
                  <a:lnTo>
                    <a:pt x="230" y="110"/>
                  </a:lnTo>
                  <a:cubicBezTo>
                    <a:pt x="230" y="50"/>
                    <a:pt x="175" y="1"/>
                    <a:pt x="116" y="1"/>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6" name="Google Shape;3686;p70"/>
            <p:cNvSpPr/>
            <p:nvPr/>
          </p:nvSpPr>
          <p:spPr>
            <a:xfrm>
              <a:off x="1374533" y="3501600"/>
              <a:ext cx="14381" cy="326264"/>
            </a:xfrm>
            <a:custGeom>
              <a:rect b="b" l="l" r="r" t="t"/>
              <a:pathLst>
                <a:path extrusionOk="0" h="5082" w="224">
                  <a:moveTo>
                    <a:pt x="110" y="1"/>
                  </a:moveTo>
                  <a:cubicBezTo>
                    <a:pt x="51" y="1"/>
                    <a:pt x="1" y="56"/>
                    <a:pt x="1" y="115"/>
                  </a:cubicBezTo>
                  <a:lnTo>
                    <a:pt x="1" y="4968"/>
                  </a:lnTo>
                  <a:cubicBezTo>
                    <a:pt x="1" y="5027"/>
                    <a:pt x="51" y="5082"/>
                    <a:pt x="110" y="5082"/>
                  </a:cubicBezTo>
                  <a:cubicBezTo>
                    <a:pt x="174" y="5082"/>
                    <a:pt x="224" y="5027"/>
                    <a:pt x="224" y="4968"/>
                  </a:cubicBezTo>
                  <a:lnTo>
                    <a:pt x="224" y="115"/>
                  </a:lnTo>
                  <a:cubicBezTo>
                    <a:pt x="224" y="56"/>
                    <a:pt x="174" y="1"/>
                    <a:pt x="110" y="1"/>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7" name="Google Shape;3687;p70"/>
            <p:cNvSpPr/>
            <p:nvPr/>
          </p:nvSpPr>
          <p:spPr>
            <a:xfrm>
              <a:off x="1511214" y="3170521"/>
              <a:ext cx="70556" cy="656830"/>
            </a:xfrm>
            <a:custGeom>
              <a:rect b="b" l="l" r="r" t="t"/>
              <a:pathLst>
                <a:path extrusionOk="0" h="10231" w="1099">
                  <a:moveTo>
                    <a:pt x="971" y="0"/>
                  </a:moveTo>
                  <a:cubicBezTo>
                    <a:pt x="951" y="0"/>
                    <a:pt x="930" y="6"/>
                    <a:pt x="912" y="17"/>
                  </a:cubicBezTo>
                  <a:cubicBezTo>
                    <a:pt x="0" y="564"/>
                    <a:pt x="146" y="1620"/>
                    <a:pt x="150" y="1652"/>
                  </a:cubicBezTo>
                  <a:lnTo>
                    <a:pt x="150" y="10116"/>
                  </a:lnTo>
                  <a:cubicBezTo>
                    <a:pt x="150" y="10180"/>
                    <a:pt x="201" y="10230"/>
                    <a:pt x="264" y="10230"/>
                  </a:cubicBezTo>
                  <a:cubicBezTo>
                    <a:pt x="329" y="10230"/>
                    <a:pt x="379" y="10180"/>
                    <a:pt x="379" y="10116"/>
                  </a:cubicBezTo>
                  <a:lnTo>
                    <a:pt x="373" y="1635"/>
                  </a:lnTo>
                  <a:cubicBezTo>
                    <a:pt x="373" y="1625"/>
                    <a:pt x="247" y="682"/>
                    <a:pt x="1030" y="213"/>
                  </a:cubicBezTo>
                  <a:cubicBezTo>
                    <a:pt x="1080" y="181"/>
                    <a:pt x="1099" y="108"/>
                    <a:pt x="1067" y="53"/>
                  </a:cubicBezTo>
                  <a:cubicBezTo>
                    <a:pt x="1046" y="20"/>
                    <a:pt x="1009" y="0"/>
                    <a:pt x="971" y="0"/>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8" name="Google Shape;3688;p70"/>
            <p:cNvSpPr/>
            <p:nvPr/>
          </p:nvSpPr>
          <p:spPr>
            <a:xfrm>
              <a:off x="1610082" y="3170392"/>
              <a:ext cx="14381" cy="634681"/>
            </a:xfrm>
            <a:custGeom>
              <a:rect b="b" l="l" r="r" t="t"/>
              <a:pathLst>
                <a:path extrusionOk="0" h="9886" w="224">
                  <a:moveTo>
                    <a:pt x="114" y="0"/>
                  </a:moveTo>
                  <a:cubicBezTo>
                    <a:pt x="51" y="0"/>
                    <a:pt x="1" y="55"/>
                    <a:pt x="1" y="114"/>
                  </a:cubicBezTo>
                  <a:lnTo>
                    <a:pt x="1" y="9772"/>
                  </a:lnTo>
                  <a:cubicBezTo>
                    <a:pt x="1" y="9831"/>
                    <a:pt x="51" y="9885"/>
                    <a:pt x="114" y="9885"/>
                  </a:cubicBezTo>
                  <a:cubicBezTo>
                    <a:pt x="173" y="9885"/>
                    <a:pt x="224" y="9831"/>
                    <a:pt x="224" y="9772"/>
                  </a:cubicBezTo>
                  <a:lnTo>
                    <a:pt x="224" y="114"/>
                  </a:lnTo>
                  <a:cubicBezTo>
                    <a:pt x="224" y="55"/>
                    <a:pt x="173" y="0"/>
                    <a:pt x="114" y="0"/>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9" name="Google Shape;3689;p70"/>
            <p:cNvSpPr/>
            <p:nvPr/>
          </p:nvSpPr>
          <p:spPr>
            <a:xfrm>
              <a:off x="1265715" y="3927311"/>
              <a:ext cx="574975" cy="679814"/>
            </a:xfrm>
            <a:custGeom>
              <a:rect b="b" l="l" r="r" t="t"/>
              <a:pathLst>
                <a:path extrusionOk="0" h="10589" w="8956">
                  <a:moveTo>
                    <a:pt x="8742" y="1"/>
                  </a:moveTo>
                  <a:cubicBezTo>
                    <a:pt x="5611" y="379"/>
                    <a:pt x="3400" y="2375"/>
                    <a:pt x="3400" y="2375"/>
                  </a:cubicBezTo>
                  <a:lnTo>
                    <a:pt x="3400" y="5074"/>
                  </a:lnTo>
                  <a:lnTo>
                    <a:pt x="2156" y="3400"/>
                  </a:lnTo>
                  <a:cubicBezTo>
                    <a:pt x="0" y="6099"/>
                    <a:pt x="434" y="10588"/>
                    <a:pt x="434" y="10588"/>
                  </a:cubicBezTo>
                  <a:cubicBezTo>
                    <a:pt x="1618" y="10165"/>
                    <a:pt x="5287" y="8474"/>
                    <a:pt x="7123" y="5720"/>
                  </a:cubicBezTo>
                  <a:cubicBezTo>
                    <a:pt x="8956" y="2968"/>
                    <a:pt x="8742" y="1"/>
                    <a:pt x="8742"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0" name="Google Shape;3690;p70"/>
            <p:cNvSpPr/>
            <p:nvPr/>
          </p:nvSpPr>
          <p:spPr>
            <a:xfrm>
              <a:off x="1293513" y="4300699"/>
              <a:ext cx="730660" cy="306427"/>
            </a:xfrm>
            <a:custGeom>
              <a:rect b="b" l="l" r="r" t="t"/>
              <a:pathLst>
                <a:path extrusionOk="0" h="4773" w="11381">
                  <a:moveTo>
                    <a:pt x="7385" y="0"/>
                  </a:moveTo>
                  <a:cubicBezTo>
                    <a:pt x="6822" y="0"/>
                    <a:pt x="6211" y="74"/>
                    <a:pt x="5561" y="256"/>
                  </a:cubicBezTo>
                  <a:cubicBezTo>
                    <a:pt x="2083" y="1227"/>
                    <a:pt x="1" y="4772"/>
                    <a:pt x="1" y="4772"/>
                  </a:cubicBezTo>
                  <a:cubicBezTo>
                    <a:pt x="2247" y="4772"/>
                    <a:pt x="11381" y="1395"/>
                    <a:pt x="11381" y="1395"/>
                  </a:cubicBezTo>
                  <a:cubicBezTo>
                    <a:pt x="11381" y="1395"/>
                    <a:pt x="9835" y="0"/>
                    <a:pt x="7385" y="0"/>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1" name="Google Shape;3691;p70"/>
            <p:cNvSpPr/>
            <p:nvPr/>
          </p:nvSpPr>
          <p:spPr>
            <a:xfrm>
              <a:off x="1288506" y="3923844"/>
              <a:ext cx="543132" cy="686747"/>
            </a:xfrm>
            <a:custGeom>
              <a:rect b="b" l="l" r="r" t="t"/>
              <a:pathLst>
                <a:path extrusionOk="0" h="10697" w="8460">
                  <a:moveTo>
                    <a:pt x="8310" y="0"/>
                  </a:moveTo>
                  <a:lnTo>
                    <a:pt x="1" y="10583"/>
                  </a:lnTo>
                  <a:lnTo>
                    <a:pt x="151" y="10697"/>
                  </a:lnTo>
                  <a:lnTo>
                    <a:pt x="8460" y="114"/>
                  </a:lnTo>
                  <a:lnTo>
                    <a:pt x="8310"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2" name="Google Shape;3692;p70"/>
            <p:cNvSpPr/>
            <p:nvPr/>
          </p:nvSpPr>
          <p:spPr>
            <a:xfrm>
              <a:off x="1636147" y="4164081"/>
              <a:ext cx="149843" cy="12326"/>
            </a:xfrm>
            <a:custGeom>
              <a:rect b="b" l="l" r="r" t="t"/>
              <a:pathLst>
                <a:path extrusionOk="0" h="192" w="2334">
                  <a:moveTo>
                    <a:pt x="0" y="0"/>
                  </a:moveTo>
                  <a:lnTo>
                    <a:pt x="0" y="192"/>
                  </a:lnTo>
                  <a:lnTo>
                    <a:pt x="2334" y="192"/>
                  </a:lnTo>
                  <a:lnTo>
                    <a:pt x="2334"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3" name="Google Shape;3693;p70"/>
            <p:cNvSpPr/>
            <p:nvPr/>
          </p:nvSpPr>
          <p:spPr>
            <a:xfrm>
              <a:off x="1330107" y="4275211"/>
              <a:ext cx="129620" cy="129684"/>
            </a:xfrm>
            <a:custGeom>
              <a:rect b="b" l="l" r="r" t="t"/>
              <a:pathLst>
                <a:path extrusionOk="0" h="2020" w="2019">
                  <a:moveTo>
                    <a:pt x="137" y="1"/>
                  </a:moveTo>
                  <a:lnTo>
                    <a:pt x="0" y="133"/>
                  </a:lnTo>
                  <a:lnTo>
                    <a:pt x="1887" y="2020"/>
                  </a:lnTo>
                  <a:lnTo>
                    <a:pt x="2019" y="1883"/>
                  </a:lnTo>
                  <a:lnTo>
                    <a:pt x="137"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94" name="Google Shape;3694;p70"/>
          <p:cNvSpPr/>
          <p:nvPr/>
        </p:nvSpPr>
        <p:spPr>
          <a:xfrm flipH="1">
            <a:off x="7152875" y="4645625"/>
            <a:ext cx="1609800" cy="218400"/>
          </a:xfrm>
          <a:prstGeom prst="ellipse">
            <a:avLst/>
          </a:prstGeom>
          <a:solidFill>
            <a:srgbClr val="21204D">
              <a:alpha val="21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5" name="Google Shape;3695;p70"/>
          <p:cNvSpPr txBox="1"/>
          <p:nvPr>
            <p:ph type="ctrTitle"/>
          </p:nvPr>
        </p:nvSpPr>
        <p:spPr>
          <a:xfrm flipH="1">
            <a:off x="1606425" y="1201600"/>
            <a:ext cx="2304900" cy="572400"/>
          </a:xfrm>
          <a:prstGeom prst="rect">
            <a:avLst/>
          </a:prstGeom>
        </p:spPr>
        <p:txBody>
          <a:bodyPr anchorCtr="0" anchor="b" bIns="34275" lIns="68575" spcFirstLastPara="1" rIns="68575" wrap="square" tIns="34275">
            <a:noAutofit/>
          </a:bodyPr>
          <a:lstStyle/>
          <a:p>
            <a:pPr indent="0" lvl="0" marL="0" rtl="0" algn="r">
              <a:spcBef>
                <a:spcPts val="0"/>
              </a:spcBef>
              <a:spcAft>
                <a:spcPts val="0"/>
              </a:spcAft>
              <a:buNone/>
            </a:pPr>
            <a:r>
              <a:rPr lang="en" sz="2400">
                <a:solidFill>
                  <a:srgbClr val="FFFFFF"/>
                </a:solidFill>
              </a:rPr>
              <a:t>INDUSTRIAL INTERFACES</a:t>
            </a:r>
            <a:endParaRPr sz="2400">
              <a:solidFill>
                <a:srgbClr val="FFFFFF"/>
              </a:solidFill>
            </a:endParaRPr>
          </a:p>
        </p:txBody>
      </p:sp>
      <p:sp>
        <p:nvSpPr>
          <p:cNvPr id="3696" name="Google Shape;3696;p70"/>
          <p:cNvSpPr txBox="1"/>
          <p:nvPr>
            <p:ph type="ctrTitle"/>
          </p:nvPr>
        </p:nvSpPr>
        <p:spPr>
          <a:xfrm flipH="1">
            <a:off x="4420175" y="194325"/>
            <a:ext cx="4342500" cy="49494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t/>
            </a:r>
            <a:endParaRPr sz="2000">
              <a:latin typeface="Abel"/>
              <a:ea typeface="Abel"/>
              <a:cs typeface="Abel"/>
              <a:sym typeface="Abel"/>
            </a:endParaRPr>
          </a:p>
          <a:p>
            <a:pPr indent="0" lvl="0" marL="0" rtl="0" algn="l">
              <a:spcBef>
                <a:spcPts val="0"/>
              </a:spcBef>
              <a:spcAft>
                <a:spcPts val="0"/>
              </a:spcAft>
              <a:buNone/>
            </a:pPr>
            <a:r>
              <a:t/>
            </a:r>
            <a:endParaRPr sz="2000">
              <a:latin typeface="Abel"/>
              <a:ea typeface="Abel"/>
              <a:cs typeface="Abel"/>
              <a:sym typeface="Abel"/>
            </a:endParaRPr>
          </a:p>
          <a:p>
            <a:pPr indent="0" lvl="0" marL="0" rtl="0" algn="l">
              <a:spcBef>
                <a:spcPts val="0"/>
              </a:spcBef>
              <a:spcAft>
                <a:spcPts val="0"/>
              </a:spcAft>
              <a:buNone/>
            </a:pPr>
            <a:r>
              <a:t/>
            </a:r>
            <a:endParaRPr sz="2000">
              <a:latin typeface="Abel"/>
              <a:ea typeface="Abel"/>
              <a:cs typeface="Abel"/>
              <a:sym typeface="Abel"/>
            </a:endParaRPr>
          </a:p>
          <a:p>
            <a:pPr indent="0" lvl="0" marL="0" rtl="0" algn="l">
              <a:spcBef>
                <a:spcPts val="0"/>
              </a:spcBef>
              <a:spcAft>
                <a:spcPts val="0"/>
              </a:spcAft>
              <a:buNone/>
            </a:pPr>
            <a:r>
              <a:rPr lang="en" sz="2000">
                <a:latin typeface="Abel"/>
                <a:ea typeface="Abel"/>
                <a:cs typeface="Abel"/>
                <a:sym typeface="Abel"/>
              </a:rPr>
              <a:t>• industrial interface:</a:t>
            </a:r>
            <a:endParaRPr sz="2000">
              <a:latin typeface="Abel"/>
              <a:ea typeface="Abel"/>
              <a:cs typeface="Abel"/>
              <a:sym typeface="Abel"/>
            </a:endParaRPr>
          </a:p>
          <a:p>
            <a:pPr indent="0" lvl="0" marL="0" rtl="0" algn="l">
              <a:spcBef>
                <a:spcPts val="0"/>
              </a:spcBef>
              <a:spcAft>
                <a:spcPts val="0"/>
              </a:spcAft>
              <a:buNone/>
            </a:pPr>
            <a:r>
              <a:rPr lang="en" sz="2000">
                <a:latin typeface="Abel"/>
                <a:ea typeface="Abel"/>
                <a:cs typeface="Abel"/>
                <a:sym typeface="Abel"/>
              </a:rPr>
              <a:t>– traditional … dials and knobs</a:t>
            </a:r>
            <a:endParaRPr sz="2000">
              <a:latin typeface="Abel"/>
              <a:ea typeface="Abel"/>
              <a:cs typeface="Abel"/>
              <a:sym typeface="Abel"/>
            </a:endParaRPr>
          </a:p>
          <a:p>
            <a:pPr indent="0" lvl="0" marL="0" rtl="0" algn="l">
              <a:spcBef>
                <a:spcPts val="0"/>
              </a:spcBef>
              <a:spcAft>
                <a:spcPts val="0"/>
              </a:spcAft>
              <a:buNone/>
            </a:pPr>
            <a:r>
              <a:rPr lang="en" sz="2000">
                <a:latin typeface="Abel"/>
                <a:ea typeface="Abel"/>
                <a:cs typeface="Abel"/>
                <a:sym typeface="Abel"/>
              </a:rPr>
              <a:t>– now … </a:t>
            </a:r>
            <a:endParaRPr sz="2000">
              <a:latin typeface="Abel"/>
              <a:ea typeface="Abel"/>
              <a:cs typeface="Abel"/>
              <a:sym typeface="Abel"/>
            </a:endParaRPr>
          </a:p>
        </p:txBody>
      </p:sp>
      <p:pic>
        <p:nvPicPr>
          <p:cNvPr id="3697" name="Google Shape;3697;p70"/>
          <p:cNvPicPr preferRelativeResize="0"/>
          <p:nvPr/>
        </p:nvPicPr>
        <p:blipFill>
          <a:blip r:embed="rId3">
            <a:alphaModFix/>
          </a:blip>
          <a:stretch>
            <a:fillRect/>
          </a:stretch>
        </p:blipFill>
        <p:spPr>
          <a:xfrm>
            <a:off x="240450" y="1978425"/>
            <a:ext cx="3670875" cy="275314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1" name="Shape 3701"/>
        <p:cNvGrpSpPr/>
        <p:nvPr/>
      </p:nvGrpSpPr>
      <p:grpSpPr>
        <a:xfrm>
          <a:off x="0" y="0"/>
          <a:ext cx="0" cy="0"/>
          <a:chOff x="0" y="0"/>
          <a:chExt cx="0" cy="0"/>
        </a:xfrm>
      </p:grpSpPr>
      <p:sp>
        <p:nvSpPr>
          <p:cNvPr id="3702" name="Google Shape;3702;p71"/>
          <p:cNvSpPr/>
          <p:nvPr/>
        </p:nvSpPr>
        <p:spPr>
          <a:xfrm>
            <a:off x="3313731" y="3810873"/>
            <a:ext cx="51" cy="51"/>
          </a:xfrm>
          <a:custGeom>
            <a:rect b="b" l="l" r="r" t="t"/>
            <a:pathLst>
              <a:path extrusionOk="0" h="1" w="1">
                <a:moveTo>
                  <a:pt x="0" y="0"/>
                </a:moveTo>
                <a:lnTo>
                  <a:pt x="0" y="0"/>
                </a:lnTo>
                <a:close/>
              </a:path>
            </a:pathLst>
          </a:custGeom>
          <a:solidFill>
            <a:srgbClr val="E0C3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03" name="Google Shape;3703;p71"/>
          <p:cNvGrpSpPr/>
          <p:nvPr/>
        </p:nvGrpSpPr>
        <p:grpSpPr>
          <a:xfrm>
            <a:off x="393442" y="405333"/>
            <a:ext cx="820217" cy="345687"/>
            <a:chOff x="3951216" y="1181633"/>
            <a:chExt cx="1192176" cy="502452"/>
          </a:xfrm>
        </p:grpSpPr>
        <p:sp>
          <p:nvSpPr>
            <p:cNvPr id="3704" name="Google Shape;3704;p71"/>
            <p:cNvSpPr/>
            <p:nvPr/>
          </p:nvSpPr>
          <p:spPr>
            <a:xfrm flipH="1">
              <a:off x="4701069" y="1181633"/>
              <a:ext cx="442323" cy="483735"/>
            </a:xfrm>
            <a:custGeom>
              <a:rect b="b" l="l" r="r" t="t"/>
              <a:pathLst>
                <a:path extrusionOk="0" h="9485" w="8673">
                  <a:moveTo>
                    <a:pt x="4482" y="1"/>
                  </a:moveTo>
                  <a:cubicBezTo>
                    <a:pt x="4467" y="1"/>
                    <a:pt x="4451" y="4"/>
                    <a:pt x="4437" y="12"/>
                  </a:cubicBezTo>
                  <a:lnTo>
                    <a:pt x="53" y="2738"/>
                  </a:lnTo>
                  <a:cubicBezTo>
                    <a:pt x="10" y="2762"/>
                    <a:pt x="0" y="2815"/>
                    <a:pt x="24" y="2859"/>
                  </a:cubicBezTo>
                  <a:lnTo>
                    <a:pt x="4116" y="9443"/>
                  </a:lnTo>
                  <a:cubicBezTo>
                    <a:pt x="4131" y="9470"/>
                    <a:pt x="4161" y="9485"/>
                    <a:pt x="4190" y="9485"/>
                  </a:cubicBezTo>
                  <a:cubicBezTo>
                    <a:pt x="4205" y="9485"/>
                    <a:pt x="4220" y="9481"/>
                    <a:pt x="4233" y="9473"/>
                  </a:cubicBezTo>
                  <a:lnTo>
                    <a:pt x="8620" y="6747"/>
                  </a:lnTo>
                  <a:cubicBezTo>
                    <a:pt x="8663" y="6721"/>
                    <a:pt x="8673" y="6667"/>
                    <a:pt x="8649" y="6627"/>
                  </a:cubicBezTo>
                  <a:lnTo>
                    <a:pt x="4557" y="42"/>
                  </a:lnTo>
                  <a:cubicBezTo>
                    <a:pt x="4541" y="15"/>
                    <a:pt x="4513" y="1"/>
                    <a:pt x="4482" y="1"/>
                  </a:cubicBezTo>
                  <a:close/>
                </a:path>
              </a:pathLst>
            </a:custGeom>
            <a:solidFill>
              <a:srgbClr val="D6D6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5" name="Google Shape;3705;p71"/>
            <p:cNvSpPr/>
            <p:nvPr/>
          </p:nvSpPr>
          <p:spPr>
            <a:xfrm flipH="1">
              <a:off x="4701222" y="1198922"/>
              <a:ext cx="262089" cy="352104"/>
            </a:xfrm>
            <a:custGeom>
              <a:rect b="b" l="l" r="r" t="t"/>
              <a:pathLst>
                <a:path extrusionOk="0" h="6904" w="5139">
                  <a:moveTo>
                    <a:pt x="665" y="0"/>
                  </a:moveTo>
                  <a:cubicBezTo>
                    <a:pt x="498" y="0"/>
                    <a:pt x="310" y="46"/>
                    <a:pt x="110" y="171"/>
                  </a:cubicBezTo>
                  <a:lnTo>
                    <a:pt x="7" y="4474"/>
                  </a:lnTo>
                  <a:cubicBezTo>
                    <a:pt x="0" y="4734"/>
                    <a:pt x="150" y="4979"/>
                    <a:pt x="388" y="5089"/>
                  </a:cubicBezTo>
                  <a:lnTo>
                    <a:pt x="4293" y="6903"/>
                  </a:lnTo>
                  <a:cubicBezTo>
                    <a:pt x="4293" y="6903"/>
                    <a:pt x="5138" y="6322"/>
                    <a:pt x="4620" y="5490"/>
                  </a:cubicBezTo>
                  <a:cubicBezTo>
                    <a:pt x="4106" y="4658"/>
                    <a:pt x="1420" y="335"/>
                    <a:pt x="1420" y="335"/>
                  </a:cubicBezTo>
                  <a:cubicBezTo>
                    <a:pt x="1420" y="335"/>
                    <a:pt x="1117" y="0"/>
                    <a:pt x="665" y="0"/>
                  </a:cubicBez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6" name="Google Shape;3706;p71"/>
            <p:cNvSpPr/>
            <p:nvPr/>
          </p:nvSpPr>
          <p:spPr>
            <a:xfrm flipH="1">
              <a:off x="4879263" y="1436072"/>
              <a:ext cx="53550" cy="211191"/>
            </a:xfrm>
            <a:custGeom>
              <a:rect b="b" l="l" r="r" t="t"/>
              <a:pathLst>
                <a:path extrusionOk="0" h="4141" w="1050">
                  <a:moveTo>
                    <a:pt x="963" y="1"/>
                  </a:moveTo>
                  <a:lnTo>
                    <a:pt x="1" y="4117"/>
                  </a:lnTo>
                  <a:lnTo>
                    <a:pt x="87" y="4141"/>
                  </a:lnTo>
                  <a:lnTo>
                    <a:pt x="1049" y="24"/>
                  </a:lnTo>
                  <a:lnTo>
                    <a:pt x="963" y="1"/>
                  </a:ln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7" name="Google Shape;3707;p71"/>
            <p:cNvSpPr/>
            <p:nvPr/>
          </p:nvSpPr>
          <p:spPr>
            <a:xfrm flipH="1">
              <a:off x="4773999" y="1318058"/>
              <a:ext cx="45339" cy="38862"/>
            </a:xfrm>
            <a:custGeom>
              <a:rect b="b" l="l" r="r" t="t"/>
              <a:pathLst>
                <a:path extrusionOk="0" h="762" w="889">
                  <a:moveTo>
                    <a:pt x="772" y="0"/>
                  </a:moveTo>
                  <a:lnTo>
                    <a:pt x="1" y="762"/>
                  </a:lnTo>
                  <a:lnTo>
                    <a:pt x="889" y="762"/>
                  </a:lnTo>
                  <a:lnTo>
                    <a:pt x="772" y="0"/>
                  </a:lnTo>
                  <a:close/>
                </a:path>
              </a:pathLst>
            </a:custGeom>
            <a:solidFill>
              <a:srgbClr val="E0C3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8" name="Google Shape;3708;p71"/>
            <p:cNvSpPr/>
            <p:nvPr/>
          </p:nvSpPr>
          <p:spPr>
            <a:xfrm flipH="1">
              <a:off x="4564083" y="1225646"/>
              <a:ext cx="217107" cy="217158"/>
            </a:xfrm>
            <a:custGeom>
              <a:rect b="b" l="l" r="r" t="t"/>
              <a:pathLst>
                <a:path extrusionOk="0" h="4258" w="4257">
                  <a:moveTo>
                    <a:pt x="2129" y="1"/>
                  </a:moveTo>
                  <a:cubicBezTo>
                    <a:pt x="956" y="1"/>
                    <a:pt x="1" y="957"/>
                    <a:pt x="1" y="2130"/>
                  </a:cubicBezTo>
                  <a:cubicBezTo>
                    <a:pt x="1" y="3299"/>
                    <a:pt x="956" y="4258"/>
                    <a:pt x="2129" y="4258"/>
                  </a:cubicBezTo>
                  <a:cubicBezTo>
                    <a:pt x="3298" y="4258"/>
                    <a:pt x="4257" y="3299"/>
                    <a:pt x="4257" y="2130"/>
                  </a:cubicBezTo>
                  <a:cubicBezTo>
                    <a:pt x="4257" y="957"/>
                    <a:pt x="3298" y="1"/>
                    <a:pt x="2129"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9" name="Google Shape;3709;p71"/>
            <p:cNvSpPr/>
            <p:nvPr/>
          </p:nvSpPr>
          <p:spPr>
            <a:xfrm flipH="1">
              <a:off x="4642113" y="1263845"/>
              <a:ext cx="84354" cy="84354"/>
            </a:xfrm>
            <a:custGeom>
              <a:rect b="b" l="l" r="r" t="t"/>
              <a:pathLst>
                <a:path extrusionOk="0" h="1654" w="1654">
                  <a:moveTo>
                    <a:pt x="829" y="1"/>
                  </a:moveTo>
                  <a:cubicBezTo>
                    <a:pt x="371" y="1"/>
                    <a:pt x="0" y="371"/>
                    <a:pt x="0" y="829"/>
                  </a:cubicBezTo>
                  <a:cubicBezTo>
                    <a:pt x="0" y="1287"/>
                    <a:pt x="371" y="1654"/>
                    <a:pt x="829" y="1654"/>
                  </a:cubicBezTo>
                  <a:cubicBezTo>
                    <a:pt x="1286" y="1654"/>
                    <a:pt x="1654" y="1287"/>
                    <a:pt x="1654" y="829"/>
                  </a:cubicBezTo>
                  <a:cubicBezTo>
                    <a:pt x="1654" y="371"/>
                    <a:pt x="1286" y="1"/>
                    <a:pt x="82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0" name="Google Shape;3710;p71"/>
            <p:cNvSpPr/>
            <p:nvPr/>
          </p:nvSpPr>
          <p:spPr>
            <a:xfrm flipH="1">
              <a:off x="4663023" y="1284959"/>
              <a:ext cx="42330" cy="42330"/>
            </a:xfrm>
            <a:custGeom>
              <a:rect b="b" l="l" r="r" t="t"/>
              <a:pathLst>
                <a:path extrusionOk="0" h="830" w="830">
                  <a:moveTo>
                    <a:pt x="415" y="0"/>
                  </a:moveTo>
                  <a:cubicBezTo>
                    <a:pt x="184" y="0"/>
                    <a:pt x="0" y="185"/>
                    <a:pt x="0" y="415"/>
                  </a:cubicBezTo>
                  <a:cubicBezTo>
                    <a:pt x="0" y="642"/>
                    <a:pt x="184" y="829"/>
                    <a:pt x="415" y="829"/>
                  </a:cubicBezTo>
                  <a:cubicBezTo>
                    <a:pt x="642" y="829"/>
                    <a:pt x="829" y="642"/>
                    <a:pt x="829" y="415"/>
                  </a:cubicBezTo>
                  <a:cubicBezTo>
                    <a:pt x="829" y="185"/>
                    <a:pt x="642" y="0"/>
                    <a:pt x="415"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1" name="Google Shape;3711;p71"/>
            <p:cNvSpPr/>
            <p:nvPr/>
          </p:nvSpPr>
          <p:spPr>
            <a:xfrm flipH="1">
              <a:off x="4133184" y="1388897"/>
              <a:ext cx="445893" cy="295188"/>
            </a:xfrm>
            <a:custGeom>
              <a:rect b="b" l="l" r="r" t="t"/>
              <a:pathLst>
                <a:path extrusionOk="0" h="5788" w="8743">
                  <a:moveTo>
                    <a:pt x="0" y="1"/>
                  </a:moveTo>
                  <a:cubicBezTo>
                    <a:pt x="0" y="1"/>
                    <a:pt x="6" y="24"/>
                    <a:pt x="20" y="67"/>
                  </a:cubicBezTo>
                  <a:cubicBezTo>
                    <a:pt x="915" y="3445"/>
                    <a:pt x="3979" y="5787"/>
                    <a:pt x="7474" y="5787"/>
                  </a:cubicBezTo>
                  <a:lnTo>
                    <a:pt x="8743" y="5787"/>
                  </a:lnTo>
                  <a:lnTo>
                    <a:pt x="6174" y="929"/>
                  </a:lnTo>
                  <a:lnTo>
                    <a:pt x="0" y="1"/>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2" name="Google Shape;3712;p71"/>
            <p:cNvSpPr/>
            <p:nvPr/>
          </p:nvSpPr>
          <p:spPr>
            <a:xfrm flipH="1">
              <a:off x="3951216" y="1306073"/>
              <a:ext cx="639132" cy="199104"/>
            </a:xfrm>
            <a:custGeom>
              <a:rect b="b" l="l" r="r" t="t"/>
              <a:pathLst>
                <a:path extrusionOk="0" h="3904" w="12532">
                  <a:moveTo>
                    <a:pt x="221" y="1"/>
                  </a:moveTo>
                  <a:lnTo>
                    <a:pt x="1" y="1281"/>
                  </a:lnTo>
                  <a:lnTo>
                    <a:pt x="912" y="2553"/>
                  </a:lnTo>
                  <a:cubicBezTo>
                    <a:pt x="912" y="2553"/>
                    <a:pt x="3806" y="3903"/>
                    <a:pt x="7510" y="3903"/>
                  </a:cubicBezTo>
                  <a:cubicBezTo>
                    <a:pt x="11212" y="3903"/>
                    <a:pt x="12532" y="1"/>
                    <a:pt x="12532"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3" name="Google Shape;3713;p71"/>
            <p:cNvSpPr/>
            <p:nvPr/>
          </p:nvSpPr>
          <p:spPr>
            <a:xfrm flipH="1">
              <a:off x="4152615" y="1382420"/>
              <a:ext cx="127806" cy="124695"/>
            </a:xfrm>
            <a:custGeom>
              <a:rect b="b" l="l" r="r" t="t"/>
              <a:pathLst>
                <a:path extrusionOk="0" h="2445" w="2506">
                  <a:moveTo>
                    <a:pt x="0" y="1"/>
                  </a:moveTo>
                  <a:lnTo>
                    <a:pt x="1026" y="2399"/>
                  </a:lnTo>
                  <a:cubicBezTo>
                    <a:pt x="1026" y="2399"/>
                    <a:pt x="1219" y="2445"/>
                    <a:pt x="1526" y="2445"/>
                  </a:cubicBezTo>
                  <a:cubicBezTo>
                    <a:pt x="1787" y="2445"/>
                    <a:pt x="2130" y="2412"/>
                    <a:pt x="2506" y="2289"/>
                  </a:cubicBezTo>
                  <a:lnTo>
                    <a:pt x="0" y="1"/>
                  </a:ln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4" name="Google Shape;3714;p71"/>
            <p:cNvSpPr/>
            <p:nvPr/>
          </p:nvSpPr>
          <p:spPr>
            <a:xfrm flipH="1">
              <a:off x="4550415" y="1382420"/>
              <a:ext cx="122247" cy="83385"/>
            </a:xfrm>
            <a:custGeom>
              <a:rect b="b" l="l" r="r" t="t"/>
              <a:pathLst>
                <a:path extrusionOk="0" h="1635" w="2397">
                  <a:moveTo>
                    <a:pt x="1835" y="1"/>
                  </a:moveTo>
                  <a:lnTo>
                    <a:pt x="1" y="1184"/>
                  </a:lnTo>
                  <a:lnTo>
                    <a:pt x="2396" y="1634"/>
                  </a:lnTo>
                  <a:lnTo>
                    <a:pt x="1835" y="1"/>
                  </a:ln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5" name="Google Shape;3715;p71"/>
            <p:cNvSpPr/>
            <p:nvPr/>
          </p:nvSpPr>
          <p:spPr>
            <a:xfrm flipH="1">
              <a:off x="4914045" y="1332185"/>
              <a:ext cx="210936" cy="53703"/>
            </a:xfrm>
            <a:custGeom>
              <a:rect b="b" l="l" r="r" t="t"/>
              <a:pathLst>
                <a:path extrusionOk="0" h="1053" w="4136">
                  <a:moveTo>
                    <a:pt x="20" y="0"/>
                  </a:moveTo>
                  <a:lnTo>
                    <a:pt x="0" y="90"/>
                  </a:lnTo>
                  <a:lnTo>
                    <a:pt x="4116" y="1052"/>
                  </a:lnTo>
                  <a:lnTo>
                    <a:pt x="4136" y="963"/>
                  </a:lnTo>
                  <a:lnTo>
                    <a:pt x="20" y="0"/>
                  </a:ln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16" name="Google Shape;3716;p71"/>
          <p:cNvGrpSpPr/>
          <p:nvPr/>
        </p:nvGrpSpPr>
        <p:grpSpPr>
          <a:xfrm>
            <a:off x="7476204" y="2744774"/>
            <a:ext cx="1358020" cy="1986797"/>
            <a:chOff x="666154" y="2627324"/>
            <a:chExt cx="1358020" cy="1986797"/>
          </a:xfrm>
        </p:grpSpPr>
        <p:sp>
          <p:nvSpPr>
            <p:cNvPr id="3717" name="Google Shape;3717;p71"/>
            <p:cNvSpPr/>
            <p:nvPr/>
          </p:nvSpPr>
          <p:spPr>
            <a:xfrm>
              <a:off x="666154" y="2634322"/>
              <a:ext cx="1091207" cy="1972802"/>
            </a:xfrm>
            <a:custGeom>
              <a:rect b="b" l="l" r="r" t="t"/>
              <a:pathLst>
                <a:path extrusionOk="0" h="30729" w="16997">
                  <a:moveTo>
                    <a:pt x="7492" y="1"/>
                  </a:moveTo>
                  <a:cubicBezTo>
                    <a:pt x="6025" y="1"/>
                    <a:pt x="4827" y="1197"/>
                    <a:pt x="4827" y="2662"/>
                  </a:cubicBezTo>
                  <a:lnTo>
                    <a:pt x="4827" y="20839"/>
                  </a:lnTo>
                  <a:cubicBezTo>
                    <a:pt x="4827" y="21171"/>
                    <a:pt x="4558" y="21445"/>
                    <a:pt x="4221" y="21445"/>
                  </a:cubicBezTo>
                  <a:cubicBezTo>
                    <a:pt x="3889" y="21445"/>
                    <a:pt x="3615" y="21171"/>
                    <a:pt x="3615" y="20839"/>
                  </a:cubicBezTo>
                  <a:lnTo>
                    <a:pt x="3615" y="19379"/>
                  </a:lnTo>
                  <a:cubicBezTo>
                    <a:pt x="3615" y="18382"/>
                    <a:pt x="2808" y="17570"/>
                    <a:pt x="1810" y="17570"/>
                  </a:cubicBezTo>
                  <a:cubicBezTo>
                    <a:pt x="812" y="17570"/>
                    <a:pt x="0" y="18382"/>
                    <a:pt x="0" y="19379"/>
                  </a:cubicBezTo>
                  <a:lnTo>
                    <a:pt x="0" y="21445"/>
                  </a:lnTo>
                  <a:lnTo>
                    <a:pt x="0" y="22242"/>
                  </a:lnTo>
                  <a:cubicBezTo>
                    <a:pt x="0" y="23796"/>
                    <a:pt x="1264" y="25059"/>
                    <a:pt x="2817" y="25059"/>
                  </a:cubicBezTo>
                  <a:lnTo>
                    <a:pt x="4827" y="25059"/>
                  </a:lnTo>
                  <a:lnTo>
                    <a:pt x="4827" y="30728"/>
                  </a:lnTo>
                  <a:lnTo>
                    <a:pt x="10146" y="30728"/>
                  </a:lnTo>
                  <a:lnTo>
                    <a:pt x="10146" y="18477"/>
                  </a:lnTo>
                  <a:lnTo>
                    <a:pt x="13214" y="18477"/>
                  </a:lnTo>
                  <a:cubicBezTo>
                    <a:pt x="15301" y="18477"/>
                    <a:pt x="16996" y="16782"/>
                    <a:pt x="16996" y="14695"/>
                  </a:cubicBezTo>
                  <a:lnTo>
                    <a:pt x="16996" y="13624"/>
                  </a:lnTo>
                  <a:lnTo>
                    <a:pt x="16996" y="10852"/>
                  </a:lnTo>
                  <a:cubicBezTo>
                    <a:pt x="16996" y="9512"/>
                    <a:pt x="15911" y="8428"/>
                    <a:pt x="14571" y="8428"/>
                  </a:cubicBezTo>
                  <a:cubicBezTo>
                    <a:pt x="13231" y="8428"/>
                    <a:pt x="12142" y="9512"/>
                    <a:pt x="12142" y="10852"/>
                  </a:cubicBezTo>
                  <a:lnTo>
                    <a:pt x="12142" y="12625"/>
                  </a:lnTo>
                  <a:cubicBezTo>
                    <a:pt x="12142" y="13176"/>
                    <a:pt x="11696" y="13624"/>
                    <a:pt x="11144" y="13624"/>
                  </a:cubicBezTo>
                  <a:cubicBezTo>
                    <a:pt x="10593" y="13624"/>
                    <a:pt x="10146" y="13176"/>
                    <a:pt x="10146" y="12625"/>
                  </a:cubicBezTo>
                  <a:lnTo>
                    <a:pt x="10146" y="2698"/>
                  </a:lnTo>
                  <a:cubicBezTo>
                    <a:pt x="10146" y="1236"/>
                    <a:pt x="8984" y="23"/>
                    <a:pt x="7526" y="1"/>
                  </a:cubicBezTo>
                  <a:cubicBezTo>
                    <a:pt x="7514" y="1"/>
                    <a:pt x="7503" y="1"/>
                    <a:pt x="7492"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8" name="Google Shape;3718;p71"/>
            <p:cNvSpPr/>
            <p:nvPr/>
          </p:nvSpPr>
          <p:spPr>
            <a:xfrm>
              <a:off x="1033376" y="2629378"/>
              <a:ext cx="93732" cy="1984743"/>
            </a:xfrm>
            <a:custGeom>
              <a:rect b="b" l="l" r="r" t="t"/>
              <a:pathLst>
                <a:path extrusionOk="0" h="30915" w="1460">
                  <a:moveTo>
                    <a:pt x="1344" y="0"/>
                  </a:moveTo>
                  <a:cubicBezTo>
                    <a:pt x="1300" y="0"/>
                    <a:pt x="1140" y="8"/>
                    <a:pt x="948" y="192"/>
                  </a:cubicBezTo>
                  <a:cubicBezTo>
                    <a:pt x="515" y="588"/>
                    <a:pt x="1" y="1741"/>
                    <a:pt x="1" y="4940"/>
                  </a:cubicBezTo>
                  <a:lnTo>
                    <a:pt x="1" y="30805"/>
                  </a:lnTo>
                  <a:cubicBezTo>
                    <a:pt x="1" y="30864"/>
                    <a:pt x="50" y="30914"/>
                    <a:pt x="115" y="30914"/>
                  </a:cubicBezTo>
                  <a:cubicBezTo>
                    <a:pt x="178" y="30914"/>
                    <a:pt x="228" y="30864"/>
                    <a:pt x="228" y="30805"/>
                  </a:cubicBezTo>
                  <a:lnTo>
                    <a:pt x="228" y="4940"/>
                  </a:lnTo>
                  <a:cubicBezTo>
                    <a:pt x="228" y="1709"/>
                    <a:pt x="761" y="693"/>
                    <a:pt x="1081" y="373"/>
                  </a:cubicBezTo>
                  <a:cubicBezTo>
                    <a:pt x="1226" y="232"/>
                    <a:pt x="1331" y="228"/>
                    <a:pt x="1341" y="228"/>
                  </a:cubicBezTo>
                  <a:cubicBezTo>
                    <a:pt x="1345" y="228"/>
                    <a:pt x="1349" y="229"/>
                    <a:pt x="1353" y="229"/>
                  </a:cubicBezTo>
                  <a:cubicBezTo>
                    <a:pt x="1407" y="229"/>
                    <a:pt x="1451" y="178"/>
                    <a:pt x="1455" y="123"/>
                  </a:cubicBezTo>
                  <a:cubicBezTo>
                    <a:pt x="1459" y="59"/>
                    <a:pt x="1413" y="5"/>
                    <a:pt x="1354" y="0"/>
                  </a:cubicBezTo>
                  <a:cubicBezTo>
                    <a:pt x="1352" y="0"/>
                    <a:pt x="1349" y="0"/>
                    <a:pt x="1344" y="0"/>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9" name="Google Shape;3719;p71"/>
            <p:cNvSpPr/>
            <p:nvPr/>
          </p:nvSpPr>
          <p:spPr>
            <a:xfrm>
              <a:off x="1165948" y="2629378"/>
              <a:ext cx="84872" cy="1984743"/>
            </a:xfrm>
            <a:custGeom>
              <a:rect b="b" l="l" r="r" t="t"/>
              <a:pathLst>
                <a:path extrusionOk="0" h="30915" w="1322">
                  <a:moveTo>
                    <a:pt x="123" y="1"/>
                  </a:moveTo>
                  <a:cubicBezTo>
                    <a:pt x="88" y="1"/>
                    <a:pt x="54" y="16"/>
                    <a:pt x="32" y="45"/>
                  </a:cubicBezTo>
                  <a:cubicBezTo>
                    <a:pt x="0" y="95"/>
                    <a:pt x="9" y="169"/>
                    <a:pt x="59" y="205"/>
                  </a:cubicBezTo>
                  <a:cubicBezTo>
                    <a:pt x="69" y="215"/>
                    <a:pt x="1094" y="975"/>
                    <a:pt x="1094" y="3259"/>
                  </a:cubicBezTo>
                  <a:lnTo>
                    <a:pt x="1094" y="30805"/>
                  </a:lnTo>
                  <a:cubicBezTo>
                    <a:pt x="1094" y="30864"/>
                    <a:pt x="1144" y="30914"/>
                    <a:pt x="1208" y="30914"/>
                  </a:cubicBezTo>
                  <a:cubicBezTo>
                    <a:pt x="1267" y="30914"/>
                    <a:pt x="1321" y="30864"/>
                    <a:pt x="1321" y="30805"/>
                  </a:cubicBezTo>
                  <a:lnTo>
                    <a:pt x="1321" y="3259"/>
                  </a:lnTo>
                  <a:cubicBezTo>
                    <a:pt x="1321" y="848"/>
                    <a:pt x="237" y="55"/>
                    <a:pt x="191" y="23"/>
                  </a:cubicBezTo>
                  <a:cubicBezTo>
                    <a:pt x="171" y="8"/>
                    <a:pt x="147" y="1"/>
                    <a:pt x="123" y="1"/>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0" name="Google Shape;3720;p71"/>
            <p:cNvSpPr/>
            <p:nvPr/>
          </p:nvSpPr>
          <p:spPr>
            <a:xfrm>
              <a:off x="1141873" y="2627324"/>
              <a:ext cx="14766" cy="1986797"/>
            </a:xfrm>
            <a:custGeom>
              <a:rect b="b" l="l" r="r" t="t"/>
              <a:pathLst>
                <a:path extrusionOk="0" h="30947" w="230">
                  <a:moveTo>
                    <a:pt x="116" y="1"/>
                  </a:moveTo>
                  <a:cubicBezTo>
                    <a:pt x="51" y="1"/>
                    <a:pt x="1" y="50"/>
                    <a:pt x="1" y="110"/>
                  </a:cubicBezTo>
                  <a:lnTo>
                    <a:pt x="1" y="30837"/>
                  </a:lnTo>
                  <a:cubicBezTo>
                    <a:pt x="1" y="30896"/>
                    <a:pt x="51" y="30946"/>
                    <a:pt x="116" y="30946"/>
                  </a:cubicBezTo>
                  <a:cubicBezTo>
                    <a:pt x="175" y="30946"/>
                    <a:pt x="230" y="30896"/>
                    <a:pt x="230" y="30837"/>
                  </a:cubicBezTo>
                  <a:lnTo>
                    <a:pt x="230" y="110"/>
                  </a:lnTo>
                  <a:cubicBezTo>
                    <a:pt x="230" y="50"/>
                    <a:pt x="175" y="1"/>
                    <a:pt x="116" y="1"/>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1" name="Google Shape;3721;p71"/>
            <p:cNvSpPr/>
            <p:nvPr/>
          </p:nvSpPr>
          <p:spPr>
            <a:xfrm>
              <a:off x="1374533" y="3501600"/>
              <a:ext cx="14381" cy="326264"/>
            </a:xfrm>
            <a:custGeom>
              <a:rect b="b" l="l" r="r" t="t"/>
              <a:pathLst>
                <a:path extrusionOk="0" h="5082" w="224">
                  <a:moveTo>
                    <a:pt x="110" y="1"/>
                  </a:moveTo>
                  <a:cubicBezTo>
                    <a:pt x="51" y="1"/>
                    <a:pt x="1" y="56"/>
                    <a:pt x="1" y="115"/>
                  </a:cubicBezTo>
                  <a:lnTo>
                    <a:pt x="1" y="4968"/>
                  </a:lnTo>
                  <a:cubicBezTo>
                    <a:pt x="1" y="5027"/>
                    <a:pt x="51" y="5082"/>
                    <a:pt x="110" y="5082"/>
                  </a:cubicBezTo>
                  <a:cubicBezTo>
                    <a:pt x="174" y="5082"/>
                    <a:pt x="224" y="5027"/>
                    <a:pt x="224" y="4968"/>
                  </a:cubicBezTo>
                  <a:lnTo>
                    <a:pt x="224" y="115"/>
                  </a:lnTo>
                  <a:cubicBezTo>
                    <a:pt x="224" y="56"/>
                    <a:pt x="174" y="1"/>
                    <a:pt x="110" y="1"/>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2" name="Google Shape;3722;p71"/>
            <p:cNvSpPr/>
            <p:nvPr/>
          </p:nvSpPr>
          <p:spPr>
            <a:xfrm>
              <a:off x="1511214" y="3170521"/>
              <a:ext cx="70556" cy="656830"/>
            </a:xfrm>
            <a:custGeom>
              <a:rect b="b" l="l" r="r" t="t"/>
              <a:pathLst>
                <a:path extrusionOk="0" h="10231" w="1099">
                  <a:moveTo>
                    <a:pt x="971" y="0"/>
                  </a:moveTo>
                  <a:cubicBezTo>
                    <a:pt x="951" y="0"/>
                    <a:pt x="930" y="6"/>
                    <a:pt x="912" y="17"/>
                  </a:cubicBezTo>
                  <a:cubicBezTo>
                    <a:pt x="0" y="564"/>
                    <a:pt x="146" y="1620"/>
                    <a:pt x="150" y="1652"/>
                  </a:cubicBezTo>
                  <a:lnTo>
                    <a:pt x="150" y="10116"/>
                  </a:lnTo>
                  <a:cubicBezTo>
                    <a:pt x="150" y="10180"/>
                    <a:pt x="201" y="10230"/>
                    <a:pt x="264" y="10230"/>
                  </a:cubicBezTo>
                  <a:cubicBezTo>
                    <a:pt x="329" y="10230"/>
                    <a:pt x="379" y="10180"/>
                    <a:pt x="379" y="10116"/>
                  </a:cubicBezTo>
                  <a:lnTo>
                    <a:pt x="373" y="1635"/>
                  </a:lnTo>
                  <a:cubicBezTo>
                    <a:pt x="373" y="1625"/>
                    <a:pt x="247" y="682"/>
                    <a:pt x="1030" y="213"/>
                  </a:cubicBezTo>
                  <a:cubicBezTo>
                    <a:pt x="1080" y="181"/>
                    <a:pt x="1099" y="108"/>
                    <a:pt x="1067" y="53"/>
                  </a:cubicBezTo>
                  <a:cubicBezTo>
                    <a:pt x="1046" y="20"/>
                    <a:pt x="1009" y="0"/>
                    <a:pt x="971" y="0"/>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3" name="Google Shape;3723;p71"/>
            <p:cNvSpPr/>
            <p:nvPr/>
          </p:nvSpPr>
          <p:spPr>
            <a:xfrm>
              <a:off x="1610082" y="3170392"/>
              <a:ext cx="14381" cy="634681"/>
            </a:xfrm>
            <a:custGeom>
              <a:rect b="b" l="l" r="r" t="t"/>
              <a:pathLst>
                <a:path extrusionOk="0" h="9886" w="224">
                  <a:moveTo>
                    <a:pt x="114" y="0"/>
                  </a:moveTo>
                  <a:cubicBezTo>
                    <a:pt x="51" y="0"/>
                    <a:pt x="1" y="55"/>
                    <a:pt x="1" y="114"/>
                  </a:cubicBezTo>
                  <a:lnTo>
                    <a:pt x="1" y="9772"/>
                  </a:lnTo>
                  <a:cubicBezTo>
                    <a:pt x="1" y="9831"/>
                    <a:pt x="51" y="9885"/>
                    <a:pt x="114" y="9885"/>
                  </a:cubicBezTo>
                  <a:cubicBezTo>
                    <a:pt x="173" y="9885"/>
                    <a:pt x="224" y="9831"/>
                    <a:pt x="224" y="9772"/>
                  </a:cubicBezTo>
                  <a:lnTo>
                    <a:pt x="224" y="114"/>
                  </a:lnTo>
                  <a:cubicBezTo>
                    <a:pt x="224" y="55"/>
                    <a:pt x="173" y="0"/>
                    <a:pt x="114" y="0"/>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4" name="Google Shape;3724;p71"/>
            <p:cNvSpPr/>
            <p:nvPr/>
          </p:nvSpPr>
          <p:spPr>
            <a:xfrm>
              <a:off x="1265715" y="3927311"/>
              <a:ext cx="574975" cy="679814"/>
            </a:xfrm>
            <a:custGeom>
              <a:rect b="b" l="l" r="r" t="t"/>
              <a:pathLst>
                <a:path extrusionOk="0" h="10589" w="8956">
                  <a:moveTo>
                    <a:pt x="8742" y="1"/>
                  </a:moveTo>
                  <a:cubicBezTo>
                    <a:pt x="5611" y="379"/>
                    <a:pt x="3400" y="2375"/>
                    <a:pt x="3400" y="2375"/>
                  </a:cubicBezTo>
                  <a:lnTo>
                    <a:pt x="3400" y="5074"/>
                  </a:lnTo>
                  <a:lnTo>
                    <a:pt x="2156" y="3400"/>
                  </a:lnTo>
                  <a:cubicBezTo>
                    <a:pt x="0" y="6099"/>
                    <a:pt x="434" y="10588"/>
                    <a:pt x="434" y="10588"/>
                  </a:cubicBezTo>
                  <a:cubicBezTo>
                    <a:pt x="1618" y="10165"/>
                    <a:pt x="5287" y="8474"/>
                    <a:pt x="7123" y="5720"/>
                  </a:cubicBezTo>
                  <a:cubicBezTo>
                    <a:pt x="8956" y="2968"/>
                    <a:pt x="8742" y="1"/>
                    <a:pt x="8742"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5" name="Google Shape;3725;p71"/>
            <p:cNvSpPr/>
            <p:nvPr/>
          </p:nvSpPr>
          <p:spPr>
            <a:xfrm>
              <a:off x="1293513" y="4300699"/>
              <a:ext cx="730660" cy="306427"/>
            </a:xfrm>
            <a:custGeom>
              <a:rect b="b" l="l" r="r" t="t"/>
              <a:pathLst>
                <a:path extrusionOk="0" h="4773" w="11381">
                  <a:moveTo>
                    <a:pt x="7385" y="0"/>
                  </a:moveTo>
                  <a:cubicBezTo>
                    <a:pt x="6822" y="0"/>
                    <a:pt x="6211" y="74"/>
                    <a:pt x="5561" y="256"/>
                  </a:cubicBezTo>
                  <a:cubicBezTo>
                    <a:pt x="2083" y="1227"/>
                    <a:pt x="1" y="4772"/>
                    <a:pt x="1" y="4772"/>
                  </a:cubicBezTo>
                  <a:cubicBezTo>
                    <a:pt x="2247" y="4772"/>
                    <a:pt x="11381" y="1395"/>
                    <a:pt x="11381" y="1395"/>
                  </a:cubicBezTo>
                  <a:cubicBezTo>
                    <a:pt x="11381" y="1395"/>
                    <a:pt x="9835" y="0"/>
                    <a:pt x="7385" y="0"/>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6" name="Google Shape;3726;p71"/>
            <p:cNvSpPr/>
            <p:nvPr/>
          </p:nvSpPr>
          <p:spPr>
            <a:xfrm>
              <a:off x="1288506" y="3923844"/>
              <a:ext cx="543132" cy="686747"/>
            </a:xfrm>
            <a:custGeom>
              <a:rect b="b" l="l" r="r" t="t"/>
              <a:pathLst>
                <a:path extrusionOk="0" h="10697" w="8460">
                  <a:moveTo>
                    <a:pt x="8310" y="0"/>
                  </a:moveTo>
                  <a:lnTo>
                    <a:pt x="1" y="10583"/>
                  </a:lnTo>
                  <a:lnTo>
                    <a:pt x="151" y="10697"/>
                  </a:lnTo>
                  <a:lnTo>
                    <a:pt x="8460" y="114"/>
                  </a:lnTo>
                  <a:lnTo>
                    <a:pt x="8310"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7" name="Google Shape;3727;p71"/>
            <p:cNvSpPr/>
            <p:nvPr/>
          </p:nvSpPr>
          <p:spPr>
            <a:xfrm>
              <a:off x="1636147" y="4164081"/>
              <a:ext cx="149843" cy="12326"/>
            </a:xfrm>
            <a:custGeom>
              <a:rect b="b" l="l" r="r" t="t"/>
              <a:pathLst>
                <a:path extrusionOk="0" h="192" w="2334">
                  <a:moveTo>
                    <a:pt x="0" y="0"/>
                  </a:moveTo>
                  <a:lnTo>
                    <a:pt x="0" y="192"/>
                  </a:lnTo>
                  <a:lnTo>
                    <a:pt x="2334" y="192"/>
                  </a:lnTo>
                  <a:lnTo>
                    <a:pt x="2334"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8" name="Google Shape;3728;p71"/>
            <p:cNvSpPr/>
            <p:nvPr/>
          </p:nvSpPr>
          <p:spPr>
            <a:xfrm>
              <a:off x="1330107" y="4275211"/>
              <a:ext cx="129620" cy="129684"/>
            </a:xfrm>
            <a:custGeom>
              <a:rect b="b" l="l" r="r" t="t"/>
              <a:pathLst>
                <a:path extrusionOk="0" h="2020" w="2019">
                  <a:moveTo>
                    <a:pt x="137" y="1"/>
                  </a:moveTo>
                  <a:lnTo>
                    <a:pt x="0" y="133"/>
                  </a:lnTo>
                  <a:lnTo>
                    <a:pt x="1887" y="2020"/>
                  </a:lnTo>
                  <a:lnTo>
                    <a:pt x="2019" y="1883"/>
                  </a:lnTo>
                  <a:lnTo>
                    <a:pt x="137"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29" name="Google Shape;3729;p71"/>
          <p:cNvSpPr/>
          <p:nvPr/>
        </p:nvSpPr>
        <p:spPr>
          <a:xfrm flipH="1">
            <a:off x="7152875" y="4645625"/>
            <a:ext cx="1609800" cy="218400"/>
          </a:xfrm>
          <a:prstGeom prst="ellipse">
            <a:avLst/>
          </a:prstGeom>
          <a:solidFill>
            <a:srgbClr val="21204D">
              <a:alpha val="21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0" name="Google Shape;3730;p71"/>
          <p:cNvSpPr txBox="1"/>
          <p:nvPr>
            <p:ph type="ctrTitle"/>
          </p:nvPr>
        </p:nvSpPr>
        <p:spPr>
          <a:xfrm flipH="1">
            <a:off x="1606425" y="1201600"/>
            <a:ext cx="2304900" cy="572400"/>
          </a:xfrm>
          <a:prstGeom prst="rect">
            <a:avLst/>
          </a:prstGeom>
        </p:spPr>
        <p:txBody>
          <a:bodyPr anchorCtr="0" anchor="b" bIns="34275" lIns="68575" spcFirstLastPara="1" rIns="68575" wrap="square" tIns="34275">
            <a:noAutofit/>
          </a:bodyPr>
          <a:lstStyle/>
          <a:p>
            <a:pPr indent="0" lvl="0" marL="0" rtl="0" algn="r">
              <a:spcBef>
                <a:spcPts val="0"/>
              </a:spcBef>
              <a:spcAft>
                <a:spcPts val="0"/>
              </a:spcAft>
              <a:buNone/>
            </a:pPr>
            <a:r>
              <a:rPr lang="en" sz="2400">
                <a:solidFill>
                  <a:srgbClr val="FFFFFF"/>
                </a:solidFill>
              </a:rPr>
              <a:t>INDUSTRIAL INTERFACES</a:t>
            </a:r>
            <a:endParaRPr sz="2400">
              <a:solidFill>
                <a:srgbClr val="FFFFFF"/>
              </a:solidFill>
            </a:endParaRPr>
          </a:p>
        </p:txBody>
      </p:sp>
      <p:sp>
        <p:nvSpPr>
          <p:cNvPr id="3731" name="Google Shape;3731;p71"/>
          <p:cNvSpPr txBox="1"/>
          <p:nvPr>
            <p:ph type="ctrTitle"/>
          </p:nvPr>
        </p:nvSpPr>
        <p:spPr>
          <a:xfrm flipH="1">
            <a:off x="4420175" y="194325"/>
            <a:ext cx="4342500" cy="49494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t/>
            </a:r>
            <a:endParaRPr sz="2000">
              <a:latin typeface="Abel"/>
              <a:ea typeface="Abel"/>
              <a:cs typeface="Abel"/>
              <a:sym typeface="Abel"/>
            </a:endParaRPr>
          </a:p>
          <a:p>
            <a:pPr indent="0" lvl="0" marL="0" rtl="0" algn="l">
              <a:spcBef>
                <a:spcPts val="0"/>
              </a:spcBef>
              <a:spcAft>
                <a:spcPts val="0"/>
              </a:spcAft>
              <a:buNone/>
            </a:pPr>
            <a:r>
              <a:t/>
            </a:r>
            <a:endParaRPr sz="2000">
              <a:latin typeface="Abel"/>
              <a:ea typeface="Abel"/>
              <a:cs typeface="Abel"/>
              <a:sym typeface="Abel"/>
            </a:endParaRPr>
          </a:p>
          <a:p>
            <a:pPr indent="0" lvl="0" marL="0" rtl="0" algn="l">
              <a:spcBef>
                <a:spcPts val="0"/>
              </a:spcBef>
              <a:spcAft>
                <a:spcPts val="0"/>
              </a:spcAft>
              <a:buNone/>
            </a:pPr>
            <a:r>
              <a:t/>
            </a:r>
            <a:endParaRPr sz="2000">
              <a:latin typeface="Abel"/>
              <a:ea typeface="Abel"/>
              <a:cs typeface="Abel"/>
              <a:sym typeface="Abel"/>
            </a:endParaRPr>
          </a:p>
          <a:p>
            <a:pPr indent="0" lvl="0" marL="0" rtl="0" algn="l">
              <a:spcBef>
                <a:spcPts val="0"/>
              </a:spcBef>
              <a:spcAft>
                <a:spcPts val="0"/>
              </a:spcAft>
              <a:buNone/>
            </a:pPr>
            <a:r>
              <a:rPr lang="en" sz="2000">
                <a:latin typeface="Abel"/>
                <a:ea typeface="Abel"/>
                <a:cs typeface="Abel"/>
                <a:sym typeface="Abel"/>
              </a:rPr>
              <a:t>• industrial interface:</a:t>
            </a:r>
            <a:endParaRPr sz="2000">
              <a:latin typeface="Abel"/>
              <a:ea typeface="Abel"/>
              <a:cs typeface="Abel"/>
              <a:sym typeface="Abel"/>
            </a:endParaRPr>
          </a:p>
          <a:p>
            <a:pPr indent="0" lvl="0" marL="0" rtl="0" algn="l">
              <a:spcBef>
                <a:spcPts val="0"/>
              </a:spcBef>
              <a:spcAft>
                <a:spcPts val="0"/>
              </a:spcAft>
              <a:buNone/>
            </a:pPr>
            <a:r>
              <a:rPr lang="en" sz="2000">
                <a:latin typeface="Abel"/>
                <a:ea typeface="Abel"/>
                <a:cs typeface="Abel"/>
                <a:sym typeface="Abel"/>
              </a:rPr>
              <a:t>– traditional … dials and knobs</a:t>
            </a:r>
            <a:endParaRPr sz="2000">
              <a:latin typeface="Abel"/>
              <a:ea typeface="Abel"/>
              <a:cs typeface="Abel"/>
              <a:sym typeface="Abel"/>
            </a:endParaRPr>
          </a:p>
          <a:p>
            <a:pPr indent="0" lvl="0" marL="0" rtl="0" algn="l">
              <a:spcBef>
                <a:spcPts val="0"/>
              </a:spcBef>
              <a:spcAft>
                <a:spcPts val="0"/>
              </a:spcAft>
              <a:buNone/>
            </a:pPr>
            <a:r>
              <a:rPr lang="en" sz="2000">
                <a:latin typeface="Abel"/>
                <a:ea typeface="Abel"/>
                <a:cs typeface="Abel"/>
                <a:sym typeface="Abel"/>
              </a:rPr>
              <a:t>– now … screens and keypads</a:t>
            </a:r>
            <a:endParaRPr sz="2000">
              <a:latin typeface="Abel"/>
              <a:ea typeface="Abel"/>
              <a:cs typeface="Abel"/>
              <a:sym typeface="Abel"/>
            </a:endParaRPr>
          </a:p>
        </p:txBody>
      </p:sp>
      <p:pic>
        <p:nvPicPr>
          <p:cNvPr id="3732" name="Google Shape;3732;p71"/>
          <p:cNvPicPr preferRelativeResize="0"/>
          <p:nvPr/>
        </p:nvPicPr>
        <p:blipFill>
          <a:blip r:embed="rId3">
            <a:alphaModFix/>
          </a:blip>
          <a:stretch>
            <a:fillRect/>
          </a:stretch>
        </p:blipFill>
        <p:spPr>
          <a:xfrm>
            <a:off x="275350" y="2137022"/>
            <a:ext cx="3635975" cy="27270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6" name="Shape 3736"/>
        <p:cNvGrpSpPr/>
        <p:nvPr/>
      </p:nvGrpSpPr>
      <p:grpSpPr>
        <a:xfrm>
          <a:off x="0" y="0"/>
          <a:ext cx="0" cy="0"/>
          <a:chOff x="0" y="0"/>
          <a:chExt cx="0" cy="0"/>
        </a:xfrm>
      </p:grpSpPr>
      <p:sp>
        <p:nvSpPr>
          <p:cNvPr id="3737" name="Google Shape;3737;p72"/>
          <p:cNvSpPr/>
          <p:nvPr/>
        </p:nvSpPr>
        <p:spPr>
          <a:xfrm>
            <a:off x="3313731" y="3810873"/>
            <a:ext cx="51" cy="51"/>
          </a:xfrm>
          <a:custGeom>
            <a:rect b="b" l="l" r="r" t="t"/>
            <a:pathLst>
              <a:path extrusionOk="0" h="1" w="1">
                <a:moveTo>
                  <a:pt x="0" y="0"/>
                </a:moveTo>
                <a:lnTo>
                  <a:pt x="0" y="0"/>
                </a:lnTo>
                <a:close/>
              </a:path>
            </a:pathLst>
          </a:custGeom>
          <a:solidFill>
            <a:srgbClr val="E0C3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38" name="Google Shape;3738;p72"/>
          <p:cNvGrpSpPr/>
          <p:nvPr/>
        </p:nvGrpSpPr>
        <p:grpSpPr>
          <a:xfrm>
            <a:off x="393442" y="405333"/>
            <a:ext cx="820217" cy="345687"/>
            <a:chOff x="3951216" y="1181633"/>
            <a:chExt cx="1192176" cy="502452"/>
          </a:xfrm>
        </p:grpSpPr>
        <p:sp>
          <p:nvSpPr>
            <p:cNvPr id="3739" name="Google Shape;3739;p72"/>
            <p:cNvSpPr/>
            <p:nvPr/>
          </p:nvSpPr>
          <p:spPr>
            <a:xfrm flipH="1">
              <a:off x="4701069" y="1181633"/>
              <a:ext cx="442323" cy="483735"/>
            </a:xfrm>
            <a:custGeom>
              <a:rect b="b" l="l" r="r" t="t"/>
              <a:pathLst>
                <a:path extrusionOk="0" h="9485" w="8673">
                  <a:moveTo>
                    <a:pt x="4482" y="1"/>
                  </a:moveTo>
                  <a:cubicBezTo>
                    <a:pt x="4467" y="1"/>
                    <a:pt x="4451" y="4"/>
                    <a:pt x="4437" y="12"/>
                  </a:cubicBezTo>
                  <a:lnTo>
                    <a:pt x="53" y="2738"/>
                  </a:lnTo>
                  <a:cubicBezTo>
                    <a:pt x="10" y="2762"/>
                    <a:pt x="0" y="2815"/>
                    <a:pt x="24" y="2859"/>
                  </a:cubicBezTo>
                  <a:lnTo>
                    <a:pt x="4116" y="9443"/>
                  </a:lnTo>
                  <a:cubicBezTo>
                    <a:pt x="4131" y="9470"/>
                    <a:pt x="4161" y="9485"/>
                    <a:pt x="4190" y="9485"/>
                  </a:cubicBezTo>
                  <a:cubicBezTo>
                    <a:pt x="4205" y="9485"/>
                    <a:pt x="4220" y="9481"/>
                    <a:pt x="4233" y="9473"/>
                  </a:cubicBezTo>
                  <a:lnTo>
                    <a:pt x="8620" y="6747"/>
                  </a:lnTo>
                  <a:cubicBezTo>
                    <a:pt x="8663" y="6721"/>
                    <a:pt x="8673" y="6667"/>
                    <a:pt x="8649" y="6627"/>
                  </a:cubicBezTo>
                  <a:lnTo>
                    <a:pt x="4557" y="42"/>
                  </a:lnTo>
                  <a:cubicBezTo>
                    <a:pt x="4541" y="15"/>
                    <a:pt x="4513" y="1"/>
                    <a:pt x="4482" y="1"/>
                  </a:cubicBezTo>
                  <a:close/>
                </a:path>
              </a:pathLst>
            </a:custGeom>
            <a:solidFill>
              <a:srgbClr val="D6D6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0" name="Google Shape;3740;p72"/>
            <p:cNvSpPr/>
            <p:nvPr/>
          </p:nvSpPr>
          <p:spPr>
            <a:xfrm flipH="1">
              <a:off x="4701222" y="1198922"/>
              <a:ext cx="262089" cy="352104"/>
            </a:xfrm>
            <a:custGeom>
              <a:rect b="b" l="l" r="r" t="t"/>
              <a:pathLst>
                <a:path extrusionOk="0" h="6904" w="5139">
                  <a:moveTo>
                    <a:pt x="665" y="0"/>
                  </a:moveTo>
                  <a:cubicBezTo>
                    <a:pt x="498" y="0"/>
                    <a:pt x="310" y="46"/>
                    <a:pt x="110" y="171"/>
                  </a:cubicBezTo>
                  <a:lnTo>
                    <a:pt x="7" y="4474"/>
                  </a:lnTo>
                  <a:cubicBezTo>
                    <a:pt x="0" y="4734"/>
                    <a:pt x="150" y="4979"/>
                    <a:pt x="388" y="5089"/>
                  </a:cubicBezTo>
                  <a:lnTo>
                    <a:pt x="4293" y="6903"/>
                  </a:lnTo>
                  <a:cubicBezTo>
                    <a:pt x="4293" y="6903"/>
                    <a:pt x="5138" y="6322"/>
                    <a:pt x="4620" y="5490"/>
                  </a:cubicBezTo>
                  <a:cubicBezTo>
                    <a:pt x="4106" y="4658"/>
                    <a:pt x="1420" y="335"/>
                    <a:pt x="1420" y="335"/>
                  </a:cubicBezTo>
                  <a:cubicBezTo>
                    <a:pt x="1420" y="335"/>
                    <a:pt x="1117" y="0"/>
                    <a:pt x="665" y="0"/>
                  </a:cubicBez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1" name="Google Shape;3741;p72"/>
            <p:cNvSpPr/>
            <p:nvPr/>
          </p:nvSpPr>
          <p:spPr>
            <a:xfrm flipH="1">
              <a:off x="4879263" y="1436072"/>
              <a:ext cx="53550" cy="211191"/>
            </a:xfrm>
            <a:custGeom>
              <a:rect b="b" l="l" r="r" t="t"/>
              <a:pathLst>
                <a:path extrusionOk="0" h="4141" w="1050">
                  <a:moveTo>
                    <a:pt x="963" y="1"/>
                  </a:moveTo>
                  <a:lnTo>
                    <a:pt x="1" y="4117"/>
                  </a:lnTo>
                  <a:lnTo>
                    <a:pt x="87" y="4141"/>
                  </a:lnTo>
                  <a:lnTo>
                    <a:pt x="1049" y="24"/>
                  </a:lnTo>
                  <a:lnTo>
                    <a:pt x="963" y="1"/>
                  </a:ln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2" name="Google Shape;3742;p72"/>
            <p:cNvSpPr/>
            <p:nvPr/>
          </p:nvSpPr>
          <p:spPr>
            <a:xfrm flipH="1">
              <a:off x="4773999" y="1318058"/>
              <a:ext cx="45339" cy="38862"/>
            </a:xfrm>
            <a:custGeom>
              <a:rect b="b" l="l" r="r" t="t"/>
              <a:pathLst>
                <a:path extrusionOk="0" h="762" w="889">
                  <a:moveTo>
                    <a:pt x="772" y="0"/>
                  </a:moveTo>
                  <a:lnTo>
                    <a:pt x="1" y="762"/>
                  </a:lnTo>
                  <a:lnTo>
                    <a:pt x="889" y="762"/>
                  </a:lnTo>
                  <a:lnTo>
                    <a:pt x="772" y="0"/>
                  </a:lnTo>
                  <a:close/>
                </a:path>
              </a:pathLst>
            </a:custGeom>
            <a:solidFill>
              <a:srgbClr val="E0C3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3" name="Google Shape;3743;p72"/>
            <p:cNvSpPr/>
            <p:nvPr/>
          </p:nvSpPr>
          <p:spPr>
            <a:xfrm flipH="1">
              <a:off x="4564083" y="1225646"/>
              <a:ext cx="217107" cy="217158"/>
            </a:xfrm>
            <a:custGeom>
              <a:rect b="b" l="l" r="r" t="t"/>
              <a:pathLst>
                <a:path extrusionOk="0" h="4258" w="4257">
                  <a:moveTo>
                    <a:pt x="2129" y="1"/>
                  </a:moveTo>
                  <a:cubicBezTo>
                    <a:pt x="956" y="1"/>
                    <a:pt x="1" y="957"/>
                    <a:pt x="1" y="2130"/>
                  </a:cubicBezTo>
                  <a:cubicBezTo>
                    <a:pt x="1" y="3299"/>
                    <a:pt x="956" y="4258"/>
                    <a:pt x="2129" y="4258"/>
                  </a:cubicBezTo>
                  <a:cubicBezTo>
                    <a:pt x="3298" y="4258"/>
                    <a:pt x="4257" y="3299"/>
                    <a:pt x="4257" y="2130"/>
                  </a:cubicBezTo>
                  <a:cubicBezTo>
                    <a:pt x="4257" y="957"/>
                    <a:pt x="3298" y="1"/>
                    <a:pt x="2129"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4" name="Google Shape;3744;p72"/>
            <p:cNvSpPr/>
            <p:nvPr/>
          </p:nvSpPr>
          <p:spPr>
            <a:xfrm flipH="1">
              <a:off x="4642113" y="1263845"/>
              <a:ext cx="84354" cy="84354"/>
            </a:xfrm>
            <a:custGeom>
              <a:rect b="b" l="l" r="r" t="t"/>
              <a:pathLst>
                <a:path extrusionOk="0" h="1654" w="1654">
                  <a:moveTo>
                    <a:pt x="829" y="1"/>
                  </a:moveTo>
                  <a:cubicBezTo>
                    <a:pt x="371" y="1"/>
                    <a:pt x="0" y="371"/>
                    <a:pt x="0" y="829"/>
                  </a:cubicBezTo>
                  <a:cubicBezTo>
                    <a:pt x="0" y="1287"/>
                    <a:pt x="371" y="1654"/>
                    <a:pt x="829" y="1654"/>
                  </a:cubicBezTo>
                  <a:cubicBezTo>
                    <a:pt x="1286" y="1654"/>
                    <a:pt x="1654" y="1287"/>
                    <a:pt x="1654" y="829"/>
                  </a:cubicBezTo>
                  <a:cubicBezTo>
                    <a:pt x="1654" y="371"/>
                    <a:pt x="1286" y="1"/>
                    <a:pt x="82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5" name="Google Shape;3745;p72"/>
            <p:cNvSpPr/>
            <p:nvPr/>
          </p:nvSpPr>
          <p:spPr>
            <a:xfrm flipH="1">
              <a:off x="4663023" y="1284959"/>
              <a:ext cx="42330" cy="42330"/>
            </a:xfrm>
            <a:custGeom>
              <a:rect b="b" l="l" r="r" t="t"/>
              <a:pathLst>
                <a:path extrusionOk="0" h="830" w="830">
                  <a:moveTo>
                    <a:pt x="415" y="0"/>
                  </a:moveTo>
                  <a:cubicBezTo>
                    <a:pt x="184" y="0"/>
                    <a:pt x="0" y="185"/>
                    <a:pt x="0" y="415"/>
                  </a:cubicBezTo>
                  <a:cubicBezTo>
                    <a:pt x="0" y="642"/>
                    <a:pt x="184" y="829"/>
                    <a:pt x="415" y="829"/>
                  </a:cubicBezTo>
                  <a:cubicBezTo>
                    <a:pt x="642" y="829"/>
                    <a:pt x="829" y="642"/>
                    <a:pt x="829" y="415"/>
                  </a:cubicBezTo>
                  <a:cubicBezTo>
                    <a:pt x="829" y="185"/>
                    <a:pt x="642" y="0"/>
                    <a:pt x="415"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6" name="Google Shape;3746;p72"/>
            <p:cNvSpPr/>
            <p:nvPr/>
          </p:nvSpPr>
          <p:spPr>
            <a:xfrm flipH="1">
              <a:off x="4133184" y="1388897"/>
              <a:ext cx="445893" cy="295188"/>
            </a:xfrm>
            <a:custGeom>
              <a:rect b="b" l="l" r="r" t="t"/>
              <a:pathLst>
                <a:path extrusionOk="0" h="5788" w="8743">
                  <a:moveTo>
                    <a:pt x="0" y="1"/>
                  </a:moveTo>
                  <a:cubicBezTo>
                    <a:pt x="0" y="1"/>
                    <a:pt x="6" y="24"/>
                    <a:pt x="20" y="67"/>
                  </a:cubicBezTo>
                  <a:cubicBezTo>
                    <a:pt x="915" y="3445"/>
                    <a:pt x="3979" y="5787"/>
                    <a:pt x="7474" y="5787"/>
                  </a:cubicBezTo>
                  <a:lnTo>
                    <a:pt x="8743" y="5787"/>
                  </a:lnTo>
                  <a:lnTo>
                    <a:pt x="6174" y="929"/>
                  </a:lnTo>
                  <a:lnTo>
                    <a:pt x="0" y="1"/>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7" name="Google Shape;3747;p72"/>
            <p:cNvSpPr/>
            <p:nvPr/>
          </p:nvSpPr>
          <p:spPr>
            <a:xfrm flipH="1">
              <a:off x="3951216" y="1306073"/>
              <a:ext cx="639132" cy="199104"/>
            </a:xfrm>
            <a:custGeom>
              <a:rect b="b" l="l" r="r" t="t"/>
              <a:pathLst>
                <a:path extrusionOk="0" h="3904" w="12532">
                  <a:moveTo>
                    <a:pt x="221" y="1"/>
                  </a:moveTo>
                  <a:lnTo>
                    <a:pt x="1" y="1281"/>
                  </a:lnTo>
                  <a:lnTo>
                    <a:pt x="912" y="2553"/>
                  </a:lnTo>
                  <a:cubicBezTo>
                    <a:pt x="912" y="2553"/>
                    <a:pt x="3806" y="3903"/>
                    <a:pt x="7510" y="3903"/>
                  </a:cubicBezTo>
                  <a:cubicBezTo>
                    <a:pt x="11212" y="3903"/>
                    <a:pt x="12532" y="1"/>
                    <a:pt x="12532"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8" name="Google Shape;3748;p72"/>
            <p:cNvSpPr/>
            <p:nvPr/>
          </p:nvSpPr>
          <p:spPr>
            <a:xfrm flipH="1">
              <a:off x="4152615" y="1382420"/>
              <a:ext cx="127806" cy="124695"/>
            </a:xfrm>
            <a:custGeom>
              <a:rect b="b" l="l" r="r" t="t"/>
              <a:pathLst>
                <a:path extrusionOk="0" h="2445" w="2506">
                  <a:moveTo>
                    <a:pt x="0" y="1"/>
                  </a:moveTo>
                  <a:lnTo>
                    <a:pt x="1026" y="2399"/>
                  </a:lnTo>
                  <a:cubicBezTo>
                    <a:pt x="1026" y="2399"/>
                    <a:pt x="1219" y="2445"/>
                    <a:pt x="1526" y="2445"/>
                  </a:cubicBezTo>
                  <a:cubicBezTo>
                    <a:pt x="1787" y="2445"/>
                    <a:pt x="2130" y="2412"/>
                    <a:pt x="2506" y="2289"/>
                  </a:cubicBezTo>
                  <a:lnTo>
                    <a:pt x="0" y="1"/>
                  </a:ln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9" name="Google Shape;3749;p72"/>
            <p:cNvSpPr/>
            <p:nvPr/>
          </p:nvSpPr>
          <p:spPr>
            <a:xfrm flipH="1">
              <a:off x="4550415" y="1382420"/>
              <a:ext cx="122247" cy="83385"/>
            </a:xfrm>
            <a:custGeom>
              <a:rect b="b" l="l" r="r" t="t"/>
              <a:pathLst>
                <a:path extrusionOk="0" h="1635" w="2397">
                  <a:moveTo>
                    <a:pt x="1835" y="1"/>
                  </a:moveTo>
                  <a:lnTo>
                    <a:pt x="1" y="1184"/>
                  </a:lnTo>
                  <a:lnTo>
                    <a:pt x="2396" y="1634"/>
                  </a:lnTo>
                  <a:lnTo>
                    <a:pt x="1835" y="1"/>
                  </a:ln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0" name="Google Shape;3750;p72"/>
            <p:cNvSpPr/>
            <p:nvPr/>
          </p:nvSpPr>
          <p:spPr>
            <a:xfrm flipH="1">
              <a:off x="4914045" y="1332185"/>
              <a:ext cx="210936" cy="53703"/>
            </a:xfrm>
            <a:custGeom>
              <a:rect b="b" l="l" r="r" t="t"/>
              <a:pathLst>
                <a:path extrusionOk="0" h="1053" w="4136">
                  <a:moveTo>
                    <a:pt x="20" y="0"/>
                  </a:moveTo>
                  <a:lnTo>
                    <a:pt x="0" y="90"/>
                  </a:lnTo>
                  <a:lnTo>
                    <a:pt x="4116" y="1052"/>
                  </a:lnTo>
                  <a:lnTo>
                    <a:pt x="4136" y="963"/>
                  </a:lnTo>
                  <a:lnTo>
                    <a:pt x="20" y="0"/>
                  </a:ln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51" name="Google Shape;3751;p72"/>
          <p:cNvGrpSpPr/>
          <p:nvPr/>
        </p:nvGrpSpPr>
        <p:grpSpPr>
          <a:xfrm>
            <a:off x="7476204" y="2744774"/>
            <a:ext cx="1358020" cy="1986797"/>
            <a:chOff x="666154" y="2627324"/>
            <a:chExt cx="1358020" cy="1986797"/>
          </a:xfrm>
        </p:grpSpPr>
        <p:sp>
          <p:nvSpPr>
            <p:cNvPr id="3752" name="Google Shape;3752;p72"/>
            <p:cNvSpPr/>
            <p:nvPr/>
          </p:nvSpPr>
          <p:spPr>
            <a:xfrm>
              <a:off x="666154" y="2634322"/>
              <a:ext cx="1091207" cy="1972802"/>
            </a:xfrm>
            <a:custGeom>
              <a:rect b="b" l="l" r="r" t="t"/>
              <a:pathLst>
                <a:path extrusionOk="0" h="30729" w="16997">
                  <a:moveTo>
                    <a:pt x="7492" y="1"/>
                  </a:moveTo>
                  <a:cubicBezTo>
                    <a:pt x="6025" y="1"/>
                    <a:pt x="4827" y="1197"/>
                    <a:pt x="4827" y="2662"/>
                  </a:cubicBezTo>
                  <a:lnTo>
                    <a:pt x="4827" y="20839"/>
                  </a:lnTo>
                  <a:cubicBezTo>
                    <a:pt x="4827" y="21171"/>
                    <a:pt x="4558" y="21445"/>
                    <a:pt x="4221" y="21445"/>
                  </a:cubicBezTo>
                  <a:cubicBezTo>
                    <a:pt x="3889" y="21445"/>
                    <a:pt x="3615" y="21171"/>
                    <a:pt x="3615" y="20839"/>
                  </a:cubicBezTo>
                  <a:lnTo>
                    <a:pt x="3615" y="19379"/>
                  </a:lnTo>
                  <a:cubicBezTo>
                    <a:pt x="3615" y="18382"/>
                    <a:pt x="2808" y="17570"/>
                    <a:pt x="1810" y="17570"/>
                  </a:cubicBezTo>
                  <a:cubicBezTo>
                    <a:pt x="812" y="17570"/>
                    <a:pt x="0" y="18382"/>
                    <a:pt x="0" y="19379"/>
                  </a:cubicBezTo>
                  <a:lnTo>
                    <a:pt x="0" y="21445"/>
                  </a:lnTo>
                  <a:lnTo>
                    <a:pt x="0" y="22242"/>
                  </a:lnTo>
                  <a:cubicBezTo>
                    <a:pt x="0" y="23796"/>
                    <a:pt x="1264" y="25059"/>
                    <a:pt x="2817" y="25059"/>
                  </a:cubicBezTo>
                  <a:lnTo>
                    <a:pt x="4827" y="25059"/>
                  </a:lnTo>
                  <a:lnTo>
                    <a:pt x="4827" y="30728"/>
                  </a:lnTo>
                  <a:lnTo>
                    <a:pt x="10146" y="30728"/>
                  </a:lnTo>
                  <a:lnTo>
                    <a:pt x="10146" y="18477"/>
                  </a:lnTo>
                  <a:lnTo>
                    <a:pt x="13214" y="18477"/>
                  </a:lnTo>
                  <a:cubicBezTo>
                    <a:pt x="15301" y="18477"/>
                    <a:pt x="16996" y="16782"/>
                    <a:pt x="16996" y="14695"/>
                  </a:cubicBezTo>
                  <a:lnTo>
                    <a:pt x="16996" y="13624"/>
                  </a:lnTo>
                  <a:lnTo>
                    <a:pt x="16996" y="10852"/>
                  </a:lnTo>
                  <a:cubicBezTo>
                    <a:pt x="16996" y="9512"/>
                    <a:pt x="15911" y="8428"/>
                    <a:pt x="14571" y="8428"/>
                  </a:cubicBezTo>
                  <a:cubicBezTo>
                    <a:pt x="13231" y="8428"/>
                    <a:pt x="12142" y="9512"/>
                    <a:pt x="12142" y="10852"/>
                  </a:cubicBezTo>
                  <a:lnTo>
                    <a:pt x="12142" y="12625"/>
                  </a:lnTo>
                  <a:cubicBezTo>
                    <a:pt x="12142" y="13176"/>
                    <a:pt x="11696" y="13624"/>
                    <a:pt x="11144" y="13624"/>
                  </a:cubicBezTo>
                  <a:cubicBezTo>
                    <a:pt x="10593" y="13624"/>
                    <a:pt x="10146" y="13176"/>
                    <a:pt x="10146" y="12625"/>
                  </a:cubicBezTo>
                  <a:lnTo>
                    <a:pt x="10146" y="2698"/>
                  </a:lnTo>
                  <a:cubicBezTo>
                    <a:pt x="10146" y="1236"/>
                    <a:pt x="8984" y="23"/>
                    <a:pt x="7526" y="1"/>
                  </a:cubicBezTo>
                  <a:cubicBezTo>
                    <a:pt x="7514" y="1"/>
                    <a:pt x="7503" y="1"/>
                    <a:pt x="7492"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3" name="Google Shape;3753;p72"/>
            <p:cNvSpPr/>
            <p:nvPr/>
          </p:nvSpPr>
          <p:spPr>
            <a:xfrm>
              <a:off x="1033376" y="2629378"/>
              <a:ext cx="93732" cy="1984743"/>
            </a:xfrm>
            <a:custGeom>
              <a:rect b="b" l="l" r="r" t="t"/>
              <a:pathLst>
                <a:path extrusionOk="0" h="30915" w="1460">
                  <a:moveTo>
                    <a:pt x="1344" y="0"/>
                  </a:moveTo>
                  <a:cubicBezTo>
                    <a:pt x="1300" y="0"/>
                    <a:pt x="1140" y="8"/>
                    <a:pt x="948" y="192"/>
                  </a:cubicBezTo>
                  <a:cubicBezTo>
                    <a:pt x="515" y="588"/>
                    <a:pt x="1" y="1741"/>
                    <a:pt x="1" y="4940"/>
                  </a:cubicBezTo>
                  <a:lnTo>
                    <a:pt x="1" y="30805"/>
                  </a:lnTo>
                  <a:cubicBezTo>
                    <a:pt x="1" y="30864"/>
                    <a:pt x="50" y="30914"/>
                    <a:pt x="115" y="30914"/>
                  </a:cubicBezTo>
                  <a:cubicBezTo>
                    <a:pt x="178" y="30914"/>
                    <a:pt x="228" y="30864"/>
                    <a:pt x="228" y="30805"/>
                  </a:cubicBezTo>
                  <a:lnTo>
                    <a:pt x="228" y="4940"/>
                  </a:lnTo>
                  <a:cubicBezTo>
                    <a:pt x="228" y="1709"/>
                    <a:pt x="761" y="693"/>
                    <a:pt x="1081" y="373"/>
                  </a:cubicBezTo>
                  <a:cubicBezTo>
                    <a:pt x="1226" y="232"/>
                    <a:pt x="1331" y="228"/>
                    <a:pt x="1341" y="228"/>
                  </a:cubicBezTo>
                  <a:cubicBezTo>
                    <a:pt x="1345" y="228"/>
                    <a:pt x="1349" y="229"/>
                    <a:pt x="1353" y="229"/>
                  </a:cubicBezTo>
                  <a:cubicBezTo>
                    <a:pt x="1407" y="229"/>
                    <a:pt x="1451" y="178"/>
                    <a:pt x="1455" y="123"/>
                  </a:cubicBezTo>
                  <a:cubicBezTo>
                    <a:pt x="1459" y="59"/>
                    <a:pt x="1413" y="5"/>
                    <a:pt x="1354" y="0"/>
                  </a:cubicBezTo>
                  <a:cubicBezTo>
                    <a:pt x="1352" y="0"/>
                    <a:pt x="1349" y="0"/>
                    <a:pt x="1344" y="0"/>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4" name="Google Shape;3754;p72"/>
            <p:cNvSpPr/>
            <p:nvPr/>
          </p:nvSpPr>
          <p:spPr>
            <a:xfrm>
              <a:off x="1165948" y="2629378"/>
              <a:ext cx="84872" cy="1984743"/>
            </a:xfrm>
            <a:custGeom>
              <a:rect b="b" l="l" r="r" t="t"/>
              <a:pathLst>
                <a:path extrusionOk="0" h="30915" w="1322">
                  <a:moveTo>
                    <a:pt x="123" y="1"/>
                  </a:moveTo>
                  <a:cubicBezTo>
                    <a:pt x="88" y="1"/>
                    <a:pt x="54" y="16"/>
                    <a:pt x="32" y="45"/>
                  </a:cubicBezTo>
                  <a:cubicBezTo>
                    <a:pt x="0" y="95"/>
                    <a:pt x="9" y="169"/>
                    <a:pt x="59" y="205"/>
                  </a:cubicBezTo>
                  <a:cubicBezTo>
                    <a:pt x="69" y="215"/>
                    <a:pt x="1094" y="975"/>
                    <a:pt x="1094" y="3259"/>
                  </a:cubicBezTo>
                  <a:lnTo>
                    <a:pt x="1094" y="30805"/>
                  </a:lnTo>
                  <a:cubicBezTo>
                    <a:pt x="1094" y="30864"/>
                    <a:pt x="1144" y="30914"/>
                    <a:pt x="1208" y="30914"/>
                  </a:cubicBezTo>
                  <a:cubicBezTo>
                    <a:pt x="1267" y="30914"/>
                    <a:pt x="1321" y="30864"/>
                    <a:pt x="1321" y="30805"/>
                  </a:cubicBezTo>
                  <a:lnTo>
                    <a:pt x="1321" y="3259"/>
                  </a:lnTo>
                  <a:cubicBezTo>
                    <a:pt x="1321" y="848"/>
                    <a:pt x="237" y="55"/>
                    <a:pt x="191" y="23"/>
                  </a:cubicBezTo>
                  <a:cubicBezTo>
                    <a:pt x="171" y="8"/>
                    <a:pt x="147" y="1"/>
                    <a:pt x="123" y="1"/>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5" name="Google Shape;3755;p72"/>
            <p:cNvSpPr/>
            <p:nvPr/>
          </p:nvSpPr>
          <p:spPr>
            <a:xfrm>
              <a:off x="1141873" y="2627324"/>
              <a:ext cx="14766" cy="1986797"/>
            </a:xfrm>
            <a:custGeom>
              <a:rect b="b" l="l" r="r" t="t"/>
              <a:pathLst>
                <a:path extrusionOk="0" h="30947" w="230">
                  <a:moveTo>
                    <a:pt x="116" y="1"/>
                  </a:moveTo>
                  <a:cubicBezTo>
                    <a:pt x="51" y="1"/>
                    <a:pt x="1" y="50"/>
                    <a:pt x="1" y="110"/>
                  </a:cubicBezTo>
                  <a:lnTo>
                    <a:pt x="1" y="30837"/>
                  </a:lnTo>
                  <a:cubicBezTo>
                    <a:pt x="1" y="30896"/>
                    <a:pt x="51" y="30946"/>
                    <a:pt x="116" y="30946"/>
                  </a:cubicBezTo>
                  <a:cubicBezTo>
                    <a:pt x="175" y="30946"/>
                    <a:pt x="230" y="30896"/>
                    <a:pt x="230" y="30837"/>
                  </a:cubicBezTo>
                  <a:lnTo>
                    <a:pt x="230" y="110"/>
                  </a:lnTo>
                  <a:cubicBezTo>
                    <a:pt x="230" y="50"/>
                    <a:pt x="175" y="1"/>
                    <a:pt x="116" y="1"/>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6" name="Google Shape;3756;p72"/>
            <p:cNvSpPr/>
            <p:nvPr/>
          </p:nvSpPr>
          <p:spPr>
            <a:xfrm>
              <a:off x="1374533" y="3501600"/>
              <a:ext cx="14381" cy="326264"/>
            </a:xfrm>
            <a:custGeom>
              <a:rect b="b" l="l" r="r" t="t"/>
              <a:pathLst>
                <a:path extrusionOk="0" h="5082" w="224">
                  <a:moveTo>
                    <a:pt x="110" y="1"/>
                  </a:moveTo>
                  <a:cubicBezTo>
                    <a:pt x="51" y="1"/>
                    <a:pt x="1" y="56"/>
                    <a:pt x="1" y="115"/>
                  </a:cubicBezTo>
                  <a:lnTo>
                    <a:pt x="1" y="4968"/>
                  </a:lnTo>
                  <a:cubicBezTo>
                    <a:pt x="1" y="5027"/>
                    <a:pt x="51" y="5082"/>
                    <a:pt x="110" y="5082"/>
                  </a:cubicBezTo>
                  <a:cubicBezTo>
                    <a:pt x="174" y="5082"/>
                    <a:pt x="224" y="5027"/>
                    <a:pt x="224" y="4968"/>
                  </a:cubicBezTo>
                  <a:lnTo>
                    <a:pt x="224" y="115"/>
                  </a:lnTo>
                  <a:cubicBezTo>
                    <a:pt x="224" y="56"/>
                    <a:pt x="174" y="1"/>
                    <a:pt x="110" y="1"/>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7" name="Google Shape;3757;p72"/>
            <p:cNvSpPr/>
            <p:nvPr/>
          </p:nvSpPr>
          <p:spPr>
            <a:xfrm>
              <a:off x="1511214" y="3170521"/>
              <a:ext cx="70556" cy="656830"/>
            </a:xfrm>
            <a:custGeom>
              <a:rect b="b" l="l" r="r" t="t"/>
              <a:pathLst>
                <a:path extrusionOk="0" h="10231" w="1099">
                  <a:moveTo>
                    <a:pt x="971" y="0"/>
                  </a:moveTo>
                  <a:cubicBezTo>
                    <a:pt x="951" y="0"/>
                    <a:pt x="930" y="6"/>
                    <a:pt x="912" y="17"/>
                  </a:cubicBezTo>
                  <a:cubicBezTo>
                    <a:pt x="0" y="564"/>
                    <a:pt x="146" y="1620"/>
                    <a:pt x="150" y="1652"/>
                  </a:cubicBezTo>
                  <a:lnTo>
                    <a:pt x="150" y="10116"/>
                  </a:lnTo>
                  <a:cubicBezTo>
                    <a:pt x="150" y="10180"/>
                    <a:pt x="201" y="10230"/>
                    <a:pt x="264" y="10230"/>
                  </a:cubicBezTo>
                  <a:cubicBezTo>
                    <a:pt x="329" y="10230"/>
                    <a:pt x="379" y="10180"/>
                    <a:pt x="379" y="10116"/>
                  </a:cubicBezTo>
                  <a:lnTo>
                    <a:pt x="373" y="1635"/>
                  </a:lnTo>
                  <a:cubicBezTo>
                    <a:pt x="373" y="1625"/>
                    <a:pt x="247" y="682"/>
                    <a:pt x="1030" y="213"/>
                  </a:cubicBezTo>
                  <a:cubicBezTo>
                    <a:pt x="1080" y="181"/>
                    <a:pt x="1099" y="108"/>
                    <a:pt x="1067" y="53"/>
                  </a:cubicBezTo>
                  <a:cubicBezTo>
                    <a:pt x="1046" y="20"/>
                    <a:pt x="1009" y="0"/>
                    <a:pt x="971" y="0"/>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8" name="Google Shape;3758;p72"/>
            <p:cNvSpPr/>
            <p:nvPr/>
          </p:nvSpPr>
          <p:spPr>
            <a:xfrm>
              <a:off x="1610082" y="3170392"/>
              <a:ext cx="14381" cy="634681"/>
            </a:xfrm>
            <a:custGeom>
              <a:rect b="b" l="l" r="r" t="t"/>
              <a:pathLst>
                <a:path extrusionOk="0" h="9886" w="224">
                  <a:moveTo>
                    <a:pt x="114" y="0"/>
                  </a:moveTo>
                  <a:cubicBezTo>
                    <a:pt x="51" y="0"/>
                    <a:pt x="1" y="55"/>
                    <a:pt x="1" y="114"/>
                  </a:cubicBezTo>
                  <a:lnTo>
                    <a:pt x="1" y="9772"/>
                  </a:lnTo>
                  <a:cubicBezTo>
                    <a:pt x="1" y="9831"/>
                    <a:pt x="51" y="9885"/>
                    <a:pt x="114" y="9885"/>
                  </a:cubicBezTo>
                  <a:cubicBezTo>
                    <a:pt x="173" y="9885"/>
                    <a:pt x="224" y="9831"/>
                    <a:pt x="224" y="9772"/>
                  </a:cubicBezTo>
                  <a:lnTo>
                    <a:pt x="224" y="114"/>
                  </a:lnTo>
                  <a:cubicBezTo>
                    <a:pt x="224" y="55"/>
                    <a:pt x="173" y="0"/>
                    <a:pt x="114" y="0"/>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9" name="Google Shape;3759;p72"/>
            <p:cNvSpPr/>
            <p:nvPr/>
          </p:nvSpPr>
          <p:spPr>
            <a:xfrm>
              <a:off x="1265715" y="3927311"/>
              <a:ext cx="574975" cy="679814"/>
            </a:xfrm>
            <a:custGeom>
              <a:rect b="b" l="l" r="r" t="t"/>
              <a:pathLst>
                <a:path extrusionOk="0" h="10589" w="8956">
                  <a:moveTo>
                    <a:pt x="8742" y="1"/>
                  </a:moveTo>
                  <a:cubicBezTo>
                    <a:pt x="5611" y="379"/>
                    <a:pt x="3400" y="2375"/>
                    <a:pt x="3400" y="2375"/>
                  </a:cubicBezTo>
                  <a:lnTo>
                    <a:pt x="3400" y="5074"/>
                  </a:lnTo>
                  <a:lnTo>
                    <a:pt x="2156" y="3400"/>
                  </a:lnTo>
                  <a:cubicBezTo>
                    <a:pt x="0" y="6099"/>
                    <a:pt x="434" y="10588"/>
                    <a:pt x="434" y="10588"/>
                  </a:cubicBezTo>
                  <a:cubicBezTo>
                    <a:pt x="1618" y="10165"/>
                    <a:pt x="5287" y="8474"/>
                    <a:pt x="7123" y="5720"/>
                  </a:cubicBezTo>
                  <a:cubicBezTo>
                    <a:pt x="8956" y="2968"/>
                    <a:pt x="8742" y="1"/>
                    <a:pt x="8742"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0" name="Google Shape;3760;p72"/>
            <p:cNvSpPr/>
            <p:nvPr/>
          </p:nvSpPr>
          <p:spPr>
            <a:xfrm>
              <a:off x="1293513" y="4300699"/>
              <a:ext cx="730660" cy="306427"/>
            </a:xfrm>
            <a:custGeom>
              <a:rect b="b" l="l" r="r" t="t"/>
              <a:pathLst>
                <a:path extrusionOk="0" h="4773" w="11381">
                  <a:moveTo>
                    <a:pt x="7385" y="0"/>
                  </a:moveTo>
                  <a:cubicBezTo>
                    <a:pt x="6822" y="0"/>
                    <a:pt x="6211" y="74"/>
                    <a:pt x="5561" y="256"/>
                  </a:cubicBezTo>
                  <a:cubicBezTo>
                    <a:pt x="2083" y="1227"/>
                    <a:pt x="1" y="4772"/>
                    <a:pt x="1" y="4772"/>
                  </a:cubicBezTo>
                  <a:cubicBezTo>
                    <a:pt x="2247" y="4772"/>
                    <a:pt x="11381" y="1395"/>
                    <a:pt x="11381" y="1395"/>
                  </a:cubicBezTo>
                  <a:cubicBezTo>
                    <a:pt x="11381" y="1395"/>
                    <a:pt x="9835" y="0"/>
                    <a:pt x="7385" y="0"/>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1" name="Google Shape;3761;p72"/>
            <p:cNvSpPr/>
            <p:nvPr/>
          </p:nvSpPr>
          <p:spPr>
            <a:xfrm>
              <a:off x="1288506" y="3923844"/>
              <a:ext cx="543132" cy="686747"/>
            </a:xfrm>
            <a:custGeom>
              <a:rect b="b" l="l" r="r" t="t"/>
              <a:pathLst>
                <a:path extrusionOk="0" h="10697" w="8460">
                  <a:moveTo>
                    <a:pt x="8310" y="0"/>
                  </a:moveTo>
                  <a:lnTo>
                    <a:pt x="1" y="10583"/>
                  </a:lnTo>
                  <a:lnTo>
                    <a:pt x="151" y="10697"/>
                  </a:lnTo>
                  <a:lnTo>
                    <a:pt x="8460" y="114"/>
                  </a:lnTo>
                  <a:lnTo>
                    <a:pt x="8310"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2" name="Google Shape;3762;p72"/>
            <p:cNvSpPr/>
            <p:nvPr/>
          </p:nvSpPr>
          <p:spPr>
            <a:xfrm>
              <a:off x="1636147" y="4164081"/>
              <a:ext cx="149843" cy="12326"/>
            </a:xfrm>
            <a:custGeom>
              <a:rect b="b" l="l" r="r" t="t"/>
              <a:pathLst>
                <a:path extrusionOk="0" h="192" w="2334">
                  <a:moveTo>
                    <a:pt x="0" y="0"/>
                  </a:moveTo>
                  <a:lnTo>
                    <a:pt x="0" y="192"/>
                  </a:lnTo>
                  <a:lnTo>
                    <a:pt x="2334" y="192"/>
                  </a:lnTo>
                  <a:lnTo>
                    <a:pt x="2334"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3" name="Google Shape;3763;p72"/>
            <p:cNvSpPr/>
            <p:nvPr/>
          </p:nvSpPr>
          <p:spPr>
            <a:xfrm>
              <a:off x="1330107" y="4275211"/>
              <a:ext cx="129620" cy="129684"/>
            </a:xfrm>
            <a:custGeom>
              <a:rect b="b" l="l" r="r" t="t"/>
              <a:pathLst>
                <a:path extrusionOk="0" h="2020" w="2019">
                  <a:moveTo>
                    <a:pt x="137" y="1"/>
                  </a:moveTo>
                  <a:lnTo>
                    <a:pt x="0" y="133"/>
                  </a:lnTo>
                  <a:lnTo>
                    <a:pt x="1887" y="2020"/>
                  </a:lnTo>
                  <a:lnTo>
                    <a:pt x="2019" y="1883"/>
                  </a:lnTo>
                  <a:lnTo>
                    <a:pt x="137"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64" name="Google Shape;3764;p72"/>
          <p:cNvSpPr/>
          <p:nvPr/>
        </p:nvSpPr>
        <p:spPr>
          <a:xfrm flipH="1">
            <a:off x="7152875" y="4645625"/>
            <a:ext cx="1609800" cy="218400"/>
          </a:xfrm>
          <a:prstGeom prst="ellipse">
            <a:avLst/>
          </a:prstGeom>
          <a:solidFill>
            <a:srgbClr val="21204D">
              <a:alpha val="21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5" name="Google Shape;3765;p72"/>
          <p:cNvSpPr txBox="1"/>
          <p:nvPr>
            <p:ph type="ctrTitle"/>
          </p:nvPr>
        </p:nvSpPr>
        <p:spPr>
          <a:xfrm flipH="1">
            <a:off x="1606425" y="1201600"/>
            <a:ext cx="2304900" cy="572400"/>
          </a:xfrm>
          <a:prstGeom prst="rect">
            <a:avLst/>
          </a:prstGeom>
        </p:spPr>
        <p:txBody>
          <a:bodyPr anchorCtr="0" anchor="b" bIns="34275" lIns="68575" spcFirstLastPara="1" rIns="68575" wrap="square" tIns="34275">
            <a:noAutofit/>
          </a:bodyPr>
          <a:lstStyle/>
          <a:p>
            <a:pPr indent="0" lvl="0" marL="0" rtl="0" algn="r">
              <a:spcBef>
                <a:spcPts val="0"/>
              </a:spcBef>
              <a:spcAft>
                <a:spcPts val="0"/>
              </a:spcAft>
              <a:buNone/>
            </a:pPr>
            <a:r>
              <a:rPr lang="en" sz="2400">
                <a:solidFill>
                  <a:srgbClr val="FFFFFF"/>
                </a:solidFill>
              </a:rPr>
              <a:t>GLASS INTERFACES</a:t>
            </a:r>
            <a:endParaRPr sz="2400">
              <a:solidFill>
                <a:srgbClr val="FFFFFF"/>
              </a:solidFill>
            </a:endParaRPr>
          </a:p>
        </p:txBody>
      </p:sp>
      <p:sp>
        <p:nvSpPr>
          <p:cNvPr id="3766" name="Google Shape;3766;p72"/>
          <p:cNvSpPr txBox="1"/>
          <p:nvPr>
            <p:ph type="ctrTitle"/>
          </p:nvPr>
        </p:nvSpPr>
        <p:spPr>
          <a:xfrm flipH="1">
            <a:off x="4420175" y="194325"/>
            <a:ext cx="4342500" cy="49494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t/>
            </a:r>
            <a:endParaRPr sz="2000">
              <a:latin typeface="Abel"/>
              <a:ea typeface="Abel"/>
              <a:cs typeface="Abel"/>
              <a:sym typeface="Abel"/>
            </a:endParaRPr>
          </a:p>
          <a:p>
            <a:pPr indent="0" lvl="0" marL="0" rtl="0" algn="l">
              <a:spcBef>
                <a:spcPts val="0"/>
              </a:spcBef>
              <a:spcAft>
                <a:spcPts val="0"/>
              </a:spcAft>
              <a:buNone/>
            </a:pPr>
            <a:r>
              <a:t/>
            </a:r>
            <a:endParaRPr sz="2000">
              <a:latin typeface="Abel"/>
              <a:ea typeface="Abel"/>
              <a:cs typeface="Abel"/>
              <a:sym typeface="Abel"/>
            </a:endParaRPr>
          </a:p>
          <a:p>
            <a:pPr indent="0" lvl="0" marL="0" rtl="0" algn="l">
              <a:spcBef>
                <a:spcPts val="0"/>
              </a:spcBef>
              <a:spcAft>
                <a:spcPts val="0"/>
              </a:spcAft>
              <a:buNone/>
            </a:pPr>
            <a:r>
              <a:t/>
            </a:r>
            <a:endParaRPr sz="2000">
              <a:latin typeface="Abel"/>
              <a:ea typeface="Abel"/>
              <a:cs typeface="Abel"/>
              <a:sym typeface="Abel"/>
            </a:endParaRPr>
          </a:p>
          <a:p>
            <a:pPr indent="0" lvl="0" marL="0" rtl="0" algn="l">
              <a:spcBef>
                <a:spcPts val="0"/>
              </a:spcBef>
              <a:spcAft>
                <a:spcPts val="0"/>
              </a:spcAft>
              <a:buNone/>
            </a:pPr>
            <a:r>
              <a:rPr lang="en" sz="2000">
                <a:latin typeface="Abel"/>
                <a:ea typeface="Abel"/>
                <a:cs typeface="Abel"/>
                <a:sym typeface="Abel"/>
              </a:rPr>
              <a:t>• industrial interface:</a:t>
            </a:r>
            <a:endParaRPr sz="2000">
              <a:latin typeface="Abel"/>
              <a:ea typeface="Abel"/>
              <a:cs typeface="Abel"/>
              <a:sym typeface="Abel"/>
            </a:endParaRPr>
          </a:p>
          <a:p>
            <a:pPr indent="0" lvl="0" marL="0" rtl="0" algn="l">
              <a:spcBef>
                <a:spcPts val="0"/>
              </a:spcBef>
              <a:spcAft>
                <a:spcPts val="0"/>
              </a:spcAft>
              <a:buNone/>
            </a:pPr>
            <a:r>
              <a:rPr lang="en" sz="2000">
                <a:latin typeface="Abel"/>
                <a:ea typeface="Abel"/>
                <a:cs typeface="Abel"/>
                <a:sym typeface="Abel"/>
              </a:rPr>
              <a:t>– traditional … dials and knobs</a:t>
            </a:r>
            <a:endParaRPr sz="2000">
              <a:latin typeface="Abel"/>
              <a:ea typeface="Abel"/>
              <a:cs typeface="Abel"/>
              <a:sym typeface="Abel"/>
            </a:endParaRPr>
          </a:p>
          <a:p>
            <a:pPr indent="0" lvl="0" marL="0" rtl="0" algn="l">
              <a:spcBef>
                <a:spcPts val="0"/>
              </a:spcBef>
              <a:spcAft>
                <a:spcPts val="0"/>
              </a:spcAft>
              <a:buNone/>
            </a:pPr>
            <a:r>
              <a:rPr lang="en" sz="2000">
                <a:latin typeface="Abel"/>
                <a:ea typeface="Abel"/>
                <a:cs typeface="Abel"/>
                <a:sym typeface="Abel"/>
              </a:rPr>
              <a:t>– now … screens and keypads</a:t>
            </a:r>
            <a:endParaRPr sz="2000">
              <a:latin typeface="Abel"/>
              <a:ea typeface="Abel"/>
              <a:cs typeface="Abel"/>
              <a:sym typeface="Abel"/>
            </a:endParaRPr>
          </a:p>
          <a:p>
            <a:pPr indent="0" lvl="0" marL="0" rtl="0" algn="l">
              <a:spcBef>
                <a:spcPts val="0"/>
              </a:spcBef>
              <a:spcAft>
                <a:spcPts val="0"/>
              </a:spcAft>
              <a:buNone/>
            </a:pPr>
            <a:r>
              <a:rPr lang="en" sz="2000">
                <a:latin typeface="Abel"/>
                <a:ea typeface="Abel"/>
                <a:cs typeface="Abel"/>
                <a:sym typeface="Abel"/>
              </a:rPr>
              <a:t>• glass interface</a:t>
            </a:r>
            <a:endParaRPr sz="2000">
              <a:latin typeface="Abel"/>
              <a:ea typeface="Abel"/>
              <a:cs typeface="Abel"/>
              <a:sym typeface="Abel"/>
            </a:endParaRPr>
          </a:p>
          <a:p>
            <a:pPr indent="0" lvl="0" marL="0" rtl="0" algn="l">
              <a:spcBef>
                <a:spcPts val="0"/>
              </a:spcBef>
              <a:spcAft>
                <a:spcPts val="0"/>
              </a:spcAft>
              <a:buNone/>
            </a:pPr>
            <a:r>
              <a:t/>
            </a:r>
            <a:endParaRPr sz="2000">
              <a:latin typeface="Abel"/>
              <a:ea typeface="Abel"/>
              <a:cs typeface="Abel"/>
              <a:sym typeface="Abe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0" name="Shape 3770"/>
        <p:cNvGrpSpPr/>
        <p:nvPr/>
      </p:nvGrpSpPr>
      <p:grpSpPr>
        <a:xfrm>
          <a:off x="0" y="0"/>
          <a:ext cx="0" cy="0"/>
          <a:chOff x="0" y="0"/>
          <a:chExt cx="0" cy="0"/>
        </a:xfrm>
      </p:grpSpPr>
      <p:sp>
        <p:nvSpPr>
          <p:cNvPr id="3771" name="Google Shape;3771;p73"/>
          <p:cNvSpPr/>
          <p:nvPr/>
        </p:nvSpPr>
        <p:spPr>
          <a:xfrm>
            <a:off x="3313731" y="3810873"/>
            <a:ext cx="51" cy="51"/>
          </a:xfrm>
          <a:custGeom>
            <a:rect b="b" l="l" r="r" t="t"/>
            <a:pathLst>
              <a:path extrusionOk="0" h="1" w="1">
                <a:moveTo>
                  <a:pt x="0" y="0"/>
                </a:moveTo>
                <a:lnTo>
                  <a:pt x="0" y="0"/>
                </a:lnTo>
                <a:close/>
              </a:path>
            </a:pathLst>
          </a:custGeom>
          <a:solidFill>
            <a:srgbClr val="E0C3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72" name="Google Shape;3772;p73"/>
          <p:cNvGrpSpPr/>
          <p:nvPr/>
        </p:nvGrpSpPr>
        <p:grpSpPr>
          <a:xfrm>
            <a:off x="393442" y="405333"/>
            <a:ext cx="820217" cy="345687"/>
            <a:chOff x="3951216" y="1181633"/>
            <a:chExt cx="1192176" cy="502452"/>
          </a:xfrm>
        </p:grpSpPr>
        <p:sp>
          <p:nvSpPr>
            <p:cNvPr id="3773" name="Google Shape;3773;p73"/>
            <p:cNvSpPr/>
            <p:nvPr/>
          </p:nvSpPr>
          <p:spPr>
            <a:xfrm flipH="1">
              <a:off x="4701069" y="1181633"/>
              <a:ext cx="442323" cy="483735"/>
            </a:xfrm>
            <a:custGeom>
              <a:rect b="b" l="l" r="r" t="t"/>
              <a:pathLst>
                <a:path extrusionOk="0" h="9485" w="8673">
                  <a:moveTo>
                    <a:pt x="4482" y="1"/>
                  </a:moveTo>
                  <a:cubicBezTo>
                    <a:pt x="4467" y="1"/>
                    <a:pt x="4451" y="4"/>
                    <a:pt x="4437" y="12"/>
                  </a:cubicBezTo>
                  <a:lnTo>
                    <a:pt x="53" y="2738"/>
                  </a:lnTo>
                  <a:cubicBezTo>
                    <a:pt x="10" y="2762"/>
                    <a:pt x="0" y="2815"/>
                    <a:pt x="24" y="2859"/>
                  </a:cubicBezTo>
                  <a:lnTo>
                    <a:pt x="4116" y="9443"/>
                  </a:lnTo>
                  <a:cubicBezTo>
                    <a:pt x="4131" y="9470"/>
                    <a:pt x="4161" y="9485"/>
                    <a:pt x="4190" y="9485"/>
                  </a:cubicBezTo>
                  <a:cubicBezTo>
                    <a:pt x="4205" y="9485"/>
                    <a:pt x="4220" y="9481"/>
                    <a:pt x="4233" y="9473"/>
                  </a:cubicBezTo>
                  <a:lnTo>
                    <a:pt x="8620" y="6747"/>
                  </a:lnTo>
                  <a:cubicBezTo>
                    <a:pt x="8663" y="6721"/>
                    <a:pt x="8673" y="6667"/>
                    <a:pt x="8649" y="6627"/>
                  </a:cubicBezTo>
                  <a:lnTo>
                    <a:pt x="4557" y="42"/>
                  </a:lnTo>
                  <a:cubicBezTo>
                    <a:pt x="4541" y="15"/>
                    <a:pt x="4513" y="1"/>
                    <a:pt x="4482" y="1"/>
                  </a:cubicBezTo>
                  <a:close/>
                </a:path>
              </a:pathLst>
            </a:custGeom>
            <a:solidFill>
              <a:srgbClr val="D6D6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4" name="Google Shape;3774;p73"/>
            <p:cNvSpPr/>
            <p:nvPr/>
          </p:nvSpPr>
          <p:spPr>
            <a:xfrm flipH="1">
              <a:off x="4701222" y="1198922"/>
              <a:ext cx="262089" cy="352104"/>
            </a:xfrm>
            <a:custGeom>
              <a:rect b="b" l="l" r="r" t="t"/>
              <a:pathLst>
                <a:path extrusionOk="0" h="6904" w="5139">
                  <a:moveTo>
                    <a:pt x="665" y="0"/>
                  </a:moveTo>
                  <a:cubicBezTo>
                    <a:pt x="498" y="0"/>
                    <a:pt x="310" y="46"/>
                    <a:pt x="110" y="171"/>
                  </a:cubicBezTo>
                  <a:lnTo>
                    <a:pt x="7" y="4474"/>
                  </a:lnTo>
                  <a:cubicBezTo>
                    <a:pt x="0" y="4734"/>
                    <a:pt x="150" y="4979"/>
                    <a:pt x="388" y="5089"/>
                  </a:cubicBezTo>
                  <a:lnTo>
                    <a:pt x="4293" y="6903"/>
                  </a:lnTo>
                  <a:cubicBezTo>
                    <a:pt x="4293" y="6903"/>
                    <a:pt x="5138" y="6322"/>
                    <a:pt x="4620" y="5490"/>
                  </a:cubicBezTo>
                  <a:cubicBezTo>
                    <a:pt x="4106" y="4658"/>
                    <a:pt x="1420" y="335"/>
                    <a:pt x="1420" y="335"/>
                  </a:cubicBezTo>
                  <a:cubicBezTo>
                    <a:pt x="1420" y="335"/>
                    <a:pt x="1117" y="0"/>
                    <a:pt x="665" y="0"/>
                  </a:cubicBez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5" name="Google Shape;3775;p73"/>
            <p:cNvSpPr/>
            <p:nvPr/>
          </p:nvSpPr>
          <p:spPr>
            <a:xfrm flipH="1">
              <a:off x="4879263" y="1436072"/>
              <a:ext cx="53550" cy="211191"/>
            </a:xfrm>
            <a:custGeom>
              <a:rect b="b" l="l" r="r" t="t"/>
              <a:pathLst>
                <a:path extrusionOk="0" h="4141" w="1050">
                  <a:moveTo>
                    <a:pt x="963" y="1"/>
                  </a:moveTo>
                  <a:lnTo>
                    <a:pt x="1" y="4117"/>
                  </a:lnTo>
                  <a:lnTo>
                    <a:pt x="87" y="4141"/>
                  </a:lnTo>
                  <a:lnTo>
                    <a:pt x="1049" y="24"/>
                  </a:lnTo>
                  <a:lnTo>
                    <a:pt x="963" y="1"/>
                  </a:ln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6" name="Google Shape;3776;p73"/>
            <p:cNvSpPr/>
            <p:nvPr/>
          </p:nvSpPr>
          <p:spPr>
            <a:xfrm flipH="1">
              <a:off x="4773999" y="1318058"/>
              <a:ext cx="45339" cy="38862"/>
            </a:xfrm>
            <a:custGeom>
              <a:rect b="b" l="l" r="r" t="t"/>
              <a:pathLst>
                <a:path extrusionOk="0" h="762" w="889">
                  <a:moveTo>
                    <a:pt x="772" y="0"/>
                  </a:moveTo>
                  <a:lnTo>
                    <a:pt x="1" y="762"/>
                  </a:lnTo>
                  <a:lnTo>
                    <a:pt x="889" y="762"/>
                  </a:lnTo>
                  <a:lnTo>
                    <a:pt x="772" y="0"/>
                  </a:lnTo>
                  <a:close/>
                </a:path>
              </a:pathLst>
            </a:custGeom>
            <a:solidFill>
              <a:srgbClr val="E0C3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7" name="Google Shape;3777;p73"/>
            <p:cNvSpPr/>
            <p:nvPr/>
          </p:nvSpPr>
          <p:spPr>
            <a:xfrm flipH="1">
              <a:off x="4564083" y="1225646"/>
              <a:ext cx="217107" cy="217158"/>
            </a:xfrm>
            <a:custGeom>
              <a:rect b="b" l="l" r="r" t="t"/>
              <a:pathLst>
                <a:path extrusionOk="0" h="4258" w="4257">
                  <a:moveTo>
                    <a:pt x="2129" y="1"/>
                  </a:moveTo>
                  <a:cubicBezTo>
                    <a:pt x="956" y="1"/>
                    <a:pt x="1" y="957"/>
                    <a:pt x="1" y="2130"/>
                  </a:cubicBezTo>
                  <a:cubicBezTo>
                    <a:pt x="1" y="3299"/>
                    <a:pt x="956" y="4258"/>
                    <a:pt x="2129" y="4258"/>
                  </a:cubicBezTo>
                  <a:cubicBezTo>
                    <a:pt x="3298" y="4258"/>
                    <a:pt x="4257" y="3299"/>
                    <a:pt x="4257" y="2130"/>
                  </a:cubicBezTo>
                  <a:cubicBezTo>
                    <a:pt x="4257" y="957"/>
                    <a:pt x="3298" y="1"/>
                    <a:pt x="2129"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8" name="Google Shape;3778;p73"/>
            <p:cNvSpPr/>
            <p:nvPr/>
          </p:nvSpPr>
          <p:spPr>
            <a:xfrm flipH="1">
              <a:off x="4642113" y="1263845"/>
              <a:ext cx="84354" cy="84354"/>
            </a:xfrm>
            <a:custGeom>
              <a:rect b="b" l="l" r="r" t="t"/>
              <a:pathLst>
                <a:path extrusionOk="0" h="1654" w="1654">
                  <a:moveTo>
                    <a:pt x="829" y="1"/>
                  </a:moveTo>
                  <a:cubicBezTo>
                    <a:pt x="371" y="1"/>
                    <a:pt x="0" y="371"/>
                    <a:pt x="0" y="829"/>
                  </a:cubicBezTo>
                  <a:cubicBezTo>
                    <a:pt x="0" y="1287"/>
                    <a:pt x="371" y="1654"/>
                    <a:pt x="829" y="1654"/>
                  </a:cubicBezTo>
                  <a:cubicBezTo>
                    <a:pt x="1286" y="1654"/>
                    <a:pt x="1654" y="1287"/>
                    <a:pt x="1654" y="829"/>
                  </a:cubicBezTo>
                  <a:cubicBezTo>
                    <a:pt x="1654" y="371"/>
                    <a:pt x="1286" y="1"/>
                    <a:pt x="82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9" name="Google Shape;3779;p73"/>
            <p:cNvSpPr/>
            <p:nvPr/>
          </p:nvSpPr>
          <p:spPr>
            <a:xfrm flipH="1">
              <a:off x="4663023" y="1284959"/>
              <a:ext cx="42330" cy="42330"/>
            </a:xfrm>
            <a:custGeom>
              <a:rect b="b" l="l" r="r" t="t"/>
              <a:pathLst>
                <a:path extrusionOk="0" h="830" w="830">
                  <a:moveTo>
                    <a:pt x="415" y="0"/>
                  </a:moveTo>
                  <a:cubicBezTo>
                    <a:pt x="184" y="0"/>
                    <a:pt x="0" y="185"/>
                    <a:pt x="0" y="415"/>
                  </a:cubicBezTo>
                  <a:cubicBezTo>
                    <a:pt x="0" y="642"/>
                    <a:pt x="184" y="829"/>
                    <a:pt x="415" y="829"/>
                  </a:cubicBezTo>
                  <a:cubicBezTo>
                    <a:pt x="642" y="829"/>
                    <a:pt x="829" y="642"/>
                    <a:pt x="829" y="415"/>
                  </a:cubicBezTo>
                  <a:cubicBezTo>
                    <a:pt x="829" y="185"/>
                    <a:pt x="642" y="0"/>
                    <a:pt x="415"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0" name="Google Shape;3780;p73"/>
            <p:cNvSpPr/>
            <p:nvPr/>
          </p:nvSpPr>
          <p:spPr>
            <a:xfrm flipH="1">
              <a:off x="4133184" y="1388897"/>
              <a:ext cx="445893" cy="295188"/>
            </a:xfrm>
            <a:custGeom>
              <a:rect b="b" l="l" r="r" t="t"/>
              <a:pathLst>
                <a:path extrusionOk="0" h="5788" w="8743">
                  <a:moveTo>
                    <a:pt x="0" y="1"/>
                  </a:moveTo>
                  <a:cubicBezTo>
                    <a:pt x="0" y="1"/>
                    <a:pt x="6" y="24"/>
                    <a:pt x="20" y="67"/>
                  </a:cubicBezTo>
                  <a:cubicBezTo>
                    <a:pt x="915" y="3445"/>
                    <a:pt x="3979" y="5787"/>
                    <a:pt x="7474" y="5787"/>
                  </a:cubicBezTo>
                  <a:lnTo>
                    <a:pt x="8743" y="5787"/>
                  </a:lnTo>
                  <a:lnTo>
                    <a:pt x="6174" y="929"/>
                  </a:lnTo>
                  <a:lnTo>
                    <a:pt x="0" y="1"/>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1" name="Google Shape;3781;p73"/>
            <p:cNvSpPr/>
            <p:nvPr/>
          </p:nvSpPr>
          <p:spPr>
            <a:xfrm flipH="1">
              <a:off x="3951216" y="1306073"/>
              <a:ext cx="639132" cy="199104"/>
            </a:xfrm>
            <a:custGeom>
              <a:rect b="b" l="l" r="r" t="t"/>
              <a:pathLst>
                <a:path extrusionOk="0" h="3904" w="12532">
                  <a:moveTo>
                    <a:pt x="221" y="1"/>
                  </a:moveTo>
                  <a:lnTo>
                    <a:pt x="1" y="1281"/>
                  </a:lnTo>
                  <a:lnTo>
                    <a:pt x="912" y="2553"/>
                  </a:lnTo>
                  <a:cubicBezTo>
                    <a:pt x="912" y="2553"/>
                    <a:pt x="3806" y="3903"/>
                    <a:pt x="7510" y="3903"/>
                  </a:cubicBezTo>
                  <a:cubicBezTo>
                    <a:pt x="11212" y="3903"/>
                    <a:pt x="12532" y="1"/>
                    <a:pt x="12532"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2" name="Google Shape;3782;p73"/>
            <p:cNvSpPr/>
            <p:nvPr/>
          </p:nvSpPr>
          <p:spPr>
            <a:xfrm flipH="1">
              <a:off x="4152615" y="1382420"/>
              <a:ext cx="127806" cy="124695"/>
            </a:xfrm>
            <a:custGeom>
              <a:rect b="b" l="l" r="r" t="t"/>
              <a:pathLst>
                <a:path extrusionOk="0" h="2445" w="2506">
                  <a:moveTo>
                    <a:pt x="0" y="1"/>
                  </a:moveTo>
                  <a:lnTo>
                    <a:pt x="1026" y="2399"/>
                  </a:lnTo>
                  <a:cubicBezTo>
                    <a:pt x="1026" y="2399"/>
                    <a:pt x="1219" y="2445"/>
                    <a:pt x="1526" y="2445"/>
                  </a:cubicBezTo>
                  <a:cubicBezTo>
                    <a:pt x="1787" y="2445"/>
                    <a:pt x="2130" y="2412"/>
                    <a:pt x="2506" y="2289"/>
                  </a:cubicBezTo>
                  <a:lnTo>
                    <a:pt x="0" y="1"/>
                  </a:ln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3" name="Google Shape;3783;p73"/>
            <p:cNvSpPr/>
            <p:nvPr/>
          </p:nvSpPr>
          <p:spPr>
            <a:xfrm flipH="1">
              <a:off x="4550415" y="1382420"/>
              <a:ext cx="122247" cy="83385"/>
            </a:xfrm>
            <a:custGeom>
              <a:rect b="b" l="l" r="r" t="t"/>
              <a:pathLst>
                <a:path extrusionOk="0" h="1635" w="2397">
                  <a:moveTo>
                    <a:pt x="1835" y="1"/>
                  </a:moveTo>
                  <a:lnTo>
                    <a:pt x="1" y="1184"/>
                  </a:lnTo>
                  <a:lnTo>
                    <a:pt x="2396" y="1634"/>
                  </a:lnTo>
                  <a:lnTo>
                    <a:pt x="1835" y="1"/>
                  </a:ln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4" name="Google Shape;3784;p73"/>
            <p:cNvSpPr/>
            <p:nvPr/>
          </p:nvSpPr>
          <p:spPr>
            <a:xfrm flipH="1">
              <a:off x="4914045" y="1332185"/>
              <a:ext cx="210936" cy="53703"/>
            </a:xfrm>
            <a:custGeom>
              <a:rect b="b" l="l" r="r" t="t"/>
              <a:pathLst>
                <a:path extrusionOk="0" h="1053" w="4136">
                  <a:moveTo>
                    <a:pt x="20" y="0"/>
                  </a:moveTo>
                  <a:lnTo>
                    <a:pt x="0" y="90"/>
                  </a:lnTo>
                  <a:lnTo>
                    <a:pt x="4116" y="1052"/>
                  </a:lnTo>
                  <a:lnTo>
                    <a:pt x="4136" y="963"/>
                  </a:lnTo>
                  <a:lnTo>
                    <a:pt x="20" y="0"/>
                  </a:ln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85" name="Google Shape;3785;p73"/>
          <p:cNvGrpSpPr/>
          <p:nvPr/>
        </p:nvGrpSpPr>
        <p:grpSpPr>
          <a:xfrm>
            <a:off x="7476204" y="2744774"/>
            <a:ext cx="1358020" cy="1986797"/>
            <a:chOff x="666154" y="2627324"/>
            <a:chExt cx="1358020" cy="1986797"/>
          </a:xfrm>
        </p:grpSpPr>
        <p:sp>
          <p:nvSpPr>
            <p:cNvPr id="3786" name="Google Shape;3786;p73"/>
            <p:cNvSpPr/>
            <p:nvPr/>
          </p:nvSpPr>
          <p:spPr>
            <a:xfrm>
              <a:off x="666154" y="2634322"/>
              <a:ext cx="1091207" cy="1972802"/>
            </a:xfrm>
            <a:custGeom>
              <a:rect b="b" l="l" r="r" t="t"/>
              <a:pathLst>
                <a:path extrusionOk="0" h="30729" w="16997">
                  <a:moveTo>
                    <a:pt x="7492" y="1"/>
                  </a:moveTo>
                  <a:cubicBezTo>
                    <a:pt x="6025" y="1"/>
                    <a:pt x="4827" y="1197"/>
                    <a:pt x="4827" y="2662"/>
                  </a:cubicBezTo>
                  <a:lnTo>
                    <a:pt x="4827" y="20839"/>
                  </a:lnTo>
                  <a:cubicBezTo>
                    <a:pt x="4827" y="21171"/>
                    <a:pt x="4558" y="21445"/>
                    <a:pt x="4221" y="21445"/>
                  </a:cubicBezTo>
                  <a:cubicBezTo>
                    <a:pt x="3889" y="21445"/>
                    <a:pt x="3615" y="21171"/>
                    <a:pt x="3615" y="20839"/>
                  </a:cubicBezTo>
                  <a:lnTo>
                    <a:pt x="3615" y="19379"/>
                  </a:lnTo>
                  <a:cubicBezTo>
                    <a:pt x="3615" y="18382"/>
                    <a:pt x="2808" y="17570"/>
                    <a:pt x="1810" y="17570"/>
                  </a:cubicBezTo>
                  <a:cubicBezTo>
                    <a:pt x="812" y="17570"/>
                    <a:pt x="0" y="18382"/>
                    <a:pt x="0" y="19379"/>
                  </a:cubicBezTo>
                  <a:lnTo>
                    <a:pt x="0" y="21445"/>
                  </a:lnTo>
                  <a:lnTo>
                    <a:pt x="0" y="22242"/>
                  </a:lnTo>
                  <a:cubicBezTo>
                    <a:pt x="0" y="23796"/>
                    <a:pt x="1264" y="25059"/>
                    <a:pt x="2817" y="25059"/>
                  </a:cubicBezTo>
                  <a:lnTo>
                    <a:pt x="4827" y="25059"/>
                  </a:lnTo>
                  <a:lnTo>
                    <a:pt x="4827" y="30728"/>
                  </a:lnTo>
                  <a:lnTo>
                    <a:pt x="10146" y="30728"/>
                  </a:lnTo>
                  <a:lnTo>
                    <a:pt x="10146" y="18477"/>
                  </a:lnTo>
                  <a:lnTo>
                    <a:pt x="13214" y="18477"/>
                  </a:lnTo>
                  <a:cubicBezTo>
                    <a:pt x="15301" y="18477"/>
                    <a:pt x="16996" y="16782"/>
                    <a:pt x="16996" y="14695"/>
                  </a:cubicBezTo>
                  <a:lnTo>
                    <a:pt x="16996" y="13624"/>
                  </a:lnTo>
                  <a:lnTo>
                    <a:pt x="16996" y="10852"/>
                  </a:lnTo>
                  <a:cubicBezTo>
                    <a:pt x="16996" y="9512"/>
                    <a:pt x="15911" y="8428"/>
                    <a:pt x="14571" y="8428"/>
                  </a:cubicBezTo>
                  <a:cubicBezTo>
                    <a:pt x="13231" y="8428"/>
                    <a:pt x="12142" y="9512"/>
                    <a:pt x="12142" y="10852"/>
                  </a:cubicBezTo>
                  <a:lnTo>
                    <a:pt x="12142" y="12625"/>
                  </a:lnTo>
                  <a:cubicBezTo>
                    <a:pt x="12142" y="13176"/>
                    <a:pt x="11696" y="13624"/>
                    <a:pt x="11144" y="13624"/>
                  </a:cubicBezTo>
                  <a:cubicBezTo>
                    <a:pt x="10593" y="13624"/>
                    <a:pt x="10146" y="13176"/>
                    <a:pt x="10146" y="12625"/>
                  </a:cubicBezTo>
                  <a:lnTo>
                    <a:pt x="10146" y="2698"/>
                  </a:lnTo>
                  <a:cubicBezTo>
                    <a:pt x="10146" y="1236"/>
                    <a:pt x="8984" y="23"/>
                    <a:pt x="7526" y="1"/>
                  </a:cubicBezTo>
                  <a:cubicBezTo>
                    <a:pt x="7514" y="1"/>
                    <a:pt x="7503" y="1"/>
                    <a:pt x="7492"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7" name="Google Shape;3787;p73"/>
            <p:cNvSpPr/>
            <p:nvPr/>
          </p:nvSpPr>
          <p:spPr>
            <a:xfrm>
              <a:off x="1033376" y="2629378"/>
              <a:ext cx="93732" cy="1984743"/>
            </a:xfrm>
            <a:custGeom>
              <a:rect b="b" l="l" r="r" t="t"/>
              <a:pathLst>
                <a:path extrusionOk="0" h="30915" w="1460">
                  <a:moveTo>
                    <a:pt x="1344" y="0"/>
                  </a:moveTo>
                  <a:cubicBezTo>
                    <a:pt x="1300" y="0"/>
                    <a:pt x="1140" y="8"/>
                    <a:pt x="948" y="192"/>
                  </a:cubicBezTo>
                  <a:cubicBezTo>
                    <a:pt x="515" y="588"/>
                    <a:pt x="1" y="1741"/>
                    <a:pt x="1" y="4940"/>
                  </a:cubicBezTo>
                  <a:lnTo>
                    <a:pt x="1" y="30805"/>
                  </a:lnTo>
                  <a:cubicBezTo>
                    <a:pt x="1" y="30864"/>
                    <a:pt x="50" y="30914"/>
                    <a:pt x="115" y="30914"/>
                  </a:cubicBezTo>
                  <a:cubicBezTo>
                    <a:pt x="178" y="30914"/>
                    <a:pt x="228" y="30864"/>
                    <a:pt x="228" y="30805"/>
                  </a:cubicBezTo>
                  <a:lnTo>
                    <a:pt x="228" y="4940"/>
                  </a:lnTo>
                  <a:cubicBezTo>
                    <a:pt x="228" y="1709"/>
                    <a:pt x="761" y="693"/>
                    <a:pt x="1081" y="373"/>
                  </a:cubicBezTo>
                  <a:cubicBezTo>
                    <a:pt x="1226" y="232"/>
                    <a:pt x="1331" y="228"/>
                    <a:pt x="1341" y="228"/>
                  </a:cubicBezTo>
                  <a:cubicBezTo>
                    <a:pt x="1345" y="228"/>
                    <a:pt x="1349" y="229"/>
                    <a:pt x="1353" y="229"/>
                  </a:cubicBezTo>
                  <a:cubicBezTo>
                    <a:pt x="1407" y="229"/>
                    <a:pt x="1451" y="178"/>
                    <a:pt x="1455" y="123"/>
                  </a:cubicBezTo>
                  <a:cubicBezTo>
                    <a:pt x="1459" y="59"/>
                    <a:pt x="1413" y="5"/>
                    <a:pt x="1354" y="0"/>
                  </a:cubicBezTo>
                  <a:cubicBezTo>
                    <a:pt x="1352" y="0"/>
                    <a:pt x="1349" y="0"/>
                    <a:pt x="1344" y="0"/>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8" name="Google Shape;3788;p73"/>
            <p:cNvSpPr/>
            <p:nvPr/>
          </p:nvSpPr>
          <p:spPr>
            <a:xfrm>
              <a:off x="1165948" y="2629378"/>
              <a:ext cx="84872" cy="1984743"/>
            </a:xfrm>
            <a:custGeom>
              <a:rect b="b" l="l" r="r" t="t"/>
              <a:pathLst>
                <a:path extrusionOk="0" h="30915" w="1322">
                  <a:moveTo>
                    <a:pt x="123" y="1"/>
                  </a:moveTo>
                  <a:cubicBezTo>
                    <a:pt x="88" y="1"/>
                    <a:pt x="54" y="16"/>
                    <a:pt x="32" y="45"/>
                  </a:cubicBezTo>
                  <a:cubicBezTo>
                    <a:pt x="0" y="95"/>
                    <a:pt x="9" y="169"/>
                    <a:pt x="59" y="205"/>
                  </a:cubicBezTo>
                  <a:cubicBezTo>
                    <a:pt x="69" y="215"/>
                    <a:pt x="1094" y="975"/>
                    <a:pt x="1094" y="3259"/>
                  </a:cubicBezTo>
                  <a:lnTo>
                    <a:pt x="1094" y="30805"/>
                  </a:lnTo>
                  <a:cubicBezTo>
                    <a:pt x="1094" y="30864"/>
                    <a:pt x="1144" y="30914"/>
                    <a:pt x="1208" y="30914"/>
                  </a:cubicBezTo>
                  <a:cubicBezTo>
                    <a:pt x="1267" y="30914"/>
                    <a:pt x="1321" y="30864"/>
                    <a:pt x="1321" y="30805"/>
                  </a:cubicBezTo>
                  <a:lnTo>
                    <a:pt x="1321" y="3259"/>
                  </a:lnTo>
                  <a:cubicBezTo>
                    <a:pt x="1321" y="848"/>
                    <a:pt x="237" y="55"/>
                    <a:pt x="191" y="23"/>
                  </a:cubicBezTo>
                  <a:cubicBezTo>
                    <a:pt x="171" y="8"/>
                    <a:pt x="147" y="1"/>
                    <a:pt x="123" y="1"/>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9" name="Google Shape;3789;p73"/>
            <p:cNvSpPr/>
            <p:nvPr/>
          </p:nvSpPr>
          <p:spPr>
            <a:xfrm>
              <a:off x="1141873" y="2627324"/>
              <a:ext cx="14766" cy="1986797"/>
            </a:xfrm>
            <a:custGeom>
              <a:rect b="b" l="l" r="r" t="t"/>
              <a:pathLst>
                <a:path extrusionOk="0" h="30947" w="230">
                  <a:moveTo>
                    <a:pt x="116" y="1"/>
                  </a:moveTo>
                  <a:cubicBezTo>
                    <a:pt x="51" y="1"/>
                    <a:pt x="1" y="50"/>
                    <a:pt x="1" y="110"/>
                  </a:cubicBezTo>
                  <a:lnTo>
                    <a:pt x="1" y="30837"/>
                  </a:lnTo>
                  <a:cubicBezTo>
                    <a:pt x="1" y="30896"/>
                    <a:pt x="51" y="30946"/>
                    <a:pt x="116" y="30946"/>
                  </a:cubicBezTo>
                  <a:cubicBezTo>
                    <a:pt x="175" y="30946"/>
                    <a:pt x="230" y="30896"/>
                    <a:pt x="230" y="30837"/>
                  </a:cubicBezTo>
                  <a:lnTo>
                    <a:pt x="230" y="110"/>
                  </a:lnTo>
                  <a:cubicBezTo>
                    <a:pt x="230" y="50"/>
                    <a:pt x="175" y="1"/>
                    <a:pt x="116" y="1"/>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0" name="Google Shape;3790;p73"/>
            <p:cNvSpPr/>
            <p:nvPr/>
          </p:nvSpPr>
          <p:spPr>
            <a:xfrm>
              <a:off x="1374533" y="3501600"/>
              <a:ext cx="14381" cy="326264"/>
            </a:xfrm>
            <a:custGeom>
              <a:rect b="b" l="l" r="r" t="t"/>
              <a:pathLst>
                <a:path extrusionOk="0" h="5082" w="224">
                  <a:moveTo>
                    <a:pt x="110" y="1"/>
                  </a:moveTo>
                  <a:cubicBezTo>
                    <a:pt x="51" y="1"/>
                    <a:pt x="1" y="56"/>
                    <a:pt x="1" y="115"/>
                  </a:cubicBezTo>
                  <a:lnTo>
                    <a:pt x="1" y="4968"/>
                  </a:lnTo>
                  <a:cubicBezTo>
                    <a:pt x="1" y="5027"/>
                    <a:pt x="51" y="5082"/>
                    <a:pt x="110" y="5082"/>
                  </a:cubicBezTo>
                  <a:cubicBezTo>
                    <a:pt x="174" y="5082"/>
                    <a:pt x="224" y="5027"/>
                    <a:pt x="224" y="4968"/>
                  </a:cubicBezTo>
                  <a:lnTo>
                    <a:pt x="224" y="115"/>
                  </a:lnTo>
                  <a:cubicBezTo>
                    <a:pt x="224" y="56"/>
                    <a:pt x="174" y="1"/>
                    <a:pt x="110" y="1"/>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1" name="Google Shape;3791;p73"/>
            <p:cNvSpPr/>
            <p:nvPr/>
          </p:nvSpPr>
          <p:spPr>
            <a:xfrm>
              <a:off x="1511214" y="3170521"/>
              <a:ext cx="70556" cy="656830"/>
            </a:xfrm>
            <a:custGeom>
              <a:rect b="b" l="l" r="r" t="t"/>
              <a:pathLst>
                <a:path extrusionOk="0" h="10231" w="1099">
                  <a:moveTo>
                    <a:pt x="971" y="0"/>
                  </a:moveTo>
                  <a:cubicBezTo>
                    <a:pt x="951" y="0"/>
                    <a:pt x="930" y="6"/>
                    <a:pt x="912" y="17"/>
                  </a:cubicBezTo>
                  <a:cubicBezTo>
                    <a:pt x="0" y="564"/>
                    <a:pt x="146" y="1620"/>
                    <a:pt x="150" y="1652"/>
                  </a:cubicBezTo>
                  <a:lnTo>
                    <a:pt x="150" y="10116"/>
                  </a:lnTo>
                  <a:cubicBezTo>
                    <a:pt x="150" y="10180"/>
                    <a:pt x="201" y="10230"/>
                    <a:pt x="264" y="10230"/>
                  </a:cubicBezTo>
                  <a:cubicBezTo>
                    <a:pt x="329" y="10230"/>
                    <a:pt x="379" y="10180"/>
                    <a:pt x="379" y="10116"/>
                  </a:cubicBezTo>
                  <a:lnTo>
                    <a:pt x="373" y="1635"/>
                  </a:lnTo>
                  <a:cubicBezTo>
                    <a:pt x="373" y="1625"/>
                    <a:pt x="247" y="682"/>
                    <a:pt x="1030" y="213"/>
                  </a:cubicBezTo>
                  <a:cubicBezTo>
                    <a:pt x="1080" y="181"/>
                    <a:pt x="1099" y="108"/>
                    <a:pt x="1067" y="53"/>
                  </a:cubicBezTo>
                  <a:cubicBezTo>
                    <a:pt x="1046" y="20"/>
                    <a:pt x="1009" y="0"/>
                    <a:pt x="971" y="0"/>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2" name="Google Shape;3792;p73"/>
            <p:cNvSpPr/>
            <p:nvPr/>
          </p:nvSpPr>
          <p:spPr>
            <a:xfrm>
              <a:off x="1610082" y="3170392"/>
              <a:ext cx="14381" cy="634681"/>
            </a:xfrm>
            <a:custGeom>
              <a:rect b="b" l="l" r="r" t="t"/>
              <a:pathLst>
                <a:path extrusionOk="0" h="9886" w="224">
                  <a:moveTo>
                    <a:pt x="114" y="0"/>
                  </a:moveTo>
                  <a:cubicBezTo>
                    <a:pt x="51" y="0"/>
                    <a:pt x="1" y="55"/>
                    <a:pt x="1" y="114"/>
                  </a:cubicBezTo>
                  <a:lnTo>
                    <a:pt x="1" y="9772"/>
                  </a:lnTo>
                  <a:cubicBezTo>
                    <a:pt x="1" y="9831"/>
                    <a:pt x="51" y="9885"/>
                    <a:pt x="114" y="9885"/>
                  </a:cubicBezTo>
                  <a:cubicBezTo>
                    <a:pt x="173" y="9885"/>
                    <a:pt x="224" y="9831"/>
                    <a:pt x="224" y="9772"/>
                  </a:cubicBezTo>
                  <a:lnTo>
                    <a:pt x="224" y="114"/>
                  </a:lnTo>
                  <a:cubicBezTo>
                    <a:pt x="224" y="55"/>
                    <a:pt x="173" y="0"/>
                    <a:pt x="114" y="0"/>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3" name="Google Shape;3793;p73"/>
            <p:cNvSpPr/>
            <p:nvPr/>
          </p:nvSpPr>
          <p:spPr>
            <a:xfrm>
              <a:off x="1265715" y="3927311"/>
              <a:ext cx="574975" cy="679814"/>
            </a:xfrm>
            <a:custGeom>
              <a:rect b="b" l="l" r="r" t="t"/>
              <a:pathLst>
                <a:path extrusionOk="0" h="10589" w="8956">
                  <a:moveTo>
                    <a:pt x="8742" y="1"/>
                  </a:moveTo>
                  <a:cubicBezTo>
                    <a:pt x="5611" y="379"/>
                    <a:pt x="3400" y="2375"/>
                    <a:pt x="3400" y="2375"/>
                  </a:cubicBezTo>
                  <a:lnTo>
                    <a:pt x="3400" y="5074"/>
                  </a:lnTo>
                  <a:lnTo>
                    <a:pt x="2156" y="3400"/>
                  </a:lnTo>
                  <a:cubicBezTo>
                    <a:pt x="0" y="6099"/>
                    <a:pt x="434" y="10588"/>
                    <a:pt x="434" y="10588"/>
                  </a:cubicBezTo>
                  <a:cubicBezTo>
                    <a:pt x="1618" y="10165"/>
                    <a:pt x="5287" y="8474"/>
                    <a:pt x="7123" y="5720"/>
                  </a:cubicBezTo>
                  <a:cubicBezTo>
                    <a:pt x="8956" y="2968"/>
                    <a:pt x="8742" y="1"/>
                    <a:pt x="8742"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4" name="Google Shape;3794;p73"/>
            <p:cNvSpPr/>
            <p:nvPr/>
          </p:nvSpPr>
          <p:spPr>
            <a:xfrm>
              <a:off x="1293513" y="4300699"/>
              <a:ext cx="730660" cy="306427"/>
            </a:xfrm>
            <a:custGeom>
              <a:rect b="b" l="l" r="r" t="t"/>
              <a:pathLst>
                <a:path extrusionOk="0" h="4773" w="11381">
                  <a:moveTo>
                    <a:pt x="7385" y="0"/>
                  </a:moveTo>
                  <a:cubicBezTo>
                    <a:pt x="6822" y="0"/>
                    <a:pt x="6211" y="74"/>
                    <a:pt x="5561" y="256"/>
                  </a:cubicBezTo>
                  <a:cubicBezTo>
                    <a:pt x="2083" y="1227"/>
                    <a:pt x="1" y="4772"/>
                    <a:pt x="1" y="4772"/>
                  </a:cubicBezTo>
                  <a:cubicBezTo>
                    <a:pt x="2247" y="4772"/>
                    <a:pt x="11381" y="1395"/>
                    <a:pt x="11381" y="1395"/>
                  </a:cubicBezTo>
                  <a:cubicBezTo>
                    <a:pt x="11381" y="1395"/>
                    <a:pt x="9835" y="0"/>
                    <a:pt x="7385" y="0"/>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5" name="Google Shape;3795;p73"/>
            <p:cNvSpPr/>
            <p:nvPr/>
          </p:nvSpPr>
          <p:spPr>
            <a:xfrm>
              <a:off x="1288506" y="3923844"/>
              <a:ext cx="543132" cy="686747"/>
            </a:xfrm>
            <a:custGeom>
              <a:rect b="b" l="l" r="r" t="t"/>
              <a:pathLst>
                <a:path extrusionOk="0" h="10697" w="8460">
                  <a:moveTo>
                    <a:pt x="8310" y="0"/>
                  </a:moveTo>
                  <a:lnTo>
                    <a:pt x="1" y="10583"/>
                  </a:lnTo>
                  <a:lnTo>
                    <a:pt x="151" y="10697"/>
                  </a:lnTo>
                  <a:lnTo>
                    <a:pt x="8460" y="114"/>
                  </a:lnTo>
                  <a:lnTo>
                    <a:pt x="8310"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6" name="Google Shape;3796;p73"/>
            <p:cNvSpPr/>
            <p:nvPr/>
          </p:nvSpPr>
          <p:spPr>
            <a:xfrm>
              <a:off x="1636147" y="4164081"/>
              <a:ext cx="149843" cy="12326"/>
            </a:xfrm>
            <a:custGeom>
              <a:rect b="b" l="l" r="r" t="t"/>
              <a:pathLst>
                <a:path extrusionOk="0" h="192" w="2334">
                  <a:moveTo>
                    <a:pt x="0" y="0"/>
                  </a:moveTo>
                  <a:lnTo>
                    <a:pt x="0" y="192"/>
                  </a:lnTo>
                  <a:lnTo>
                    <a:pt x="2334" y="192"/>
                  </a:lnTo>
                  <a:lnTo>
                    <a:pt x="2334"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7" name="Google Shape;3797;p73"/>
            <p:cNvSpPr/>
            <p:nvPr/>
          </p:nvSpPr>
          <p:spPr>
            <a:xfrm>
              <a:off x="1330107" y="4275211"/>
              <a:ext cx="129620" cy="129684"/>
            </a:xfrm>
            <a:custGeom>
              <a:rect b="b" l="l" r="r" t="t"/>
              <a:pathLst>
                <a:path extrusionOk="0" h="2020" w="2019">
                  <a:moveTo>
                    <a:pt x="137" y="1"/>
                  </a:moveTo>
                  <a:lnTo>
                    <a:pt x="0" y="133"/>
                  </a:lnTo>
                  <a:lnTo>
                    <a:pt x="1887" y="2020"/>
                  </a:lnTo>
                  <a:lnTo>
                    <a:pt x="2019" y="1883"/>
                  </a:lnTo>
                  <a:lnTo>
                    <a:pt x="137"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98" name="Google Shape;3798;p73"/>
          <p:cNvSpPr/>
          <p:nvPr/>
        </p:nvSpPr>
        <p:spPr>
          <a:xfrm flipH="1">
            <a:off x="7152875" y="4645625"/>
            <a:ext cx="1609800" cy="218400"/>
          </a:xfrm>
          <a:prstGeom prst="ellipse">
            <a:avLst/>
          </a:prstGeom>
          <a:solidFill>
            <a:srgbClr val="21204D">
              <a:alpha val="21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9" name="Google Shape;3799;p73"/>
          <p:cNvSpPr txBox="1"/>
          <p:nvPr>
            <p:ph type="ctrTitle"/>
          </p:nvPr>
        </p:nvSpPr>
        <p:spPr>
          <a:xfrm flipH="1">
            <a:off x="1606425" y="1201600"/>
            <a:ext cx="2304900" cy="572400"/>
          </a:xfrm>
          <a:prstGeom prst="rect">
            <a:avLst/>
          </a:prstGeom>
        </p:spPr>
        <p:txBody>
          <a:bodyPr anchorCtr="0" anchor="b" bIns="34275" lIns="68575" spcFirstLastPara="1" rIns="68575" wrap="square" tIns="34275">
            <a:noAutofit/>
          </a:bodyPr>
          <a:lstStyle/>
          <a:p>
            <a:pPr indent="0" lvl="0" marL="0" rtl="0" algn="r">
              <a:spcBef>
                <a:spcPts val="0"/>
              </a:spcBef>
              <a:spcAft>
                <a:spcPts val="0"/>
              </a:spcAft>
              <a:buNone/>
            </a:pPr>
            <a:r>
              <a:rPr lang="en" sz="2400">
                <a:solidFill>
                  <a:srgbClr val="FFFFFF"/>
                </a:solidFill>
              </a:rPr>
              <a:t>GLASS INTERFACES</a:t>
            </a:r>
            <a:endParaRPr sz="2400">
              <a:solidFill>
                <a:srgbClr val="FFFFFF"/>
              </a:solidFill>
            </a:endParaRPr>
          </a:p>
        </p:txBody>
      </p:sp>
      <p:sp>
        <p:nvSpPr>
          <p:cNvPr id="3800" name="Google Shape;3800;p73"/>
          <p:cNvSpPr txBox="1"/>
          <p:nvPr>
            <p:ph type="ctrTitle"/>
          </p:nvPr>
        </p:nvSpPr>
        <p:spPr>
          <a:xfrm flipH="1">
            <a:off x="4420175" y="194325"/>
            <a:ext cx="4342500" cy="49494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t/>
            </a:r>
            <a:endParaRPr sz="2000">
              <a:latin typeface="Abel"/>
              <a:ea typeface="Abel"/>
              <a:cs typeface="Abel"/>
              <a:sym typeface="Abel"/>
            </a:endParaRPr>
          </a:p>
          <a:p>
            <a:pPr indent="0" lvl="0" marL="0" rtl="0" algn="l">
              <a:spcBef>
                <a:spcPts val="0"/>
              </a:spcBef>
              <a:spcAft>
                <a:spcPts val="0"/>
              </a:spcAft>
              <a:buNone/>
            </a:pPr>
            <a:r>
              <a:t/>
            </a:r>
            <a:endParaRPr sz="2000">
              <a:latin typeface="Abel"/>
              <a:ea typeface="Abel"/>
              <a:cs typeface="Abel"/>
              <a:sym typeface="Abel"/>
            </a:endParaRPr>
          </a:p>
          <a:p>
            <a:pPr indent="0" lvl="0" marL="0" rtl="0" algn="l">
              <a:spcBef>
                <a:spcPts val="0"/>
              </a:spcBef>
              <a:spcAft>
                <a:spcPts val="0"/>
              </a:spcAft>
              <a:buNone/>
            </a:pPr>
            <a:r>
              <a:t/>
            </a:r>
            <a:endParaRPr sz="2000">
              <a:latin typeface="Abel"/>
              <a:ea typeface="Abel"/>
              <a:cs typeface="Abel"/>
              <a:sym typeface="Abel"/>
            </a:endParaRPr>
          </a:p>
          <a:p>
            <a:pPr indent="0" lvl="0" marL="0" rtl="0" algn="l">
              <a:spcBef>
                <a:spcPts val="0"/>
              </a:spcBef>
              <a:spcAft>
                <a:spcPts val="0"/>
              </a:spcAft>
              <a:buNone/>
            </a:pPr>
            <a:r>
              <a:rPr lang="en" sz="2000">
                <a:latin typeface="Abel"/>
                <a:ea typeface="Abel"/>
                <a:cs typeface="Abel"/>
                <a:sym typeface="Abel"/>
              </a:rPr>
              <a:t>• industrial interface:</a:t>
            </a:r>
            <a:endParaRPr sz="2000">
              <a:latin typeface="Abel"/>
              <a:ea typeface="Abel"/>
              <a:cs typeface="Abel"/>
              <a:sym typeface="Abel"/>
            </a:endParaRPr>
          </a:p>
          <a:p>
            <a:pPr indent="0" lvl="0" marL="0" rtl="0" algn="l">
              <a:spcBef>
                <a:spcPts val="0"/>
              </a:spcBef>
              <a:spcAft>
                <a:spcPts val="0"/>
              </a:spcAft>
              <a:buNone/>
            </a:pPr>
            <a:r>
              <a:rPr lang="en" sz="2000">
                <a:latin typeface="Abel"/>
                <a:ea typeface="Abel"/>
                <a:cs typeface="Abel"/>
                <a:sym typeface="Abel"/>
              </a:rPr>
              <a:t>– traditional … dials and knobs</a:t>
            </a:r>
            <a:endParaRPr sz="2000">
              <a:latin typeface="Abel"/>
              <a:ea typeface="Abel"/>
              <a:cs typeface="Abel"/>
              <a:sym typeface="Abel"/>
            </a:endParaRPr>
          </a:p>
          <a:p>
            <a:pPr indent="0" lvl="0" marL="0" rtl="0" algn="l">
              <a:spcBef>
                <a:spcPts val="0"/>
              </a:spcBef>
              <a:spcAft>
                <a:spcPts val="0"/>
              </a:spcAft>
              <a:buNone/>
            </a:pPr>
            <a:r>
              <a:rPr lang="en" sz="2000">
                <a:latin typeface="Abel"/>
                <a:ea typeface="Abel"/>
                <a:cs typeface="Abel"/>
                <a:sym typeface="Abel"/>
              </a:rPr>
              <a:t>– now … screens and keypads</a:t>
            </a:r>
            <a:endParaRPr sz="2000">
              <a:latin typeface="Abel"/>
              <a:ea typeface="Abel"/>
              <a:cs typeface="Abel"/>
              <a:sym typeface="Abel"/>
            </a:endParaRPr>
          </a:p>
          <a:p>
            <a:pPr indent="0" lvl="0" marL="0" rtl="0" algn="l">
              <a:spcBef>
                <a:spcPts val="0"/>
              </a:spcBef>
              <a:spcAft>
                <a:spcPts val="0"/>
              </a:spcAft>
              <a:buNone/>
            </a:pPr>
            <a:r>
              <a:rPr lang="en" sz="2000">
                <a:latin typeface="Abel"/>
                <a:ea typeface="Abel"/>
                <a:cs typeface="Abel"/>
                <a:sym typeface="Abel"/>
              </a:rPr>
              <a:t>• glass interface</a:t>
            </a:r>
            <a:endParaRPr sz="2000">
              <a:latin typeface="Abel"/>
              <a:ea typeface="Abel"/>
              <a:cs typeface="Abel"/>
              <a:sym typeface="Abel"/>
            </a:endParaRPr>
          </a:p>
          <a:p>
            <a:pPr indent="0" lvl="0" marL="0" rtl="0" algn="l">
              <a:spcBef>
                <a:spcPts val="0"/>
              </a:spcBef>
              <a:spcAft>
                <a:spcPts val="0"/>
              </a:spcAft>
              <a:buNone/>
            </a:pPr>
            <a:r>
              <a:rPr lang="en" sz="2000">
                <a:latin typeface="Abel"/>
                <a:ea typeface="Abel"/>
                <a:cs typeface="Abel"/>
                <a:sym typeface="Abel"/>
              </a:rPr>
              <a:t>+ cheaper, more flexible,</a:t>
            </a:r>
            <a:endParaRPr sz="2000">
              <a:latin typeface="Abel"/>
              <a:ea typeface="Abel"/>
              <a:cs typeface="Abel"/>
              <a:sym typeface="Abel"/>
            </a:endParaRPr>
          </a:p>
          <a:p>
            <a:pPr indent="0" lvl="0" marL="0" rtl="0" algn="l">
              <a:spcBef>
                <a:spcPts val="0"/>
              </a:spcBef>
              <a:spcAft>
                <a:spcPts val="0"/>
              </a:spcAft>
              <a:buNone/>
            </a:pPr>
            <a:r>
              <a:rPr lang="en" sz="2000">
                <a:latin typeface="Abel"/>
                <a:ea typeface="Abel"/>
                <a:cs typeface="Abel"/>
                <a:sym typeface="Abel"/>
              </a:rPr>
              <a:t>    multiple representations,</a:t>
            </a:r>
            <a:endParaRPr sz="2000">
              <a:latin typeface="Abel"/>
              <a:ea typeface="Abel"/>
              <a:cs typeface="Abel"/>
              <a:sym typeface="Abel"/>
            </a:endParaRPr>
          </a:p>
          <a:p>
            <a:pPr indent="0" lvl="0" marL="0" rtl="0" algn="l">
              <a:spcBef>
                <a:spcPts val="0"/>
              </a:spcBef>
              <a:spcAft>
                <a:spcPts val="0"/>
              </a:spcAft>
              <a:buNone/>
            </a:pPr>
            <a:r>
              <a:rPr lang="en" sz="2000">
                <a:latin typeface="Abel"/>
                <a:ea typeface="Abel"/>
                <a:cs typeface="Abel"/>
                <a:sym typeface="Abel"/>
              </a:rPr>
              <a:t>    precise values</a:t>
            </a:r>
            <a:endParaRPr sz="2000">
              <a:latin typeface="Abel"/>
              <a:ea typeface="Abel"/>
              <a:cs typeface="Abel"/>
              <a:sym typeface="Abel"/>
            </a:endParaRPr>
          </a:p>
          <a:p>
            <a:pPr indent="0" lvl="0" marL="0" rtl="0" algn="l">
              <a:spcBef>
                <a:spcPts val="0"/>
              </a:spcBef>
              <a:spcAft>
                <a:spcPts val="0"/>
              </a:spcAft>
              <a:buNone/>
            </a:pPr>
            <a:r>
              <a:rPr lang="en" sz="2000">
                <a:latin typeface="Abel"/>
                <a:ea typeface="Abel"/>
                <a:cs typeface="Abel"/>
                <a:sym typeface="Abel"/>
              </a:rPr>
              <a:t>– not physically located,</a:t>
            </a:r>
            <a:endParaRPr sz="2000">
              <a:latin typeface="Abel"/>
              <a:ea typeface="Abel"/>
              <a:cs typeface="Abel"/>
              <a:sym typeface="Abel"/>
            </a:endParaRPr>
          </a:p>
          <a:p>
            <a:pPr indent="0" lvl="0" marL="0" rtl="0" algn="l">
              <a:spcBef>
                <a:spcPts val="0"/>
              </a:spcBef>
              <a:spcAft>
                <a:spcPts val="0"/>
              </a:spcAft>
              <a:buNone/>
            </a:pPr>
            <a:r>
              <a:rPr lang="en" sz="2000">
                <a:latin typeface="Abel"/>
                <a:ea typeface="Abel"/>
                <a:cs typeface="Abel"/>
                <a:sym typeface="Abel"/>
              </a:rPr>
              <a:t>    Loss of context,</a:t>
            </a:r>
            <a:endParaRPr sz="2000">
              <a:latin typeface="Abel"/>
              <a:ea typeface="Abel"/>
              <a:cs typeface="Abel"/>
              <a:sym typeface="Abel"/>
            </a:endParaRPr>
          </a:p>
          <a:p>
            <a:pPr indent="0" lvl="0" marL="0" rtl="0" algn="l">
              <a:spcBef>
                <a:spcPts val="0"/>
              </a:spcBef>
              <a:spcAft>
                <a:spcPts val="0"/>
              </a:spcAft>
              <a:buNone/>
            </a:pPr>
            <a:r>
              <a:rPr lang="en" sz="2000">
                <a:latin typeface="Abel"/>
                <a:ea typeface="Abel"/>
                <a:cs typeface="Abel"/>
                <a:sym typeface="Abel"/>
              </a:rPr>
              <a:t>    complex interfaces</a:t>
            </a:r>
            <a:endParaRPr sz="2000">
              <a:latin typeface="Abel"/>
              <a:ea typeface="Abel"/>
              <a:cs typeface="Abel"/>
              <a:sym typeface="Abel"/>
            </a:endParaRPr>
          </a:p>
          <a:p>
            <a:pPr indent="0" lvl="0" marL="0" rtl="0" algn="l">
              <a:spcBef>
                <a:spcPts val="0"/>
              </a:spcBef>
              <a:spcAft>
                <a:spcPts val="0"/>
              </a:spcAft>
              <a:buNone/>
            </a:pPr>
            <a:r>
              <a:rPr lang="en" sz="2000">
                <a:latin typeface="Abel"/>
                <a:ea typeface="Abel"/>
                <a:cs typeface="Abel"/>
                <a:sym typeface="Abel"/>
              </a:rPr>
              <a:t>• may need both</a:t>
            </a:r>
            <a:endParaRPr sz="2000">
              <a:latin typeface="Abel"/>
              <a:ea typeface="Abel"/>
              <a:cs typeface="Abel"/>
              <a:sym typeface="Abel"/>
            </a:endParaRPr>
          </a:p>
        </p:txBody>
      </p:sp>
      <p:pic>
        <p:nvPicPr>
          <p:cNvPr id="3801" name="Google Shape;3801;p73"/>
          <p:cNvPicPr preferRelativeResize="0"/>
          <p:nvPr/>
        </p:nvPicPr>
        <p:blipFill>
          <a:blip r:embed="rId3">
            <a:alphaModFix/>
          </a:blip>
          <a:stretch>
            <a:fillRect/>
          </a:stretch>
        </p:blipFill>
        <p:spPr>
          <a:xfrm>
            <a:off x="193425" y="2245225"/>
            <a:ext cx="3717900" cy="248635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5" name="Shape 3805"/>
        <p:cNvGrpSpPr/>
        <p:nvPr/>
      </p:nvGrpSpPr>
      <p:grpSpPr>
        <a:xfrm>
          <a:off x="0" y="0"/>
          <a:ext cx="0" cy="0"/>
          <a:chOff x="0" y="0"/>
          <a:chExt cx="0" cy="0"/>
        </a:xfrm>
      </p:grpSpPr>
      <p:sp>
        <p:nvSpPr>
          <p:cNvPr id="3806" name="Google Shape;3806;p74"/>
          <p:cNvSpPr/>
          <p:nvPr/>
        </p:nvSpPr>
        <p:spPr>
          <a:xfrm flipH="1">
            <a:off x="0" y="1523233"/>
            <a:ext cx="9143937" cy="1631293"/>
          </a:xfrm>
          <a:custGeom>
            <a:rect b="b" l="l" r="r" t="t"/>
            <a:pathLst>
              <a:path extrusionOk="0" h="24803" w="139029">
                <a:moveTo>
                  <a:pt x="9825" y="1"/>
                </a:moveTo>
                <a:lnTo>
                  <a:pt x="9825" y="24104"/>
                </a:lnTo>
                <a:lnTo>
                  <a:pt x="0" y="24104"/>
                </a:lnTo>
                <a:lnTo>
                  <a:pt x="0" y="24348"/>
                </a:lnTo>
                <a:lnTo>
                  <a:pt x="10069" y="24348"/>
                </a:lnTo>
                <a:lnTo>
                  <a:pt x="10069" y="248"/>
                </a:lnTo>
                <a:lnTo>
                  <a:pt x="15014" y="248"/>
                </a:lnTo>
                <a:lnTo>
                  <a:pt x="15014" y="24348"/>
                </a:lnTo>
                <a:lnTo>
                  <a:pt x="17031" y="24348"/>
                </a:lnTo>
                <a:lnTo>
                  <a:pt x="17031" y="7521"/>
                </a:lnTo>
                <a:lnTo>
                  <a:pt x="21140" y="7521"/>
                </a:lnTo>
                <a:lnTo>
                  <a:pt x="21140" y="24803"/>
                </a:lnTo>
                <a:lnTo>
                  <a:pt x="139028" y="24803"/>
                </a:lnTo>
                <a:lnTo>
                  <a:pt x="139028" y="24559"/>
                </a:lnTo>
                <a:lnTo>
                  <a:pt x="21388" y="24559"/>
                </a:lnTo>
                <a:lnTo>
                  <a:pt x="21388" y="7277"/>
                </a:lnTo>
                <a:lnTo>
                  <a:pt x="16784" y="7277"/>
                </a:lnTo>
                <a:lnTo>
                  <a:pt x="16784" y="24104"/>
                </a:lnTo>
                <a:lnTo>
                  <a:pt x="15257" y="24104"/>
                </a:lnTo>
                <a:lnTo>
                  <a:pt x="15257" y="1"/>
                </a:ln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7" name="Google Shape;3807;p74"/>
          <p:cNvSpPr/>
          <p:nvPr/>
        </p:nvSpPr>
        <p:spPr>
          <a:xfrm flipH="1">
            <a:off x="2392409" y="1448966"/>
            <a:ext cx="2262103" cy="580872"/>
          </a:xfrm>
          <a:custGeom>
            <a:rect b="b" l="l" r="r" t="t"/>
            <a:pathLst>
              <a:path extrusionOk="0" h="4659" w="18144">
                <a:moveTo>
                  <a:pt x="13410" y="0"/>
                </a:moveTo>
                <a:cubicBezTo>
                  <a:pt x="11887" y="0"/>
                  <a:pt x="10530" y="722"/>
                  <a:pt x="9665" y="1841"/>
                </a:cubicBezTo>
                <a:cubicBezTo>
                  <a:pt x="9360" y="2236"/>
                  <a:pt x="8896" y="2450"/>
                  <a:pt x="8423" y="2450"/>
                </a:cubicBezTo>
                <a:cubicBezTo>
                  <a:pt x="8171" y="2450"/>
                  <a:pt x="7917" y="2389"/>
                  <a:pt x="7684" y="2262"/>
                </a:cubicBezTo>
                <a:cubicBezTo>
                  <a:pt x="7210" y="2002"/>
                  <a:pt x="6665" y="1858"/>
                  <a:pt x="6084" y="1858"/>
                </a:cubicBezTo>
                <a:cubicBezTo>
                  <a:pt x="5265" y="1858"/>
                  <a:pt x="4513" y="2148"/>
                  <a:pt x="3932" y="2637"/>
                </a:cubicBezTo>
                <a:cubicBezTo>
                  <a:pt x="3291" y="3175"/>
                  <a:pt x="2489" y="3475"/>
                  <a:pt x="1654" y="3475"/>
                </a:cubicBezTo>
                <a:lnTo>
                  <a:pt x="592" y="3475"/>
                </a:lnTo>
                <a:cubicBezTo>
                  <a:pt x="264" y="3475"/>
                  <a:pt x="0" y="3739"/>
                  <a:pt x="0" y="4066"/>
                </a:cubicBezTo>
                <a:cubicBezTo>
                  <a:pt x="0" y="4394"/>
                  <a:pt x="264" y="4658"/>
                  <a:pt x="592" y="4658"/>
                </a:cubicBezTo>
                <a:lnTo>
                  <a:pt x="18144" y="4658"/>
                </a:lnTo>
                <a:cubicBezTo>
                  <a:pt x="18104" y="2079"/>
                  <a:pt x="15999" y="0"/>
                  <a:pt x="13410" y="0"/>
                </a:cubicBezTo>
                <a:close/>
              </a:path>
            </a:pathLst>
          </a:cu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8" name="Google Shape;3808;p74"/>
          <p:cNvSpPr txBox="1"/>
          <p:nvPr>
            <p:ph type="ctrTitle"/>
          </p:nvPr>
        </p:nvSpPr>
        <p:spPr>
          <a:xfrm flipH="1">
            <a:off x="973200" y="209375"/>
            <a:ext cx="3829200" cy="12414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Clr>
                <a:schemeClr val="dk1"/>
              </a:buClr>
              <a:buSzPts val="4500"/>
              <a:buFont typeface="Nunito Sans Black"/>
              <a:buNone/>
            </a:pPr>
            <a:r>
              <a:rPr lang="en" sz="3600"/>
              <a:t>Indirect manipulation</a:t>
            </a:r>
            <a:endParaRPr sz="3600">
              <a:solidFill>
                <a:srgbClr val="21204D"/>
              </a:solidFill>
            </a:endParaRPr>
          </a:p>
        </p:txBody>
      </p:sp>
      <p:sp>
        <p:nvSpPr>
          <p:cNvPr id="3809" name="Google Shape;3809;p74"/>
          <p:cNvSpPr txBox="1"/>
          <p:nvPr>
            <p:ph idx="1" type="subTitle"/>
          </p:nvPr>
        </p:nvSpPr>
        <p:spPr>
          <a:xfrm flipH="1">
            <a:off x="973075" y="1501025"/>
            <a:ext cx="3462900" cy="12414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en" sz="1400"/>
              <a:t>• office– direct manipulation</a:t>
            </a:r>
            <a:endParaRPr sz="1400"/>
          </a:p>
          <a:p>
            <a:pPr indent="0" lvl="0" marL="0" rtl="0" algn="l">
              <a:spcBef>
                <a:spcPts val="800"/>
              </a:spcBef>
              <a:spcAft>
                <a:spcPts val="0"/>
              </a:spcAft>
              <a:buNone/>
            </a:pPr>
            <a:r>
              <a:rPr lang="en" sz="1400"/>
              <a:t>– user interacts with artificial world</a:t>
            </a:r>
            <a:endParaRPr sz="1400"/>
          </a:p>
          <a:p>
            <a:pPr indent="0" lvl="0" marL="0" rtl="0" algn="l">
              <a:spcBef>
                <a:spcPts val="800"/>
              </a:spcBef>
              <a:spcAft>
                <a:spcPts val="0"/>
              </a:spcAft>
              <a:buNone/>
            </a:pPr>
            <a:r>
              <a:t/>
            </a:r>
            <a:endParaRPr sz="1400"/>
          </a:p>
        </p:txBody>
      </p:sp>
      <p:sp>
        <p:nvSpPr>
          <p:cNvPr id="3810" name="Google Shape;3810;p74"/>
          <p:cNvSpPr/>
          <p:nvPr/>
        </p:nvSpPr>
        <p:spPr>
          <a:xfrm flipH="1">
            <a:off x="6106875" y="3148375"/>
            <a:ext cx="2886300" cy="218400"/>
          </a:xfrm>
          <a:prstGeom prst="ellipse">
            <a:avLst/>
          </a:prstGeom>
          <a:solidFill>
            <a:srgbClr val="21204D">
              <a:alpha val="21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1" name="Google Shape;3811;p74"/>
          <p:cNvSpPr/>
          <p:nvPr/>
        </p:nvSpPr>
        <p:spPr>
          <a:xfrm>
            <a:off x="7618687" y="1908781"/>
            <a:ext cx="29067" cy="47490"/>
          </a:xfrm>
          <a:custGeom>
            <a:rect b="b" l="l" r="r" t="t"/>
            <a:pathLst>
              <a:path extrusionOk="0" h="629" w="385">
                <a:moveTo>
                  <a:pt x="318" y="60"/>
                </a:moveTo>
                <a:lnTo>
                  <a:pt x="318" y="568"/>
                </a:lnTo>
                <a:lnTo>
                  <a:pt x="64" y="568"/>
                </a:lnTo>
                <a:lnTo>
                  <a:pt x="64" y="60"/>
                </a:lnTo>
                <a:close/>
                <a:moveTo>
                  <a:pt x="0" y="0"/>
                </a:moveTo>
                <a:lnTo>
                  <a:pt x="0" y="628"/>
                </a:lnTo>
                <a:lnTo>
                  <a:pt x="385" y="628"/>
                </a:lnTo>
                <a:lnTo>
                  <a:pt x="38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2" name="Google Shape;3812;p74"/>
          <p:cNvSpPr/>
          <p:nvPr/>
        </p:nvSpPr>
        <p:spPr>
          <a:xfrm>
            <a:off x="7624953" y="1943587"/>
            <a:ext cx="16232" cy="6115"/>
          </a:xfrm>
          <a:custGeom>
            <a:rect b="b" l="l" r="r" t="t"/>
            <a:pathLst>
              <a:path extrusionOk="0" h="81" w="215">
                <a:moveTo>
                  <a:pt x="1" y="0"/>
                </a:moveTo>
                <a:lnTo>
                  <a:pt x="1" y="81"/>
                </a:lnTo>
                <a:lnTo>
                  <a:pt x="215" y="81"/>
                </a:lnTo>
                <a:lnTo>
                  <a:pt x="21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3" name="Google Shape;3813;p74"/>
          <p:cNvSpPr/>
          <p:nvPr/>
        </p:nvSpPr>
        <p:spPr>
          <a:xfrm>
            <a:off x="7627746" y="1905762"/>
            <a:ext cx="10947" cy="6115"/>
          </a:xfrm>
          <a:custGeom>
            <a:rect b="b" l="l" r="r" t="t"/>
            <a:pathLst>
              <a:path extrusionOk="0" h="81" w="145">
                <a:moveTo>
                  <a:pt x="1" y="0"/>
                </a:moveTo>
                <a:lnTo>
                  <a:pt x="1" y="80"/>
                </a:lnTo>
                <a:lnTo>
                  <a:pt x="144" y="80"/>
                </a:lnTo>
                <a:lnTo>
                  <a:pt x="14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4" name="Google Shape;3814;p74"/>
          <p:cNvSpPr/>
          <p:nvPr/>
        </p:nvSpPr>
        <p:spPr>
          <a:xfrm>
            <a:off x="7480223" y="1909461"/>
            <a:ext cx="28840" cy="44998"/>
          </a:xfrm>
          <a:custGeom>
            <a:rect b="b" l="l" r="r" t="t"/>
            <a:pathLst>
              <a:path extrusionOk="0" h="596" w="382">
                <a:moveTo>
                  <a:pt x="177" y="1"/>
                </a:moveTo>
                <a:cubicBezTo>
                  <a:pt x="104" y="1"/>
                  <a:pt x="50" y="38"/>
                  <a:pt x="1" y="92"/>
                </a:cubicBezTo>
                <a:lnTo>
                  <a:pt x="44" y="135"/>
                </a:lnTo>
                <a:cubicBezTo>
                  <a:pt x="77" y="95"/>
                  <a:pt x="121" y="64"/>
                  <a:pt x="168" y="64"/>
                </a:cubicBezTo>
                <a:cubicBezTo>
                  <a:pt x="244" y="64"/>
                  <a:pt x="281" y="112"/>
                  <a:pt x="281" y="178"/>
                </a:cubicBezTo>
                <a:cubicBezTo>
                  <a:pt x="281" y="272"/>
                  <a:pt x="181" y="379"/>
                  <a:pt x="4" y="553"/>
                </a:cubicBezTo>
                <a:lnTo>
                  <a:pt x="4" y="596"/>
                </a:lnTo>
                <a:lnTo>
                  <a:pt x="382" y="596"/>
                </a:lnTo>
                <a:lnTo>
                  <a:pt x="382" y="533"/>
                </a:lnTo>
                <a:lnTo>
                  <a:pt x="214" y="533"/>
                </a:lnTo>
                <a:cubicBezTo>
                  <a:pt x="184" y="533"/>
                  <a:pt x="147" y="536"/>
                  <a:pt x="114" y="536"/>
                </a:cubicBezTo>
                <a:cubicBezTo>
                  <a:pt x="254" y="392"/>
                  <a:pt x="354" y="285"/>
                  <a:pt x="354" y="175"/>
                </a:cubicBezTo>
                <a:cubicBezTo>
                  <a:pt x="354" y="71"/>
                  <a:pt x="285" y="1"/>
                  <a:pt x="17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5" name="Google Shape;3815;p74"/>
          <p:cNvSpPr/>
          <p:nvPr/>
        </p:nvSpPr>
        <p:spPr>
          <a:xfrm>
            <a:off x="7515254" y="1909461"/>
            <a:ext cx="28312" cy="46055"/>
          </a:xfrm>
          <a:custGeom>
            <a:rect b="b" l="l" r="r" t="t"/>
            <a:pathLst>
              <a:path extrusionOk="0" h="610" w="375">
                <a:moveTo>
                  <a:pt x="188" y="61"/>
                </a:moveTo>
                <a:cubicBezTo>
                  <a:pt x="254" y="61"/>
                  <a:pt x="302" y="132"/>
                  <a:pt x="302" y="302"/>
                </a:cubicBezTo>
                <a:cubicBezTo>
                  <a:pt x="302" y="472"/>
                  <a:pt x="254" y="545"/>
                  <a:pt x="188" y="545"/>
                </a:cubicBezTo>
                <a:cubicBezTo>
                  <a:pt x="118" y="545"/>
                  <a:pt x="74" y="472"/>
                  <a:pt x="74" y="302"/>
                </a:cubicBezTo>
                <a:cubicBezTo>
                  <a:pt x="74" y="132"/>
                  <a:pt x="118" y="61"/>
                  <a:pt x="188" y="61"/>
                </a:cubicBezTo>
                <a:close/>
                <a:moveTo>
                  <a:pt x="188" y="1"/>
                </a:moveTo>
                <a:cubicBezTo>
                  <a:pt x="71" y="1"/>
                  <a:pt x="1" y="108"/>
                  <a:pt x="1" y="302"/>
                </a:cubicBezTo>
                <a:cubicBezTo>
                  <a:pt x="1" y="499"/>
                  <a:pt x="71" y="609"/>
                  <a:pt x="188" y="609"/>
                </a:cubicBezTo>
                <a:cubicBezTo>
                  <a:pt x="302" y="609"/>
                  <a:pt x="375" y="499"/>
                  <a:pt x="375" y="302"/>
                </a:cubicBezTo>
                <a:cubicBezTo>
                  <a:pt x="375" y="108"/>
                  <a:pt x="302" y="1"/>
                  <a:pt x="18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6" name="Google Shape;3816;p74"/>
          <p:cNvSpPr/>
          <p:nvPr/>
        </p:nvSpPr>
        <p:spPr>
          <a:xfrm>
            <a:off x="7548851" y="1908253"/>
            <a:ext cx="52244" cy="47263"/>
          </a:xfrm>
          <a:custGeom>
            <a:rect b="b" l="l" r="r" t="t"/>
            <a:pathLst>
              <a:path extrusionOk="0" h="626" w="692">
                <a:moveTo>
                  <a:pt x="137" y="47"/>
                </a:moveTo>
                <a:cubicBezTo>
                  <a:pt x="184" y="47"/>
                  <a:pt x="217" y="94"/>
                  <a:pt x="217" y="191"/>
                </a:cubicBezTo>
                <a:cubicBezTo>
                  <a:pt x="217" y="285"/>
                  <a:pt x="184" y="334"/>
                  <a:pt x="137" y="334"/>
                </a:cubicBezTo>
                <a:cubicBezTo>
                  <a:pt x="90" y="334"/>
                  <a:pt x="57" y="285"/>
                  <a:pt x="57" y="191"/>
                </a:cubicBezTo>
                <a:cubicBezTo>
                  <a:pt x="57" y="94"/>
                  <a:pt x="90" y="47"/>
                  <a:pt x="137" y="47"/>
                </a:cubicBezTo>
                <a:close/>
                <a:moveTo>
                  <a:pt x="137" y="0"/>
                </a:moveTo>
                <a:cubicBezTo>
                  <a:pt x="54" y="0"/>
                  <a:pt x="0" y="71"/>
                  <a:pt x="0" y="191"/>
                </a:cubicBezTo>
                <a:cubicBezTo>
                  <a:pt x="0" y="311"/>
                  <a:pt x="54" y="381"/>
                  <a:pt x="137" y="381"/>
                </a:cubicBezTo>
                <a:cubicBezTo>
                  <a:pt x="217" y="381"/>
                  <a:pt x="274" y="311"/>
                  <a:pt x="274" y="191"/>
                </a:cubicBezTo>
                <a:cubicBezTo>
                  <a:pt x="274" y="71"/>
                  <a:pt x="217" y="0"/>
                  <a:pt x="137" y="0"/>
                </a:cubicBezTo>
                <a:close/>
                <a:moveTo>
                  <a:pt x="555" y="291"/>
                </a:moveTo>
                <a:cubicBezTo>
                  <a:pt x="602" y="291"/>
                  <a:pt x="635" y="338"/>
                  <a:pt x="635" y="435"/>
                </a:cubicBezTo>
                <a:cubicBezTo>
                  <a:pt x="635" y="528"/>
                  <a:pt x="602" y="578"/>
                  <a:pt x="555" y="578"/>
                </a:cubicBezTo>
                <a:cubicBezTo>
                  <a:pt x="508" y="578"/>
                  <a:pt x="475" y="528"/>
                  <a:pt x="475" y="435"/>
                </a:cubicBezTo>
                <a:cubicBezTo>
                  <a:pt x="475" y="338"/>
                  <a:pt x="508" y="291"/>
                  <a:pt x="555" y="291"/>
                </a:cubicBezTo>
                <a:close/>
                <a:moveTo>
                  <a:pt x="484" y="0"/>
                </a:moveTo>
                <a:lnTo>
                  <a:pt x="154" y="625"/>
                </a:lnTo>
                <a:lnTo>
                  <a:pt x="204" y="625"/>
                </a:lnTo>
                <a:lnTo>
                  <a:pt x="535" y="0"/>
                </a:lnTo>
                <a:close/>
                <a:moveTo>
                  <a:pt x="555" y="245"/>
                </a:moveTo>
                <a:cubicBezTo>
                  <a:pt x="475" y="245"/>
                  <a:pt x="418" y="314"/>
                  <a:pt x="418" y="435"/>
                </a:cubicBezTo>
                <a:cubicBezTo>
                  <a:pt x="418" y="555"/>
                  <a:pt x="475" y="625"/>
                  <a:pt x="555" y="625"/>
                </a:cubicBezTo>
                <a:cubicBezTo>
                  <a:pt x="638" y="625"/>
                  <a:pt x="691" y="555"/>
                  <a:pt x="691" y="435"/>
                </a:cubicBezTo>
                <a:cubicBezTo>
                  <a:pt x="691" y="314"/>
                  <a:pt x="638" y="245"/>
                  <a:pt x="555" y="245"/>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7" name="Google Shape;3817;p74"/>
          <p:cNvSpPr/>
          <p:nvPr/>
        </p:nvSpPr>
        <p:spPr>
          <a:xfrm>
            <a:off x="7453497" y="1908782"/>
            <a:ext cx="7625" cy="44469"/>
          </a:xfrm>
          <a:custGeom>
            <a:rect b="b" l="l" r="r" t="t"/>
            <a:pathLst>
              <a:path extrusionOk="0" h="589" w="101">
                <a:moveTo>
                  <a:pt x="0" y="0"/>
                </a:moveTo>
                <a:lnTo>
                  <a:pt x="0" y="588"/>
                </a:lnTo>
                <a:lnTo>
                  <a:pt x="101" y="588"/>
                </a:lnTo>
                <a:lnTo>
                  <a:pt x="10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8" name="Google Shape;3818;p74"/>
          <p:cNvSpPr/>
          <p:nvPr/>
        </p:nvSpPr>
        <p:spPr>
          <a:xfrm>
            <a:off x="7424958" y="1940567"/>
            <a:ext cx="7625" cy="12684"/>
          </a:xfrm>
          <a:custGeom>
            <a:rect b="b" l="l" r="r" t="t"/>
            <a:pathLst>
              <a:path extrusionOk="0" h="168" w="101">
                <a:moveTo>
                  <a:pt x="1" y="0"/>
                </a:moveTo>
                <a:lnTo>
                  <a:pt x="1" y="167"/>
                </a:lnTo>
                <a:lnTo>
                  <a:pt x="101" y="167"/>
                </a:lnTo>
                <a:lnTo>
                  <a:pt x="10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19" name="Google Shape;3819;p74"/>
          <p:cNvGrpSpPr/>
          <p:nvPr/>
        </p:nvGrpSpPr>
        <p:grpSpPr>
          <a:xfrm>
            <a:off x="7676582" y="520374"/>
            <a:ext cx="1210421" cy="2715505"/>
            <a:chOff x="4314813" y="3219875"/>
            <a:chExt cx="770625" cy="1728850"/>
          </a:xfrm>
        </p:grpSpPr>
        <p:sp>
          <p:nvSpPr>
            <p:cNvPr id="3820" name="Google Shape;3820;p74"/>
            <p:cNvSpPr/>
            <p:nvPr/>
          </p:nvSpPr>
          <p:spPr>
            <a:xfrm>
              <a:off x="4653338" y="3935425"/>
              <a:ext cx="284075" cy="208425"/>
            </a:xfrm>
            <a:custGeom>
              <a:rect b="b" l="l" r="r" t="t"/>
              <a:pathLst>
                <a:path extrusionOk="0" h="8337" w="11363">
                  <a:moveTo>
                    <a:pt x="5683" y="0"/>
                  </a:moveTo>
                  <a:cubicBezTo>
                    <a:pt x="2544" y="0"/>
                    <a:pt x="1" y="1864"/>
                    <a:pt x="1" y="4170"/>
                  </a:cubicBezTo>
                  <a:cubicBezTo>
                    <a:pt x="1" y="6471"/>
                    <a:pt x="2544" y="8336"/>
                    <a:pt x="5683" y="8336"/>
                  </a:cubicBezTo>
                  <a:cubicBezTo>
                    <a:pt x="8819" y="8336"/>
                    <a:pt x="11362" y="6471"/>
                    <a:pt x="11362" y="4170"/>
                  </a:cubicBezTo>
                  <a:cubicBezTo>
                    <a:pt x="11362" y="1864"/>
                    <a:pt x="8819" y="0"/>
                    <a:pt x="5683" y="0"/>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1" name="Google Shape;3821;p74"/>
            <p:cNvSpPr/>
            <p:nvPr/>
          </p:nvSpPr>
          <p:spPr>
            <a:xfrm>
              <a:off x="4362313" y="3619900"/>
              <a:ext cx="367275" cy="170975"/>
            </a:xfrm>
            <a:custGeom>
              <a:rect b="b" l="l" r="r" t="t"/>
              <a:pathLst>
                <a:path extrusionOk="0" h="6839" w="14691">
                  <a:moveTo>
                    <a:pt x="2809" y="1"/>
                  </a:moveTo>
                  <a:cubicBezTo>
                    <a:pt x="1675" y="1"/>
                    <a:pt x="852" y="149"/>
                    <a:pt x="648" y="507"/>
                  </a:cubicBezTo>
                  <a:cubicBezTo>
                    <a:pt x="1" y="1641"/>
                    <a:pt x="971" y="2485"/>
                    <a:pt x="3392" y="3770"/>
                  </a:cubicBezTo>
                  <a:cubicBezTo>
                    <a:pt x="5086" y="4671"/>
                    <a:pt x="9144" y="6839"/>
                    <a:pt x="11953" y="6839"/>
                  </a:cubicBezTo>
                  <a:cubicBezTo>
                    <a:pt x="13164" y="6839"/>
                    <a:pt x="14142" y="6436"/>
                    <a:pt x="14599" y="5356"/>
                  </a:cubicBezTo>
                  <a:cubicBezTo>
                    <a:pt x="14599" y="5356"/>
                    <a:pt x="14690" y="2558"/>
                    <a:pt x="11423" y="1454"/>
                  </a:cubicBezTo>
                  <a:cubicBezTo>
                    <a:pt x="9186" y="697"/>
                    <a:pt x="5267" y="1"/>
                    <a:pt x="2809" y="1"/>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2" name="Google Shape;3822;p74"/>
            <p:cNvSpPr/>
            <p:nvPr/>
          </p:nvSpPr>
          <p:spPr>
            <a:xfrm>
              <a:off x="4344888" y="3383025"/>
              <a:ext cx="97725" cy="311125"/>
            </a:xfrm>
            <a:custGeom>
              <a:rect b="b" l="l" r="r" t="t"/>
              <a:pathLst>
                <a:path extrusionOk="0" h="12445" w="3909">
                  <a:moveTo>
                    <a:pt x="2175" y="1"/>
                  </a:moveTo>
                  <a:lnTo>
                    <a:pt x="124" y="83"/>
                  </a:lnTo>
                  <a:cubicBezTo>
                    <a:pt x="92" y="2502"/>
                    <a:pt x="46" y="5893"/>
                    <a:pt x="27" y="7626"/>
                  </a:cubicBezTo>
                  <a:cubicBezTo>
                    <a:pt x="0" y="10492"/>
                    <a:pt x="1258" y="11230"/>
                    <a:pt x="1258" y="11230"/>
                  </a:cubicBezTo>
                  <a:cubicBezTo>
                    <a:pt x="2242" y="12254"/>
                    <a:pt x="3520" y="12445"/>
                    <a:pt x="3834" y="12445"/>
                  </a:cubicBezTo>
                  <a:cubicBezTo>
                    <a:pt x="3882" y="12445"/>
                    <a:pt x="3908" y="12440"/>
                    <a:pt x="3906" y="12433"/>
                  </a:cubicBezTo>
                  <a:cubicBezTo>
                    <a:pt x="3897" y="12397"/>
                    <a:pt x="2781" y="4362"/>
                    <a:pt x="2175" y="1"/>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3" name="Google Shape;3823;p74"/>
            <p:cNvSpPr/>
            <p:nvPr/>
          </p:nvSpPr>
          <p:spPr>
            <a:xfrm>
              <a:off x="4314813" y="3219875"/>
              <a:ext cx="75000" cy="96725"/>
            </a:xfrm>
            <a:custGeom>
              <a:rect b="b" l="l" r="r" t="t"/>
              <a:pathLst>
                <a:path extrusionOk="0" h="3869" w="3000">
                  <a:moveTo>
                    <a:pt x="1101" y="1"/>
                  </a:moveTo>
                  <a:cubicBezTo>
                    <a:pt x="1089" y="1"/>
                    <a:pt x="1077" y="2"/>
                    <a:pt x="1066" y="4"/>
                  </a:cubicBezTo>
                  <a:cubicBezTo>
                    <a:pt x="848" y="50"/>
                    <a:pt x="1140" y="2575"/>
                    <a:pt x="971" y="2657"/>
                  </a:cubicBezTo>
                  <a:cubicBezTo>
                    <a:pt x="962" y="2661"/>
                    <a:pt x="953" y="2663"/>
                    <a:pt x="943" y="2663"/>
                  </a:cubicBezTo>
                  <a:cubicBezTo>
                    <a:pt x="764" y="2663"/>
                    <a:pt x="425" y="2006"/>
                    <a:pt x="292" y="1864"/>
                  </a:cubicBezTo>
                  <a:cubicBezTo>
                    <a:pt x="280" y="1852"/>
                    <a:pt x="268" y="1846"/>
                    <a:pt x="257" y="1846"/>
                  </a:cubicBezTo>
                  <a:cubicBezTo>
                    <a:pt x="126" y="1846"/>
                    <a:pt x="0" y="2552"/>
                    <a:pt x="100" y="3263"/>
                  </a:cubicBezTo>
                  <a:cubicBezTo>
                    <a:pt x="170" y="3782"/>
                    <a:pt x="707" y="3869"/>
                    <a:pt x="1057" y="3869"/>
                  </a:cubicBezTo>
                  <a:cubicBezTo>
                    <a:pt x="1233" y="3869"/>
                    <a:pt x="1363" y="3847"/>
                    <a:pt x="1363" y="3847"/>
                  </a:cubicBezTo>
                  <a:lnTo>
                    <a:pt x="2999" y="3782"/>
                  </a:lnTo>
                  <a:cubicBezTo>
                    <a:pt x="2999" y="3782"/>
                    <a:pt x="2416" y="1609"/>
                    <a:pt x="2133" y="993"/>
                  </a:cubicBezTo>
                  <a:cubicBezTo>
                    <a:pt x="1865" y="404"/>
                    <a:pt x="1340" y="1"/>
                    <a:pt x="1101"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4" name="Google Shape;3824;p74"/>
            <p:cNvSpPr/>
            <p:nvPr/>
          </p:nvSpPr>
          <p:spPr>
            <a:xfrm>
              <a:off x="4727288" y="3499250"/>
              <a:ext cx="200775" cy="193425"/>
            </a:xfrm>
            <a:custGeom>
              <a:rect b="b" l="l" r="r" t="t"/>
              <a:pathLst>
                <a:path extrusionOk="0" h="7737" w="8031">
                  <a:moveTo>
                    <a:pt x="5118" y="0"/>
                  </a:moveTo>
                  <a:lnTo>
                    <a:pt x="3278" y="1427"/>
                  </a:lnTo>
                  <a:cubicBezTo>
                    <a:pt x="3278" y="1427"/>
                    <a:pt x="3227" y="4909"/>
                    <a:pt x="0" y="6112"/>
                  </a:cubicBezTo>
                  <a:cubicBezTo>
                    <a:pt x="0" y="6112"/>
                    <a:pt x="1708" y="7737"/>
                    <a:pt x="3908" y="7737"/>
                  </a:cubicBezTo>
                  <a:cubicBezTo>
                    <a:pt x="4119" y="7737"/>
                    <a:pt x="4334" y="7722"/>
                    <a:pt x="4553" y="7689"/>
                  </a:cubicBezTo>
                  <a:cubicBezTo>
                    <a:pt x="7056" y="7311"/>
                    <a:pt x="8030" y="6463"/>
                    <a:pt x="8030" y="6463"/>
                  </a:cubicBezTo>
                  <a:cubicBezTo>
                    <a:pt x="8030" y="6463"/>
                    <a:pt x="6690" y="6436"/>
                    <a:pt x="5962" y="4685"/>
                  </a:cubicBezTo>
                  <a:cubicBezTo>
                    <a:pt x="5228" y="2931"/>
                    <a:pt x="5118" y="0"/>
                    <a:pt x="5118"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5" name="Google Shape;3825;p74"/>
            <p:cNvSpPr/>
            <p:nvPr/>
          </p:nvSpPr>
          <p:spPr>
            <a:xfrm>
              <a:off x="4803613" y="3509150"/>
              <a:ext cx="37875" cy="58250"/>
            </a:xfrm>
            <a:custGeom>
              <a:rect b="b" l="l" r="r" t="t"/>
              <a:pathLst>
                <a:path extrusionOk="0" h="2330" w="1515">
                  <a:moveTo>
                    <a:pt x="1514" y="0"/>
                  </a:moveTo>
                  <a:lnTo>
                    <a:pt x="225" y="1031"/>
                  </a:lnTo>
                  <a:lnTo>
                    <a:pt x="215" y="1086"/>
                  </a:lnTo>
                  <a:lnTo>
                    <a:pt x="0" y="2329"/>
                  </a:lnTo>
                  <a:cubicBezTo>
                    <a:pt x="0" y="2329"/>
                    <a:pt x="885" y="1673"/>
                    <a:pt x="1172" y="1031"/>
                  </a:cubicBezTo>
                  <a:cubicBezTo>
                    <a:pt x="1459" y="383"/>
                    <a:pt x="1514" y="1"/>
                    <a:pt x="1514" y="0"/>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6" name="Google Shape;3826;p74"/>
            <p:cNvSpPr/>
            <p:nvPr/>
          </p:nvSpPr>
          <p:spPr>
            <a:xfrm>
              <a:off x="4759638" y="3414275"/>
              <a:ext cx="119875" cy="125525"/>
            </a:xfrm>
            <a:custGeom>
              <a:rect b="b" l="l" r="r" t="t"/>
              <a:pathLst>
                <a:path extrusionOk="0" h="5021" w="4795">
                  <a:moveTo>
                    <a:pt x="2134" y="0"/>
                  </a:moveTo>
                  <a:cubicBezTo>
                    <a:pt x="1729" y="0"/>
                    <a:pt x="1353" y="86"/>
                    <a:pt x="1126" y="268"/>
                  </a:cubicBezTo>
                  <a:cubicBezTo>
                    <a:pt x="457" y="806"/>
                    <a:pt x="0" y="4424"/>
                    <a:pt x="128" y="4830"/>
                  </a:cubicBezTo>
                  <a:cubicBezTo>
                    <a:pt x="171" y="4962"/>
                    <a:pt x="406" y="5021"/>
                    <a:pt x="729" y="5021"/>
                  </a:cubicBezTo>
                  <a:cubicBezTo>
                    <a:pt x="1398" y="5021"/>
                    <a:pt x="2445" y="4769"/>
                    <a:pt x="2949" y="4397"/>
                  </a:cubicBezTo>
                  <a:cubicBezTo>
                    <a:pt x="3696" y="3846"/>
                    <a:pt x="3824" y="3399"/>
                    <a:pt x="3824" y="3399"/>
                  </a:cubicBezTo>
                  <a:cubicBezTo>
                    <a:pt x="3824" y="3399"/>
                    <a:pt x="3949" y="3476"/>
                    <a:pt x="4117" y="3476"/>
                  </a:cubicBezTo>
                  <a:cubicBezTo>
                    <a:pt x="4227" y="3476"/>
                    <a:pt x="4356" y="3443"/>
                    <a:pt x="4481" y="3335"/>
                  </a:cubicBezTo>
                  <a:cubicBezTo>
                    <a:pt x="4795" y="3061"/>
                    <a:pt x="4663" y="2405"/>
                    <a:pt x="4417" y="2260"/>
                  </a:cubicBezTo>
                  <a:cubicBezTo>
                    <a:pt x="4347" y="2220"/>
                    <a:pt x="4286" y="2206"/>
                    <a:pt x="4235" y="2206"/>
                  </a:cubicBezTo>
                  <a:cubicBezTo>
                    <a:pt x="4103" y="2206"/>
                    <a:pt x="4034" y="2301"/>
                    <a:pt x="4034" y="2301"/>
                  </a:cubicBezTo>
                  <a:cubicBezTo>
                    <a:pt x="4034" y="2301"/>
                    <a:pt x="4117" y="1790"/>
                    <a:pt x="3943" y="911"/>
                  </a:cubicBezTo>
                  <a:cubicBezTo>
                    <a:pt x="3831" y="329"/>
                    <a:pt x="2927" y="0"/>
                    <a:pt x="2134"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7" name="Google Shape;3827;p74"/>
            <p:cNvSpPr/>
            <p:nvPr/>
          </p:nvSpPr>
          <p:spPr>
            <a:xfrm>
              <a:off x="4813988" y="3457625"/>
              <a:ext cx="21900" cy="8875"/>
            </a:xfrm>
            <a:custGeom>
              <a:rect b="b" l="l" r="r" t="t"/>
              <a:pathLst>
                <a:path extrusionOk="0" h="355" w="876">
                  <a:moveTo>
                    <a:pt x="423" y="0"/>
                  </a:moveTo>
                  <a:cubicBezTo>
                    <a:pt x="323" y="0"/>
                    <a:pt x="235" y="6"/>
                    <a:pt x="197" y="25"/>
                  </a:cubicBezTo>
                  <a:cubicBezTo>
                    <a:pt x="83" y="75"/>
                    <a:pt x="1" y="311"/>
                    <a:pt x="1" y="311"/>
                  </a:cubicBezTo>
                  <a:cubicBezTo>
                    <a:pt x="1" y="311"/>
                    <a:pt x="213" y="354"/>
                    <a:pt x="398" y="354"/>
                  </a:cubicBezTo>
                  <a:cubicBezTo>
                    <a:pt x="490" y="354"/>
                    <a:pt x="576" y="343"/>
                    <a:pt x="624" y="311"/>
                  </a:cubicBezTo>
                  <a:cubicBezTo>
                    <a:pt x="767" y="221"/>
                    <a:pt x="876" y="25"/>
                    <a:pt x="876" y="25"/>
                  </a:cubicBezTo>
                  <a:cubicBezTo>
                    <a:pt x="876" y="25"/>
                    <a:pt x="625" y="0"/>
                    <a:pt x="4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8" name="Google Shape;3828;p74"/>
            <p:cNvSpPr/>
            <p:nvPr/>
          </p:nvSpPr>
          <p:spPr>
            <a:xfrm>
              <a:off x="4778088" y="3449925"/>
              <a:ext cx="14375" cy="14125"/>
            </a:xfrm>
            <a:custGeom>
              <a:rect b="b" l="l" r="r" t="t"/>
              <a:pathLst>
                <a:path extrusionOk="0" h="565" w="575">
                  <a:moveTo>
                    <a:pt x="32" y="0"/>
                  </a:moveTo>
                  <a:cubicBezTo>
                    <a:pt x="32" y="0"/>
                    <a:pt x="1" y="49"/>
                    <a:pt x="106" y="232"/>
                  </a:cubicBezTo>
                  <a:cubicBezTo>
                    <a:pt x="211" y="415"/>
                    <a:pt x="552" y="565"/>
                    <a:pt x="552" y="565"/>
                  </a:cubicBezTo>
                  <a:cubicBezTo>
                    <a:pt x="552" y="565"/>
                    <a:pt x="575" y="301"/>
                    <a:pt x="466" y="182"/>
                  </a:cubicBezTo>
                  <a:cubicBezTo>
                    <a:pt x="356" y="64"/>
                    <a:pt x="33" y="0"/>
                    <a:pt x="3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9" name="Google Shape;3829;p74"/>
            <p:cNvSpPr/>
            <p:nvPr/>
          </p:nvSpPr>
          <p:spPr>
            <a:xfrm>
              <a:off x="4778888" y="3449875"/>
              <a:ext cx="14725" cy="14175"/>
            </a:xfrm>
            <a:custGeom>
              <a:rect b="b" l="l" r="r" t="t"/>
              <a:pathLst>
                <a:path extrusionOk="0" h="567" w="589">
                  <a:moveTo>
                    <a:pt x="51" y="1"/>
                  </a:moveTo>
                  <a:cubicBezTo>
                    <a:pt x="20" y="1"/>
                    <a:pt x="0" y="2"/>
                    <a:pt x="0" y="2"/>
                  </a:cubicBezTo>
                  <a:cubicBezTo>
                    <a:pt x="0" y="2"/>
                    <a:pt x="347" y="74"/>
                    <a:pt x="434" y="211"/>
                  </a:cubicBezTo>
                  <a:cubicBezTo>
                    <a:pt x="520" y="352"/>
                    <a:pt x="520" y="567"/>
                    <a:pt x="520" y="567"/>
                  </a:cubicBezTo>
                  <a:cubicBezTo>
                    <a:pt x="520" y="567"/>
                    <a:pt x="589" y="316"/>
                    <a:pt x="457" y="143"/>
                  </a:cubicBezTo>
                  <a:cubicBezTo>
                    <a:pt x="357" y="16"/>
                    <a:pt x="148" y="1"/>
                    <a:pt x="51"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0" name="Google Shape;3830;p74"/>
            <p:cNvSpPr/>
            <p:nvPr/>
          </p:nvSpPr>
          <p:spPr>
            <a:xfrm>
              <a:off x="4780488" y="3439725"/>
              <a:ext cx="15300" cy="8500"/>
            </a:xfrm>
            <a:custGeom>
              <a:rect b="b" l="l" r="r" t="t"/>
              <a:pathLst>
                <a:path extrusionOk="0" h="340" w="612">
                  <a:moveTo>
                    <a:pt x="246" y="1"/>
                  </a:moveTo>
                  <a:cubicBezTo>
                    <a:pt x="114" y="1"/>
                    <a:pt x="1" y="57"/>
                    <a:pt x="1" y="57"/>
                  </a:cubicBezTo>
                  <a:cubicBezTo>
                    <a:pt x="1" y="57"/>
                    <a:pt x="37" y="52"/>
                    <a:pt x="93" y="52"/>
                  </a:cubicBezTo>
                  <a:cubicBezTo>
                    <a:pt x="155" y="52"/>
                    <a:pt x="240" y="58"/>
                    <a:pt x="329" y="84"/>
                  </a:cubicBezTo>
                  <a:cubicBezTo>
                    <a:pt x="502" y="129"/>
                    <a:pt x="611" y="339"/>
                    <a:pt x="611" y="339"/>
                  </a:cubicBezTo>
                  <a:cubicBezTo>
                    <a:pt x="611" y="339"/>
                    <a:pt x="607" y="135"/>
                    <a:pt x="416" y="38"/>
                  </a:cubicBezTo>
                  <a:cubicBezTo>
                    <a:pt x="360" y="10"/>
                    <a:pt x="302" y="1"/>
                    <a:pt x="246"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1" name="Google Shape;3831;p74"/>
            <p:cNvSpPr/>
            <p:nvPr/>
          </p:nvSpPr>
          <p:spPr>
            <a:xfrm>
              <a:off x="4813988" y="3456800"/>
              <a:ext cx="21900" cy="8625"/>
            </a:xfrm>
            <a:custGeom>
              <a:rect b="b" l="l" r="r" t="t"/>
              <a:pathLst>
                <a:path extrusionOk="0" h="345" w="876">
                  <a:moveTo>
                    <a:pt x="438" y="1"/>
                  </a:moveTo>
                  <a:cubicBezTo>
                    <a:pt x="337" y="1"/>
                    <a:pt x="246" y="9"/>
                    <a:pt x="197" y="30"/>
                  </a:cubicBezTo>
                  <a:cubicBezTo>
                    <a:pt x="60" y="94"/>
                    <a:pt x="1" y="344"/>
                    <a:pt x="1" y="344"/>
                  </a:cubicBezTo>
                  <a:cubicBezTo>
                    <a:pt x="1" y="344"/>
                    <a:pt x="119" y="121"/>
                    <a:pt x="269" y="81"/>
                  </a:cubicBezTo>
                  <a:cubicBezTo>
                    <a:pt x="349" y="59"/>
                    <a:pt x="513" y="54"/>
                    <a:pt x="651" y="54"/>
                  </a:cubicBezTo>
                  <a:cubicBezTo>
                    <a:pt x="774" y="54"/>
                    <a:pt x="876" y="58"/>
                    <a:pt x="876" y="58"/>
                  </a:cubicBezTo>
                  <a:cubicBezTo>
                    <a:pt x="832" y="28"/>
                    <a:pt x="620" y="1"/>
                    <a:pt x="438"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2" name="Google Shape;3832;p74"/>
            <p:cNvSpPr/>
            <p:nvPr/>
          </p:nvSpPr>
          <p:spPr>
            <a:xfrm>
              <a:off x="4814913" y="3446475"/>
              <a:ext cx="23575" cy="5725"/>
            </a:xfrm>
            <a:custGeom>
              <a:rect b="b" l="l" r="r" t="t"/>
              <a:pathLst>
                <a:path extrusionOk="0" h="229" w="943">
                  <a:moveTo>
                    <a:pt x="451" y="1"/>
                  </a:moveTo>
                  <a:cubicBezTo>
                    <a:pt x="406" y="1"/>
                    <a:pt x="361" y="4"/>
                    <a:pt x="319" y="10"/>
                  </a:cubicBezTo>
                  <a:cubicBezTo>
                    <a:pt x="82" y="46"/>
                    <a:pt x="0" y="229"/>
                    <a:pt x="0" y="229"/>
                  </a:cubicBezTo>
                  <a:cubicBezTo>
                    <a:pt x="0" y="229"/>
                    <a:pt x="105" y="88"/>
                    <a:pt x="401" y="69"/>
                  </a:cubicBezTo>
                  <a:cubicBezTo>
                    <a:pt x="419" y="68"/>
                    <a:pt x="437" y="68"/>
                    <a:pt x="455" y="68"/>
                  </a:cubicBezTo>
                  <a:cubicBezTo>
                    <a:pt x="730" y="68"/>
                    <a:pt x="943" y="197"/>
                    <a:pt x="943" y="197"/>
                  </a:cubicBezTo>
                  <a:cubicBezTo>
                    <a:pt x="894" y="69"/>
                    <a:pt x="663" y="1"/>
                    <a:pt x="451"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3" name="Google Shape;3833;p74"/>
            <p:cNvSpPr/>
            <p:nvPr/>
          </p:nvSpPr>
          <p:spPr>
            <a:xfrm>
              <a:off x="4820363" y="3458450"/>
              <a:ext cx="5600" cy="7225"/>
            </a:xfrm>
            <a:custGeom>
              <a:rect b="b" l="l" r="r" t="t"/>
              <a:pathLst>
                <a:path extrusionOk="0" h="289" w="224">
                  <a:moveTo>
                    <a:pt x="110" y="0"/>
                  </a:moveTo>
                  <a:cubicBezTo>
                    <a:pt x="51" y="0"/>
                    <a:pt x="1" y="64"/>
                    <a:pt x="1" y="142"/>
                  </a:cubicBezTo>
                  <a:cubicBezTo>
                    <a:pt x="1" y="224"/>
                    <a:pt x="51" y="288"/>
                    <a:pt x="110" y="288"/>
                  </a:cubicBezTo>
                  <a:cubicBezTo>
                    <a:pt x="174" y="288"/>
                    <a:pt x="224" y="224"/>
                    <a:pt x="224" y="142"/>
                  </a:cubicBezTo>
                  <a:cubicBezTo>
                    <a:pt x="224" y="64"/>
                    <a:pt x="174" y="0"/>
                    <a:pt x="110"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4" name="Google Shape;3834;p74"/>
            <p:cNvSpPr/>
            <p:nvPr/>
          </p:nvSpPr>
          <p:spPr>
            <a:xfrm>
              <a:off x="4783913" y="3453175"/>
              <a:ext cx="6175" cy="7250"/>
            </a:xfrm>
            <a:custGeom>
              <a:rect b="b" l="l" r="r" t="t"/>
              <a:pathLst>
                <a:path extrusionOk="0" h="290" w="247">
                  <a:moveTo>
                    <a:pt x="129" y="1"/>
                  </a:moveTo>
                  <a:cubicBezTo>
                    <a:pt x="70" y="1"/>
                    <a:pt x="22" y="57"/>
                    <a:pt x="9" y="129"/>
                  </a:cubicBezTo>
                  <a:cubicBezTo>
                    <a:pt x="1" y="207"/>
                    <a:pt x="41" y="280"/>
                    <a:pt x="100" y="289"/>
                  </a:cubicBezTo>
                  <a:cubicBezTo>
                    <a:pt x="105" y="290"/>
                    <a:pt x="109" y="290"/>
                    <a:pt x="113" y="290"/>
                  </a:cubicBezTo>
                  <a:cubicBezTo>
                    <a:pt x="172" y="290"/>
                    <a:pt x="224" y="234"/>
                    <a:pt x="233" y="161"/>
                  </a:cubicBezTo>
                  <a:cubicBezTo>
                    <a:pt x="247" y="79"/>
                    <a:pt x="205" y="11"/>
                    <a:pt x="142" y="1"/>
                  </a:cubicBezTo>
                  <a:cubicBezTo>
                    <a:pt x="138" y="1"/>
                    <a:pt x="133" y="1"/>
                    <a:pt x="129"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5" name="Google Shape;3835;p74"/>
            <p:cNvSpPr/>
            <p:nvPr/>
          </p:nvSpPr>
          <p:spPr>
            <a:xfrm>
              <a:off x="4790963" y="3454450"/>
              <a:ext cx="13825" cy="30900"/>
            </a:xfrm>
            <a:custGeom>
              <a:rect b="b" l="l" r="r" t="t"/>
              <a:pathLst>
                <a:path extrusionOk="0" h="1236" w="553">
                  <a:moveTo>
                    <a:pt x="498" y="1"/>
                  </a:moveTo>
                  <a:lnTo>
                    <a:pt x="1" y="1236"/>
                  </a:lnTo>
                  <a:lnTo>
                    <a:pt x="534" y="1044"/>
                  </a:lnTo>
                  <a:lnTo>
                    <a:pt x="516" y="990"/>
                  </a:lnTo>
                  <a:lnTo>
                    <a:pt x="106" y="1136"/>
                  </a:lnTo>
                  <a:lnTo>
                    <a:pt x="552" y="24"/>
                  </a:lnTo>
                  <a:lnTo>
                    <a:pt x="498" y="1"/>
                  </a:ln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6" name="Google Shape;3836;p74"/>
            <p:cNvSpPr/>
            <p:nvPr/>
          </p:nvSpPr>
          <p:spPr>
            <a:xfrm>
              <a:off x="4856938" y="3477950"/>
              <a:ext cx="10275" cy="7750"/>
            </a:xfrm>
            <a:custGeom>
              <a:rect b="b" l="l" r="r" t="t"/>
              <a:pathLst>
                <a:path extrusionOk="0" h="310" w="411">
                  <a:moveTo>
                    <a:pt x="410" y="0"/>
                  </a:moveTo>
                  <a:cubicBezTo>
                    <a:pt x="374" y="0"/>
                    <a:pt x="88" y="9"/>
                    <a:pt x="0" y="291"/>
                  </a:cubicBezTo>
                  <a:lnTo>
                    <a:pt x="55" y="310"/>
                  </a:lnTo>
                  <a:cubicBezTo>
                    <a:pt x="134" y="64"/>
                    <a:pt x="384" y="59"/>
                    <a:pt x="409" y="59"/>
                  </a:cubicBezTo>
                  <a:cubicBezTo>
                    <a:pt x="410" y="59"/>
                    <a:pt x="410" y="59"/>
                    <a:pt x="410" y="59"/>
                  </a:cubicBezTo>
                  <a:lnTo>
                    <a:pt x="410" y="0"/>
                  </a:ln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7" name="Google Shape;3837;p74"/>
            <p:cNvSpPr/>
            <p:nvPr/>
          </p:nvSpPr>
          <p:spPr>
            <a:xfrm>
              <a:off x="4787763" y="3412875"/>
              <a:ext cx="76600" cy="22375"/>
            </a:xfrm>
            <a:custGeom>
              <a:rect b="b" l="l" r="r" t="t"/>
              <a:pathLst>
                <a:path extrusionOk="0" h="895" w="3064">
                  <a:moveTo>
                    <a:pt x="995" y="1"/>
                  </a:moveTo>
                  <a:cubicBezTo>
                    <a:pt x="396" y="1"/>
                    <a:pt x="33" y="182"/>
                    <a:pt x="1" y="324"/>
                  </a:cubicBezTo>
                  <a:cubicBezTo>
                    <a:pt x="1" y="324"/>
                    <a:pt x="461" y="894"/>
                    <a:pt x="1186" y="894"/>
                  </a:cubicBezTo>
                  <a:cubicBezTo>
                    <a:pt x="1225" y="894"/>
                    <a:pt x="1264" y="893"/>
                    <a:pt x="1305" y="889"/>
                  </a:cubicBezTo>
                  <a:cubicBezTo>
                    <a:pt x="2093" y="820"/>
                    <a:pt x="2795" y="807"/>
                    <a:pt x="2795" y="807"/>
                  </a:cubicBezTo>
                  <a:cubicBezTo>
                    <a:pt x="2795" y="807"/>
                    <a:pt x="3064" y="420"/>
                    <a:pt x="1925" y="128"/>
                  </a:cubicBezTo>
                  <a:cubicBezTo>
                    <a:pt x="1574" y="37"/>
                    <a:pt x="1261" y="1"/>
                    <a:pt x="995"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8" name="Google Shape;3838;p74"/>
            <p:cNvSpPr/>
            <p:nvPr/>
          </p:nvSpPr>
          <p:spPr>
            <a:xfrm>
              <a:off x="4856938" y="3433050"/>
              <a:ext cx="9600" cy="38775"/>
            </a:xfrm>
            <a:custGeom>
              <a:rect b="b" l="l" r="r" t="t"/>
              <a:pathLst>
                <a:path extrusionOk="0" h="1551" w="384">
                  <a:moveTo>
                    <a:pt x="0" y="0"/>
                  </a:moveTo>
                  <a:cubicBezTo>
                    <a:pt x="23" y="51"/>
                    <a:pt x="42" y="105"/>
                    <a:pt x="51" y="160"/>
                  </a:cubicBezTo>
                  <a:cubicBezTo>
                    <a:pt x="225" y="1039"/>
                    <a:pt x="142" y="1550"/>
                    <a:pt x="142" y="1550"/>
                  </a:cubicBezTo>
                  <a:cubicBezTo>
                    <a:pt x="142" y="1550"/>
                    <a:pt x="383" y="615"/>
                    <a:pt x="28" y="0"/>
                  </a:cubicBezTo>
                  <a:close/>
                </a:path>
              </a:pathLst>
            </a:custGeom>
            <a:solidFill>
              <a:srgbClr val="68688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9" name="Google Shape;3839;p74"/>
            <p:cNvSpPr/>
            <p:nvPr/>
          </p:nvSpPr>
          <p:spPr>
            <a:xfrm>
              <a:off x="4839738" y="3433050"/>
              <a:ext cx="22825" cy="44000"/>
            </a:xfrm>
            <a:custGeom>
              <a:rect b="b" l="l" r="r" t="t"/>
              <a:pathLst>
                <a:path extrusionOk="0" h="1760" w="913">
                  <a:moveTo>
                    <a:pt x="688" y="0"/>
                  </a:moveTo>
                  <a:lnTo>
                    <a:pt x="0" y="28"/>
                  </a:lnTo>
                  <a:lnTo>
                    <a:pt x="174" y="1016"/>
                  </a:lnTo>
                  <a:cubicBezTo>
                    <a:pt x="174" y="1016"/>
                    <a:pt x="402" y="1039"/>
                    <a:pt x="497" y="1304"/>
                  </a:cubicBezTo>
                  <a:cubicBezTo>
                    <a:pt x="589" y="1563"/>
                    <a:pt x="616" y="1759"/>
                    <a:pt x="616" y="1759"/>
                  </a:cubicBezTo>
                  <a:lnTo>
                    <a:pt x="830" y="1550"/>
                  </a:lnTo>
                  <a:cubicBezTo>
                    <a:pt x="830" y="1550"/>
                    <a:pt x="913" y="1039"/>
                    <a:pt x="739" y="160"/>
                  </a:cubicBezTo>
                  <a:cubicBezTo>
                    <a:pt x="730" y="105"/>
                    <a:pt x="711" y="51"/>
                    <a:pt x="688" y="0"/>
                  </a:cubicBezTo>
                  <a:close/>
                </a:path>
              </a:pathLst>
            </a:custGeom>
            <a:solidFill>
              <a:srgbClr val="682C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0" name="Google Shape;3840;p74"/>
            <p:cNvSpPr/>
            <p:nvPr/>
          </p:nvSpPr>
          <p:spPr>
            <a:xfrm>
              <a:off x="4752588" y="3472400"/>
              <a:ext cx="105425" cy="76925"/>
            </a:xfrm>
            <a:custGeom>
              <a:rect b="b" l="l" r="r" t="t"/>
              <a:pathLst>
                <a:path extrusionOk="0" h="3077" w="4217">
                  <a:moveTo>
                    <a:pt x="4122" y="1"/>
                  </a:moveTo>
                  <a:cubicBezTo>
                    <a:pt x="4107" y="1"/>
                    <a:pt x="4089" y="4"/>
                    <a:pt x="4065" y="12"/>
                  </a:cubicBezTo>
                  <a:cubicBezTo>
                    <a:pt x="4065" y="12"/>
                    <a:pt x="3696" y="1179"/>
                    <a:pt x="3486" y="1371"/>
                  </a:cubicBezTo>
                  <a:cubicBezTo>
                    <a:pt x="3282" y="1557"/>
                    <a:pt x="2287" y="1672"/>
                    <a:pt x="2119" y="1890"/>
                  </a:cubicBezTo>
                  <a:cubicBezTo>
                    <a:pt x="1950" y="2114"/>
                    <a:pt x="1814" y="2291"/>
                    <a:pt x="1591" y="2341"/>
                  </a:cubicBezTo>
                  <a:cubicBezTo>
                    <a:pt x="1577" y="2344"/>
                    <a:pt x="1565" y="2346"/>
                    <a:pt x="1553" y="2346"/>
                  </a:cubicBezTo>
                  <a:cubicBezTo>
                    <a:pt x="1362" y="2346"/>
                    <a:pt x="1310" y="1954"/>
                    <a:pt x="1048" y="1817"/>
                  </a:cubicBezTo>
                  <a:cubicBezTo>
                    <a:pt x="992" y="1788"/>
                    <a:pt x="945" y="1776"/>
                    <a:pt x="905" y="1776"/>
                  </a:cubicBezTo>
                  <a:cubicBezTo>
                    <a:pt x="757" y="1776"/>
                    <a:pt x="698" y="1933"/>
                    <a:pt x="581" y="1933"/>
                  </a:cubicBezTo>
                  <a:cubicBezTo>
                    <a:pt x="573" y="1933"/>
                    <a:pt x="565" y="1933"/>
                    <a:pt x="556" y="1931"/>
                  </a:cubicBezTo>
                  <a:cubicBezTo>
                    <a:pt x="387" y="1899"/>
                    <a:pt x="478" y="1649"/>
                    <a:pt x="428" y="1607"/>
                  </a:cubicBezTo>
                  <a:cubicBezTo>
                    <a:pt x="427" y="1606"/>
                    <a:pt x="426" y="1606"/>
                    <a:pt x="425" y="1606"/>
                  </a:cubicBezTo>
                  <a:cubicBezTo>
                    <a:pt x="360" y="1606"/>
                    <a:pt x="1" y="2692"/>
                    <a:pt x="287" y="2947"/>
                  </a:cubicBezTo>
                  <a:cubicBezTo>
                    <a:pt x="389" y="3038"/>
                    <a:pt x="672" y="3077"/>
                    <a:pt x="1018" y="3077"/>
                  </a:cubicBezTo>
                  <a:cubicBezTo>
                    <a:pt x="1680" y="3077"/>
                    <a:pt x="2574" y="2936"/>
                    <a:pt x="2894" y="2751"/>
                  </a:cubicBezTo>
                  <a:cubicBezTo>
                    <a:pt x="3387" y="2469"/>
                    <a:pt x="3696" y="1689"/>
                    <a:pt x="3783" y="1470"/>
                  </a:cubicBezTo>
                  <a:cubicBezTo>
                    <a:pt x="3865" y="1252"/>
                    <a:pt x="4152" y="140"/>
                    <a:pt x="4152" y="140"/>
                  </a:cubicBezTo>
                  <a:cubicBezTo>
                    <a:pt x="4152" y="140"/>
                    <a:pt x="4217" y="1"/>
                    <a:pt x="4122"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1" name="Google Shape;3841;p74"/>
            <p:cNvSpPr/>
            <p:nvPr/>
          </p:nvSpPr>
          <p:spPr>
            <a:xfrm>
              <a:off x="4764788" y="3486100"/>
              <a:ext cx="57300" cy="28350"/>
            </a:xfrm>
            <a:custGeom>
              <a:rect b="b" l="l" r="r" t="t"/>
              <a:pathLst>
                <a:path extrusionOk="0" h="1134" w="2292">
                  <a:moveTo>
                    <a:pt x="1138" y="0"/>
                  </a:moveTo>
                  <a:cubicBezTo>
                    <a:pt x="685" y="0"/>
                    <a:pt x="287" y="312"/>
                    <a:pt x="287" y="312"/>
                  </a:cubicBezTo>
                  <a:cubicBezTo>
                    <a:pt x="118" y="512"/>
                    <a:pt x="0" y="872"/>
                    <a:pt x="109" y="922"/>
                  </a:cubicBezTo>
                  <a:cubicBezTo>
                    <a:pt x="116" y="926"/>
                    <a:pt x="124" y="927"/>
                    <a:pt x="134" y="927"/>
                  </a:cubicBezTo>
                  <a:cubicBezTo>
                    <a:pt x="279" y="927"/>
                    <a:pt x="725" y="566"/>
                    <a:pt x="918" y="566"/>
                  </a:cubicBezTo>
                  <a:cubicBezTo>
                    <a:pt x="924" y="566"/>
                    <a:pt x="929" y="566"/>
                    <a:pt x="934" y="567"/>
                  </a:cubicBezTo>
                  <a:cubicBezTo>
                    <a:pt x="1126" y="589"/>
                    <a:pt x="1839" y="1133"/>
                    <a:pt x="2065" y="1133"/>
                  </a:cubicBezTo>
                  <a:cubicBezTo>
                    <a:pt x="2070" y="1133"/>
                    <a:pt x="2074" y="1133"/>
                    <a:pt x="2078" y="1132"/>
                  </a:cubicBezTo>
                  <a:cubicBezTo>
                    <a:pt x="2292" y="1110"/>
                    <a:pt x="2146" y="426"/>
                    <a:pt x="1553" y="102"/>
                  </a:cubicBezTo>
                  <a:cubicBezTo>
                    <a:pt x="1416" y="28"/>
                    <a:pt x="1275" y="0"/>
                    <a:pt x="1138"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2" name="Google Shape;3842;p74"/>
            <p:cNvSpPr/>
            <p:nvPr/>
          </p:nvSpPr>
          <p:spPr>
            <a:xfrm>
              <a:off x="4699838" y="4066100"/>
              <a:ext cx="72225" cy="407700"/>
            </a:xfrm>
            <a:custGeom>
              <a:rect b="b" l="l" r="r" t="t"/>
              <a:pathLst>
                <a:path extrusionOk="0" h="16308" w="2889">
                  <a:moveTo>
                    <a:pt x="72" y="1"/>
                  </a:moveTo>
                  <a:cubicBezTo>
                    <a:pt x="32" y="1"/>
                    <a:pt x="0" y="33"/>
                    <a:pt x="0" y="74"/>
                  </a:cubicBezTo>
                  <a:lnTo>
                    <a:pt x="0" y="16230"/>
                  </a:lnTo>
                  <a:cubicBezTo>
                    <a:pt x="0" y="16272"/>
                    <a:pt x="32" y="16308"/>
                    <a:pt x="72" y="16308"/>
                  </a:cubicBezTo>
                  <a:lnTo>
                    <a:pt x="2817" y="16308"/>
                  </a:lnTo>
                  <a:cubicBezTo>
                    <a:pt x="2857" y="16308"/>
                    <a:pt x="2889" y="16272"/>
                    <a:pt x="2889" y="16230"/>
                  </a:cubicBezTo>
                  <a:lnTo>
                    <a:pt x="2889" y="74"/>
                  </a:lnTo>
                  <a:cubicBezTo>
                    <a:pt x="2889" y="33"/>
                    <a:pt x="2857" y="1"/>
                    <a:pt x="2817" y="1"/>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3" name="Google Shape;3843;p74"/>
            <p:cNvSpPr/>
            <p:nvPr/>
          </p:nvSpPr>
          <p:spPr>
            <a:xfrm>
              <a:off x="4712563" y="4481425"/>
              <a:ext cx="33900" cy="367375"/>
            </a:xfrm>
            <a:custGeom>
              <a:rect b="b" l="l" r="r" t="t"/>
              <a:pathLst>
                <a:path extrusionOk="0" h="14695" w="1356">
                  <a:moveTo>
                    <a:pt x="1" y="0"/>
                  </a:moveTo>
                  <a:lnTo>
                    <a:pt x="1" y="14695"/>
                  </a:lnTo>
                  <a:lnTo>
                    <a:pt x="1355" y="14695"/>
                  </a:lnTo>
                  <a:lnTo>
                    <a:pt x="1355" y="0"/>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4" name="Google Shape;3844;p74"/>
            <p:cNvSpPr/>
            <p:nvPr/>
          </p:nvSpPr>
          <p:spPr>
            <a:xfrm>
              <a:off x="4699838" y="4724925"/>
              <a:ext cx="72225" cy="48325"/>
            </a:xfrm>
            <a:custGeom>
              <a:rect b="b" l="l" r="r" t="t"/>
              <a:pathLst>
                <a:path extrusionOk="0" h="1933" w="2889">
                  <a:moveTo>
                    <a:pt x="0" y="1"/>
                  </a:moveTo>
                  <a:lnTo>
                    <a:pt x="0" y="1932"/>
                  </a:lnTo>
                  <a:lnTo>
                    <a:pt x="2889" y="1932"/>
                  </a:lnTo>
                  <a:lnTo>
                    <a:pt x="2889"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5" name="Google Shape;3845;p74"/>
            <p:cNvSpPr/>
            <p:nvPr/>
          </p:nvSpPr>
          <p:spPr>
            <a:xfrm>
              <a:off x="4699838" y="4412025"/>
              <a:ext cx="72225" cy="312925"/>
            </a:xfrm>
            <a:custGeom>
              <a:rect b="b" l="l" r="r" t="t"/>
              <a:pathLst>
                <a:path extrusionOk="0" h="12517" w="2889">
                  <a:moveTo>
                    <a:pt x="1180" y="1"/>
                  </a:moveTo>
                  <a:cubicBezTo>
                    <a:pt x="528" y="1"/>
                    <a:pt x="0" y="534"/>
                    <a:pt x="0" y="1181"/>
                  </a:cubicBezTo>
                  <a:lnTo>
                    <a:pt x="0" y="12517"/>
                  </a:lnTo>
                  <a:lnTo>
                    <a:pt x="2889" y="12517"/>
                  </a:lnTo>
                  <a:lnTo>
                    <a:pt x="2889" y="1181"/>
                  </a:lnTo>
                  <a:cubicBezTo>
                    <a:pt x="2889" y="534"/>
                    <a:pt x="2361" y="1"/>
                    <a:pt x="1709" y="1"/>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6" name="Google Shape;3846;p74"/>
            <p:cNvSpPr/>
            <p:nvPr/>
          </p:nvSpPr>
          <p:spPr>
            <a:xfrm>
              <a:off x="4551488" y="4923875"/>
              <a:ext cx="194975" cy="24850"/>
            </a:xfrm>
            <a:custGeom>
              <a:rect b="b" l="l" r="r" t="t"/>
              <a:pathLst>
                <a:path extrusionOk="0" h="994" w="7799">
                  <a:moveTo>
                    <a:pt x="186" y="0"/>
                  </a:moveTo>
                  <a:cubicBezTo>
                    <a:pt x="32" y="893"/>
                    <a:pt x="0" y="994"/>
                    <a:pt x="0" y="994"/>
                  </a:cubicBezTo>
                  <a:lnTo>
                    <a:pt x="7798" y="994"/>
                  </a:lnTo>
                  <a:lnTo>
                    <a:pt x="7798" y="0"/>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7" name="Google Shape;3847;p74"/>
            <p:cNvSpPr/>
            <p:nvPr/>
          </p:nvSpPr>
          <p:spPr>
            <a:xfrm>
              <a:off x="4556113" y="4833625"/>
              <a:ext cx="190350" cy="90275"/>
            </a:xfrm>
            <a:custGeom>
              <a:rect b="b" l="l" r="r" t="t"/>
              <a:pathLst>
                <a:path extrusionOk="0" h="3611" w="7614">
                  <a:moveTo>
                    <a:pt x="5694" y="1"/>
                  </a:moveTo>
                  <a:cubicBezTo>
                    <a:pt x="5694" y="1"/>
                    <a:pt x="5918" y="2092"/>
                    <a:pt x="4336" y="2243"/>
                  </a:cubicBezTo>
                  <a:cubicBezTo>
                    <a:pt x="2759" y="2393"/>
                    <a:pt x="175" y="2607"/>
                    <a:pt x="11" y="3550"/>
                  </a:cubicBezTo>
                  <a:cubicBezTo>
                    <a:pt x="6" y="3573"/>
                    <a:pt x="1" y="3592"/>
                    <a:pt x="1" y="3610"/>
                  </a:cubicBezTo>
                  <a:lnTo>
                    <a:pt x="7613" y="3610"/>
                  </a:lnTo>
                  <a:lnTo>
                    <a:pt x="7613"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8" name="Google Shape;3848;p74"/>
            <p:cNvSpPr/>
            <p:nvPr/>
          </p:nvSpPr>
          <p:spPr>
            <a:xfrm>
              <a:off x="4570838" y="4903525"/>
              <a:ext cx="87075" cy="20600"/>
            </a:xfrm>
            <a:custGeom>
              <a:rect b="b" l="l" r="r" t="t"/>
              <a:pathLst>
                <a:path extrusionOk="0" h="824" w="3483">
                  <a:moveTo>
                    <a:pt x="1250" y="1"/>
                  </a:moveTo>
                  <a:cubicBezTo>
                    <a:pt x="590" y="1"/>
                    <a:pt x="6" y="21"/>
                    <a:pt x="0" y="21"/>
                  </a:cubicBezTo>
                  <a:lnTo>
                    <a:pt x="0" y="71"/>
                  </a:lnTo>
                  <a:cubicBezTo>
                    <a:pt x="9" y="71"/>
                    <a:pt x="592" y="51"/>
                    <a:pt x="1251" y="51"/>
                  </a:cubicBezTo>
                  <a:cubicBezTo>
                    <a:pt x="1580" y="51"/>
                    <a:pt x="1929" y="56"/>
                    <a:pt x="2234" y="71"/>
                  </a:cubicBezTo>
                  <a:cubicBezTo>
                    <a:pt x="3131" y="117"/>
                    <a:pt x="3432" y="814"/>
                    <a:pt x="3437" y="823"/>
                  </a:cubicBezTo>
                  <a:lnTo>
                    <a:pt x="3482" y="805"/>
                  </a:lnTo>
                  <a:cubicBezTo>
                    <a:pt x="3478" y="796"/>
                    <a:pt x="3168" y="71"/>
                    <a:pt x="2234" y="21"/>
                  </a:cubicBezTo>
                  <a:cubicBezTo>
                    <a:pt x="1929" y="6"/>
                    <a:pt x="1579" y="1"/>
                    <a:pt x="125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9" name="Google Shape;3849;p74"/>
            <p:cNvSpPr/>
            <p:nvPr/>
          </p:nvSpPr>
          <p:spPr>
            <a:xfrm>
              <a:off x="4657088" y="4833625"/>
              <a:ext cx="66125" cy="63150"/>
            </a:xfrm>
            <a:custGeom>
              <a:rect b="b" l="l" r="r" t="t"/>
              <a:pathLst>
                <a:path extrusionOk="0" h="2526" w="2645">
                  <a:moveTo>
                    <a:pt x="2580" y="1"/>
                  </a:moveTo>
                  <a:cubicBezTo>
                    <a:pt x="2580" y="18"/>
                    <a:pt x="2594" y="2111"/>
                    <a:pt x="1833" y="2380"/>
                  </a:cubicBezTo>
                  <a:cubicBezTo>
                    <a:pt x="1638" y="2449"/>
                    <a:pt x="1427" y="2475"/>
                    <a:pt x="1218" y="2475"/>
                  </a:cubicBezTo>
                  <a:cubicBezTo>
                    <a:pt x="606" y="2475"/>
                    <a:pt x="26" y="2251"/>
                    <a:pt x="19" y="2247"/>
                  </a:cubicBezTo>
                  <a:lnTo>
                    <a:pt x="0" y="2292"/>
                  </a:lnTo>
                  <a:cubicBezTo>
                    <a:pt x="5" y="2298"/>
                    <a:pt x="593" y="2525"/>
                    <a:pt x="1218" y="2525"/>
                  </a:cubicBezTo>
                  <a:cubicBezTo>
                    <a:pt x="1431" y="2525"/>
                    <a:pt x="1650" y="2498"/>
                    <a:pt x="1851" y="2429"/>
                  </a:cubicBezTo>
                  <a:cubicBezTo>
                    <a:pt x="2644" y="2147"/>
                    <a:pt x="2630" y="87"/>
                    <a:pt x="263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0" name="Google Shape;3850;p74"/>
            <p:cNvSpPr/>
            <p:nvPr/>
          </p:nvSpPr>
          <p:spPr>
            <a:xfrm>
              <a:off x="4696738" y="4839900"/>
              <a:ext cx="25775" cy="17675"/>
            </a:xfrm>
            <a:custGeom>
              <a:rect b="b" l="l" r="r" t="t"/>
              <a:pathLst>
                <a:path extrusionOk="0" h="707" w="1031">
                  <a:moveTo>
                    <a:pt x="1004" y="0"/>
                  </a:moveTo>
                  <a:lnTo>
                    <a:pt x="1" y="665"/>
                  </a:lnTo>
                  <a:lnTo>
                    <a:pt x="28" y="707"/>
                  </a:lnTo>
                  <a:lnTo>
                    <a:pt x="1031" y="41"/>
                  </a:lnTo>
                  <a:lnTo>
                    <a:pt x="100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1" name="Google Shape;3851;p74"/>
            <p:cNvSpPr/>
            <p:nvPr/>
          </p:nvSpPr>
          <p:spPr>
            <a:xfrm>
              <a:off x="4698313" y="4844575"/>
              <a:ext cx="22600" cy="13000"/>
            </a:xfrm>
            <a:custGeom>
              <a:rect b="b" l="l" r="r" t="t"/>
              <a:pathLst>
                <a:path extrusionOk="0" h="520" w="904">
                  <a:moveTo>
                    <a:pt x="24" y="0"/>
                  </a:moveTo>
                  <a:lnTo>
                    <a:pt x="1" y="41"/>
                  </a:lnTo>
                  <a:lnTo>
                    <a:pt x="882" y="520"/>
                  </a:lnTo>
                  <a:lnTo>
                    <a:pt x="903" y="478"/>
                  </a:lnTo>
                  <a:lnTo>
                    <a:pt x="2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2" name="Google Shape;3852;p74"/>
            <p:cNvSpPr/>
            <p:nvPr/>
          </p:nvSpPr>
          <p:spPr>
            <a:xfrm>
              <a:off x="4689563" y="4864250"/>
              <a:ext cx="29975" cy="11650"/>
            </a:xfrm>
            <a:custGeom>
              <a:rect b="b" l="l" r="r" t="t"/>
              <a:pathLst>
                <a:path extrusionOk="0" h="466" w="1199">
                  <a:moveTo>
                    <a:pt x="1181" y="1"/>
                  </a:moveTo>
                  <a:lnTo>
                    <a:pt x="1" y="416"/>
                  </a:lnTo>
                  <a:lnTo>
                    <a:pt x="14" y="466"/>
                  </a:lnTo>
                  <a:lnTo>
                    <a:pt x="1199" y="47"/>
                  </a:lnTo>
                  <a:lnTo>
                    <a:pt x="118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3" name="Google Shape;3853;p74"/>
            <p:cNvSpPr/>
            <p:nvPr/>
          </p:nvSpPr>
          <p:spPr>
            <a:xfrm>
              <a:off x="4694588" y="4864250"/>
              <a:ext cx="21200" cy="14975"/>
            </a:xfrm>
            <a:custGeom>
              <a:rect b="b" l="l" r="r" t="t"/>
              <a:pathLst>
                <a:path extrusionOk="0" h="599" w="848">
                  <a:moveTo>
                    <a:pt x="27" y="1"/>
                  </a:moveTo>
                  <a:lnTo>
                    <a:pt x="0" y="47"/>
                  </a:lnTo>
                  <a:lnTo>
                    <a:pt x="820" y="598"/>
                  </a:lnTo>
                  <a:lnTo>
                    <a:pt x="848" y="558"/>
                  </a:lnTo>
                  <a:lnTo>
                    <a:pt x="2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4" name="Google Shape;3854;p74"/>
            <p:cNvSpPr/>
            <p:nvPr/>
          </p:nvSpPr>
          <p:spPr>
            <a:xfrm>
              <a:off x="4801013" y="4066100"/>
              <a:ext cx="72250" cy="407700"/>
            </a:xfrm>
            <a:custGeom>
              <a:rect b="b" l="l" r="r" t="t"/>
              <a:pathLst>
                <a:path extrusionOk="0" h="16308" w="2890">
                  <a:moveTo>
                    <a:pt x="73" y="1"/>
                  </a:moveTo>
                  <a:cubicBezTo>
                    <a:pt x="32" y="1"/>
                    <a:pt x="0" y="33"/>
                    <a:pt x="0" y="74"/>
                  </a:cubicBezTo>
                  <a:lnTo>
                    <a:pt x="0" y="16230"/>
                  </a:lnTo>
                  <a:cubicBezTo>
                    <a:pt x="0" y="16272"/>
                    <a:pt x="32" y="16308"/>
                    <a:pt x="73" y="16308"/>
                  </a:cubicBezTo>
                  <a:lnTo>
                    <a:pt x="2817" y="16308"/>
                  </a:lnTo>
                  <a:cubicBezTo>
                    <a:pt x="2857" y="16308"/>
                    <a:pt x="2889" y="16272"/>
                    <a:pt x="2889" y="16230"/>
                  </a:cubicBezTo>
                  <a:lnTo>
                    <a:pt x="2889" y="74"/>
                  </a:lnTo>
                  <a:cubicBezTo>
                    <a:pt x="2889" y="33"/>
                    <a:pt x="2857" y="1"/>
                    <a:pt x="2817" y="1"/>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5" name="Google Shape;3855;p74"/>
            <p:cNvSpPr/>
            <p:nvPr/>
          </p:nvSpPr>
          <p:spPr>
            <a:xfrm>
              <a:off x="4816838" y="4481425"/>
              <a:ext cx="33750" cy="367375"/>
            </a:xfrm>
            <a:custGeom>
              <a:rect b="b" l="l" r="r" t="t"/>
              <a:pathLst>
                <a:path extrusionOk="0" h="14695" w="1350">
                  <a:moveTo>
                    <a:pt x="1" y="0"/>
                  </a:moveTo>
                  <a:lnTo>
                    <a:pt x="1" y="14695"/>
                  </a:lnTo>
                  <a:lnTo>
                    <a:pt x="1349" y="14695"/>
                  </a:lnTo>
                  <a:lnTo>
                    <a:pt x="1349" y="0"/>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6" name="Google Shape;3856;p74"/>
            <p:cNvSpPr/>
            <p:nvPr/>
          </p:nvSpPr>
          <p:spPr>
            <a:xfrm>
              <a:off x="4801013" y="4412025"/>
              <a:ext cx="72250" cy="312925"/>
            </a:xfrm>
            <a:custGeom>
              <a:rect b="b" l="l" r="r" t="t"/>
              <a:pathLst>
                <a:path extrusionOk="0" h="12517" w="2890">
                  <a:moveTo>
                    <a:pt x="1181" y="1"/>
                  </a:moveTo>
                  <a:cubicBezTo>
                    <a:pt x="529" y="1"/>
                    <a:pt x="0" y="534"/>
                    <a:pt x="0" y="1181"/>
                  </a:cubicBezTo>
                  <a:lnTo>
                    <a:pt x="0" y="12517"/>
                  </a:lnTo>
                  <a:lnTo>
                    <a:pt x="2889" y="12517"/>
                  </a:lnTo>
                  <a:lnTo>
                    <a:pt x="2889" y="1181"/>
                  </a:lnTo>
                  <a:cubicBezTo>
                    <a:pt x="2889" y="534"/>
                    <a:pt x="2356" y="1"/>
                    <a:pt x="1709" y="1"/>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7" name="Google Shape;3857;p74"/>
            <p:cNvSpPr/>
            <p:nvPr/>
          </p:nvSpPr>
          <p:spPr>
            <a:xfrm>
              <a:off x="4801013" y="4724925"/>
              <a:ext cx="72250" cy="48325"/>
            </a:xfrm>
            <a:custGeom>
              <a:rect b="b" l="l" r="r" t="t"/>
              <a:pathLst>
                <a:path extrusionOk="0" h="1933" w="2890">
                  <a:moveTo>
                    <a:pt x="0" y="1"/>
                  </a:moveTo>
                  <a:lnTo>
                    <a:pt x="0" y="1932"/>
                  </a:lnTo>
                  <a:lnTo>
                    <a:pt x="2889" y="1932"/>
                  </a:lnTo>
                  <a:lnTo>
                    <a:pt x="2889"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8" name="Google Shape;3858;p74"/>
            <p:cNvSpPr/>
            <p:nvPr/>
          </p:nvSpPr>
          <p:spPr>
            <a:xfrm>
              <a:off x="4661538" y="4923875"/>
              <a:ext cx="194975" cy="24850"/>
            </a:xfrm>
            <a:custGeom>
              <a:rect b="b" l="l" r="r" t="t"/>
              <a:pathLst>
                <a:path extrusionOk="0" h="994" w="7799">
                  <a:moveTo>
                    <a:pt x="182" y="0"/>
                  </a:moveTo>
                  <a:cubicBezTo>
                    <a:pt x="28" y="893"/>
                    <a:pt x="1" y="994"/>
                    <a:pt x="1" y="994"/>
                  </a:cubicBezTo>
                  <a:lnTo>
                    <a:pt x="7799" y="994"/>
                  </a:lnTo>
                  <a:lnTo>
                    <a:pt x="7799" y="0"/>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9" name="Google Shape;3859;p74"/>
            <p:cNvSpPr/>
            <p:nvPr/>
          </p:nvSpPr>
          <p:spPr>
            <a:xfrm>
              <a:off x="4666088" y="4833625"/>
              <a:ext cx="190425" cy="90275"/>
            </a:xfrm>
            <a:custGeom>
              <a:rect b="b" l="l" r="r" t="t"/>
              <a:pathLst>
                <a:path extrusionOk="0" h="3611" w="7617">
                  <a:moveTo>
                    <a:pt x="5698" y="1"/>
                  </a:moveTo>
                  <a:cubicBezTo>
                    <a:pt x="5698" y="1"/>
                    <a:pt x="5921" y="2092"/>
                    <a:pt x="4340" y="2243"/>
                  </a:cubicBezTo>
                  <a:cubicBezTo>
                    <a:pt x="2762" y="2393"/>
                    <a:pt x="174" y="2607"/>
                    <a:pt x="10" y="3550"/>
                  </a:cubicBezTo>
                  <a:cubicBezTo>
                    <a:pt x="10" y="3573"/>
                    <a:pt x="5" y="3592"/>
                    <a:pt x="0" y="3610"/>
                  </a:cubicBezTo>
                  <a:lnTo>
                    <a:pt x="7617" y="3610"/>
                  </a:lnTo>
                  <a:lnTo>
                    <a:pt x="7617"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0" name="Google Shape;3860;p74"/>
            <p:cNvSpPr/>
            <p:nvPr/>
          </p:nvSpPr>
          <p:spPr>
            <a:xfrm>
              <a:off x="4680788" y="4903525"/>
              <a:ext cx="87075" cy="20600"/>
            </a:xfrm>
            <a:custGeom>
              <a:rect b="b" l="l" r="r" t="t"/>
              <a:pathLst>
                <a:path extrusionOk="0" h="824" w="3483">
                  <a:moveTo>
                    <a:pt x="1252" y="1"/>
                  </a:moveTo>
                  <a:cubicBezTo>
                    <a:pt x="592" y="1"/>
                    <a:pt x="10" y="21"/>
                    <a:pt x="1" y="21"/>
                  </a:cubicBezTo>
                  <a:lnTo>
                    <a:pt x="5" y="71"/>
                  </a:lnTo>
                  <a:cubicBezTo>
                    <a:pt x="11" y="71"/>
                    <a:pt x="592" y="51"/>
                    <a:pt x="1251" y="51"/>
                  </a:cubicBezTo>
                  <a:cubicBezTo>
                    <a:pt x="1580" y="51"/>
                    <a:pt x="1928" y="56"/>
                    <a:pt x="2233" y="71"/>
                  </a:cubicBezTo>
                  <a:cubicBezTo>
                    <a:pt x="3136" y="117"/>
                    <a:pt x="3437" y="814"/>
                    <a:pt x="3437" y="823"/>
                  </a:cubicBezTo>
                  <a:lnTo>
                    <a:pt x="3483" y="805"/>
                  </a:lnTo>
                  <a:cubicBezTo>
                    <a:pt x="3483" y="796"/>
                    <a:pt x="3169" y="71"/>
                    <a:pt x="2239" y="21"/>
                  </a:cubicBezTo>
                  <a:cubicBezTo>
                    <a:pt x="1932" y="6"/>
                    <a:pt x="1582" y="1"/>
                    <a:pt x="125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1" name="Google Shape;3861;p74"/>
            <p:cNvSpPr/>
            <p:nvPr/>
          </p:nvSpPr>
          <p:spPr>
            <a:xfrm>
              <a:off x="4767038" y="4833625"/>
              <a:ext cx="66125" cy="63150"/>
            </a:xfrm>
            <a:custGeom>
              <a:rect b="b" l="l" r="r" t="t"/>
              <a:pathLst>
                <a:path extrusionOk="0" h="2526" w="2645">
                  <a:moveTo>
                    <a:pt x="2580" y="1"/>
                  </a:moveTo>
                  <a:cubicBezTo>
                    <a:pt x="2580" y="18"/>
                    <a:pt x="2594" y="2111"/>
                    <a:pt x="1833" y="2380"/>
                  </a:cubicBezTo>
                  <a:cubicBezTo>
                    <a:pt x="1639" y="2449"/>
                    <a:pt x="1427" y="2475"/>
                    <a:pt x="1219" y="2475"/>
                  </a:cubicBezTo>
                  <a:cubicBezTo>
                    <a:pt x="608" y="2475"/>
                    <a:pt x="29" y="2251"/>
                    <a:pt x="19" y="2247"/>
                  </a:cubicBezTo>
                  <a:lnTo>
                    <a:pt x="1" y="2292"/>
                  </a:lnTo>
                  <a:cubicBezTo>
                    <a:pt x="10" y="2298"/>
                    <a:pt x="598" y="2525"/>
                    <a:pt x="1223" y="2525"/>
                  </a:cubicBezTo>
                  <a:cubicBezTo>
                    <a:pt x="1436" y="2525"/>
                    <a:pt x="1650" y="2498"/>
                    <a:pt x="1852" y="2429"/>
                  </a:cubicBezTo>
                  <a:cubicBezTo>
                    <a:pt x="2645" y="2147"/>
                    <a:pt x="2630" y="87"/>
                    <a:pt x="263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2" name="Google Shape;3862;p74"/>
            <p:cNvSpPr/>
            <p:nvPr/>
          </p:nvSpPr>
          <p:spPr>
            <a:xfrm>
              <a:off x="4806688" y="4839900"/>
              <a:ext cx="25900" cy="17675"/>
            </a:xfrm>
            <a:custGeom>
              <a:rect b="b" l="l" r="r" t="t"/>
              <a:pathLst>
                <a:path extrusionOk="0" h="707" w="1036">
                  <a:moveTo>
                    <a:pt x="1008" y="0"/>
                  </a:moveTo>
                  <a:lnTo>
                    <a:pt x="1" y="665"/>
                  </a:lnTo>
                  <a:lnTo>
                    <a:pt x="28" y="707"/>
                  </a:lnTo>
                  <a:lnTo>
                    <a:pt x="1036" y="41"/>
                  </a:lnTo>
                  <a:lnTo>
                    <a:pt x="100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3" name="Google Shape;3863;p74"/>
            <p:cNvSpPr/>
            <p:nvPr/>
          </p:nvSpPr>
          <p:spPr>
            <a:xfrm>
              <a:off x="4808288" y="4844575"/>
              <a:ext cx="22575" cy="13000"/>
            </a:xfrm>
            <a:custGeom>
              <a:rect b="b" l="l" r="r" t="t"/>
              <a:pathLst>
                <a:path extrusionOk="0" h="520" w="903">
                  <a:moveTo>
                    <a:pt x="23" y="0"/>
                  </a:moveTo>
                  <a:lnTo>
                    <a:pt x="0" y="41"/>
                  </a:lnTo>
                  <a:lnTo>
                    <a:pt x="880" y="520"/>
                  </a:lnTo>
                  <a:lnTo>
                    <a:pt x="903" y="478"/>
                  </a:lnTo>
                  <a:lnTo>
                    <a:pt x="2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4" name="Google Shape;3864;p74"/>
            <p:cNvSpPr/>
            <p:nvPr/>
          </p:nvSpPr>
          <p:spPr>
            <a:xfrm>
              <a:off x="4799513" y="4864250"/>
              <a:ext cx="30000" cy="11650"/>
            </a:xfrm>
            <a:custGeom>
              <a:rect b="b" l="l" r="r" t="t"/>
              <a:pathLst>
                <a:path extrusionOk="0" h="466" w="1200">
                  <a:moveTo>
                    <a:pt x="1186" y="1"/>
                  </a:moveTo>
                  <a:lnTo>
                    <a:pt x="0" y="416"/>
                  </a:lnTo>
                  <a:lnTo>
                    <a:pt x="19" y="466"/>
                  </a:lnTo>
                  <a:lnTo>
                    <a:pt x="1199" y="47"/>
                  </a:lnTo>
                  <a:lnTo>
                    <a:pt x="118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5" name="Google Shape;3865;p74"/>
            <p:cNvSpPr/>
            <p:nvPr/>
          </p:nvSpPr>
          <p:spPr>
            <a:xfrm>
              <a:off x="4804538" y="4864250"/>
              <a:ext cx="21325" cy="14975"/>
            </a:xfrm>
            <a:custGeom>
              <a:rect b="b" l="l" r="r" t="t"/>
              <a:pathLst>
                <a:path extrusionOk="0" h="599" w="853">
                  <a:moveTo>
                    <a:pt x="28" y="1"/>
                  </a:moveTo>
                  <a:lnTo>
                    <a:pt x="0" y="47"/>
                  </a:lnTo>
                  <a:lnTo>
                    <a:pt x="825" y="598"/>
                  </a:lnTo>
                  <a:lnTo>
                    <a:pt x="853" y="558"/>
                  </a:lnTo>
                  <a:lnTo>
                    <a:pt x="2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6" name="Google Shape;3866;p74"/>
            <p:cNvSpPr/>
            <p:nvPr/>
          </p:nvSpPr>
          <p:spPr>
            <a:xfrm>
              <a:off x="4577788" y="3646925"/>
              <a:ext cx="463425" cy="420575"/>
            </a:xfrm>
            <a:custGeom>
              <a:rect b="b" l="l" r="r" t="t"/>
              <a:pathLst>
                <a:path extrusionOk="0" h="16823" w="18537">
                  <a:moveTo>
                    <a:pt x="6368" y="0"/>
                  </a:moveTo>
                  <a:cubicBezTo>
                    <a:pt x="6368" y="0"/>
                    <a:pt x="1349" y="615"/>
                    <a:pt x="675" y="1404"/>
                  </a:cubicBezTo>
                  <a:cubicBezTo>
                    <a:pt x="0" y="2192"/>
                    <a:pt x="2175" y="15838"/>
                    <a:pt x="3149" y="16663"/>
                  </a:cubicBezTo>
                  <a:cubicBezTo>
                    <a:pt x="3214" y="16722"/>
                    <a:pt x="3318" y="16772"/>
                    <a:pt x="3455" y="16822"/>
                  </a:cubicBezTo>
                  <a:lnTo>
                    <a:pt x="14174" y="16822"/>
                  </a:lnTo>
                  <a:cubicBezTo>
                    <a:pt x="15082" y="15022"/>
                    <a:pt x="18463" y="4197"/>
                    <a:pt x="18500" y="2680"/>
                  </a:cubicBezTo>
                  <a:cubicBezTo>
                    <a:pt x="18537" y="1067"/>
                    <a:pt x="16723" y="724"/>
                    <a:pt x="14403" y="351"/>
                  </a:cubicBezTo>
                  <a:lnTo>
                    <a:pt x="6368" y="0"/>
                  </a:ln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7" name="Google Shape;3867;p74"/>
            <p:cNvSpPr/>
            <p:nvPr/>
          </p:nvSpPr>
          <p:spPr>
            <a:xfrm>
              <a:off x="4736963" y="3630400"/>
              <a:ext cx="174925" cy="75100"/>
            </a:xfrm>
            <a:custGeom>
              <a:rect b="b" l="l" r="r" t="t"/>
              <a:pathLst>
                <a:path extrusionOk="0" h="3004" w="6997">
                  <a:moveTo>
                    <a:pt x="3629" y="1"/>
                  </a:moveTo>
                  <a:lnTo>
                    <a:pt x="1" y="661"/>
                  </a:lnTo>
                  <a:lnTo>
                    <a:pt x="2197" y="3003"/>
                  </a:lnTo>
                  <a:lnTo>
                    <a:pt x="6997" y="966"/>
                  </a:lnTo>
                  <a:lnTo>
                    <a:pt x="3629" y="1"/>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8" name="Google Shape;3868;p74"/>
            <p:cNvSpPr/>
            <p:nvPr/>
          </p:nvSpPr>
          <p:spPr>
            <a:xfrm>
              <a:off x="4717938" y="3646925"/>
              <a:ext cx="219925" cy="78750"/>
            </a:xfrm>
            <a:custGeom>
              <a:rect b="b" l="l" r="r" t="t"/>
              <a:pathLst>
                <a:path extrusionOk="0" h="3150" w="8797">
                  <a:moveTo>
                    <a:pt x="762" y="0"/>
                  </a:moveTo>
                  <a:lnTo>
                    <a:pt x="0" y="105"/>
                  </a:lnTo>
                  <a:lnTo>
                    <a:pt x="2798" y="3149"/>
                  </a:lnTo>
                  <a:lnTo>
                    <a:pt x="8560" y="342"/>
                  </a:lnTo>
                  <a:lnTo>
                    <a:pt x="8797" y="351"/>
                  </a:lnTo>
                  <a:lnTo>
                    <a:pt x="8797" y="351"/>
                  </a:lnTo>
                  <a:lnTo>
                    <a:pt x="7758" y="305"/>
                  </a:lnTo>
                  <a:lnTo>
                    <a:pt x="2958" y="2342"/>
                  </a:lnTo>
                  <a:lnTo>
                    <a:pt x="762" y="0"/>
                  </a:lnTo>
                  <a:close/>
                </a:path>
              </a:pathLst>
            </a:custGeom>
            <a:solidFill>
              <a:srgbClr val="B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9" name="Google Shape;3869;p74"/>
            <p:cNvSpPr/>
            <p:nvPr/>
          </p:nvSpPr>
          <p:spPr>
            <a:xfrm>
              <a:off x="4916313" y="3674150"/>
              <a:ext cx="169125" cy="370000"/>
            </a:xfrm>
            <a:custGeom>
              <a:rect b="b" l="l" r="r" t="t"/>
              <a:pathLst>
                <a:path extrusionOk="0" h="14800" w="6765">
                  <a:moveTo>
                    <a:pt x="3870" y="1"/>
                  </a:moveTo>
                  <a:cubicBezTo>
                    <a:pt x="0" y="392"/>
                    <a:pt x="1569" y="8478"/>
                    <a:pt x="2088" y="11171"/>
                  </a:cubicBezTo>
                  <a:cubicBezTo>
                    <a:pt x="2557" y="13607"/>
                    <a:pt x="3026" y="14799"/>
                    <a:pt x="4052" y="14799"/>
                  </a:cubicBezTo>
                  <a:cubicBezTo>
                    <a:pt x="4162" y="14799"/>
                    <a:pt x="4279" y="14785"/>
                    <a:pt x="4403" y="14758"/>
                  </a:cubicBezTo>
                  <a:cubicBezTo>
                    <a:pt x="5675" y="14476"/>
                    <a:pt x="6764" y="7630"/>
                    <a:pt x="6668" y="4179"/>
                  </a:cubicBezTo>
                  <a:cubicBezTo>
                    <a:pt x="6573" y="734"/>
                    <a:pt x="3870" y="1"/>
                    <a:pt x="3870" y="1"/>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0" name="Google Shape;3870;p74"/>
            <p:cNvSpPr/>
            <p:nvPr/>
          </p:nvSpPr>
          <p:spPr>
            <a:xfrm>
              <a:off x="4972038" y="3939375"/>
              <a:ext cx="95650" cy="312500"/>
            </a:xfrm>
            <a:custGeom>
              <a:rect b="b" l="l" r="r" t="t"/>
              <a:pathLst>
                <a:path extrusionOk="0" h="12500" w="3826">
                  <a:moveTo>
                    <a:pt x="3771" y="1"/>
                  </a:moveTo>
                  <a:cubicBezTo>
                    <a:pt x="3495" y="1"/>
                    <a:pt x="2190" y="229"/>
                    <a:pt x="1226" y="1315"/>
                  </a:cubicBezTo>
                  <a:cubicBezTo>
                    <a:pt x="1226" y="1315"/>
                    <a:pt x="0" y="2102"/>
                    <a:pt x="141" y="4965"/>
                  </a:cubicBezTo>
                  <a:cubicBezTo>
                    <a:pt x="228" y="6696"/>
                    <a:pt x="406" y="10083"/>
                    <a:pt x="533" y="12499"/>
                  </a:cubicBezTo>
                  <a:lnTo>
                    <a:pt x="2584" y="12499"/>
                  </a:lnTo>
                  <a:cubicBezTo>
                    <a:pt x="3021" y="8114"/>
                    <a:pt x="3819" y="47"/>
                    <a:pt x="3824" y="11"/>
                  </a:cubicBezTo>
                  <a:cubicBezTo>
                    <a:pt x="3826" y="4"/>
                    <a:pt x="3807" y="1"/>
                    <a:pt x="3771" y="1"/>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1" name="Google Shape;3871;p74"/>
            <p:cNvSpPr/>
            <p:nvPr/>
          </p:nvSpPr>
          <p:spPr>
            <a:xfrm>
              <a:off x="4985338" y="4251850"/>
              <a:ext cx="51300" cy="68925"/>
            </a:xfrm>
            <a:custGeom>
              <a:rect b="b" l="l" r="r" t="t"/>
              <a:pathLst>
                <a:path extrusionOk="0" h="2757" w="2052">
                  <a:moveTo>
                    <a:pt x="1" y="0"/>
                  </a:moveTo>
                  <a:cubicBezTo>
                    <a:pt x="83" y="1586"/>
                    <a:pt x="148" y="2757"/>
                    <a:pt x="148" y="2757"/>
                  </a:cubicBezTo>
                  <a:lnTo>
                    <a:pt x="1783" y="2757"/>
                  </a:lnTo>
                  <a:cubicBezTo>
                    <a:pt x="1783" y="2757"/>
                    <a:pt x="1892" y="1635"/>
                    <a:pt x="2052" y="0"/>
                  </a:cubicBezTo>
                  <a:close/>
                </a:path>
              </a:pathLst>
            </a:custGeom>
            <a:solidFill>
              <a:srgbClr val="B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2" name="Google Shape;3872;p74"/>
            <p:cNvSpPr/>
            <p:nvPr/>
          </p:nvSpPr>
          <p:spPr>
            <a:xfrm>
              <a:off x="4956238" y="4320475"/>
              <a:ext cx="73675" cy="96650"/>
            </a:xfrm>
            <a:custGeom>
              <a:rect b="b" l="l" r="r" t="t"/>
              <a:pathLst>
                <a:path extrusionOk="0" h="3866" w="2947">
                  <a:moveTo>
                    <a:pt x="1092" y="0"/>
                  </a:moveTo>
                  <a:cubicBezTo>
                    <a:pt x="750" y="0"/>
                    <a:pt x="124" y="79"/>
                    <a:pt x="71" y="646"/>
                  </a:cubicBezTo>
                  <a:cubicBezTo>
                    <a:pt x="0" y="1358"/>
                    <a:pt x="154" y="2055"/>
                    <a:pt x="282" y="2055"/>
                  </a:cubicBezTo>
                  <a:cubicBezTo>
                    <a:pt x="294" y="2055"/>
                    <a:pt x="306" y="2048"/>
                    <a:pt x="317" y="2035"/>
                  </a:cubicBezTo>
                  <a:cubicBezTo>
                    <a:pt x="443" y="1889"/>
                    <a:pt x="763" y="1209"/>
                    <a:pt x="939" y="1209"/>
                  </a:cubicBezTo>
                  <a:cubicBezTo>
                    <a:pt x="948" y="1209"/>
                    <a:pt x="957" y="1211"/>
                    <a:pt x="965" y="1215"/>
                  </a:cubicBezTo>
                  <a:cubicBezTo>
                    <a:pt x="1138" y="1293"/>
                    <a:pt x="946" y="3827"/>
                    <a:pt x="1165" y="3863"/>
                  </a:cubicBezTo>
                  <a:cubicBezTo>
                    <a:pt x="1174" y="3865"/>
                    <a:pt x="1183" y="3865"/>
                    <a:pt x="1192" y="3865"/>
                  </a:cubicBezTo>
                  <a:cubicBezTo>
                    <a:pt x="1427" y="3865"/>
                    <a:pt x="1941" y="3438"/>
                    <a:pt x="2191" y="2834"/>
                  </a:cubicBezTo>
                  <a:cubicBezTo>
                    <a:pt x="2450" y="2205"/>
                    <a:pt x="2947" y="12"/>
                    <a:pt x="2947" y="12"/>
                  </a:cubicBezTo>
                  <a:lnTo>
                    <a:pt x="1312" y="12"/>
                  </a:lnTo>
                  <a:cubicBezTo>
                    <a:pt x="1312" y="12"/>
                    <a:pt x="1222" y="0"/>
                    <a:pt x="1092"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73" name="Google Shape;3873;p74"/>
          <p:cNvGrpSpPr/>
          <p:nvPr/>
        </p:nvGrpSpPr>
        <p:grpSpPr>
          <a:xfrm>
            <a:off x="6610151" y="325340"/>
            <a:ext cx="1028554" cy="1241400"/>
            <a:chOff x="2635784" y="1512567"/>
            <a:chExt cx="492060" cy="593914"/>
          </a:xfrm>
        </p:grpSpPr>
        <p:sp>
          <p:nvSpPr>
            <p:cNvPr id="3874" name="Google Shape;3874;p74"/>
            <p:cNvSpPr/>
            <p:nvPr/>
          </p:nvSpPr>
          <p:spPr>
            <a:xfrm flipH="1">
              <a:off x="2706924" y="1512567"/>
              <a:ext cx="420920" cy="420890"/>
            </a:xfrm>
            <a:custGeom>
              <a:rect b="b" l="l" r="r" t="t"/>
              <a:pathLst>
                <a:path extrusionOk="0" h="13997" w="13998">
                  <a:moveTo>
                    <a:pt x="6997" y="4775"/>
                  </a:moveTo>
                  <a:cubicBezTo>
                    <a:pt x="8299" y="4775"/>
                    <a:pt x="9342" y="5895"/>
                    <a:pt x="9212" y="7229"/>
                  </a:cubicBezTo>
                  <a:cubicBezTo>
                    <a:pt x="9107" y="8268"/>
                    <a:pt x="8264" y="9107"/>
                    <a:pt x="7225" y="9211"/>
                  </a:cubicBezTo>
                  <a:cubicBezTo>
                    <a:pt x="7147" y="9219"/>
                    <a:pt x="7070" y="9222"/>
                    <a:pt x="6995" y="9222"/>
                  </a:cubicBezTo>
                  <a:cubicBezTo>
                    <a:pt x="5696" y="9222"/>
                    <a:pt x="4653" y="8100"/>
                    <a:pt x="4787" y="6773"/>
                  </a:cubicBezTo>
                  <a:cubicBezTo>
                    <a:pt x="4892" y="5733"/>
                    <a:pt x="5731" y="4890"/>
                    <a:pt x="6774" y="4786"/>
                  </a:cubicBezTo>
                  <a:cubicBezTo>
                    <a:pt x="6849" y="4779"/>
                    <a:pt x="6923" y="4775"/>
                    <a:pt x="6997" y="4775"/>
                  </a:cubicBezTo>
                  <a:close/>
                  <a:moveTo>
                    <a:pt x="6223" y="1"/>
                  </a:moveTo>
                  <a:cubicBezTo>
                    <a:pt x="5807" y="1"/>
                    <a:pt x="5470" y="337"/>
                    <a:pt x="5470" y="752"/>
                  </a:cubicBezTo>
                  <a:lnTo>
                    <a:pt x="5470" y="2088"/>
                  </a:lnTo>
                  <a:cubicBezTo>
                    <a:pt x="5169" y="2183"/>
                    <a:pt x="4883" y="2302"/>
                    <a:pt x="4609" y="2447"/>
                  </a:cubicBezTo>
                  <a:lnTo>
                    <a:pt x="3661" y="1499"/>
                  </a:lnTo>
                  <a:cubicBezTo>
                    <a:pt x="3515" y="1354"/>
                    <a:pt x="3322" y="1281"/>
                    <a:pt x="3130" y="1281"/>
                  </a:cubicBezTo>
                  <a:cubicBezTo>
                    <a:pt x="2937" y="1281"/>
                    <a:pt x="2745" y="1354"/>
                    <a:pt x="2599" y="1499"/>
                  </a:cubicBezTo>
                  <a:lnTo>
                    <a:pt x="1501" y="2598"/>
                  </a:lnTo>
                  <a:cubicBezTo>
                    <a:pt x="1204" y="2894"/>
                    <a:pt x="1204" y="3368"/>
                    <a:pt x="1501" y="3665"/>
                  </a:cubicBezTo>
                  <a:lnTo>
                    <a:pt x="2444" y="4608"/>
                  </a:lnTo>
                  <a:cubicBezTo>
                    <a:pt x="2302" y="4881"/>
                    <a:pt x="2180" y="5169"/>
                    <a:pt x="2088" y="5470"/>
                  </a:cubicBezTo>
                  <a:lnTo>
                    <a:pt x="754" y="5470"/>
                  </a:lnTo>
                  <a:cubicBezTo>
                    <a:pt x="338" y="5470"/>
                    <a:pt x="1" y="5807"/>
                    <a:pt x="1" y="6221"/>
                  </a:cubicBezTo>
                  <a:lnTo>
                    <a:pt x="1" y="7776"/>
                  </a:lnTo>
                  <a:cubicBezTo>
                    <a:pt x="1" y="8190"/>
                    <a:pt x="338" y="8527"/>
                    <a:pt x="754" y="8527"/>
                  </a:cubicBezTo>
                  <a:lnTo>
                    <a:pt x="2088" y="8527"/>
                  </a:lnTo>
                  <a:cubicBezTo>
                    <a:pt x="2180" y="8828"/>
                    <a:pt x="2302" y="9116"/>
                    <a:pt x="2444" y="9389"/>
                  </a:cubicBezTo>
                  <a:lnTo>
                    <a:pt x="1501" y="10337"/>
                  </a:lnTo>
                  <a:cubicBezTo>
                    <a:pt x="1204" y="10628"/>
                    <a:pt x="1204" y="11107"/>
                    <a:pt x="1501" y="11398"/>
                  </a:cubicBezTo>
                  <a:lnTo>
                    <a:pt x="2599" y="12498"/>
                  </a:lnTo>
                  <a:cubicBezTo>
                    <a:pt x="2745" y="12645"/>
                    <a:pt x="2937" y="12719"/>
                    <a:pt x="3130" y="12719"/>
                  </a:cubicBezTo>
                  <a:cubicBezTo>
                    <a:pt x="3322" y="12719"/>
                    <a:pt x="3515" y="12645"/>
                    <a:pt x="3661" y="12498"/>
                  </a:cubicBezTo>
                  <a:lnTo>
                    <a:pt x="4609" y="11554"/>
                  </a:lnTo>
                  <a:cubicBezTo>
                    <a:pt x="4883" y="11695"/>
                    <a:pt x="5169" y="11818"/>
                    <a:pt x="5470" y="11909"/>
                  </a:cubicBezTo>
                  <a:lnTo>
                    <a:pt x="5470" y="13245"/>
                  </a:lnTo>
                  <a:cubicBezTo>
                    <a:pt x="5470" y="13664"/>
                    <a:pt x="5807" y="13996"/>
                    <a:pt x="6223" y="13996"/>
                  </a:cubicBezTo>
                  <a:lnTo>
                    <a:pt x="7776" y="13996"/>
                  </a:lnTo>
                  <a:cubicBezTo>
                    <a:pt x="8192" y="13996"/>
                    <a:pt x="8529" y="13664"/>
                    <a:pt x="8529" y="13245"/>
                  </a:cubicBezTo>
                  <a:lnTo>
                    <a:pt x="8529" y="11909"/>
                  </a:lnTo>
                  <a:cubicBezTo>
                    <a:pt x="8829" y="11818"/>
                    <a:pt x="9116" y="11695"/>
                    <a:pt x="9389" y="11554"/>
                  </a:cubicBezTo>
                  <a:lnTo>
                    <a:pt x="10333" y="12498"/>
                  </a:lnTo>
                  <a:cubicBezTo>
                    <a:pt x="10482" y="12645"/>
                    <a:pt x="10674" y="12719"/>
                    <a:pt x="10867" y="12719"/>
                  </a:cubicBezTo>
                  <a:cubicBezTo>
                    <a:pt x="11059" y="12719"/>
                    <a:pt x="11252" y="12645"/>
                    <a:pt x="11400" y="12498"/>
                  </a:cubicBezTo>
                  <a:lnTo>
                    <a:pt x="12498" y="11398"/>
                  </a:lnTo>
                  <a:cubicBezTo>
                    <a:pt x="12790" y="11107"/>
                    <a:pt x="12790" y="10628"/>
                    <a:pt x="12498" y="10337"/>
                  </a:cubicBezTo>
                  <a:lnTo>
                    <a:pt x="11550" y="9389"/>
                  </a:lnTo>
                  <a:cubicBezTo>
                    <a:pt x="11696" y="9116"/>
                    <a:pt x="11815" y="8828"/>
                    <a:pt x="11911" y="8527"/>
                  </a:cubicBezTo>
                  <a:lnTo>
                    <a:pt x="13245" y="8527"/>
                  </a:lnTo>
                  <a:cubicBezTo>
                    <a:pt x="13661" y="8527"/>
                    <a:pt x="13998" y="8190"/>
                    <a:pt x="13998" y="7776"/>
                  </a:cubicBezTo>
                  <a:lnTo>
                    <a:pt x="13998" y="6221"/>
                  </a:lnTo>
                  <a:cubicBezTo>
                    <a:pt x="13998" y="5807"/>
                    <a:pt x="13661" y="5470"/>
                    <a:pt x="13245" y="5470"/>
                  </a:cubicBezTo>
                  <a:lnTo>
                    <a:pt x="11911" y="5470"/>
                  </a:lnTo>
                  <a:cubicBezTo>
                    <a:pt x="11815" y="5169"/>
                    <a:pt x="11696" y="4881"/>
                    <a:pt x="11550" y="4608"/>
                  </a:cubicBezTo>
                  <a:lnTo>
                    <a:pt x="12498" y="3665"/>
                  </a:lnTo>
                  <a:cubicBezTo>
                    <a:pt x="12790" y="3368"/>
                    <a:pt x="12790" y="2894"/>
                    <a:pt x="12498" y="2598"/>
                  </a:cubicBezTo>
                  <a:lnTo>
                    <a:pt x="11400" y="1499"/>
                  </a:lnTo>
                  <a:cubicBezTo>
                    <a:pt x="11252" y="1354"/>
                    <a:pt x="11059" y="1281"/>
                    <a:pt x="10867" y="1281"/>
                  </a:cubicBezTo>
                  <a:cubicBezTo>
                    <a:pt x="10674" y="1281"/>
                    <a:pt x="10482" y="1354"/>
                    <a:pt x="10333" y="1499"/>
                  </a:cubicBezTo>
                  <a:lnTo>
                    <a:pt x="9389" y="2447"/>
                  </a:lnTo>
                  <a:cubicBezTo>
                    <a:pt x="9116" y="2302"/>
                    <a:pt x="8829" y="2183"/>
                    <a:pt x="8529" y="2088"/>
                  </a:cubicBezTo>
                  <a:lnTo>
                    <a:pt x="8529" y="752"/>
                  </a:lnTo>
                  <a:cubicBezTo>
                    <a:pt x="8529" y="337"/>
                    <a:pt x="8192" y="1"/>
                    <a:pt x="7776" y="1"/>
                  </a:cubicBez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5" name="Google Shape;3875;p74"/>
            <p:cNvSpPr/>
            <p:nvPr/>
          </p:nvSpPr>
          <p:spPr>
            <a:xfrm flipH="1">
              <a:off x="2635784" y="1891211"/>
              <a:ext cx="218338" cy="215271"/>
            </a:xfrm>
            <a:custGeom>
              <a:rect b="b" l="l" r="r" t="t"/>
              <a:pathLst>
                <a:path extrusionOk="0" h="7159" w="7261">
                  <a:moveTo>
                    <a:pt x="3635" y="2422"/>
                  </a:moveTo>
                  <a:cubicBezTo>
                    <a:pt x="3756" y="2422"/>
                    <a:pt x="3879" y="2441"/>
                    <a:pt x="3998" y="2482"/>
                  </a:cubicBezTo>
                  <a:cubicBezTo>
                    <a:pt x="4696" y="2718"/>
                    <a:pt x="5001" y="3525"/>
                    <a:pt x="4631" y="4163"/>
                  </a:cubicBezTo>
                  <a:cubicBezTo>
                    <a:pt x="4424" y="4524"/>
                    <a:pt x="4031" y="4737"/>
                    <a:pt x="3626" y="4737"/>
                  </a:cubicBezTo>
                  <a:cubicBezTo>
                    <a:pt x="3505" y="4737"/>
                    <a:pt x="3382" y="4718"/>
                    <a:pt x="3264" y="4678"/>
                  </a:cubicBezTo>
                  <a:cubicBezTo>
                    <a:pt x="2567" y="4441"/>
                    <a:pt x="2262" y="3635"/>
                    <a:pt x="2630" y="2997"/>
                  </a:cubicBezTo>
                  <a:cubicBezTo>
                    <a:pt x="2841" y="2635"/>
                    <a:pt x="3231" y="2422"/>
                    <a:pt x="3635" y="2422"/>
                  </a:cubicBezTo>
                  <a:close/>
                  <a:moveTo>
                    <a:pt x="2858" y="1"/>
                  </a:moveTo>
                  <a:cubicBezTo>
                    <a:pt x="2813" y="1"/>
                    <a:pt x="2767" y="9"/>
                    <a:pt x="2721" y="25"/>
                  </a:cubicBezTo>
                  <a:lnTo>
                    <a:pt x="1965" y="311"/>
                  </a:lnTo>
                  <a:cubicBezTo>
                    <a:pt x="1764" y="389"/>
                    <a:pt x="1660" y="612"/>
                    <a:pt x="1737" y="818"/>
                  </a:cubicBezTo>
                  <a:lnTo>
                    <a:pt x="1983" y="1470"/>
                  </a:lnTo>
                  <a:cubicBezTo>
                    <a:pt x="1856" y="1565"/>
                    <a:pt x="1737" y="1679"/>
                    <a:pt x="1627" y="1802"/>
                  </a:cubicBezTo>
                  <a:lnTo>
                    <a:pt x="994" y="1515"/>
                  </a:lnTo>
                  <a:cubicBezTo>
                    <a:pt x="941" y="1490"/>
                    <a:pt x="886" y="1479"/>
                    <a:pt x="832" y="1479"/>
                  </a:cubicBezTo>
                  <a:cubicBezTo>
                    <a:pt x="684" y="1479"/>
                    <a:pt x="542" y="1564"/>
                    <a:pt x="474" y="1712"/>
                  </a:cubicBezTo>
                  <a:lnTo>
                    <a:pt x="142" y="2444"/>
                  </a:lnTo>
                  <a:cubicBezTo>
                    <a:pt x="56" y="2646"/>
                    <a:pt x="142" y="2878"/>
                    <a:pt x="338" y="2964"/>
                  </a:cubicBezTo>
                  <a:lnTo>
                    <a:pt x="971" y="3252"/>
                  </a:lnTo>
                  <a:cubicBezTo>
                    <a:pt x="954" y="3416"/>
                    <a:pt x="949" y="3575"/>
                    <a:pt x="958" y="3740"/>
                  </a:cubicBezTo>
                  <a:lnTo>
                    <a:pt x="306" y="3981"/>
                  </a:lnTo>
                  <a:cubicBezTo>
                    <a:pt x="106" y="4058"/>
                    <a:pt x="1" y="4286"/>
                    <a:pt x="79" y="4487"/>
                  </a:cubicBezTo>
                  <a:lnTo>
                    <a:pt x="365" y="5244"/>
                  </a:lnTo>
                  <a:cubicBezTo>
                    <a:pt x="422" y="5401"/>
                    <a:pt x="570" y="5497"/>
                    <a:pt x="727" y="5497"/>
                  </a:cubicBezTo>
                  <a:cubicBezTo>
                    <a:pt x="774" y="5497"/>
                    <a:pt x="821" y="5489"/>
                    <a:pt x="867" y="5471"/>
                  </a:cubicBezTo>
                  <a:lnTo>
                    <a:pt x="1518" y="5229"/>
                  </a:lnTo>
                  <a:cubicBezTo>
                    <a:pt x="1619" y="5353"/>
                    <a:pt x="1728" y="5475"/>
                    <a:pt x="1852" y="5580"/>
                  </a:cubicBezTo>
                  <a:lnTo>
                    <a:pt x="1564" y="6214"/>
                  </a:lnTo>
                  <a:cubicBezTo>
                    <a:pt x="1478" y="6415"/>
                    <a:pt x="1564" y="6647"/>
                    <a:pt x="1760" y="6733"/>
                  </a:cubicBezTo>
                  <a:lnTo>
                    <a:pt x="2498" y="7066"/>
                  </a:lnTo>
                  <a:cubicBezTo>
                    <a:pt x="2551" y="7091"/>
                    <a:pt x="2607" y="7103"/>
                    <a:pt x="2662" y="7103"/>
                  </a:cubicBezTo>
                  <a:cubicBezTo>
                    <a:pt x="2810" y="7103"/>
                    <a:pt x="2951" y="7017"/>
                    <a:pt x="3018" y="6870"/>
                  </a:cubicBezTo>
                  <a:lnTo>
                    <a:pt x="3305" y="6237"/>
                  </a:lnTo>
                  <a:cubicBezTo>
                    <a:pt x="3415" y="6253"/>
                    <a:pt x="3527" y="6260"/>
                    <a:pt x="3638" y="6260"/>
                  </a:cubicBezTo>
                  <a:cubicBezTo>
                    <a:pt x="3688" y="6260"/>
                    <a:pt x="3738" y="6258"/>
                    <a:pt x="3788" y="6255"/>
                  </a:cubicBezTo>
                  <a:lnTo>
                    <a:pt x="4034" y="6907"/>
                  </a:lnTo>
                  <a:cubicBezTo>
                    <a:pt x="4094" y="7063"/>
                    <a:pt x="4243" y="7159"/>
                    <a:pt x="4403" y="7159"/>
                  </a:cubicBezTo>
                  <a:cubicBezTo>
                    <a:pt x="4449" y="7159"/>
                    <a:pt x="4495" y="7151"/>
                    <a:pt x="4540" y="7135"/>
                  </a:cubicBezTo>
                  <a:lnTo>
                    <a:pt x="5297" y="6847"/>
                  </a:lnTo>
                  <a:cubicBezTo>
                    <a:pt x="5497" y="6771"/>
                    <a:pt x="5602" y="6546"/>
                    <a:pt x="5525" y="6342"/>
                  </a:cubicBezTo>
                  <a:lnTo>
                    <a:pt x="5279" y="5690"/>
                  </a:lnTo>
                  <a:cubicBezTo>
                    <a:pt x="5407" y="5595"/>
                    <a:pt x="5525" y="5480"/>
                    <a:pt x="5634" y="5357"/>
                  </a:cubicBezTo>
                  <a:lnTo>
                    <a:pt x="6267" y="5644"/>
                  </a:lnTo>
                  <a:cubicBezTo>
                    <a:pt x="6321" y="5669"/>
                    <a:pt x="6376" y="5681"/>
                    <a:pt x="6431" y="5681"/>
                  </a:cubicBezTo>
                  <a:cubicBezTo>
                    <a:pt x="6579" y="5681"/>
                    <a:pt x="6721" y="5595"/>
                    <a:pt x="6787" y="5448"/>
                  </a:cubicBezTo>
                  <a:lnTo>
                    <a:pt x="7120" y="4714"/>
                  </a:lnTo>
                  <a:cubicBezTo>
                    <a:pt x="7211" y="4518"/>
                    <a:pt x="7120" y="4286"/>
                    <a:pt x="6924" y="4195"/>
                  </a:cubicBezTo>
                  <a:lnTo>
                    <a:pt x="6290" y="3908"/>
                  </a:lnTo>
                  <a:cubicBezTo>
                    <a:pt x="6309" y="3744"/>
                    <a:pt x="6313" y="3584"/>
                    <a:pt x="6304" y="3420"/>
                  </a:cubicBezTo>
                  <a:lnTo>
                    <a:pt x="6956" y="3178"/>
                  </a:lnTo>
                  <a:cubicBezTo>
                    <a:pt x="7161" y="3101"/>
                    <a:pt x="7261" y="2873"/>
                    <a:pt x="7184" y="2673"/>
                  </a:cubicBezTo>
                  <a:lnTo>
                    <a:pt x="6901" y="1916"/>
                  </a:lnTo>
                  <a:cubicBezTo>
                    <a:pt x="6841" y="1758"/>
                    <a:pt x="6692" y="1662"/>
                    <a:pt x="6535" y="1662"/>
                  </a:cubicBezTo>
                  <a:cubicBezTo>
                    <a:pt x="6488" y="1662"/>
                    <a:pt x="6441" y="1671"/>
                    <a:pt x="6395" y="1689"/>
                  </a:cubicBezTo>
                  <a:lnTo>
                    <a:pt x="5744" y="1935"/>
                  </a:lnTo>
                  <a:cubicBezTo>
                    <a:pt x="5643" y="1807"/>
                    <a:pt x="5534" y="1684"/>
                    <a:pt x="5411" y="1579"/>
                  </a:cubicBezTo>
                  <a:lnTo>
                    <a:pt x="5698" y="946"/>
                  </a:lnTo>
                  <a:cubicBezTo>
                    <a:pt x="5789" y="745"/>
                    <a:pt x="5698" y="513"/>
                    <a:pt x="5502" y="426"/>
                  </a:cubicBezTo>
                  <a:lnTo>
                    <a:pt x="4763" y="93"/>
                  </a:lnTo>
                  <a:cubicBezTo>
                    <a:pt x="4711" y="68"/>
                    <a:pt x="4655" y="57"/>
                    <a:pt x="4601" y="57"/>
                  </a:cubicBezTo>
                  <a:cubicBezTo>
                    <a:pt x="4453" y="57"/>
                    <a:pt x="4311" y="142"/>
                    <a:pt x="4248" y="290"/>
                  </a:cubicBezTo>
                  <a:lnTo>
                    <a:pt x="3962" y="923"/>
                  </a:lnTo>
                  <a:cubicBezTo>
                    <a:pt x="3849" y="907"/>
                    <a:pt x="3736" y="900"/>
                    <a:pt x="3625" y="900"/>
                  </a:cubicBezTo>
                  <a:cubicBezTo>
                    <a:pt x="3574" y="900"/>
                    <a:pt x="3524" y="902"/>
                    <a:pt x="3474" y="904"/>
                  </a:cubicBezTo>
                  <a:lnTo>
                    <a:pt x="3228" y="252"/>
                  </a:lnTo>
                  <a:cubicBezTo>
                    <a:pt x="3167" y="96"/>
                    <a:pt x="3018" y="1"/>
                    <a:pt x="2858" y="1"/>
                  </a:cubicBez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876" name="Google Shape;3876;p74"/>
          <p:cNvCxnSpPr/>
          <p:nvPr/>
        </p:nvCxnSpPr>
        <p:spPr>
          <a:xfrm>
            <a:off x="7234150" y="1348550"/>
            <a:ext cx="807600" cy="474600"/>
          </a:xfrm>
          <a:prstGeom prst="curvedConnector3">
            <a:avLst>
              <a:gd fmla="val 26811" name="adj1"/>
            </a:avLst>
          </a:prstGeom>
          <a:noFill/>
          <a:ln cap="flat" cmpd="sng" w="38100">
            <a:solidFill>
              <a:srgbClr val="FF457A"/>
            </a:solidFill>
            <a:prstDash val="solid"/>
            <a:round/>
            <a:headEnd len="med" w="med" type="triangle"/>
            <a:tailEnd len="med" w="med" type="triangle"/>
          </a:ln>
        </p:spPr>
      </p:cxnSp>
      <p:sp>
        <p:nvSpPr>
          <p:cNvPr id="3877" name="Google Shape;3877;p74"/>
          <p:cNvSpPr txBox="1"/>
          <p:nvPr>
            <p:ph idx="1" type="subTitle"/>
          </p:nvPr>
        </p:nvSpPr>
        <p:spPr>
          <a:xfrm flipH="1">
            <a:off x="5883677" y="689550"/>
            <a:ext cx="850800" cy="5130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b="1" lang="en" sz="1800">
                <a:solidFill>
                  <a:srgbClr val="FF457A"/>
                </a:solidFill>
              </a:rPr>
              <a:t>SYSTEM</a:t>
            </a:r>
            <a:endParaRPr b="1" sz="1800">
              <a:solidFill>
                <a:srgbClr val="FF457A"/>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1" name="Shape 3881"/>
        <p:cNvGrpSpPr/>
        <p:nvPr/>
      </p:nvGrpSpPr>
      <p:grpSpPr>
        <a:xfrm>
          <a:off x="0" y="0"/>
          <a:ext cx="0" cy="0"/>
          <a:chOff x="0" y="0"/>
          <a:chExt cx="0" cy="0"/>
        </a:xfrm>
      </p:grpSpPr>
      <p:sp>
        <p:nvSpPr>
          <p:cNvPr id="3882" name="Google Shape;3882;p75"/>
          <p:cNvSpPr/>
          <p:nvPr/>
        </p:nvSpPr>
        <p:spPr>
          <a:xfrm flipH="1">
            <a:off x="2392409" y="1448966"/>
            <a:ext cx="2262103" cy="580872"/>
          </a:xfrm>
          <a:custGeom>
            <a:rect b="b" l="l" r="r" t="t"/>
            <a:pathLst>
              <a:path extrusionOk="0" h="4659" w="18144">
                <a:moveTo>
                  <a:pt x="13410" y="0"/>
                </a:moveTo>
                <a:cubicBezTo>
                  <a:pt x="11887" y="0"/>
                  <a:pt x="10530" y="722"/>
                  <a:pt x="9665" y="1841"/>
                </a:cubicBezTo>
                <a:cubicBezTo>
                  <a:pt x="9360" y="2236"/>
                  <a:pt x="8896" y="2450"/>
                  <a:pt x="8423" y="2450"/>
                </a:cubicBezTo>
                <a:cubicBezTo>
                  <a:pt x="8171" y="2450"/>
                  <a:pt x="7917" y="2389"/>
                  <a:pt x="7684" y="2262"/>
                </a:cubicBezTo>
                <a:cubicBezTo>
                  <a:pt x="7210" y="2002"/>
                  <a:pt x="6665" y="1858"/>
                  <a:pt x="6084" y="1858"/>
                </a:cubicBezTo>
                <a:cubicBezTo>
                  <a:pt x="5265" y="1858"/>
                  <a:pt x="4513" y="2148"/>
                  <a:pt x="3932" y="2637"/>
                </a:cubicBezTo>
                <a:cubicBezTo>
                  <a:pt x="3291" y="3175"/>
                  <a:pt x="2489" y="3475"/>
                  <a:pt x="1654" y="3475"/>
                </a:cubicBezTo>
                <a:lnTo>
                  <a:pt x="592" y="3475"/>
                </a:lnTo>
                <a:cubicBezTo>
                  <a:pt x="264" y="3475"/>
                  <a:pt x="0" y="3739"/>
                  <a:pt x="0" y="4066"/>
                </a:cubicBezTo>
                <a:cubicBezTo>
                  <a:pt x="0" y="4394"/>
                  <a:pt x="264" y="4658"/>
                  <a:pt x="592" y="4658"/>
                </a:cubicBezTo>
                <a:lnTo>
                  <a:pt x="18144" y="4658"/>
                </a:lnTo>
                <a:cubicBezTo>
                  <a:pt x="18104" y="2079"/>
                  <a:pt x="15999" y="0"/>
                  <a:pt x="13410" y="0"/>
                </a:cubicBezTo>
                <a:close/>
              </a:path>
            </a:pathLst>
          </a:cu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3" name="Google Shape;3883;p75"/>
          <p:cNvSpPr txBox="1"/>
          <p:nvPr>
            <p:ph type="ctrTitle"/>
          </p:nvPr>
        </p:nvSpPr>
        <p:spPr>
          <a:xfrm flipH="1">
            <a:off x="973200" y="209375"/>
            <a:ext cx="3829200" cy="12414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Clr>
                <a:schemeClr val="dk1"/>
              </a:buClr>
              <a:buSzPts val="4500"/>
              <a:buFont typeface="Nunito Sans Black"/>
              <a:buNone/>
            </a:pPr>
            <a:r>
              <a:rPr lang="en" sz="3600"/>
              <a:t>Indirect manipulation</a:t>
            </a:r>
            <a:endParaRPr sz="3600">
              <a:solidFill>
                <a:srgbClr val="21204D"/>
              </a:solidFill>
            </a:endParaRPr>
          </a:p>
        </p:txBody>
      </p:sp>
      <p:sp>
        <p:nvSpPr>
          <p:cNvPr id="3884" name="Google Shape;3884;p75"/>
          <p:cNvSpPr txBox="1"/>
          <p:nvPr>
            <p:ph idx="1" type="subTitle"/>
          </p:nvPr>
        </p:nvSpPr>
        <p:spPr>
          <a:xfrm flipH="1">
            <a:off x="973050" y="1718175"/>
            <a:ext cx="3571200" cy="12414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en" sz="1400"/>
              <a:t>• office– direct manipulation</a:t>
            </a:r>
            <a:endParaRPr sz="1400"/>
          </a:p>
          <a:p>
            <a:pPr indent="0" lvl="0" marL="0" rtl="0" algn="l">
              <a:spcBef>
                <a:spcPts val="800"/>
              </a:spcBef>
              <a:spcAft>
                <a:spcPts val="0"/>
              </a:spcAft>
              <a:buNone/>
            </a:pPr>
            <a:r>
              <a:rPr lang="en" sz="1400"/>
              <a:t>– user interacts with artificial world</a:t>
            </a:r>
            <a:endParaRPr sz="1400"/>
          </a:p>
          <a:p>
            <a:pPr indent="0" lvl="0" marL="0" rtl="0" algn="l">
              <a:spcBef>
                <a:spcPts val="800"/>
              </a:spcBef>
              <a:spcAft>
                <a:spcPts val="0"/>
              </a:spcAft>
              <a:buNone/>
            </a:pPr>
            <a:r>
              <a:rPr lang="en" sz="1400"/>
              <a:t>• industrial – indirect manipulation</a:t>
            </a:r>
            <a:endParaRPr sz="1400"/>
          </a:p>
          <a:p>
            <a:pPr indent="0" lvl="0" marL="0" rtl="0" algn="l">
              <a:spcBef>
                <a:spcPts val="800"/>
              </a:spcBef>
              <a:spcAft>
                <a:spcPts val="0"/>
              </a:spcAft>
              <a:buNone/>
            </a:pPr>
            <a:r>
              <a:rPr lang="en" sz="1400"/>
              <a:t>– user interacts with real world through interface</a:t>
            </a:r>
            <a:endParaRPr sz="1400"/>
          </a:p>
          <a:p>
            <a:pPr indent="0" lvl="0" marL="0" rtl="0" algn="l">
              <a:spcBef>
                <a:spcPts val="800"/>
              </a:spcBef>
              <a:spcAft>
                <a:spcPts val="0"/>
              </a:spcAft>
              <a:buNone/>
            </a:pPr>
            <a:r>
              <a:t/>
            </a:r>
            <a:endParaRPr sz="1400"/>
          </a:p>
          <a:p>
            <a:pPr indent="0" lvl="0" marL="0" rtl="0" algn="l">
              <a:spcBef>
                <a:spcPts val="800"/>
              </a:spcBef>
              <a:spcAft>
                <a:spcPts val="0"/>
              </a:spcAft>
              <a:buNone/>
            </a:pPr>
            <a:r>
              <a:rPr lang="en" sz="1400"/>
              <a:t>• issues ..</a:t>
            </a:r>
            <a:endParaRPr sz="1400"/>
          </a:p>
          <a:p>
            <a:pPr indent="0" lvl="0" marL="0" rtl="0" algn="l">
              <a:spcBef>
                <a:spcPts val="800"/>
              </a:spcBef>
              <a:spcAft>
                <a:spcPts val="0"/>
              </a:spcAft>
              <a:buNone/>
            </a:pPr>
            <a:r>
              <a:rPr lang="en" sz="1400"/>
              <a:t>– feedback</a:t>
            </a:r>
            <a:endParaRPr sz="1400"/>
          </a:p>
          <a:p>
            <a:pPr indent="0" lvl="0" marL="0" rtl="0" algn="l">
              <a:spcBef>
                <a:spcPts val="800"/>
              </a:spcBef>
              <a:spcAft>
                <a:spcPts val="0"/>
              </a:spcAft>
              <a:buNone/>
            </a:pPr>
            <a:r>
              <a:rPr lang="en" sz="1400"/>
              <a:t>– delays</a:t>
            </a:r>
            <a:endParaRPr sz="1400"/>
          </a:p>
          <a:p>
            <a:pPr indent="0" lvl="0" marL="0" rtl="0" algn="l">
              <a:spcBef>
                <a:spcPts val="800"/>
              </a:spcBef>
              <a:spcAft>
                <a:spcPts val="0"/>
              </a:spcAft>
              <a:buNone/>
            </a:pPr>
            <a:r>
              <a:t/>
            </a:r>
            <a:endParaRPr sz="1400"/>
          </a:p>
        </p:txBody>
      </p:sp>
      <p:sp>
        <p:nvSpPr>
          <p:cNvPr id="3885" name="Google Shape;3885;p75"/>
          <p:cNvSpPr/>
          <p:nvPr/>
        </p:nvSpPr>
        <p:spPr>
          <a:xfrm flipH="1">
            <a:off x="0" y="1523233"/>
            <a:ext cx="9143937" cy="1631293"/>
          </a:xfrm>
          <a:custGeom>
            <a:rect b="b" l="l" r="r" t="t"/>
            <a:pathLst>
              <a:path extrusionOk="0" h="24803" w="139029">
                <a:moveTo>
                  <a:pt x="9825" y="1"/>
                </a:moveTo>
                <a:lnTo>
                  <a:pt x="9825" y="24104"/>
                </a:lnTo>
                <a:lnTo>
                  <a:pt x="0" y="24104"/>
                </a:lnTo>
                <a:lnTo>
                  <a:pt x="0" y="24348"/>
                </a:lnTo>
                <a:lnTo>
                  <a:pt x="10069" y="24348"/>
                </a:lnTo>
                <a:lnTo>
                  <a:pt x="10069" y="248"/>
                </a:lnTo>
                <a:lnTo>
                  <a:pt x="15014" y="248"/>
                </a:lnTo>
                <a:lnTo>
                  <a:pt x="15014" y="24348"/>
                </a:lnTo>
                <a:lnTo>
                  <a:pt x="17031" y="24348"/>
                </a:lnTo>
                <a:lnTo>
                  <a:pt x="17031" y="7521"/>
                </a:lnTo>
                <a:lnTo>
                  <a:pt x="21140" y="7521"/>
                </a:lnTo>
                <a:lnTo>
                  <a:pt x="21140" y="24803"/>
                </a:lnTo>
                <a:lnTo>
                  <a:pt x="139028" y="24803"/>
                </a:lnTo>
                <a:lnTo>
                  <a:pt x="139028" y="24559"/>
                </a:lnTo>
                <a:lnTo>
                  <a:pt x="21388" y="24559"/>
                </a:lnTo>
                <a:lnTo>
                  <a:pt x="21388" y="7277"/>
                </a:lnTo>
                <a:lnTo>
                  <a:pt x="16784" y="7277"/>
                </a:lnTo>
                <a:lnTo>
                  <a:pt x="16784" y="24104"/>
                </a:lnTo>
                <a:lnTo>
                  <a:pt x="15257" y="24104"/>
                </a:lnTo>
                <a:lnTo>
                  <a:pt x="15257" y="1"/>
                </a:ln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86" name="Google Shape;3886;p75"/>
          <p:cNvGrpSpPr/>
          <p:nvPr/>
        </p:nvGrpSpPr>
        <p:grpSpPr>
          <a:xfrm>
            <a:off x="6106875" y="431299"/>
            <a:ext cx="2886300" cy="2935476"/>
            <a:chOff x="4924325" y="1650499"/>
            <a:chExt cx="2886300" cy="2935476"/>
          </a:xfrm>
        </p:grpSpPr>
        <p:sp>
          <p:nvSpPr>
            <p:cNvPr id="3887" name="Google Shape;3887;p75"/>
            <p:cNvSpPr/>
            <p:nvPr/>
          </p:nvSpPr>
          <p:spPr>
            <a:xfrm flipH="1">
              <a:off x="4924325" y="4367575"/>
              <a:ext cx="2886300" cy="218400"/>
            </a:xfrm>
            <a:prstGeom prst="ellipse">
              <a:avLst/>
            </a:prstGeom>
            <a:solidFill>
              <a:srgbClr val="21204D">
                <a:alpha val="21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8" name="Google Shape;3888;p75"/>
            <p:cNvSpPr/>
            <p:nvPr/>
          </p:nvSpPr>
          <p:spPr>
            <a:xfrm>
              <a:off x="5199250" y="1650499"/>
              <a:ext cx="1419579" cy="2804599"/>
            </a:xfrm>
            <a:custGeom>
              <a:rect b="b" l="l" r="r" t="t"/>
              <a:pathLst>
                <a:path extrusionOk="0" h="37147" w="18803">
                  <a:moveTo>
                    <a:pt x="4066" y="0"/>
                  </a:moveTo>
                  <a:cubicBezTo>
                    <a:pt x="1821" y="0"/>
                    <a:pt x="0" y="1821"/>
                    <a:pt x="0" y="4066"/>
                  </a:cubicBezTo>
                  <a:lnTo>
                    <a:pt x="0" y="33077"/>
                  </a:lnTo>
                  <a:cubicBezTo>
                    <a:pt x="0" y="35326"/>
                    <a:pt x="1821" y="37146"/>
                    <a:pt x="4066" y="37146"/>
                  </a:cubicBezTo>
                  <a:lnTo>
                    <a:pt x="14737" y="37146"/>
                  </a:lnTo>
                  <a:cubicBezTo>
                    <a:pt x="16982" y="37146"/>
                    <a:pt x="18802" y="35326"/>
                    <a:pt x="18802" y="33077"/>
                  </a:cubicBezTo>
                  <a:lnTo>
                    <a:pt x="18802" y="4066"/>
                  </a:lnTo>
                  <a:cubicBezTo>
                    <a:pt x="18802" y="1821"/>
                    <a:pt x="16982" y="0"/>
                    <a:pt x="14737"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9" name="Google Shape;3889;p75"/>
            <p:cNvSpPr/>
            <p:nvPr/>
          </p:nvSpPr>
          <p:spPr>
            <a:xfrm>
              <a:off x="5111672" y="1650499"/>
              <a:ext cx="1419655" cy="2804599"/>
            </a:xfrm>
            <a:custGeom>
              <a:rect b="b" l="l" r="r" t="t"/>
              <a:pathLst>
                <a:path extrusionOk="0" h="37147" w="18804">
                  <a:moveTo>
                    <a:pt x="3322" y="0"/>
                  </a:moveTo>
                  <a:cubicBezTo>
                    <a:pt x="1488" y="0"/>
                    <a:pt x="1" y="1487"/>
                    <a:pt x="1" y="3321"/>
                  </a:cubicBezTo>
                  <a:lnTo>
                    <a:pt x="1" y="33826"/>
                  </a:lnTo>
                  <a:cubicBezTo>
                    <a:pt x="1" y="35660"/>
                    <a:pt x="1488" y="37146"/>
                    <a:pt x="3322" y="37146"/>
                  </a:cubicBezTo>
                  <a:lnTo>
                    <a:pt x="15482" y="37146"/>
                  </a:lnTo>
                  <a:cubicBezTo>
                    <a:pt x="17317" y="37146"/>
                    <a:pt x="18803" y="35660"/>
                    <a:pt x="18803" y="33826"/>
                  </a:cubicBezTo>
                  <a:lnTo>
                    <a:pt x="18803" y="3321"/>
                  </a:lnTo>
                  <a:cubicBezTo>
                    <a:pt x="18803" y="1487"/>
                    <a:pt x="17317" y="0"/>
                    <a:pt x="15482" y="0"/>
                  </a:cubicBez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0" name="Google Shape;3890;p75"/>
            <p:cNvSpPr/>
            <p:nvPr/>
          </p:nvSpPr>
          <p:spPr>
            <a:xfrm>
              <a:off x="5142248" y="1845664"/>
              <a:ext cx="1358502" cy="2390557"/>
            </a:xfrm>
            <a:custGeom>
              <a:rect b="b" l="l" r="r" t="t"/>
              <a:pathLst>
                <a:path extrusionOk="0" h="31663" w="17994">
                  <a:moveTo>
                    <a:pt x="0" y="1"/>
                  </a:moveTo>
                  <a:lnTo>
                    <a:pt x="0" y="31662"/>
                  </a:lnTo>
                  <a:lnTo>
                    <a:pt x="17994" y="31662"/>
                  </a:lnTo>
                  <a:lnTo>
                    <a:pt x="17994" y="1"/>
                  </a:ln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1" name="Google Shape;3891;p75"/>
            <p:cNvSpPr/>
            <p:nvPr/>
          </p:nvSpPr>
          <p:spPr>
            <a:xfrm>
              <a:off x="5637064" y="1726376"/>
              <a:ext cx="368881" cy="26047"/>
            </a:xfrm>
            <a:custGeom>
              <a:rect b="b" l="l" r="r" t="t"/>
              <a:pathLst>
                <a:path extrusionOk="0" h="345" w="4886">
                  <a:moveTo>
                    <a:pt x="175" y="0"/>
                  </a:moveTo>
                  <a:cubicBezTo>
                    <a:pt x="78" y="0"/>
                    <a:pt x="1" y="77"/>
                    <a:pt x="1" y="171"/>
                  </a:cubicBezTo>
                  <a:cubicBezTo>
                    <a:pt x="1" y="268"/>
                    <a:pt x="78" y="344"/>
                    <a:pt x="175" y="344"/>
                  </a:cubicBezTo>
                  <a:lnTo>
                    <a:pt x="4715" y="344"/>
                  </a:lnTo>
                  <a:cubicBezTo>
                    <a:pt x="4808" y="344"/>
                    <a:pt x="4885" y="268"/>
                    <a:pt x="4885" y="171"/>
                  </a:cubicBezTo>
                  <a:cubicBezTo>
                    <a:pt x="4885" y="77"/>
                    <a:pt x="4808" y="0"/>
                    <a:pt x="4715"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2" name="Google Shape;3892;p75"/>
            <p:cNvSpPr/>
            <p:nvPr/>
          </p:nvSpPr>
          <p:spPr>
            <a:xfrm>
              <a:off x="6436137" y="1908781"/>
              <a:ext cx="29067" cy="47490"/>
            </a:xfrm>
            <a:custGeom>
              <a:rect b="b" l="l" r="r" t="t"/>
              <a:pathLst>
                <a:path extrusionOk="0" h="629" w="385">
                  <a:moveTo>
                    <a:pt x="318" y="60"/>
                  </a:moveTo>
                  <a:lnTo>
                    <a:pt x="318" y="568"/>
                  </a:lnTo>
                  <a:lnTo>
                    <a:pt x="64" y="568"/>
                  </a:lnTo>
                  <a:lnTo>
                    <a:pt x="64" y="60"/>
                  </a:lnTo>
                  <a:close/>
                  <a:moveTo>
                    <a:pt x="0" y="0"/>
                  </a:moveTo>
                  <a:lnTo>
                    <a:pt x="0" y="628"/>
                  </a:lnTo>
                  <a:lnTo>
                    <a:pt x="385" y="628"/>
                  </a:lnTo>
                  <a:lnTo>
                    <a:pt x="38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3" name="Google Shape;3893;p75"/>
            <p:cNvSpPr/>
            <p:nvPr/>
          </p:nvSpPr>
          <p:spPr>
            <a:xfrm>
              <a:off x="6442403" y="1943587"/>
              <a:ext cx="16232" cy="6115"/>
            </a:xfrm>
            <a:custGeom>
              <a:rect b="b" l="l" r="r" t="t"/>
              <a:pathLst>
                <a:path extrusionOk="0" h="81" w="215">
                  <a:moveTo>
                    <a:pt x="1" y="0"/>
                  </a:moveTo>
                  <a:lnTo>
                    <a:pt x="1" y="81"/>
                  </a:lnTo>
                  <a:lnTo>
                    <a:pt x="215" y="81"/>
                  </a:lnTo>
                  <a:lnTo>
                    <a:pt x="21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4" name="Google Shape;3894;p75"/>
            <p:cNvSpPr/>
            <p:nvPr/>
          </p:nvSpPr>
          <p:spPr>
            <a:xfrm>
              <a:off x="6445196" y="1905762"/>
              <a:ext cx="10947" cy="6115"/>
            </a:xfrm>
            <a:custGeom>
              <a:rect b="b" l="l" r="r" t="t"/>
              <a:pathLst>
                <a:path extrusionOk="0" h="81" w="145">
                  <a:moveTo>
                    <a:pt x="1" y="0"/>
                  </a:moveTo>
                  <a:lnTo>
                    <a:pt x="1" y="80"/>
                  </a:lnTo>
                  <a:lnTo>
                    <a:pt x="144" y="80"/>
                  </a:lnTo>
                  <a:lnTo>
                    <a:pt x="14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5" name="Google Shape;3895;p75"/>
            <p:cNvSpPr/>
            <p:nvPr/>
          </p:nvSpPr>
          <p:spPr>
            <a:xfrm>
              <a:off x="6297673" y="1909461"/>
              <a:ext cx="28840" cy="44998"/>
            </a:xfrm>
            <a:custGeom>
              <a:rect b="b" l="l" r="r" t="t"/>
              <a:pathLst>
                <a:path extrusionOk="0" h="596" w="382">
                  <a:moveTo>
                    <a:pt x="177" y="1"/>
                  </a:moveTo>
                  <a:cubicBezTo>
                    <a:pt x="104" y="1"/>
                    <a:pt x="50" y="38"/>
                    <a:pt x="1" y="92"/>
                  </a:cubicBezTo>
                  <a:lnTo>
                    <a:pt x="44" y="135"/>
                  </a:lnTo>
                  <a:cubicBezTo>
                    <a:pt x="77" y="95"/>
                    <a:pt x="121" y="64"/>
                    <a:pt x="168" y="64"/>
                  </a:cubicBezTo>
                  <a:cubicBezTo>
                    <a:pt x="244" y="64"/>
                    <a:pt x="281" y="112"/>
                    <a:pt x="281" y="178"/>
                  </a:cubicBezTo>
                  <a:cubicBezTo>
                    <a:pt x="281" y="272"/>
                    <a:pt x="181" y="379"/>
                    <a:pt x="4" y="553"/>
                  </a:cubicBezTo>
                  <a:lnTo>
                    <a:pt x="4" y="596"/>
                  </a:lnTo>
                  <a:lnTo>
                    <a:pt x="382" y="596"/>
                  </a:lnTo>
                  <a:lnTo>
                    <a:pt x="382" y="533"/>
                  </a:lnTo>
                  <a:lnTo>
                    <a:pt x="214" y="533"/>
                  </a:lnTo>
                  <a:cubicBezTo>
                    <a:pt x="184" y="533"/>
                    <a:pt x="147" y="536"/>
                    <a:pt x="114" y="536"/>
                  </a:cubicBezTo>
                  <a:cubicBezTo>
                    <a:pt x="254" y="392"/>
                    <a:pt x="354" y="285"/>
                    <a:pt x="354" y="175"/>
                  </a:cubicBezTo>
                  <a:cubicBezTo>
                    <a:pt x="354" y="71"/>
                    <a:pt x="285" y="1"/>
                    <a:pt x="17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6" name="Google Shape;3896;p75"/>
            <p:cNvSpPr/>
            <p:nvPr/>
          </p:nvSpPr>
          <p:spPr>
            <a:xfrm>
              <a:off x="6332704" y="1909461"/>
              <a:ext cx="28312" cy="46055"/>
            </a:xfrm>
            <a:custGeom>
              <a:rect b="b" l="l" r="r" t="t"/>
              <a:pathLst>
                <a:path extrusionOk="0" h="610" w="375">
                  <a:moveTo>
                    <a:pt x="188" y="61"/>
                  </a:moveTo>
                  <a:cubicBezTo>
                    <a:pt x="254" y="61"/>
                    <a:pt x="302" y="132"/>
                    <a:pt x="302" y="302"/>
                  </a:cubicBezTo>
                  <a:cubicBezTo>
                    <a:pt x="302" y="472"/>
                    <a:pt x="254" y="545"/>
                    <a:pt x="188" y="545"/>
                  </a:cubicBezTo>
                  <a:cubicBezTo>
                    <a:pt x="118" y="545"/>
                    <a:pt x="74" y="472"/>
                    <a:pt x="74" y="302"/>
                  </a:cubicBezTo>
                  <a:cubicBezTo>
                    <a:pt x="74" y="132"/>
                    <a:pt x="118" y="61"/>
                    <a:pt x="188" y="61"/>
                  </a:cubicBezTo>
                  <a:close/>
                  <a:moveTo>
                    <a:pt x="188" y="1"/>
                  </a:moveTo>
                  <a:cubicBezTo>
                    <a:pt x="71" y="1"/>
                    <a:pt x="1" y="108"/>
                    <a:pt x="1" y="302"/>
                  </a:cubicBezTo>
                  <a:cubicBezTo>
                    <a:pt x="1" y="499"/>
                    <a:pt x="71" y="609"/>
                    <a:pt x="188" y="609"/>
                  </a:cubicBezTo>
                  <a:cubicBezTo>
                    <a:pt x="302" y="609"/>
                    <a:pt x="375" y="499"/>
                    <a:pt x="375" y="302"/>
                  </a:cubicBezTo>
                  <a:cubicBezTo>
                    <a:pt x="375" y="108"/>
                    <a:pt x="302" y="1"/>
                    <a:pt x="18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7" name="Google Shape;3897;p75"/>
            <p:cNvSpPr/>
            <p:nvPr/>
          </p:nvSpPr>
          <p:spPr>
            <a:xfrm>
              <a:off x="6366301" y="1908253"/>
              <a:ext cx="52244" cy="47263"/>
            </a:xfrm>
            <a:custGeom>
              <a:rect b="b" l="l" r="r" t="t"/>
              <a:pathLst>
                <a:path extrusionOk="0" h="626" w="692">
                  <a:moveTo>
                    <a:pt x="137" y="47"/>
                  </a:moveTo>
                  <a:cubicBezTo>
                    <a:pt x="184" y="47"/>
                    <a:pt x="217" y="94"/>
                    <a:pt x="217" y="191"/>
                  </a:cubicBezTo>
                  <a:cubicBezTo>
                    <a:pt x="217" y="285"/>
                    <a:pt x="184" y="334"/>
                    <a:pt x="137" y="334"/>
                  </a:cubicBezTo>
                  <a:cubicBezTo>
                    <a:pt x="90" y="334"/>
                    <a:pt x="57" y="285"/>
                    <a:pt x="57" y="191"/>
                  </a:cubicBezTo>
                  <a:cubicBezTo>
                    <a:pt x="57" y="94"/>
                    <a:pt x="90" y="47"/>
                    <a:pt x="137" y="47"/>
                  </a:cubicBezTo>
                  <a:close/>
                  <a:moveTo>
                    <a:pt x="137" y="0"/>
                  </a:moveTo>
                  <a:cubicBezTo>
                    <a:pt x="54" y="0"/>
                    <a:pt x="0" y="71"/>
                    <a:pt x="0" y="191"/>
                  </a:cubicBezTo>
                  <a:cubicBezTo>
                    <a:pt x="0" y="311"/>
                    <a:pt x="54" y="381"/>
                    <a:pt x="137" y="381"/>
                  </a:cubicBezTo>
                  <a:cubicBezTo>
                    <a:pt x="217" y="381"/>
                    <a:pt x="274" y="311"/>
                    <a:pt x="274" y="191"/>
                  </a:cubicBezTo>
                  <a:cubicBezTo>
                    <a:pt x="274" y="71"/>
                    <a:pt x="217" y="0"/>
                    <a:pt x="137" y="0"/>
                  </a:cubicBezTo>
                  <a:close/>
                  <a:moveTo>
                    <a:pt x="555" y="291"/>
                  </a:moveTo>
                  <a:cubicBezTo>
                    <a:pt x="602" y="291"/>
                    <a:pt x="635" y="338"/>
                    <a:pt x="635" y="435"/>
                  </a:cubicBezTo>
                  <a:cubicBezTo>
                    <a:pt x="635" y="528"/>
                    <a:pt x="602" y="578"/>
                    <a:pt x="555" y="578"/>
                  </a:cubicBezTo>
                  <a:cubicBezTo>
                    <a:pt x="508" y="578"/>
                    <a:pt x="475" y="528"/>
                    <a:pt x="475" y="435"/>
                  </a:cubicBezTo>
                  <a:cubicBezTo>
                    <a:pt x="475" y="338"/>
                    <a:pt x="508" y="291"/>
                    <a:pt x="555" y="291"/>
                  </a:cubicBezTo>
                  <a:close/>
                  <a:moveTo>
                    <a:pt x="484" y="0"/>
                  </a:moveTo>
                  <a:lnTo>
                    <a:pt x="154" y="625"/>
                  </a:lnTo>
                  <a:lnTo>
                    <a:pt x="204" y="625"/>
                  </a:lnTo>
                  <a:lnTo>
                    <a:pt x="535" y="0"/>
                  </a:lnTo>
                  <a:close/>
                  <a:moveTo>
                    <a:pt x="555" y="245"/>
                  </a:moveTo>
                  <a:cubicBezTo>
                    <a:pt x="475" y="245"/>
                    <a:pt x="418" y="314"/>
                    <a:pt x="418" y="435"/>
                  </a:cubicBezTo>
                  <a:cubicBezTo>
                    <a:pt x="418" y="555"/>
                    <a:pt x="475" y="625"/>
                    <a:pt x="555" y="625"/>
                  </a:cubicBezTo>
                  <a:cubicBezTo>
                    <a:pt x="638" y="625"/>
                    <a:pt x="691" y="555"/>
                    <a:pt x="691" y="435"/>
                  </a:cubicBezTo>
                  <a:cubicBezTo>
                    <a:pt x="691" y="314"/>
                    <a:pt x="638" y="245"/>
                    <a:pt x="555" y="245"/>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8" name="Google Shape;3898;p75"/>
            <p:cNvSpPr/>
            <p:nvPr/>
          </p:nvSpPr>
          <p:spPr>
            <a:xfrm>
              <a:off x="6270947" y="1908782"/>
              <a:ext cx="7625" cy="44469"/>
            </a:xfrm>
            <a:custGeom>
              <a:rect b="b" l="l" r="r" t="t"/>
              <a:pathLst>
                <a:path extrusionOk="0" h="589" w="101">
                  <a:moveTo>
                    <a:pt x="0" y="0"/>
                  </a:moveTo>
                  <a:lnTo>
                    <a:pt x="0" y="588"/>
                  </a:lnTo>
                  <a:lnTo>
                    <a:pt x="101" y="588"/>
                  </a:lnTo>
                  <a:lnTo>
                    <a:pt x="10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9" name="Google Shape;3899;p75"/>
            <p:cNvSpPr/>
            <p:nvPr/>
          </p:nvSpPr>
          <p:spPr>
            <a:xfrm>
              <a:off x="6256828" y="1928185"/>
              <a:ext cx="7852" cy="25066"/>
            </a:xfrm>
            <a:custGeom>
              <a:rect b="b" l="l" r="r" t="t"/>
              <a:pathLst>
                <a:path extrusionOk="0" h="332" w="104">
                  <a:moveTo>
                    <a:pt x="1" y="1"/>
                  </a:moveTo>
                  <a:lnTo>
                    <a:pt x="1" y="331"/>
                  </a:lnTo>
                  <a:lnTo>
                    <a:pt x="104" y="331"/>
                  </a:lnTo>
                  <a:lnTo>
                    <a:pt x="10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0" name="Google Shape;3900;p75"/>
            <p:cNvSpPr/>
            <p:nvPr/>
          </p:nvSpPr>
          <p:spPr>
            <a:xfrm>
              <a:off x="6242408" y="1940567"/>
              <a:ext cx="7625" cy="12684"/>
            </a:xfrm>
            <a:custGeom>
              <a:rect b="b" l="l" r="r" t="t"/>
              <a:pathLst>
                <a:path extrusionOk="0" h="168" w="101">
                  <a:moveTo>
                    <a:pt x="1" y="0"/>
                  </a:moveTo>
                  <a:lnTo>
                    <a:pt x="1" y="167"/>
                  </a:lnTo>
                  <a:lnTo>
                    <a:pt x="101" y="167"/>
                  </a:lnTo>
                  <a:lnTo>
                    <a:pt x="10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01" name="Google Shape;3901;p75"/>
            <p:cNvGrpSpPr/>
            <p:nvPr/>
          </p:nvGrpSpPr>
          <p:grpSpPr>
            <a:xfrm>
              <a:off x="6494032" y="1739574"/>
              <a:ext cx="1210421" cy="2715505"/>
              <a:chOff x="4314813" y="3219875"/>
              <a:chExt cx="770625" cy="1728850"/>
            </a:xfrm>
          </p:grpSpPr>
          <p:sp>
            <p:nvSpPr>
              <p:cNvPr id="3902" name="Google Shape;3902;p75"/>
              <p:cNvSpPr/>
              <p:nvPr/>
            </p:nvSpPr>
            <p:spPr>
              <a:xfrm>
                <a:off x="4653338" y="3935425"/>
                <a:ext cx="284075" cy="208425"/>
              </a:xfrm>
              <a:custGeom>
                <a:rect b="b" l="l" r="r" t="t"/>
                <a:pathLst>
                  <a:path extrusionOk="0" h="8337" w="11363">
                    <a:moveTo>
                      <a:pt x="5683" y="0"/>
                    </a:moveTo>
                    <a:cubicBezTo>
                      <a:pt x="2544" y="0"/>
                      <a:pt x="1" y="1864"/>
                      <a:pt x="1" y="4170"/>
                    </a:cubicBezTo>
                    <a:cubicBezTo>
                      <a:pt x="1" y="6471"/>
                      <a:pt x="2544" y="8336"/>
                      <a:pt x="5683" y="8336"/>
                    </a:cubicBezTo>
                    <a:cubicBezTo>
                      <a:pt x="8819" y="8336"/>
                      <a:pt x="11362" y="6471"/>
                      <a:pt x="11362" y="4170"/>
                    </a:cubicBezTo>
                    <a:cubicBezTo>
                      <a:pt x="11362" y="1864"/>
                      <a:pt x="8819" y="0"/>
                      <a:pt x="5683" y="0"/>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3" name="Google Shape;3903;p75"/>
              <p:cNvSpPr/>
              <p:nvPr/>
            </p:nvSpPr>
            <p:spPr>
              <a:xfrm>
                <a:off x="4362313" y="3619900"/>
                <a:ext cx="367275" cy="170975"/>
              </a:xfrm>
              <a:custGeom>
                <a:rect b="b" l="l" r="r" t="t"/>
                <a:pathLst>
                  <a:path extrusionOk="0" h="6839" w="14691">
                    <a:moveTo>
                      <a:pt x="2809" y="1"/>
                    </a:moveTo>
                    <a:cubicBezTo>
                      <a:pt x="1675" y="1"/>
                      <a:pt x="852" y="149"/>
                      <a:pt x="648" y="507"/>
                    </a:cubicBezTo>
                    <a:cubicBezTo>
                      <a:pt x="1" y="1641"/>
                      <a:pt x="971" y="2485"/>
                      <a:pt x="3392" y="3770"/>
                    </a:cubicBezTo>
                    <a:cubicBezTo>
                      <a:pt x="5086" y="4671"/>
                      <a:pt x="9144" y="6839"/>
                      <a:pt x="11953" y="6839"/>
                    </a:cubicBezTo>
                    <a:cubicBezTo>
                      <a:pt x="13164" y="6839"/>
                      <a:pt x="14142" y="6436"/>
                      <a:pt x="14599" y="5356"/>
                    </a:cubicBezTo>
                    <a:cubicBezTo>
                      <a:pt x="14599" y="5356"/>
                      <a:pt x="14690" y="2558"/>
                      <a:pt x="11423" y="1454"/>
                    </a:cubicBezTo>
                    <a:cubicBezTo>
                      <a:pt x="9186" y="697"/>
                      <a:pt x="5267" y="1"/>
                      <a:pt x="2809" y="1"/>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4" name="Google Shape;3904;p75"/>
              <p:cNvSpPr/>
              <p:nvPr/>
            </p:nvSpPr>
            <p:spPr>
              <a:xfrm>
                <a:off x="4344888" y="3383025"/>
                <a:ext cx="97725" cy="311125"/>
              </a:xfrm>
              <a:custGeom>
                <a:rect b="b" l="l" r="r" t="t"/>
                <a:pathLst>
                  <a:path extrusionOk="0" h="12445" w="3909">
                    <a:moveTo>
                      <a:pt x="2175" y="1"/>
                    </a:moveTo>
                    <a:lnTo>
                      <a:pt x="124" y="83"/>
                    </a:lnTo>
                    <a:cubicBezTo>
                      <a:pt x="92" y="2502"/>
                      <a:pt x="46" y="5893"/>
                      <a:pt x="27" y="7626"/>
                    </a:cubicBezTo>
                    <a:cubicBezTo>
                      <a:pt x="0" y="10492"/>
                      <a:pt x="1258" y="11230"/>
                      <a:pt x="1258" y="11230"/>
                    </a:cubicBezTo>
                    <a:cubicBezTo>
                      <a:pt x="2242" y="12254"/>
                      <a:pt x="3520" y="12445"/>
                      <a:pt x="3834" y="12445"/>
                    </a:cubicBezTo>
                    <a:cubicBezTo>
                      <a:pt x="3882" y="12445"/>
                      <a:pt x="3908" y="12440"/>
                      <a:pt x="3906" y="12433"/>
                    </a:cubicBezTo>
                    <a:cubicBezTo>
                      <a:pt x="3897" y="12397"/>
                      <a:pt x="2781" y="4362"/>
                      <a:pt x="2175" y="1"/>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5" name="Google Shape;3905;p75"/>
              <p:cNvSpPr/>
              <p:nvPr/>
            </p:nvSpPr>
            <p:spPr>
              <a:xfrm>
                <a:off x="4314813" y="3219875"/>
                <a:ext cx="75000" cy="96725"/>
              </a:xfrm>
              <a:custGeom>
                <a:rect b="b" l="l" r="r" t="t"/>
                <a:pathLst>
                  <a:path extrusionOk="0" h="3869" w="3000">
                    <a:moveTo>
                      <a:pt x="1101" y="1"/>
                    </a:moveTo>
                    <a:cubicBezTo>
                      <a:pt x="1089" y="1"/>
                      <a:pt x="1077" y="2"/>
                      <a:pt x="1066" y="4"/>
                    </a:cubicBezTo>
                    <a:cubicBezTo>
                      <a:pt x="848" y="50"/>
                      <a:pt x="1140" y="2575"/>
                      <a:pt x="971" y="2657"/>
                    </a:cubicBezTo>
                    <a:cubicBezTo>
                      <a:pt x="962" y="2661"/>
                      <a:pt x="953" y="2663"/>
                      <a:pt x="943" y="2663"/>
                    </a:cubicBezTo>
                    <a:cubicBezTo>
                      <a:pt x="764" y="2663"/>
                      <a:pt x="425" y="2006"/>
                      <a:pt x="292" y="1864"/>
                    </a:cubicBezTo>
                    <a:cubicBezTo>
                      <a:pt x="280" y="1852"/>
                      <a:pt x="268" y="1846"/>
                      <a:pt x="257" y="1846"/>
                    </a:cubicBezTo>
                    <a:cubicBezTo>
                      <a:pt x="126" y="1846"/>
                      <a:pt x="0" y="2552"/>
                      <a:pt x="100" y="3263"/>
                    </a:cubicBezTo>
                    <a:cubicBezTo>
                      <a:pt x="170" y="3782"/>
                      <a:pt x="707" y="3869"/>
                      <a:pt x="1057" y="3869"/>
                    </a:cubicBezTo>
                    <a:cubicBezTo>
                      <a:pt x="1233" y="3869"/>
                      <a:pt x="1363" y="3847"/>
                      <a:pt x="1363" y="3847"/>
                    </a:cubicBezTo>
                    <a:lnTo>
                      <a:pt x="2999" y="3782"/>
                    </a:lnTo>
                    <a:cubicBezTo>
                      <a:pt x="2999" y="3782"/>
                      <a:pt x="2416" y="1609"/>
                      <a:pt x="2133" y="993"/>
                    </a:cubicBezTo>
                    <a:cubicBezTo>
                      <a:pt x="1865" y="404"/>
                      <a:pt x="1340" y="1"/>
                      <a:pt x="1101"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6" name="Google Shape;3906;p75"/>
              <p:cNvSpPr/>
              <p:nvPr/>
            </p:nvSpPr>
            <p:spPr>
              <a:xfrm>
                <a:off x="4727288" y="3499250"/>
                <a:ext cx="200775" cy="193425"/>
              </a:xfrm>
              <a:custGeom>
                <a:rect b="b" l="l" r="r" t="t"/>
                <a:pathLst>
                  <a:path extrusionOk="0" h="7737" w="8031">
                    <a:moveTo>
                      <a:pt x="5118" y="0"/>
                    </a:moveTo>
                    <a:lnTo>
                      <a:pt x="3278" y="1427"/>
                    </a:lnTo>
                    <a:cubicBezTo>
                      <a:pt x="3278" y="1427"/>
                      <a:pt x="3227" y="4909"/>
                      <a:pt x="0" y="6112"/>
                    </a:cubicBezTo>
                    <a:cubicBezTo>
                      <a:pt x="0" y="6112"/>
                      <a:pt x="1708" y="7737"/>
                      <a:pt x="3908" y="7737"/>
                    </a:cubicBezTo>
                    <a:cubicBezTo>
                      <a:pt x="4119" y="7737"/>
                      <a:pt x="4334" y="7722"/>
                      <a:pt x="4553" y="7689"/>
                    </a:cubicBezTo>
                    <a:cubicBezTo>
                      <a:pt x="7056" y="7311"/>
                      <a:pt x="8030" y="6463"/>
                      <a:pt x="8030" y="6463"/>
                    </a:cubicBezTo>
                    <a:cubicBezTo>
                      <a:pt x="8030" y="6463"/>
                      <a:pt x="6690" y="6436"/>
                      <a:pt x="5962" y="4685"/>
                    </a:cubicBezTo>
                    <a:cubicBezTo>
                      <a:pt x="5228" y="2931"/>
                      <a:pt x="5118" y="0"/>
                      <a:pt x="5118"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7" name="Google Shape;3907;p75"/>
              <p:cNvSpPr/>
              <p:nvPr/>
            </p:nvSpPr>
            <p:spPr>
              <a:xfrm>
                <a:off x="4803613" y="3509150"/>
                <a:ext cx="37875" cy="58250"/>
              </a:xfrm>
              <a:custGeom>
                <a:rect b="b" l="l" r="r" t="t"/>
                <a:pathLst>
                  <a:path extrusionOk="0" h="2330" w="1515">
                    <a:moveTo>
                      <a:pt x="1514" y="0"/>
                    </a:moveTo>
                    <a:lnTo>
                      <a:pt x="225" y="1031"/>
                    </a:lnTo>
                    <a:lnTo>
                      <a:pt x="215" y="1086"/>
                    </a:lnTo>
                    <a:lnTo>
                      <a:pt x="0" y="2329"/>
                    </a:lnTo>
                    <a:cubicBezTo>
                      <a:pt x="0" y="2329"/>
                      <a:pt x="885" y="1673"/>
                      <a:pt x="1172" y="1031"/>
                    </a:cubicBezTo>
                    <a:cubicBezTo>
                      <a:pt x="1459" y="383"/>
                      <a:pt x="1514" y="1"/>
                      <a:pt x="1514" y="0"/>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8" name="Google Shape;3908;p75"/>
              <p:cNvSpPr/>
              <p:nvPr/>
            </p:nvSpPr>
            <p:spPr>
              <a:xfrm>
                <a:off x="4759638" y="3414275"/>
                <a:ext cx="119875" cy="125525"/>
              </a:xfrm>
              <a:custGeom>
                <a:rect b="b" l="l" r="r" t="t"/>
                <a:pathLst>
                  <a:path extrusionOk="0" h="5021" w="4795">
                    <a:moveTo>
                      <a:pt x="2134" y="0"/>
                    </a:moveTo>
                    <a:cubicBezTo>
                      <a:pt x="1729" y="0"/>
                      <a:pt x="1353" y="86"/>
                      <a:pt x="1126" y="268"/>
                    </a:cubicBezTo>
                    <a:cubicBezTo>
                      <a:pt x="457" y="806"/>
                      <a:pt x="0" y="4424"/>
                      <a:pt x="128" y="4830"/>
                    </a:cubicBezTo>
                    <a:cubicBezTo>
                      <a:pt x="171" y="4962"/>
                      <a:pt x="406" y="5021"/>
                      <a:pt x="729" y="5021"/>
                    </a:cubicBezTo>
                    <a:cubicBezTo>
                      <a:pt x="1398" y="5021"/>
                      <a:pt x="2445" y="4769"/>
                      <a:pt x="2949" y="4397"/>
                    </a:cubicBezTo>
                    <a:cubicBezTo>
                      <a:pt x="3696" y="3846"/>
                      <a:pt x="3824" y="3399"/>
                      <a:pt x="3824" y="3399"/>
                    </a:cubicBezTo>
                    <a:cubicBezTo>
                      <a:pt x="3824" y="3399"/>
                      <a:pt x="3949" y="3476"/>
                      <a:pt x="4117" y="3476"/>
                    </a:cubicBezTo>
                    <a:cubicBezTo>
                      <a:pt x="4227" y="3476"/>
                      <a:pt x="4356" y="3443"/>
                      <a:pt x="4481" y="3335"/>
                    </a:cubicBezTo>
                    <a:cubicBezTo>
                      <a:pt x="4795" y="3061"/>
                      <a:pt x="4663" y="2405"/>
                      <a:pt x="4417" y="2260"/>
                    </a:cubicBezTo>
                    <a:cubicBezTo>
                      <a:pt x="4347" y="2220"/>
                      <a:pt x="4286" y="2206"/>
                      <a:pt x="4235" y="2206"/>
                    </a:cubicBezTo>
                    <a:cubicBezTo>
                      <a:pt x="4103" y="2206"/>
                      <a:pt x="4034" y="2301"/>
                      <a:pt x="4034" y="2301"/>
                    </a:cubicBezTo>
                    <a:cubicBezTo>
                      <a:pt x="4034" y="2301"/>
                      <a:pt x="4117" y="1790"/>
                      <a:pt x="3943" y="911"/>
                    </a:cubicBezTo>
                    <a:cubicBezTo>
                      <a:pt x="3831" y="329"/>
                      <a:pt x="2927" y="0"/>
                      <a:pt x="2134"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9" name="Google Shape;3909;p75"/>
              <p:cNvSpPr/>
              <p:nvPr/>
            </p:nvSpPr>
            <p:spPr>
              <a:xfrm>
                <a:off x="4813988" y="3457625"/>
                <a:ext cx="21900" cy="8875"/>
              </a:xfrm>
              <a:custGeom>
                <a:rect b="b" l="l" r="r" t="t"/>
                <a:pathLst>
                  <a:path extrusionOk="0" h="355" w="876">
                    <a:moveTo>
                      <a:pt x="423" y="0"/>
                    </a:moveTo>
                    <a:cubicBezTo>
                      <a:pt x="323" y="0"/>
                      <a:pt x="235" y="6"/>
                      <a:pt x="197" y="25"/>
                    </a:cubicBezTo>
                    <a:cubicBezTo>
                      <a:pt x="83" y="75"/>
                      <a:pt x="1" y="311"/>
                      <a:pt x="1" y="311"/>
                    </a:cubicBezTo>
                    <a:cubicBezTo>
                      <a:pt x="1" y="311"/>
                      <a:pt x="213" y="354"/>
                      <a:pt x="398" y="354"/>
                    </a:cubicBezTo>
                    <a:cubicBezTo>
                      <a:pt x="490" y="354"/>
                      <a:pt x="576" y="343"/>
                      <a:pt x="624" y="311"/>
                    </a:cubicBezTo>
                    <a:cubicBezTo>
                      <a:pt x="767" y="221"/>
                      <a:pt x="876" y="25"/>
                      <a:pt x="876" y="25"/>
                    </a:cubicBezTo>
                    <a:cubicBezTo>
                      <a:pt x="876" y="25"/>
                      <a:pt x="625" y="0"/>
                      <a:pt x="4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0" name="Google Shape;3910;p75"/>
              <p:cNvSpPr/>
              <p:nvPr/>
            </p:nvSpPr>
            <p:spPr>
              <a:xfrm>
                <a:off x="4778088" y="3449925"/>
                <a:ext cx="14375" cy="14125"/>
              </a:xfrm>
              <a:custGeom>
                <a:rect b="b" l="l" r="r" t="t"/>
                <a:pathLst>
                  <a:path extrusionOk="0" h="565" w="575">
                    <a:moveTo>
                      <a:pt x="32" y="0"/>
                    </a:moveTo>
                    <a:cubicBezTo>
                      <a:pt x="32" y="0"/>
                      <a:pt x="1" y="49"/>
                      <a:pt x="106" y="232"/>
                    </a:cubicBezTo>
                    <a:cubicBezTo>
                      <a:pt x="211" y="415"/>
                      <a:pt x="552" y="565"/>
                      <a:pt x="552" y="565"/>
                    </a:cubicBezTo>
                    <a:cubicBezTo>
                      <a:pt x="552" y="565"/>
                      <a:pt x="575" y="301"/>
                      <a:pt x="466" y="182"/>
                    </a:cubicBezTo>
                    <a:cubicBezTo>
                      <a:pt x="356" y="64"/>
                      <a:pt x="33" y="0"/>
                      <a:pt x="3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1" name="Google Shape;3911;p75"/>
              <p:cNvSpPr/>
              <p:nvPr/>
            </p:nvSpPr>
            <p:spPr>
              <a:xfrm>
                <a:off x="4778888" y="3449875"/>
                <a:ext cx="14725" cy="14175"/>
              </a:xfrm>
              <a:custGeom>
                <a:rect b="b" l="l" r="r" t="t"/>
                <a:pathLst>
                  <a:path extrusionOk="0" h="567" w="589">
                    <a:moveTo>
                      <a:pt x="51" y="1"/>
                    </a:moveTo>
                    <a:cubicBezTo>
                      <a:pt x="20" y="1"/>
                      <a:pt x="0" y="2"/>
                      <a:pt x="0" y="2"/>
                    </a:cubicBezTo>
                    <a:cubicBezTo>
                      <a:pt x="0" y="2"/>
                      <a:pt x="347" y="74"/>
                      <a:pt x="434" y="211"/>
                    </a:cubicBezTo>
                    <a:cubicBezTo>
                      <a:pt x="520" y="352"/>
                      <a:pt x="520" y="567"/>
                      <a:pt x="520" y="567"/>
                    </a:cubicBezTo>
                    <a:cubicBezTo>
                      <a:pt x="520" y="567"/>
                      <a:pt x="589" y="316"/>
                      <a:pt x="457" y="143"/>
                    </a:cubicBezTo>
                    <a:cubicBezTo>
                      <a:pt x="357" y="16"/>
                      <a:pt x="148" y="1"/>
                      <a:pt x="51"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2" name="Google Shape;3912;p75"/>
              <p:cNvSpPr/>
              <p:nvPr/>
            </p:nvSpPr>
            <p:spPr>
              <a:xfrm>
                <a:off x="4780488" y="3439725"/>
                <a:ext cx="15300" cy="8500"/>
              </a:xfrm>
              <a:custGeom>
                <a:rect b="b" l="l" r="r" t="t"/>
                <a:pathLst>
                  <a:path extrusionOk="0" h="340" w="612">
                    <a:moveTo>
                      <a:pt x="246" y="1"/>
                    </a:moveTo>
                    <a:cubicBezTo>
                      <a:pt x="114" y="1"/>
                      <a:pt x="1" y="57"/>
                      <a:pt x="1" y="57"/>
                    </a:cubicBezTo>
                    <a:cubicBezTo>
                      <a:pt x="1" y="57"/>
                      <a:pt x="37" y="52"/>
                      <a:pt x="93" y="52"/>
                    </a:cubicBezTo>
                    <a:cubicBezTo>
                      <a:pt x="155" y="52"/>
                      <a:pt x="240" y="58"/>
                      <a:pt x="329" y="84"/>
                    </a:cubicBezTo>
                    <a:cubicBezTo>
                      <a:pt x="502" y="129"/>
                      <a:pt x="611" y="339"/>
                      <a:pt x="611" y="339"/>
                    </a:cubicBezTo>
                    <a:cubicBezTo>
                      <a:pt x="611" y="339"/>
                      <a:pt x="607" y="135"/>
                      <a:pt x="416" y="38"/>
                    </a:cubicBezTo>
                    <a:cubicBezTo>
                      <a:pt x="360" y="10"/>
                      <a:pt x="302" y="1"/>
                      <a:pt x="246"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3" name="Google Shape;3913;p75"/>
              <p:cNvSpPr/>
              <p:nvPr/>
            </p:nvSpPr>
            <p:spPr>
              <a:xfrm>
                <a:off x="4813988" y="3456800"/>
                <a:ext cx="21900" cy="8625"/>
              </a:xfrm>
              <a:custGeom>
                <a:rect b="b" l="l" r="r" t="t"/>
                <a:pathLst>
                  <a:path extrusionOk="0" h="345" w="876">
                    <a:moveTo>
                      <a:pt x="438" y="1"/>
                    </a:moveTo>
                    <a:cubicBezTo>
                      <a:pt x="337" y="1"/>
                      <a:pt x="246" y="9"/>
                      <a:pt x="197" y="30"/>
                    </a:cubicBezTo>
                    <a:cubicBezTo>
                      <a:pt x="60" y="94"/>
                      <a:pt x="1" y="344"/>
                      <a:pt x="1" y="344"/>
                    </a:cubicBezTo>
                    <a:cubicBezTo>
                      <a:pt x="1" y="344"/>
                      <a:pt x="119" y="121"/>
                      <a:pt x="269" y="81"/>
                    </a:cubicBezTo>
                    <a:cubicBezTo>
                      <a:pt x="349" y="59"/>
                      <a:pt x="513" y="54"/>
                      <a:pt x="651" y="54"/>
                    </a:cubicBezTo>
                    <a:cubicBezTo>
                      <a:pt x="774" y="54"/>
                      <a:pt x="876" y="58"/>
                      <a:pt x="876" y="58"/>
                    </a:cubicBezTo>
                    <a:cubicBezTo>
                      <a:pt x="832" y="28"/>
                      <a:pt x="620" y="1"/>
                      <a:pt x="438"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4" name="Google Shape;3914;p75"/>
              <p:cNvSpPr/>
              <p:nvPr/>
            </p:nvSpPr>
            <p:spPr>
              <a:xfrm>
                <a:off x="4814913" y="3446475"/>
                <a:ext cx="23575" cy="5725"/>
              </a:xfrm>
              <a:custGeom>
                <a:rect b="b" l="l" r="r" t="t"/>
                <a:pathLst>
                  <a:path extrusionOk="0" h="229" w="943">
                    <a:moveTo>
                      <a:pt x="451" y="1"/>
                    </a:moveTo>
                    <a:cubicBezTo>
                      <a:pt x="406" y="1"/>
                      <a:pt x="361" y="4"/>
                      <a:pt x="319" y="10"/>
                    </a:cubicBezTo>
                    <a:cubicBezTo>
                      <a:pt x="82" y="46"/>
                      <a:pt x="0" y="229"/>
                      <a:pt x="0" y="229"/>
                    </a:cubicBezTo>
                    <a:cubicBezTo>
                      <a:pt x="0" y="229"/>
                      <a:pt x="105" y="88"/>
                      <a:pt x="401" y="69"/>
                    </a:cubicBezTo>
                    <a:cubicBezTo>
                      <a:pt x="419" y="68"/>
                      <a:pt x="437" y="68"/>
                      <a:pt x="455" y="68"/>
                    </a:cubicBezTo>
                    <a:cubicBezTo>
                      <a:pt x="730" y="68"/>
                      <a:pt x="943" y="197"/>
                      <a:pt x="943" y="197"/>
                    </a:cubicBezTo>
                    <a:cubicBezTo>
                      <a:pt x="894" y="69"/>
                      <a:pt x="663" y="1"/>
                      <a:pt x="451"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5" name="Google Shape;3915;p75"/>
              <p:cNvSpPr/>
              <p:nvPr/>
            </p:nvSpPr>
            <p:spPr>
              <a:xfrm>
                <a:off x="4820363" y="3458450"/>
                <a:ext cx="5600" cy="7225"/>
              </a:xfrm>
              <a:custGeom>
                <a:rect b="b" l="l" r="r" t="t"/>
                <a:pathLst>
                  <a:path extrusionOk="0" h="289" w="224">
                    <a:moveTo>
                      <a:pt x="110" y="0"/>
                    </a:moveTo>
                    <a:cubicBezTo>
                      <a:pt x="51" y="0"/>
                      <a:pt x="1" y="64"/>
                      <a:pt x="1" y="142"/>
                    </a:cubicBezTo>
                    <a:cubicBezTo>
                      <a:pt x="1" y="224"/>
                      <a:pt x="51" y="288"/>
                      <a:pt x="110" y="288"/>
                    </a:cubicBezTo>
                    <a:cubicBezTo>
                      <a:pt x="174" y="288"/>
                      <a:pt x="224" y="224"/>
                      <a:pt x="224" y="142"/>
                    </a:cubicBezTo>
                    <a:cubicBezTo>
                      <a:pt x="224" y="64"/>
                      <a:pt x="174" y="0"/>
                      <a:pt x="110"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6" name="Google Shape;3916;p75"/>
              <p:cNvSpPr/>
              <p:nvPr/>
            </p:nvSpPr>
            <p:spPr>
              <a:xfrm>
                <a:off x="4783913" y="3453175"/>
                <a:ext cx="6175" cy="7250"/>
              </a:xfrm>
              <a:custGeom>
                <a:rect b="b" l="l" r="r" t="t"/>
                <a:pathLst>
                  <a:path extrusionOk="0" h="290" w="247">
                    <a:moveTo>
                      <a:pt x="129" y="1"/>
                    </a:moveTo>
                    <a:cubicBezTo>
                      <a:pt x="70" y="1"/>
                      <a:pt x="22" y="57"/>
                      <a:pt x="9" y="129"/>
                    </a:cubicBezTo>
                    <a:cubicBezTo>
                      <a:pt x="1" y="207"/>
                      <a:pt x="41" y="280"/>
                      <a:pt x="100" y="289"/>
                    </a:cubicBezTo>
                    <a:cubicBezTo>
                      <a:pt x="105" y="290"/>
                      <a:pt x="109" y="290"/>
                      <a:pt x="113" y="290"/>
                    </a:cubicBezTo>
                    <a:cubicBezTo>
                      <a:pt x="172" y="290"/>
                      <a:pt x="224" y="234"/>
                      <a:pt x="233" y="161"/>
                    </a:cubicBezTo>
                    <a:cubicBezTo>
                      <a:pt x="247" y="79"/>
                      <a:pt x="205" y="11"/>
                      <a:pt x="142" y="1"/>
                    </a:cubicBezTo>
                    <a:cubicBezTo>
                      <a:pt x="138" y="1"/>
                      <a:pt x="133" y="1"/>
                      <a:pt x="129"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7" name="Google Shape;3917;p75"/>
              <p:cNvSpPr/>
              <p:nvPr/>
            </p:nvSpPr>
            <p:spPr>
              <a:xfrm>
                <a:off x="4790963" y="3454450"/>
                <a:ext cx="13825" cy="30900"/>
              </a:xfrm>
              <a:custGeom>
                <a:rect b="b" l="l" r="r" t="t"/>
                <a:pathLst>
                  <a:path extrusionOk="0" h="1236" w="553">
                    <a:moveTo>
                      <a:pt x="498" y="1"/>
                    </a:moveTo>
                    <a:lnTo>
                      <a:pt x="1" y="1236"/>
                    </a:lnTo>
                    <a:lnTo>
                      <a:pt x="534" y="1044"/>
                    </a:lnTo>
                    <a:lnTo>
                      <a:pt x="516" y="990"/>
                    </a:lnTo>
                    <a:lnTo>
                      <a:pt x="106" y="1136"/>
                    </a:lnTo>
                    <a:lnTo>
                      <a:pt x="552" y="24"/>
                    </a:lnTo>
                    <a:lnTo>
                      <a:pt x="498" y="1"/>
                    </a:ln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8" name="Google Shape;3918;p75"/>
              <p:cNvSpPr/>
              <p:nvPr/>
            </p:nvSpPr>
            <p:spPr>
              <a:xfrm>
                <a:off x="4856938" y="3477950"/>
                <a:ext cx="10275" cy="7750"/>
              </a:xfrm>
              <a:custGeom>
                <a:rect b="b" l="l" r="r" t="t"/>
                <a:pathLst>
                  <a:path extrusionOk="0" h="310" w="411">
                    <a:moveTo>
                      <a:pt x="410" y="0"/>
                    </a:moveTo>
                    <a:cubicBezTo>
                      <a:pt x="374" y="0"/>
                      <a:pt x="88" y="9"/>
                      <a:pt x="0" y="291"/>
                    </a:cubicBezTo>
                    <a:lnTo>
                      <a:pt x="55" y="310"/>
                    </a:lnTo>
                    <a:cubicBezTo>
                      <a:pt x="134" y="64"/>
                      <a:pt x="384" y="59"/>
                      <a:pt x="409" y="59"/>
                    </a:cubicBezTo>
                    <a:cubicBezTo>
                      <a:pt x="410" y="59"/>
                      <a:pt x="410" y="59"/>
                      <a:pt x="410" y="59"/>
                    </a:cubicBezTo>
                    <a:lnTo>
                      <a:pt x="410" y="0"/>
                    </a:ln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9" name="Google Shape;3919;p75"/>
              <p:cNvSpPr/>
              <p:nvPr/>
            </p:nvSpPr>
            <p:spPr>
              <a:xfrm>
                <a:off x="4787763" y="3412875"/>
                <a:ext cx="76600" cy="22375"/>
              </a:xfrm>
              <a:custGeom>
                <a:rect b="b" l="l" r="r" t="t"/>
                <a:pathLst>
                  <a:path extrusionOk="0" h="895" w="3064">
                    <a:moveTo>
                      <a:pt x="995" y="1"/>
                    </a:moveTo>
                    <a:cubicBezTo>
                      <a:pt x="396" y="1"/>
                      <a:pt x="33" y="182"/>
                      <a:pt x="1" y="324"/>
                    </a:cubicBezTo>
                    <a:cubicBezTo>
                      <a:pt x="1" y="324"/>
                      <a:pt x="461" y="894"/>
                      <a:pt x="1186" y="894"/>
                    </a:cubicBezTo>
                    <a:cubicBezTo>
                      <a:pt x="1225" y="894"/>
                      <a:pt x="1264" y="893"/>
                      <a:pt x="1305" y="889"/>
                    </a:cubicBezTo>
                    <a:cubicBezTo>
                      <a:pt x="2093" y="820"/>
                      <a:pt x="2795" y="807"/>
                      <a:pt x="2795" y="807"/>
                    </a:cubicBezTo>
                    <a:cubicBezTo>
                      <a:pt x="2795" y="807"/>
                      <a:pt x="3064" y="420"/>
                      <a:pt x="1925" y="128"/>
                    </a:cubicBezTo>
                    <a:cubicBezTo>
                      <a:pt x="1574" y="37"/>
                      <a:pt x="1261" y="1"/>
                      <a:pt x="995"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0" name="Google Shape;3920;p75"/>
              <p:cNvSpPr/>
              <p:nvPr/>
            </p:nvSpPr>
            <p:spPr>
              <a:xfrm>
                <a:off x="4856938" y="3433050"/>
                <a:ext cx="9600" cy="38775"/>
              </a:xfrm>
              <a:custGeom>
                <a:rect b="b" l="l" r="r" t="t"/>
                <a:pathLst>
                  <a:path extrusionOk="0" h="1551" w="384">
                    <a:moveTo>
                      <a:pt x="0" y="0"/>
                    </a:moveTo>
                    <a:cubicBezTo>
                      <a:pt x="23" y="51"/>
                      <a:pt x="42" y="105"/>
                      <a:pt x="51" y="160"/>
                    </a:cubicBezTo>
                    <a:cubicBezTo>
                      <a:pt x="225" y="1039"/>
                      <a:pt x="142" y="1550"/>
                      <a:pt x="142" y="1550"/>
                    </a:cubicBezTo>
                    <a:cubicBezTo>
                      <a:pt x="142" y="1550"/>
                      <a:pt x="383" y="615"/>
                      <a:pt x="28" y="0"/>
                    </a:cubicBezTo>
                    <a:close/>
                  </a:path>
                </a:pathLst>
              </a:custGeom>
              <a:solidFill>
                <a:srgbClr val="68688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1" name="Google Shape;3921;p75"/>
              <p:cNvSpPr/>
              <p:nvPr/>
            </p:nvSpPr>
            <p:spPr>
              <a:xfrm>
                <a:off x="4839738" y="3433050"/>
                <a:ext cx="22825" cy="44000"/>
              </a:xfrm>
              <a:custGeom>
                <a:rect b="b" l="l" r="r" t="t"/>
                <a:pathLst>
                  <a:path extrusionOk="0" h="1760" w="913">
                    <a:moveTo>
                      <a:pt x="688" y="0"/>
                    </a:moveTo>
                    <a:lnTo>
                      <a:pt x="0" y="28"/>
                    </a:lnTo>
                    <a:lnTo>
                      <a:pt x="174" y="1016"/>
                    </a:lnTo>
                    <a:cubicBezTo>
                      <a:pt x="174" y="1016"/>
                      <a:pt x="402" y="1039"/>
                      <a:pt x="497" y="1304"/>
                    </a:cubicBezTo>
                    <a:cubicBezTo>
                      <a:pt x="589" y="1563"/>
                      <a:pt x="616" y="1759"/>
                      <a:pt x="616" y="1759"/>
                    </a:cubicBezTo>
                    <a:lnTo>
                      <a:pt x="830" y="1550"/>
                    </a:lnTo>
                    <a:cubicBezTo>
                      <a:pt x="830" y="1550"/>
                      <a:pt x="913" y="1039"/>
                      <a:pt x="739" y="160"/>
                    </a:cubicBezTo>
                    <a:cubicBezTo>
                      <a:pt x="730" y="105"/>
                      <a:pt x="711" y="51"/>
                      <a:pt x="688" y="0"/>
                    </a:cubicBezTo>
                    <a:close/>
                  </a:path>
                </a:pathLst>
              </a:custGeom>
              <a:solidFill>
                <a:srgbClr val="682C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2" name="Google Shape;3922;p75"/>
              <p:cNvSpPr/>
              <p:nvPr/>
            </p:nvSpPr>
            <p:spPr>
              <a:xfrm>
                <a:off x="4752588" y="3472400"/>
                <a:ext cx="105425" cy="76925"/>
              </a:xfrm>
              <a:custGeom>
                <a:rect b="b" l="l" r="r" t="t"/>
                <a:pathLst>
                  <a:path extrusionOk="0" h="3077" w="4217">
                    <a:moveTo>
                      <a:pt x="4122" y="1"/>
                    </a:moveTo>
                    <a:cubicBezTo>
                      <a:pt x="4107" y="1"/>
                      <a:pt x="4089" y="4"/>
                      <a:pt x="4065" y="12"/>
                    </a:cubicBezTo>
                    <a:cubicBezTo>
                      <a:pt x="4065" y="12"/>
                      <a:pt x="3696" y="1179"/>
                      <a:pt x="3486" y="1371"/>
                    </a:cubicBezTo>
                    <a:cubicBezTo>
                      <a:pt x="3282" y="1557"/>
                      <a:pt x="2287" y="1672"/>
                      <a:pt x="2119" y="1890"/>
                    </a:cubicBezTo>
                    <a:cubicBezTo>
                      <a:pt x="1950" y="2114"/>
                      <a:pt x="1814" y="2291"/>
                      <a:pt x="1591" y="2341"/>
                    </a:cubicBezTo>
                    <a:cubicBezTo>
                      <a:pt x="1577" y="2344"/>
                      <a:pt x="1565" y="2346"/>
                      <a:pt x="1553" y="2346"/>
                    </a:cubicBezTo>
                    <a:cubicBezTo>
                      <a:pt x="1362" y="2346"/>
                      <a:pt x="1310" y="1954"/>
                      <a:pt x="1048" y="1817"/>
                    </a:cubicBezTo>
                    <a:cubicBezTo>
                      <a:pt x="992" y="1788"/>
                      <a:pt x="945" y="1776"/>
                      <a:pt x="905" y="1776"/>
                    </a:cubicBezTo>
                    <a:cubicBezTo>
                      <a:pt x="757" y="1776"/>
                      <a:pt x="698" y="1933"/>
                      <a:pt x="581" y="1933"/>
                    </a:cubicBezTo>
                    <a:cubicBezTo>
                      <a:pt x="573" y="1933"/>
                      <a:pt x="565" y="1933"/>
                      <a:pt x="556" y="1931"/>
                    </a:cubicBezTo>
                    <a:cubicBezTo>
                      <a:pt x="387" y="1899"/>
                      <a:pt x="478" y="1649"/>
                      <a:pt x="428" y="1607"/>
                    </a:cubicBezTo>
                    <a:cubicBezTo>
                      <a:pt x="427" y="1606"/>
                      <a:pt x="426" y="1606"/>
                      <a:pt x="425" y="1606"/>
                    </a:cubicBezTo>
                    <a:cubicBezTo>
                      <a:pt x="360" y="1606"/>
                      <a:pt x="1" y="2692"/>
                      <a:pt x="287" y="2947"/>
                    </a:cubicBezTo>
                    <a:cubicBezTo>
                      <a:pt x="389" y="3038"/>
                      <a:pt x="672" y="3077"/>
                      <a:pt x="1018" y="3077"/>
                    </a:cubicBezTo>
                    <a:cubicBezTo>
                      <a:pt x="1680" y="3077"/>
                      <a:pt x="2574" y="2936"/>
                      <a:pt x="2894" y="2751"/>
                    </a:cubicBezTo>
                    <a:cubicBezTo>
                      <a:pt x="3387" y="2469"/>
                      <a:pt x="3696" y="1689"/>
                      <a:pt x="3783" y="1470"/>
                    </a:cubicBezTo>
                    <a:cubicBezTo>
                      <a:pt x="3865" y="1252"/>
                      <a:pt x="4152" y="140"/>
                      <a:pt x="4152" y="140"/>
                    </a:cubicBezTo>
                    <a:cubicBezTo>
                      <a:pt x="4152" y="140"/>
                      <a:pt x="4217" y="1"/>
                      <a:pt x="4122"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3" name="Google Shape;3923;p75"/>
              <p:cNvSpPr/>
              <p:nvPr/>
            </p:nvSpPr>
            <p:spPr>
              <a:xfrm>
                <a:off x="4764788" y="3486100"/>
                <a:ext cx="57300" cy="28350"/>
              </a:xfrm>
              <a:custGeom>
                <a:rect b="b" l="l" r="r" t="t"/>
                <a:pathLst>
                  <a:path extrusionOk="0" h="1134" w="2292">
                    <a:moveTo>
                      <a:pt x="1138" y="0"/>
                    </a:moveTo>
                    <a:cubicBezTo>
                      <a:pt x="685" y="0"/>
                      <a:pt x="287" y="312"/>
                      <a:pt x="287" y="312"/>
                    </a:cubicBezTo>
                    <a:cubicBezTo>
                      <a:pt x="118" y="512"/>
                      <a:pt x="0" y="872"/>
                      <a:pt x="109" y="922"/>
                    </a:cubicBezTo>
                    <a:cubicBezTo>
                      <a:pt x="116" y="926"/>
                      <a:pt x="124" y="927"/>
                      <a:pt x="134" y="927"/>
                    </a:cubicBezTo>
                    <a:cubicBezTo>
                      <a:pt x="279" y="927"/>
                      <a:pt x="725" y="566"/>
                      <a:pt x="918" y="566"/>
                    </a:cubicBezTo>
                    <a:cubicBezTo>
                      <a:pt x="924" y="566"/>
                      <a:pt x="929" y="566"/>
                      <a:pt x="934" y="567"/>
                    </a:cubicBezTo>
                    <a:cubicBezTo>
                      <a:pt x="1126" y="589"/>
                      <a:pt x="1839" y="1133"/>
                      <a:pt x="2065" y="1133"/>
                    </a:cubicBezTo>
                    <a:cubicBezTo>
                      <a:pt x="2070" y="1133"/>
                      <a:pt x="2074" y="1133"/>
                      <a:pt x="2078" y="1132"/>
                    </a:cubicBezTo>
                    <a:cubicBezTo>
                      <a:pt x="2292" y="1110"/>
                      <a:pt x="2146" y="426"/>
                      <a:pt x="1553" y="102"/>
                    </a:cubicBezTo>
                    <a:cubicBezTo>
                      <a:pt x="1416" y="28"/>
                      <a:pt x="1275" y="0"/>
                      <a:pt x="1138"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4" name="Google Shape;3924;p75"/>
              <p:cNvSpPr/>
              <p:nvPr/>
            </p:nvSpPr>
            <p:spPr>
              <a:xfrm>
                <a:off x="4699838" y="4066100"/>
                <a:ext cx="72225" cy="407700"/>
              </a:xfrm>
              <a:custGeom>
                <a:rect b="b" l="l" r="r" t="t"/>
                <a:pathLst>
                  <a:path extrusionOk="0" h="16308" w="2889">
                    <a:moveTo>
                      <a:pt x="72" y="1"/>
                    </a:moveTo>
                    <a:cubicBezTo>
                      <a:pt x="32" y="1"/>
                      <a:pt x="0" y="33"/>
                      <a:pt x="0" y="74"/>
                    </a:cubicBezTo>
                    <a:lnTo>
                      <a:pt x="0" y="16230"/>
                    </a:lnTo>
                    <a:cubicBezTo>
                      <a:pt x="0" y="16272"/>
                      <a:pt x="32" y="16308"/>
                      <a:pt x="72" y="16308"/>
                    </a:cubicBezTo>
                    <a:lnTo>
                      <a:pt x="2817" y="16308"/>
                    </a:lnTo>
                    <a:cubicBezTo>
                      <a:pt x="2857" y="16308"/>
                      <a:pt x="2889" y="16272"/>
                      <a:pt x="2889" y="16230"/>
                    </a:cubicBezTo>
                    <a:lnTo>
                      <a:pt x="2889" y="74"/>
                    </a:lnTo>
                    <a:cubicBezTo>
                      <a:pt x="2889" y="33"/>
                      <a:pt x="2857" y="1"/>
                      <a:pt x="2817" y="1"/>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5" name="Google Shape;3925;p75"/>
              <p:cNvSpPr/>
              <p:nvPr/>
            </p:nvSpPr>
            <p:spPr>
              <a:xfrm>
                <a:off x="4712563" y="4481425"/>
                <a:ext cx="33900" cy="367375"/>
              </a:xfrm>
              <a:custGeom>
                <a:rect b="b" l="l" r="r" t="t"/>
                <a:pathLst>
                  <a:path extrusionOk="0" h="14695" w="1356">
                    <a:moveTo>
                      <a:pt x="1" y="0"/>
                    </a:moveTo>
                    <a:lnTo>
                      <a:pt x="1" y="14695"/>
                    </a:lnTo>
                    <a:lnTo>
                      <a:pt x="1355" y="14695"/>
                    </a:lnTo>
                    <a:lnTo>
                      <a:pt x="1355" y="0"/>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6" name="Google Shape;3926;p75"/>
              <p:cNvSpPr/>
              <p:nvPr/>
            </p:nvSpPr>
            <p:spPr>
              <a:xfrm>
                <a:off x="4699838" y="4724925"/>
                <a:ext cx="72225" cy="48325"/>
              </a:xfrm>
              <a:custGeom>
                <a:rect b="b" l="l" r="r" t="t"/>
                <a:pathLst>
                  <a:path extrusionOk="0" h="1933" w="2889">
                    <a:moveTo>
                      <a:pt x="0" y="1"/>
                    </a:moveTo>
                    <a:lnTo>
                      <a:pt x="0" y="1932"/>
                    </a:lnTo>
                    <a:lnTo>
                      <a:pt x="2889" y="1932"/>
                    </a:lnTo>
                    <a:lnTo>
                      <a:pt x="2889"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7" name="Google Shape;3927;p75"/>
              <p:cNvSpPr/>
              <p:nvPr/>
            </p:nvSpPr>
            <p:spPr>
              <a:xfrm>
                <a:off x="4699838" y="4412025"/>
                <a:ext cx="72225" cy="312925"/>
              </a:xfrm>
              <a:custGeom>
                <a:rect b="b" l="l" r="r" t="t"/>
                <a:pathLst>
                  <a:path extrusionOk="0" h="12517" w="2889">
                    <a:moveTo>
                      <a:pt x="1180" y="1"/>
                    </a:moveTo>
                    <a:cubicBezTo>
                      <a:pt x="528" y="1"/>
                      <a:pt x="0" y="534"/>
                      <a:pt x="0" y="1181"/>
                    </a:cubicBezTo>
                    <a:lnTo>
                      <a:pt x="0" y="12517"/>
                    </a:lnTo>
                    <a:lnTo>
                      <a:pt x="2889" y="12517"/>
                    </a:lnTo>
                    <a:lnTo>
                      <a:pt x="2889" y="1181"/>
                    </a:lnTo>
                    <a:cubicBezTo>
                      <a:pt x="2889" y="534"/>
                      <a:pt x="2361" y="1"/>
                      <a:pt x="1709" y="1"/>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8" name="Google Shape;3928;p75"/>
              <p:cNvSpPr/>
              <p:nvPr/>
            </p:nvSpPr>
            <p:spPr>
              <a:xfrm>
                <a:off x="4551488" y="4923875"/>
                <a:ext cx="194975" cy="24850"/>
              </a:xfrm>
              <a:custGeom>
                <a:rect b="b" l="l" r="r" t="t"/>
                <a:pathLst>
                  <a:path extrusionOk="0" h="994" w="7799">
                    <a:moveTo>
                      <a:pt x="186" y="0"/>
                    </a:moveTo>
                    <a:cubicBezTo>
                      <a:pt x="32" y="893"/>
                      <a:pt x="0" y="994"/>
                      <a:pt x="0" y="994"/>
                    </a:cubicBezTo>
                    <a:lnTo>
                      <a:pt x="7798" y="994"/>
                    </a:lnTo>
                    <a:lnTo>
                      <a:pt x="7798" y="0"/>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9" name="Google Shape;3929;p75"/>
              <p:cNvSpPr/>
              <p:nvPr/>
            </p:nvSpPr>
            <p:spPr>
              <a:xfrm>
                <a:off x="4556113" y="4833625"/>
                <a:ext cx="190350" cy="90275"/>
              </a:xfrm>
              <a:custGeom>
                <a:rect b="b" l="l" r="r" t="t"/>
                <a:pathLst>
                  <a:path extrusionOk="0" h="3611" w="7614">
                    <a:moveTo>
                      <a:pt x="5694" y="1"/>
                    </a:moveTo>
                    <a:cubicBezTo>
                      <a:pt x="5694" y="1"/>
                      <a:pt x="5918" y="2092"/>
                      <a:pt x="4336" y="2243"/>
                    </a:cubicBezTo>
                    <a:cubicBezTo>
                      <a:pt x="2759" y="2393"/>
                      <a:pt x="175" y="2607"/>
                      <a:pt x="11" y="3550"/>
                    </a:cubicBezTo>
                    <a:cubicBezTo>
                      <a:pt x="6" y="3573"/>
                      <a:pt x="1" y="3592"/>
                      <a:pt x="1" y="3610"/>
                    </a:cubicBezTo>
                    <a:lnTo>
                      <a:pt x="7613" y="3610"/>
                    </a:lnTo>
                    <a:lnTo>
                      <a:pt x="7613"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0" name="Google Shape;3930;p75"/>
              <p:cNvSpPr/>
              <p:nvPr/>
            </p:nvSpPr>
            <p:spPr>
              <a:xfrm>
                <a:off x="4570838" y="4903525"/>
                <a:ext cx="87075" cy="20600"/>
              </a:xfrm>
              <a:custGeom>
                <a:rect b="b" l="l" r="r" t="t"/>
                <a:pathLst>
                  <a:path extrusionOk="0" h="824" w="3483">
                    <a:moveTo>
                      <a:pt x="1250" y="1"/>
                    </a:moveTo>
                    <a:cubicBezTo>
                      <a:pt x="590" y="1"/>
                      <a:pt x="6" y="21"/>
                      <a:pt x="0" y="21"/>
                    </a:cubicBezTo>
                    <a:lnTo>
                      <a:pt x="0" y="71"/>
                    </a:lnTo>
                    <a:cubicBezTo>
                      <a:pt x="9" y="71"/>
                      <a:pt x="592" y="51"/>
                      <a:pt x="1251" y="51"/>
                    </a:cubicBezTo>
                    <a:cubicBezTo>
                      <a:pt x="1580" y="51"/>
                      <a:pt x="1929" y="56"/>
                      <a:pt x="2234" y="71"/>
                    </a:cubicBezTo>
                    <a:cubicBezTo>
                      <a:pt x="3131" y="117"/>
                      <a:pt x="3432" y="814"/>
                      <a:pt x="3437" y="823"/>
                    </a:cubicBezTo>
                    <a:lnTo>
                      <a:pt x="3482" y="805"/>
                    </a:lnTo>
                    <a:cubicBezTo>
                      <a:pt x="3478" y="796"/>
                      <a:pt x="3168" y="71"/>
                      <a:pt x="2234" y="21"/>
                    </a:cubicBezTo>
                    <a:cubicBezTo>
                      <a:pt x="1929" y="6"/>
                      <a:pt x="1579" y="1"/>
                      <a:pt x="125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1" name="Google Shape;3931;p75"/>
              <p:cNvSpPr/>
              <p:nvPr/>
            </p:nvSpPr>
            <p:spPr>
              <a:xfrm>
                <a:off x="4657088" y="4833625"/>
                <a:ext cx="66125" cy="63150"/>
              </a:xfrm>
              <a:custGeom>
                <a:rect b="b" l="l" r="r" t="t"/>
                <a:pathLst>
                  <a:path extrusionOk="0" h="2526" w="2645">
                    <a:moveTo>
                      <a:pt x="2580" y="1"/>
                    </a:moveTo>
                    <a:cubicBezTo>
                      <a:pt x="2580" y="18"/>
                      <a:pt x="2594" y="2111"/>
                      <a:pt x="1833" y="2380"/>
                    </a:cubicBezTo>
                    <a:cubicBezTo>
                      <a:pt x="1638" y="2449"/>
                      <a:pt x="1427" y="2475"/>
                      <a:pt x="1218" y="2475"/>
                    </a:cubicBezTo>
                    <a:cubicBezTo>
                      <a:pt x="606" y="2475"/>
                      <a:pt x="26" y="2251"/>
                      <a:pt x="19" y="2247"/>
                    </a:cubicBezTo>
                    <a:lnTo>
                      <a:pt x="0" y="2292"/>
                    </a:lnTo>
                    <a:cubicBezTo>
                      <a:pt x="5" y="2298"/>
                      <a:pt x="593" y="2525"/>
                      <a:pt x="1218" y="2525"/>
                    </a:cubicBezTo>
                    <a:cubicBezTo>
                      <a:pt x="1431" y="2525"/>
                      <a:pt x="1650" y="2498"/>
                      <a:pt x="1851" y="2429"/>
                    </a:cubicBezTo>
                    <a:cubicBezTo>
                      <a:pt x="2644" y="2147"/>
                      <a:pt x="2630" y="87"/>
                      <a:pt x="263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2" name="Google Shape;3932;p75"/>
              <p:cNvSpPr/>
              <p:nvPr/>
            </p:nvSpPr>
            <p:spPr>
              <a:xfrm>
                <a:off x="4696738" y="4839900"/>
                <a:ext cx="25775" cy="17675"/>
              </a:xfrm>
              <a:custGeom>
                <a:rect b="b" l="l" r="r" t="t"/>
                <a:pathLst>
                  <a:path extrusionOk="0" h="707" w="1031">
                    <a:moveTo>
                      <a:pt x="1004" y="0"/>
                    </a:moveTo>
                    <a:lnTo>
                      <a:pt x="1" y="665"/>
                    </a:lnTo>
                    <a:lnTo>
                      <a:pt x="28" y="707"/>
                    </a:lnTo>
                    <a:lnTo>
                      <a:pt x="1031" y="41"/>
                    </a:lnTo>
                    <a:lnTo>
                      <a:pt x="100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3" name="Google Shape;3933;p75"/>
              <p:cNvSpPr/>
              <p:nvPr/>
            </p:nvSpPr>
            <p:spPr>
              <a:xfrm>
                <a:off x="4698313" y="4844575"/>
                <a:ext cx="22600" cy="13000"/>
              </a:xfrm>
              <a:custGeom>
                <a:rect b="b" l="l" r="r" t="t"/>
                <a:pathLst>
                  <a:path extrusionOk="0" h="520" w="904">
                    <a:moveTo>
                      <a:pt x="24" y="0"/>
                    </a:moveTo>
                    <a:lnTo>
                      <a:pt x="1" y="41"/>
                    </a:lnTo>
                    <a:lnTo>
                      <a:pt x="882" y="520"/>
                    </a:lnTo>
                    <a:lnTo>
                      <a:pt x="903" y="478"/>
                    </a:lnTo>
                    <a:lnTo>
                      <a:pt x="2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4" name="Google Shape;3934;p75"/>
              <p:cNvSpPr/>
              <p:nvPr/>
            </p:nvSpPr>
            <p:spPr>
              <a:xfrm>
                <a:off x="4689563" y="4864250"/>
                <a:ext cx="29975" cy="11650"/>
              </a:xfrm>
              <a:custGeom>
                <a:rect b="b" l="l" r="r" t="t"/>
                <a:pathLst>
                  <a:path extrusionOk="0" h="466" w="1199">
                    <a:moveTo>
                      <a:pt x="1181" y="1"/>
                    </a:moveTo>
                    <a:lnTo>
                      <a:pt x="1" y="416"/>
                    </a:lnTo>
                    <a:lnTo>
                      <a:pt x="14" y="466"/>
                    </a:lnTo>
                    <a:lnTo>
                      <a:pt x="1199" y="47"/>
                    </a:lnTo>
                    <a:lnTo>
                      <a:pt x="118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5" name="Google Shape;3935;p75"/>
              <p:cNvSpPr/>
              <p:nvPr/>
            </p:nvSpPr>
            <p:spPr>
              <a:xfrm>
                <a:off x="4694588" y="4864250"/>
                <a:ext cx="21200" cy="14975"/>
              </a:xfrm>
              <a:custGeom>
                <a:rect b="b" l="l" r="r" t="t"/>
                <a:pathLst>
                  <a:path extrusionOk="0" h="599" w="848">
                    <a:moveTo>
                      <a:pt x="27" y="1"/>
                    </a:moveTo>
                    <a:lnTo>
                      <a:pt x="0" y="47"/>
                    </a:lnTo>
                    <a:lnTo>
                      <a:pt x="820" y="598"/>
                    </a:lnTo>
                    <a:lnTo>
                      <a:pt x="848" y="558"/>
                    </a:lnTo>
                    <a:lnTo>
                      <a:pt x="2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6" name="Google Shape;3936;p75"/>
              <p:cNvSpPr/>
              <p:nvPr/>
            </p:nvSpPr>
            <p:spPr>
              <a:xfrm>
                <a:off x="4801013" y="4066100"/>
                <a:ext cx="72250" cy="407700"/>
              </a:xfrm>
              <a:custGeom>
                <a:rect b="b" l="l" r="r" t="t"/>
                <a:pathLst>
                  <a:path extrusionOk="0" h="16308" w="2890">
                    <a:moveTo>
                      <a:pt x="73" y="1"/>
                    </a:moveTo>
                    <a:cubicBezTo>
                      <a:pt x="32" y="1"/>
                      <a:pt x="0" y="33"/>
                      <a:pt x="0" y="74"/>
                    </a:cubicBezTo>
                    <a:lnTo>
                      <a:pt x="0" y="16230"/>
                    </a:lnTo>
                    <a:cubicBezTo>
                      <a:pt x="0" y="16272"/>
                      <a:pt x="32" y="16308"/>
                      <a:pt x="73" y="16308"/>
                    </a:cubicBezTo>
                    <a:lnTo>
                      <a:pt x="2817" y="16308"/>
                    </a:lnTo>
                    <a:cubicBezTo>
                      <a:pt x="2857" y="16308"/>
                      <a:pt x="2889" y="16272"/>
                      <a:pt x="2889" y="16230"/>
                    </a:cubicBezTo>
                    <a:lnTo>
                      <a:pt x="2889" y="74"/>
                    </a:lnTo>
                    <a:cubicBezTo>
                      <a:pt x="2889" y="33"/>
                      <a:pt x="2857" y="1"/>
                      <a:pt x="2817" y="1"/>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7" name="Google Shape;3937;p75"/>
              <p:cNvSpPr/>
              <p:nvPr/>
            </p:nvSpPr>
            <p:spPr>
              <a:xfrm>
                <a:off x="4816838" y="4481425"/>
                <a:ext cx="33750" cy="367375"/>
              </a:xfrm>
              <a:custGeom>
                <a:rect b="b" l="l" r="r" t="t"/>
                <a:pathLst>
                  <a:path extrusionOk="0" h="14695" w="1350">
                    <a:moveTo>
                      <a:pt x="1" y="0"/>
                    </a:moveTo>
                    <a:lnTo>
                      <a:pt x="1" y="14695"/>
                    </a:lnTo>
                    <a:lnTo>
                      <a:pt x="1349" y="14695"/>
                    </a:lnTo>
                    <a:lnTo>
                      <a:pt x="1349" y="0"/>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8" name="Google Shape;3938;p75"/>
              <p:cNvSpPr/>
              <p:nvPr/>
            </p:nvSpPr>
            <p:spPr>
              <a:xfrm>
                <a:off x="4801013" y="4412025"/>
                <a:ext cx="72250" cy="312925"/>
              </a:xfrm>
              <a:custGeom>
                <a:rect b="b" l="l" r="r" t="t"/>
                <a:pathLst>
                  <a:path extrusionOk="0" h="12517" w="2890">
                    <a:moveTo>
                      <a:pt x="1181" y="1"/>
                    </a:moveTo>
                    <a:cubicBezTo>
                      <a:pt x="529" y="1"/>
                      <a:pt x="0" y="534"/>
                      <a:pt x="0" y="1181"/>
                    </a:cubicBezTo>
                    <a:lnTo>
                      <a:pt x="0" y="12517"/>
                    </a:lnTo>
                    <a:lnTo>
                      <a:pt x="2889" y="12517"/>
                    </a:lnTo>
                    <a:lnTo>
                      <a:pt x="2889" y="1181"/>
                    </a:lnTo>
                    <a:cubicBezTo>
                      <a:pt x="2889" y="534"/>
                      <a:pt x="2356" y="1"/>
                      <a:pt x="1709" y="1"/>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9" name="Google Shape;3939;p75"/>
              <p:cNvSpPr/>
              <p:nvPr/>
            </p:nvSpPr>
            <p:spPr>
              <a:xfrm>
                <a:off x="4801013" y="4724925"/>
                <a:ext cx="72250" cy="48325"/>
              </a:xfrm>
              <a:custGeom>
                <a:rect b="b" l="l" r="r" t="t"/>
                <a:pathLst>
                  <a:path extrusionOk="0" h="1933" w="2890">
                    <a:moveTo>
                      <a:pt x="0" y="1"/>
                    </a:moveTo>
                    <a:lnTo>
                      <a:pt x="0" y="1932"/>
                    </a:lnTo>
                    <a:lnTo>
                      <a:pt x="2889" y="1932"/>
                    </a:lnTo>
                    <a:lnTo>
                      <a:pt x="2889"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0" name="Google Shape;3940;p75"/>
              <p:cNvSpPr/>
              <p:nvPr/>
            </p:nvSpPr>
            <p:spPr>
              <a:xfrm>
                <a:off x="4661538" y="4923875"/>
                <a:ext cx="194975" cy="24850"/>
              </a:xfrm>
              <a:custGeom>
                <a:rect b="b" l="l" r="r" t="t"/>
                <a:pathLst>
                  <a:path extrusionOk="0" h="994" w="7799">
                    <a:moveTo>
                      <a:pt x="182" y="0"/>
                    </a:moveTo>
                    <a:cubicBezTo>
                      <a:pt x="28" y="893"/>
                      <a:pt x="1" y="994"/>
                      <a:pt x="1" y="994"/>
                    </a:cubicBezTo>
                    <a:lnTo>
                      <a:pt x="7799" y="994"/>
                    </a:lnTo>
                    <a:lnTo>
                      <a:pt x="7799" y="0"/>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1" name="Google Shape;3941;p75"/>
              <p:cNvSpPr/>
              <p:nvPr/>
            </p:nvSpPr>
            <p:spPr>
              <a:xfrm>
                <a:off x="4666088" y="4833625"/>
                <a:ext cx="190425" cy="90275"/>
              </a:xfrm>
              <a:custGeom>
                <a:rect b="b" l="l" r="r" t="t"/>
                <a:pathLst>
                  <a:path extrusionOk="0" h="3611" w="7617">
                    <a:moveTo>
                      <a:pt x="5698" y="1"/>
                    </a:moveTo>
                    <a:cubicBezTo>
                      <a:pt x="5698" y="1"/>
                      <a:pt x="5921" y="2092"/>
                      <a:pt x="4340" y="2243"/>
                    </a:cubicBezTo>
                    <a:cubicBezTo>
                      <a:pt x="2762" y="2393"/>
                      <a:pt x="174" y="2607"/>
                      <a:pt x="10" y="3550"/>
                    </a:cubicBezTo>
                    <a:cubicBezTo>
                      <a:pt x="10" y="3573"/>
                      <a:pt x="5" y="3592"/>
                      <a:pt x="0" y="3610"/>
                    </a:cubicBezTo>
                    <a:lnTo>
                      <a:pt x="7617" y="3610"/>
                    </a:lnTo>
                    <a:lnTo>
                      <a:pt x="7617"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2" name="Google Shape;3942;p75"/>
              <p:cNvSpPr/>
              <p:nvPr/>
            </p:nvSpPr>
            <p:spPr>
              <a:xfrm>
                <a:off x="4680788" y="4903525"/>
                <a:ext cx="87075" cy="20600"/>
              </a:xfrm>
              <a:custGeom>
                <a:rect b="b" l="l" r="r" t="t"/>
                <a:pathLst>
                  <a:path extrusionOk="0" h="824" w="3483">
                    <a:moveTo>
                      <a:pt x="1252" y="1"/>
                    </a:moveTo>
                    <a:cubicBezTo>
                      <a:pt x="592" y="1"/>
                      <a:pt x="10" y="21"/>
                      <a:pt x="1" y="21"/>
                    </a:cubicBezTo>
                    <a:lnTo>
                      <a:pt x="5" y="71"/>
                    </a:lnTo>
                    <a:cubicBezTo>
                      <a:pt x="11" y="71"/>
                      <a:pt x="592" y="51"/>
                      <a:pt x="1251" y="51"/>
                    </a:cubicBezTo>
                    <a:cubicBezTo>
                      <a:pt x="1580" y="51"/>
                      <a:pt x="1928" y="56"/>
                      <a:pt x="2233" y="71"/>
                    </a:cubicBezTo>
                    <a:cubicBezTo>
                      <a:pt x="3136" y="117"/>
                      <a:pt x="3437" y="814"/>
                      <a:pt x="3437" y="823"/>
                    </a:cubicBezTo>
                    <a:lnTo>
                      <a:pt x="3483" y="805"/>
                    </a:lnTo>
                    <a:cubicBezTo>
                      <a:pt x="3483" y="796"/>
                      <a:pt x="3169" y="71"/>
                      <a:pt x="2239" y="21"/>
                    </a:cubicBezTo>
                    <a:cubicBezTo>
                      <a:pt x="1932" y="6"/>
                      <a:pt x="1582" y="1"/>
                      <a:pt x="125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3" name="Google Shape;3943;p75"/>
              <p:cNvSpPr/>
              <p:nvPr/>
            </p:nvSpPr>
            <p:spPr>
              <a:xfrm>
                <a:off x="4767038" y="4833625"/>
                <a:ext cx="66125" cy="63150"/>
              </a:xfrm>
              <a:custGeom>
                <a:rect b="b" l="l" r="r" t="t"/>
                <a:pathLst>
                  <a:path extrusionOk="0" h="2526" w="2645">
                    <a:moveTo>
                      <a:pt x="2580" y="1"/>
                    </a:moveTo>
                    <a:cubicBezTo>
                      <a:pt x="2580" y="18"/>
                      <a:pt x="2594" y="2111"/>
                      <a:pt x="1833" y="2380"/>
                    </a:cubicBezTo>
                    <a:cubicBezTo>
                      <a:pt x="1639" y="2449"/>
                      <a:pt x="1427" y="2475"/>
                      <a:pt x="1219" y="2475"/>
                    </a:cubicBezTo>
                    <a:cubicBezTo>
                      <a:pt x="608" y="2475"/>
                      <a:pt x="29" y="2251"/>
                      <a:pt x="19" y="2247"/>
                    </a:cubicBezTo>
                    <a:lnTo>
                      <a:pt x="1" y="2292"/>
                    </a:lnTo>
                    <a:cubicBezTo>
                      <a:pt x="10" y="2298"/>
                      <a:pt x="598" y="2525"/>
                      <a:pt x="1223" y="2525"/>
                    </a:cubicBezTo>
                    <a:cubicBezTo>
                      <a:pt x="1436" y="2525"/>
                      <a:pt x="1650" y="2498"/>
                      <a:pt x="1852" y="2429"/>
                    </a:cubicBezTo>
                    <a:cubicBezTo>
                      <a:pt x="2645" y="2147"/>
                      <a:pt x="2630" y="87"/>
                      <a:pt x="263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4" name="Google Shape;3944;p75"/>
              <p:cNvSpPr/>
              <p:nvPr/>
            </p:nvSpPr>
            <p:spPr>
              <a:xfrm>
                <a:off x="4806688" y="4839900"/>
                <a:ext cx="25900" cy="17675"/>
              </a:xfrm>
              <a:custGeom>
                <a:rect b="b" l="l" r="r" t="t"/>
                <a:pathLst>
                  <a:path extrusionOk="0" h="707" w="1036">
                    <a:moveTo>
                      <a:pt x="1008" y="0"/>
                    </a:moveTo>
                    <a:lnTo>
                      <a:pt x="1" y="665"/>
                    </a:lnTo>
                    <a:lnTo>
                      <a:pt x="28" y="707"/>
                    </a:lnTo>
                    <a:lnTo>
                      <a:pt x="1036" y="41"/>
                    </a:lnTo>
                    <a:lnTo>
                      <a:pt x="100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5" name="Google Shape;3945;p75"/>
              <p:cNvSpPr/>
              <p:nvPr/>
            </p:nvSpPr>
            <p:spPr>
              <a:xfrm>
                <a:off x="4808288" y="4844575"/>
                <a:ext cx="22575" cy="13000"/>
              </a:xfrm>
              <a:custGeom>
                <a:rect b="b" l="l" r="r" t="t"/>
                <a:pathLst>
                  <a:path extrusionOk="0" h="520" w="903">
                    <a:moveTo>
                      <a:pt x="23" y="0"/>
                    </a:moveTo>
                    <a:lnTo>
                      <a:pt x="0" y="41"/>
                    </a:lnTo>
                    <a:lnTo>
                      <a:pt x="880" y="520"/>
                    </a:lnTo>
                    <a:lnTo>
                      <a:pt x="903" y="478"/>
                    </a:lnTo>
                    <a:lnTo>
                      <a:pt x="2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6" name="Google Shape;3946;p75"/>
              <p:cNvSpPr/>
              <p:nvPr/>
            </p:nvSpPr>
            <p:spPr>
              <a:xfrm>
                <a:off x="4799513" y="4864250"/>
                <a:ext cx="30000" cy="11650"/>
              </a:xfrm>
              <a:custGeom>
                <a:rect b="b" l="l" r="r" t="t"/>
                <a:pathLst>
                  <a:path extrusionOk="0" h="466" w="1200">
                    <a:moveTo>
                      <a:pt x="1186" y="1"/>
                    </a:moveTo>
                    <a:lnTo>
                      <a:pt x="0" y="416"/>
                    </a:lnTo>
                    <a:lnTo>
                      <a:pt x="19" y="466"/>
                    </a:lnTo>
                    <a:lnTo>
                      <a:pt x="1199" y="47"/>
                    </a:lnTo>
                    <a:lnTo>
                      <a:pt x="118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7" name="Google Shape;3947;p75"/>
              <p:cNvSpPr/>
              <p:nvPr/>
            </p:nvSpPr>
            <p:spPr>
              <a:xfrm>
                <a:off x="4804538" y="4864250"/>
                <a:ext cx="21325" cy="14975"/>
              </a:xfrm>
              <a:custGeom>
                <a:rect b="b" l="l" r="r" t="t"/>
                <a:pathLst>
                  <a:path extrusionOk="0" h="599" w="853">
                    <a:moveTo>
                      <a:pt x="28" y="1"/>
                    </a:moveTo>
                    <a:lnTo>
                      <a:pt x="0" y="47"/>
                    </a:lnTo>
                    <a:lnTo>
                      <a:pt x="825" y="598"/>
                    </a:lnTo>
                    <a:lnTo>
                      <a:pt x="853" y="558"/>
                    </a:lnTo>
                    <a:lnTo>
                      <a:pt x="2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8" name="Google Shape;3948;p75"/>
              <p:cNvSpPr/>
              <p:nvPr/>
            </p:nvSpPr>
            <p:spPr>
              <a:xfrm>
                <a:off x="4577788" y="3646925"/>
                <a:ext cx="463425" cy="420575"/>
              </a:xfrm>
              <a:custGeom>
                <a:rect b="b" l="l" r="r" t="t"/>
                <a:pathLst>
                  <a:path extrusionOk="0" h="16823" w="18537">
                    <a:moveTo>
                      <a:pt x="6368" y="0"/>
                    </a:moveTo>
                    <a:cubicBezTo>
                      <a:pt x="6368" y="0"/>
                      <a:pt x="1349" y="615"/>
                      <a:pt x="675" y="1404"/>
                    </a:cubicBezTo>
                    <a:cubicBezTo>
                      <a:pt x="0" y="2192"/>
                      <a:pt x="2175" y="15838"/>
                      <a:pt x="3149" y="16663"/>
                    </a:cubicBezTo>
                    <a:cubicBezTo>
                      <a:pt x="3214" y="16722"/>
                      <a:pt x="3318" y="16772"/>
                      <a:pt x="3455" y="16822"/>
                    </a:cubicBezTo>
                    <a:lnTo>
                      <a:pt x="14174" y="16822"/>
                    </a:lnTo>
                    <a:cubicBezTo>
                      <a:pt x="15082" y="15022"/>
                      <a:pt x="18463" y="4197"/>
                      <a:pt x="18500" y="2680"/>
                    </a:cubicBezTo>
                    <a:cubicBezTo>
                      <a:pt x="18537" y="1067"/>
                      <a:pt x="16723" y="724"/>
                      <a:pt x="14403" y="351"/>
                    </a:cubicBezTo>
                    <a:lnTo>
                      <a:pt x="6368" y="0"/>
                    </a:ln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9" name="Google Shape;3949;p75"/>
              <p:cNvSpPr/>
              <p:nvPr/>
            </p:nvSpPr>
            <p:spPr>
              <a:xfrm>
                <a:off x="4736963" y="3630400"/>
                <a:ext cx="174925" cy="75100"/>
              </a:xfrm>
              <a:custGeom>
                <a:rect b="b" l="l" r="r" t="t"/>
                <a:pathLst>
                  <a:path extrusionOk="0" h="3004" w="6997">
                    <a:moveTo>
                      <a:pt x="3629" y="1"/>
                    </a:moveTo>
                    <a:lnTo>
                      <a:pt x="1" y="661"/>
                    </a:lnTo>
                    <a:lnTo>
                      <a:pt x="2197" y="3003"/>
                    </a:lnTo>
                    <a:lnTo>
                      <a:pt x="6997" y="966"/>
                    </a:lnTo>
                    <a:lnTo>
                      <a:pt x="3629" y="1"/>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0" name="Google Shape;3950;p75"/>
              <p:cNvSpPr/>
              <p:nvPr/>
            </p:nvSpPr>
            <p:spPr>
              <a:xfrm>
                <a:off x="4717938" y="3646925"/>
                <a:ext cx="219925" cy="78750"/>
              </a:xfrm>
              <a:custGeom>
                <a:rect b="b" l="l" r="r" t="t"/>
                <a:pathLst>
                  <a:path extrusionOk="0" h="3150" w="8797">
                    <a:moveTo>
                      <a:pt x="762" y="0"/>
                    </a:moveTo>
                    <a:lnTo>
                      <a:pt x="0" y="105"/>
                    </a:lnTo>
                    <a:lnTo>
                      <a:pt x="2798" y="3149"/>
                    </a:lnTo>
                    <a:lnTo>
                      <a:pt x="8560" y="342"/>
                    </a:lnTo>
                    <a:lnTo>
                      <a:pt x="8797" y="351"/>
                    </a:lnTo>
                    <a:lnTo>
                      <a:pt x="8797" y="351"/>
                    </a:lnTo>
                    <a:lnTo>
                      <a:pt x="7758" y="305"/>
                    </a:lnTo>
                    <a:lnTo>
                      <a:pt x="2958" y="2342"/>
                    </a:lnTo>
                    <a:lnTo>
                      <a:pt x="762" y="0"/>
                    </a:lnTo>
                    <a:close/>
                  </a:path>
                </a:pathLst>
              </a:custGeom>
              <a:solidFill>
                <a:srgbClr val="B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1" name="Google Shape;3951;p75"/>
              <p:cNvSpPr/>
              <p:nvPr/>
            </p:nvSpPr>
            <p:spPr>
              <a:xfrm>
                <a:off x="4916313" y="3674150"/>
                <a:ext cx="169125" cy="370000"/>
              </a:xfrm>
              <a:custGeom>
                <a:rect b="b" l="l" r="r" t="t"/>
                <a:pathLst>
                  <a:path extrusionOk="0" h="14800" w="6765">
                    <a:moveTo>
                      <a:pt x="3870" y="1"/>
                    </a:moveTo>
                    <a:cubicBezTo>
                      <a:pt x="0" y="392"/>
                      <a:pt x="1569" y="8478"/>
                      <a:pt x="2088" y="11171"/>
                    </a:cubicBezTo>
                    <a:cubicBezTo>
                      <a:pt x="2557" y="13607"/>
                      <a:pt x="3026" y="14799"/>
                      <a:pt x="4052" y="14799"/>
                    </a:cubicBezTo>
                    <a:cubicBezTo>
                      <a:pt x="4162" y="14799"/>
                      <a:pt x="4279" y="14785"/>
                      <a:pt x="4403" y="14758"/>
                    </a:cubicBezTo>
                    <a:cubicBezTo>
                      <a:pt x="5675" y="14476"/>
                      <a:pt x="6764" y="7630"/>
                      <a:pt x="6668" y="4179"/>
                    </a:cubicBezTo>
                    <a:cubicBezTo>
                      <a:pt x="6573" y="734"/>
                      <a:pt x="3870" y="1"/>
                      <a:pt x="3870" y="1"/>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2" name="Google Shape;3952;p75"/>
              <p:cNvSpPr/>
              <p:nvPr/>
            </p:nvSpPr>
            <p:spPr>
              <a:xfrm>
                <a:off x="4972038" y="3939375"/>
                <a:ext cx="95650" cy="312500"/>
              </a:xfrm>
              <a:custGeom>
                <a:rect b="b" l="l" r="r" t="t"/>
                <a:pathLst>
                  <a:path extrusionOk="0" h="12500" w="3826">
                    <a:moveTo>
                      <a:pt x="3771" y="1"/>
                    </a:moveTo>
                    <a:cubicBezTo>
                      <a:pt x="3495" y="1"/>
                      <a:pt x="2190" y="229"/>
                      <a:pt x="1226" y="1315"/>
                    </a:cubicBezTo>
                    <a:cubicBezTo>
                      <a:pt x="1226" y="1315"/>
                      <a:pt x="0" y="2102"/>
                      <a:pt x="141" y="4965"/>
                    </a:cubicBezTo>
                    <a:cubicBezTo>
                      <a:pt x="228" y="6696"/>
                      <a:pt x="406" y="10083"/>
                      <a:pt x="533" y="12499"/>
                    </a:cubicBezTo>
                    <a:lnTo>
                      <a:pt x="2584" y="12499"/>
                    </a:lnTo>
                    <a:cubicBezTo>
                      <a:pt x="3021" y="8114"/>
                      <a:pt x="3819" y="47"/>
                      <a:pt x="3824" y="11"/>
                    </a:cubicBezTo>
                    <a:cubicBezTo>
                      <a:pt x="3826" y="4"/>
                      <a:pt x="3807" y="1"/>
                      <a:pt x="3771" y="1"/>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3" name="Google Shape;3953;p75"/>
              <p:cNvSpPr/>
              <p:nvPr/>
            </p:nvSpPr>
            <p:spPr>
              <a:xfrm>
                <a:off x="4985338" y="4251850"/>
                <a:ext cx="51300" cy="68925"/>
              </a:xfrm>
              <a:custGeom>
                <a:rect b="b" l="l" r="r" t="t"/>
                <a:pathLst>
                  <a:path extrusionOk="0" h="2757" w="2052">
                    <a:moveTo>
                      <a:pt x="1" y="0"/>
                    </a:moveTo>
                    <a:cubicBezTo>
                      <a:pt x="83" y="1586"/>
                      <a:pt x="148" y="2757"/>
                      <a:pt x="148" y="2757"/>
                    </a:cubicBezTo>
                    <a:lnTo>
                      <a:pt x="1783" y="2757"/>
                    </a:lnTo>
                    <a:cubicBezTo>
                      <a:pt x="1783" y="2757"/>
                      <a:pt x="1892" y="1635"/>
                      <a:pt x="2052" y="0"/>
                    </a:cubicBezTo>
                    <a:close/>
                  </a:path>
                </a:pathLst>
              </a:custGeom>
              <a:solidFill>
                <a:srgbClr val="B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4" name="Google Shape;3954;p75"/>
              <p:cNvSpPr/>
              <p:nvPr/>
            </p:nvSpPr>
            <p:spPr>
              <a:xfrm>
                <a:off x="4956238" y="4320475"/>
                <a:ext cx="73675" cy="96650"/>
              </a:xfrm>
              <a:custGeom>
                <a:rect b="b" l="l" r="r" t="t"/>
                <a:pathLst>
                  <a:path extrusionOk="0" h="3866" w="2947">
                    <a:moveTo>
                      <a:pt x="1092" y="0"/>
                    </a:moveTo>
                    <a:cubicBezTo>
                      <a:pt x="750" y="0"/>
                      <a:pt x="124" y="79"/>
                      <a:pt x="71" y="646"/>
                    </a:cubicBezTo>
                    <a:cubicBezTo>
                      <a:pt x="0" y="1358"/>
                      <a:pt x="154" y="2055"/>
                      <a:pt x="282" y="2055"/>
                    </a:cubicBezTo>
                    <a:cubicBezTo>
                      <a:pt x="294" y="2055"/>
                      <a:pt x="306" y="2048"/>
                      <a:pt x="317" y="2035"/>
                    </a:cubicBezTo>
                    <a:cubicBezTo>
                      <a:pt x="443" y="1889"/>
                      <a:pt x="763" y="1209"/>
                      <a:pt x="939" y="1209"/>
                    </a:cubicBezTo>
                    <a:cubicBezTo>
                      <a:pt x="948" y="1209"/>
                      <a:pt x="957" y="1211"/>
                      <a:pt x="965" y="1215"/>
                    </a:cubicBezTo>
                    <a:cubicBezTo>
                      <a:pt x="1138" y="1293"/>
                      <a:pt x="946" y="3827"/>
                      <a:pt x="1165" y="3863"/>
                    </a:cubicBezTo>
                    <a:cubicBezTo>
                      <a:pt x="1174" y="3865"/>
                      <a:pt x="1183" y="3865"/>
                      <a:pt x="1192" y="3865"/>
                    </a:cubicBezTo>
                    <a:cubicBezTo>
                      <a:pt x="1427" y="3865"/>
                      <a:pt x="1941" y="3438"/>
                      <a:pt x="2191" y="2834"/>
                    </a:cubicBezTo>
                    <a:cubicBezTo>
                      <a:pt x="2450" y="2205"/>
                      <a:pt x="2947" y="12"/>
                      <a:pt x="2947" y="12"/>
                    </a:cubicBezTo>
                    <a:lnTo>
                      <a:pt x="1312" y="12"/>
                    </a:lnTo>
                    <a:cubicBezTo>
                      <a:pt x="1312" y="12"/>
                      <a:pt x="1222" y="0"/>
                      <a:pt x="1092"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955" name="Google Shape;3955;p75"/>
          <p:cNvSpPr/>
          <p:nvPr/>
        </p:nvSpPr>
        <p:spPr>
          <a:xfrm>
            <a:off x="6946300" y="3070369"/>
            <a:ext cx="115511" cy="115288"/>
          </a:xfrm>
          <a:custGeom>
            <a:rect b="b" l="l" r="r" t="t"/>
            <a:pathLst>
              <a:path extrusionOk="0" h="1527" w="1530">
                <a:moveTo>
                  <a:pt x="765" y="0"/>
                </a:moveTo>
                <a:cubicBezTo>
                  <a:pt x="344" y="0"/>
                  <a:pt x="0" y="341"/>
                  <a:pt x="0" y="762"/>
                </a:cubicBezTo>
                <a:cubicBezTo>
                  <a:pt x="0" y="1186"/>
                  <a:pt x="344" y="1527"/>
                  <a:pt x="765" y="1527"/>
                </a:cubicBezTo>
                <a:cubicBezTo>
                  <a:pt x="1186" y="1527"/>
                  <a:pt x="1530" y="1186"/>
                  <a:pt x="1530" y="762"/>
                </a:cubicBezTo>
                <a:cubicBezTo>
                  <a:pt x="1530" y="341"/>
                  <a:pt x="1186" y="0"/>
                  <a:pt x="765"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56" name="Google Shape;3956;p75"/>
          <p:cNvGrpSpPr/>
          <p:nvPr/>
        </p:nvGrpSpPr>
        <p:grpSpPr>
          <a:xfrm>
            <a:off x="5078326" y="869390"/>
            <a:ext cx="1028554" cy="1241400"/>
            <a:chOff x="2635784" y="1512567"/>
            <a:chExt cx="492060" cy="593914"/>
          </a:xfrm>
        </p:grpSpPr>
        <p:sp>
          <p:nvSpPr>
            <p:cNvPr id="3957" name="Google Shape;3957;p75"/>
            <p:cNvSpPr/>
            <p:nvPr/>
          </p:nvSpPr>
          <p:spPr>
            <a:xfrm flipH="1">
              <a:off x="2706924" y="1512567"/>
              <a:ext cx="420920" cy="420890"/>
            </a:xfrm>
            <a:custGeom>
              <a:rect b="b" l="l" r="r" t="t"/>
              <a:pathLst>
                <a:path extrusionOk="0" h="13997" w="13998">
                  <a:moveTo>
                    <a:pt x="6997" y="4775"/>
                  </a:moveTo>
                  <a:cubicBezTo>
                    <a:pt x="8299" y="4775"/>
                    <a:pt x="9342" y="5895"/>
                    <a:pt x="9212" y="7229"/>
                  </a:cubicBezTo>
                  <a:cubicBezTo>
                    <a:pt x="9107" y="8268"/>
                    <a:pt x="8264" y="9107"/>
                    <a:pt x="7225" y="9211"/>
                  </a:cubicBezTo>
                  <a:cubicBezTo>
                    <a:pt x="7147" y="9219"/>
                    <a:pt x="7070" y="9222"/>
                    <a:pt x="6995" y="9222"/>
                  </a:cubicBezTo>
                  <a:cubicBezTo>
                    <a:pt x="5696" y="9222"/>
                    <a:pt x="4653" y="8100"/>
                    <a:pt x="4787" y="6773"/>
                  </a:cubicBezTo>
                  <a:cubicBezTo>
                    <a:pt x="4892" y="5733"/>
                    <a:pt x="5731" y="4890"/>
                    <a:pt x="6774" y="4786"/>
                  </a:cubicBezTo>
                  <a:cubicBezTo>
                    <a:pt x="6849" y="4779"/>
                    <a:pt x="6923" y="4775"/>
                    <a:pt x="6997" y="4775"/>
                  </a:cubicBezTo>
                  <a:close/>
                  <a:moveTo>
                    <a:pt x="6223" y="1"/>
                  </a:moveTo>
                  <a:cubicBezTo>
                    <a:pt x="5807" y="1"/>
                    <a:pt x="5470" y="337"/>
                    <a:pt x="5470" y="752"/>
                  </a:cubicBezTo>
                  <a:lnTo>
                    <a:pt x="5470" y="2088"/>
                  </a:lnTo>
                  <a:cubicBezTo>
                    <a:pt x="5169" y="2183"/>
                    <a:pt x="4883" y="2302"/>
                    <a:pt x="4609" y="2447"/>
                  </a:cubicBezTo>
                  <a:lnTo>
                    <a:pt x="3661" y="1499"/>
                  </a:lnTo>
                  <a:cubicBezTo>
                    <a:pt x="3515" y="1354"/>
                    <a:pt x="3322" y="1281"/>
                    <a:pt x="3130" y="1281"/>
                  </a:cubicBezTo>
                  <a:cubicBezTo>
                    <a:pt x="2937" y="1281"/>
                    <a:pt x="2745" y="1354"/>
                    <a:pt x="2599" y="1499"/>
                  </a:cubicBezTo>
                  <a:lnTo>
                    <a:pt x="1501" y="2598"/>
                  </a:lnTo>
                  <a:cubicBezTo>
                    <a:pt x="1204" y="2894"/>
                    <a:pt x="1204" y="3368"/>
                    <a:pt x="1501" y="3665"/>
                  </a:cubicBezTo>
                  <a:lnTo>
                    <a:pt x="2444" y="4608"/>
                  </a:lnTo>
                  <a:cubicBezTo>
                    <a:pt x="2302" y="4881"/>
                    <a:pt x="2180" y="5169"/>
                    <a:pt x="2088" y="5470"/>
                  </a:cubicBezTo>
                  <a:lnTo>
                    <a:pt x="754" y="5470"/>
                  </a:lnTo>
                  <a:cubicBezTo>
                    <a:pt x="338" y="5470"/>
                    <a:pt x="1" y="5807"/>
                    <a:pt x="1" y="6221"/>
                  </a:cubicBezTo>
                  <a:lnTo>
                    <a:pt x="1" y="7776"/>
                  </a:lnTo>
                  <a:cubicBezTo>
                    <a:pt x="1" y="8190"/>
                    <a:pt x="338" y="8527"/>
                    <a:pt x="754" y="8527"/>
                  </a:cubicBezTo>
                  <a:lnTo>
                    <a:pt x="2088" y="8527"/>
                  </a:lnTo>
                  <a:cubicBezTo>
                    <a:pt x="2180" y="8828"/>
                    <a:pt x="2302" y="9116"/>
                    <a:pt x="2444" y="9389"/>
                  </a:cubicBezTo>
                  <a:lnTo>
                    <a:pt x="1501" y="10337"/>
                  </a:lnTo>
                  <a:cubicBezTo>
                    <a:pt x="1204" y="10628"/>
                    <a:pt x="1204" y="11107"/>
                    <a:pt x="1501" y="11398"/>
                  </a:cubicBezTo>
                  <a:lnTo>
                    <a:pt x="2599" y="12498"/>
                  </a:lnTo>
                  <a:cubicBezTo>
                    <a:pt x="2745" y="12645"/>
                    <a:pt x="2937" y="12719"/>
                    <a:pt x="3130" y="12719"/>
                  </a:cubicBezTo>
                  <a:cubicBezTo>
                    <a:pt x="3322" y="12719"/>
                    <a:pt x="3515" y="12645"/>
                    <a:pt x="3661" y="12498"/>
                  </a:cubicBezTo>
                  <a:lnTo>
                    <a:pt x="4609" y="11554"/>
                  </a:lnTo>
                  <a:cubicBezTo>
                    <a:pt x="4883" y="11695"/>
                    <a:pt x="5169" y="11818"/>
                    <a:pt x="5470" y="11909"/>
                  </a:cubicBezTo>
                  <a:lnTo>
                    <a:pt x="5470" y="13245"/>
                  </a:lnTo>
                  <a:cubicBezTo>
                    <a:pt x="5470" y="13664"/>
                    <a:pt x="5807" y="13996"/>
                    <a:pt x="6223" y="13996"/>
                  </a:cubicBezTo>
                  <a:lnTo>
                    <a:pt x="7776" y="13996"/>
                  </a:lnTo>
                  <a:cubicBezTo>
                    <a:pt x="8192" y="13996"/>
                    <a:pt x="8529" y="13664"/>
                    <a:pt x="8529" y="13245"/>
                  </a:cubicBezTo>
                  <a:lnTo>
                    <a:pt x="8529" y="11909"/>
                  </a:lnTo>
                  <a:cubicBezTo>
                    <a:pt x="8829" y="11818"/>
                    <a:pt x="9116" y="11695"/>
                    <a:pt x="9389" y="11554"/>
                  </a:cubicBezTo>
                  <a:lnTo>
                    <a:pt x="10333" y="12498"/>
                  </a:lnTo>
                  <a:cubicBezTo>
                    <a:pt x="10482" y="12645"/>
                    <a:pt x="10674" y="12719"/>
                    <a:pt x="10867" y="12719"/>
                  </a:cubicBezTo>
                  <a:cubicBezTo>
                    <a:pt x="11059" y="12719"/>
                    <a:pt x="11252" y="12645"/>
                    <a:pt x="11400" y="12498"/>
                  </a:cubicBezTo>
                  <a:lnTo>
                    <a:pt x="12498" y="11398"/>
                  </a:lnTo>
                  <a:cubicBezTo>
                    <a:pt x="12790" y="11107"/>
                    <a:pt x="12790" y="10628"/>
                    <a:pt x="12498" y="10337"/>
                  </a:cubicBezTo>
                  <a:lnTo>
                    <a:pt x="11550" y="9389"/>
                  </a:lnTo>
                  <a:cubicBezTo>
                    <a:pt x="11696" y="9116"/>
                    <a:pt x="11815" y="8828"/>
                    <a:pt x="11911" y="8527"/>
                  </a:cubicBezTo>
                  <a:lnTo>
                    <a:pt x="13245" y="8527"/>
                  </a:lnTo>
                  <a:cubicBezTo>
                    <a:pt x="13661" y="8527"/>
                    <a:pt x="13998" y="8190"/>
                    <a:pt x="13998" y="7776"/>
                  </a:cubicBezTo>
                  <a:lnTo>
                    <a:pt x="13998" y="6221"/>
                  </a:lnTo>
                  <a:cubicBezTo>
                    <a:pt x="13998" y="5807"/>
                    <a:pt x="13661" y="5470"/>
                    <a:pt x="13245" y="5470"/>
                  </a:cubicBezTo>
                  <a:lnTo>
                    <a:pt x="11911" y="5470"/>
                  </a:lnTo>
                  <a:cubicBezTo>
                    <a:pt x="11815" y="5169"/>
                    <a:pt x="11696" y="4881"/>
                    <a:pt x="11550" y="4608"/>
                  </a:cubicBezTo>
                  <a:lnTo>
                    <a:pt x="12498" y="3665"/>
                  </a:lnTo>
                  <a:cubicBezTo>
                    <a:pt x="12790" y="3368"/>
                    <a:pt x="12790" y="2894"/>
                    <a:pt x="12498" y="2598"/>
                  </a:cubicBezTo>
                  <a:lnTo>
                    <a:pt x="11400" y="1499"/>
                  </a:lnTo>
                  <a:cubicBezTo>
                    <a:pt x="11252" y="1354"/>
                    <a:pt x="11059" y="1281"/>
                    <a:pt x="10867" y="1281"/>
                  </a:cubicBezTo>
                  <a:cubicBezTo>
                    <a:pt x="10674" y="1281"/>
                    <a:pt x="10482" y="1354"/>
                    <a:pt x="10333" y="1499"/>
                  </a:cubicBezTo>
                  <a:lnTo>
                    <a:pt x="9389" y="2447"/>
                  </a:lnTo>
                  <a:cubicBezTo>
                    <a:pt x="9116" y="2302"/>
                    <a:pt x="8829" y="2183"/>
                    <a:pt x="8529" y="2088"/>
                  </a:cubicBezTo>
                  <a:lnTo>
                    <a:pt x="8529" y="752"/>
                  </a:lnTo>
                  <a:cubicBezTo>
                    <a:pt x="8529" y="337"/>
                    <a:pt x="8192" y="1"/>
                    <a:pt x="7776" y="1"/>
                  </a:cubicBez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8" name="Google Shape;3958;p75"/>
            <p:cNvSpPr/>
            <p:nvPr/>
          </p:nvSpPr>
          <p:spPr>
            <a:xfrm flipH="1">
              <a:off x="2635784" y="1891211"/>
              <a:ext cx="218338" cy="215271"/>
            </a:xfrm>
            <a:custGeom>
              <a:rect b="b" l="l" r="r" t="t"/>
              <a:pathLst>
                <a:path extrusionOk="0" h="7159" w="7261">
                  <a:moveTo>
                    <a:pt x="3635" y="2422"/>
                  </a:moveTo>
                  <a:cubicBezTo>
                    <a:pt x="3756" y="2422"/>
                    <a:pt x="3879" y="2441"/>
                    <a:pt x="3998" y="2482"/>
                  </a:cubicBezTo>
                  <a:cubicBezTo>
                    <a:pt x="4696" y="2718"/>
                    <a:pt x="5001" y="3525"/>
                    <a:pt x="4631" y="4163"/>
                  </a:cubicBezTo>
                  <a:cubicBezTo>
                    <a:pt x="4424" y="4524"/>
                    <a:pt x="4031" y="4737"/>
                    <a:pt x="3626" y="4737"/>
                  </a:cubicBezTo>
                  <a:cubicBezTo>
                    <a:pt x="3505" y="4737"/>
                    <a:pt x="3382" y="4718"/>
                    <a:pt x="3264" y="4678"/>
                  </a:cubicBezTo>
                  <a:cubicBezTo>
                    <a:pt x="2567" y="4441"/>
                    <a:pt x="2262" y="3635"/>
                    <a:pt x="2630" y="2997"/>
                  </a:cubicBezTo>
                  <a:cubicBezTo>
                    <a:pt x="2841" y="2635"/>
                    <a:pt x="3231" y="2422"/>
                    <a:pt x="3635" y="2422"/>
                  </a:cubicBezTo>
                  <a:close/>
                  <a:moveTo>
                    <a:pt x="2858" y="1"/>
                  </a:moveTo>
                  <a:cubicBezTo>
                    <a:pt x="2813" y="1"/>
                    <a:pt x="2767" y="9"/>
                    <a:pt x="2721" y="25"/>
                  </a:cubicBezTo>
                  <a:lnTo>
                    <a:pt x="1965" y="311"/>
                  </a:lnTo>
                  <a:cubicBezTo>
                    <a:pt x="1764" y="389"/>
                    <a:pt x="1660" y="612"/>
                    <a:pt x="1737" y="818"/>
                  </a:cubicBezTo>
                  <a:lnTo>
                    <a:pt x="1983" y="1470"/>
                  </a:lnTo>
                  <a:cubicBezTo>
                    <a:pt x="1856" y="1565"/>
                    <a:pt x="1737" y="1679"/>
                    <a:pt x="1627" y="1802"/>
                  </a:cubicBezTo>
                  <a:lnTo>
                    <a:pt x="994" y="1515"/>
                  </a:lnTo>
                  <a:cubicBezTo>
                    <a:pt x="941" y="1490"/>
                    <a:pt x="886" y="1479"/>
                    <a:pt x="832" y="1479"/>
                  </a:cubicBezTo>
                  <a:cubicBezTo>
                    <a:pt x="684" y="1479"/>
                    <a:pt x="542" y="1564"/>
                    <a:pt x="474" y="1712"/>
                  </a:cubicBezTo>
                  <a:lnTo>
                    <a:pt x="142" y="2444"/>
                  </a:lnTo>
                  <a:cubicBezTo>
                    <a:pt x="56" y="2646"/>
                    <a:pt x="142" y="2878"/>
                    <a:pt x="338" y="2964"/>
                  </a:cubicBezTo>
                  <a:lnTo>
                    <a:pt x="971" y="3252"/>
                  </a:lnTo>
                  <a:cubicBezTo>
                    <a:pt x="954" y="3416"/>
                    <a:pt x="949" y="3575"/>
                    <a:pt x="958" y="3740"/>
                  </a:cubicBezTo>
                  <a:lnTo>
                    <a:pt x="306" y="3981"/>
                  </a:lnTo>
                  <a:cubicBezTo>
                    <a:pt x="106" y="4058"/>
                    <a:pt x="1" y="4286"/>
                    <a:pt x="79" y="4487"/>
                  </a:cubicBezTo>
                  <a:lnTo>
                    <a:pt x="365" y="5244"/>
                  </a:lnTo>
                  <a:cubicBezTo>
                    <a:pt x="422" y="5401"/>
                    <a:pt x="570" y="5497"/>
                    <a:pt x="727" y="5497"/>
                  </a:cubicBezTo>
                  <a:cubicBezTo>
                    <a:pt x="774" y="5497"/>
                    <a:pt x="821" y="5489"/>
                    <a:pt x="867" y="5471"/>
                  </a:cubicBezTo>
                  <a:lnTo>
                    <a:pt x="1518" y="5229"/>
                  </a:lnTo>
                  <a:cubicBezTo>
                    <a:pt x="1619" y="5353"/>
                    <a:pt x="1728" y="5475"/>
                    <a:pt x="1852" y="5580"/>
                  </a:cubicBezTo>
                  <a:lnTo>
                    <a:pt x="1564" y="6214"/>
                  </a:lnTo>
                  <a:cubicBezTo>
                    <a:pt x="1478" y="6415"/>
                    <a:pt x="1564" y="6647"/>
                    <a:pt x="1760" y="6733"/>
                  </a:cubicBezTo>
                  <a:lnTo>
                    <a:pt x="2498" y="7066"/>
                  </a:lnTo>
                  <a:cubicBezTo>
                    <a:pt x="2551" y="7091"/>
                    <a:pt x="2607" y="7103"/>
                    <a:pt x="2662" y="7103"/>
                  </a:cubicBezTo>
                  <a:cubicBezTo>
                    <a:pt x="2810" y="7103"/>
                    <a:pt x="2951" y="7017"/>
                    <a:pt x="3018" y="6870"/>
                  </a:cubicBezTo>
                  <a:lnTo>
                    <a:pt x="3305" y="6237"/>
                  </a:lnTo>
                  <a:cubicBezTo>
                    <a:pt x="3415" y="6253"/>
                    <a:pt x="3527" y="6260"/>
                    <a:pt x="3638" y="6260"/>
                  </a:cubicBezTo>
                  <a:cubicBezTo>
                    <a:pt x="3688" y="6260"/>
                    <a:pt x="3738" y="6258"/>
                    <a:pt x="3788" y="6255"/>
                  </a:cubicBezTo>
                  <a:lnTo>
                    <a:pt x="4034" y="6907"/>
                  </a:lnTo>
                  <a:cubicBezTo>
                    <a:pt x="4094" y="7063"/>
                    <a:pt x="4243" y="7159"/>
                    <a:pt x="4403" y="7159"/>
                  </a:cubicBezTo>
                  <a:cubicBezTo>
                    <a:pt x="4449" y="7159"/>
                    <a:pt x="4495" y="7151"/>
                    <a:pt x="4540" y="7135"/>
                  </a:cubicBezTo>
                  <a:lnTo>
                    <a:pt x="5297" y="6847"/>
                  </a:lnTo>
                  <a:cubicBezTo>
                    <a:pt x="5497" y="6771"/>
                    <a:pt x="5602" y="6546"/>
                    <a:pt x="5525" y="6342"/>
                  </a:cubicBezTo>
                  <a:lnTo>
                    <a:pt x="5279" y="5690"/>
                  </a:lnTo>
                  <a:cubicBezTo>
                    <a:pt x="5407" y="5595"/>
                    <a:pt x="5525" y="5480"/>
                    <a:pt x="5634" y="5357"/>
                  </a:cubicBezTo>
                  <a:lnTo>
                    <a:pt x="6267" y="5644"/>
                  </a:lnTo>
                  <a:cubicBezTo>
                    <a:pt x="6321" y="5669"/>
                    <a:pt x="6376" y="5681"/>
                    <a:pt x="6431" y="5681"/>
                  </a:cubicBezTo>
                  <a:cubicBezTo>
                    <a:pt x="6579" y="5681"/>
                    <a:pt x="6721" y="5595"/>
                    <a:pt x="6787" y="5448"/>
                  </a:cubicBezTo>
                  <a:lnTo>
                    <a:pt x="7120" y="4714"/>
                  </a:lnTo>
                  <a:cubicBezTo>
                    <a:pt x="7211" y="4518"/>
                    <a:pt x="7120" y="4286"/>
                    <a:pt x="6924" y="4195"/>
                  </a:cubicBezTo>
                  <a:lnTo>
                    <a:pt x="6290" y="3908"/>
                  </a:lnTo>
                  <a:cubicBezTo>
                    <a:pt x="6309" y="3744"/>
                    <a:pt x="6313" y="3584"/>
                    <a:pt x="6304" y="3420"/>
                  </a:cubicBezTo>
                  <a:lnTo>
                    <a:pt x="6956" y="3178"/>
                  </a:lnTo>
                  <a:cubicBezTo>
                    <a:pt x="7161" y="3101"/>
                    <a:pt x="7261" y="2873"/>
                    <a:pt x="7184" y="2673"/>
                  </a:cubicBezTo>
                  <a:lnTo>
                    <a:pt x="6901" y="1916"/>
                  </a:lnTo>
                  <a:cubicBezTo>
                    <a:pt x="6841" y="1758"/>
                    <a:pt x="6692" y="1662"/>
                    <a:pt x="6535" y="1662"/>
                  </a:cubicBezTo>
                  <a:cubicBezTo>
                    <a:pt x="6488" y="1662"/>
                    <a:pt x="6441" y="1671"/>
                    <a:pt x="6395" y="1689"/>
                  </a:cubicBezTo>
                  <a:lnTo>
                    <a:pt x="5744" y="1935"/>
                  </a:lnTo>
                  <a:cubicBezTo>
                    <a:pt x="5643" y="1807"/>
                    <a:pt x="5534" y="1684"/>
                    <a:pt x="5411" y="1579"/>
                  </a:cubicBezTo>
                  <a:lnTo>
                    <a:pt x="5698" y="946"/>
                  </a:lnTo>
                  <a:cubicBezTo>
                    <a:pt x="5789" y="745"/>
                    <a:pt x="5698" y="513"/>
                    <a:pt x="5502" y="426"/>
                  </a:cubicBezTo>
                  <a:lnTo>
                    <a:pt x="4763" y="93"/>
                  </a:lnTo>
                  <a:cubicBezTo>
                    <a:pt x="4711" y="68"/>
                    <a:pt x="4655" y="57"/>
                    <a:pt x="4601" y="57"/>
                  </a:cubicBezTo>
                  <a:cubicBezTo>
                    <a:pt x="4453" y="57"/>
                    <a:pt x="4311" y="142"/>
                    <a:pt x="4248" y="290"/>
                  </a:cubicBezTo>
                  <a:lnTo>
                    <a:pt x="3962" y="923"/>
                  </a:lnTo>
                  <a:cubicBezTo>
                    <a:pt x="3849" y="907"/>
                    <a:pt x="3736" y="900"/>
                    <a:pt x="3625" y="900"/>
                  </a:cubicBezTo>
                  <a:cubicBezTo>
                    <a:pt x="3574" y="900"/>
                    <a:pt x="3524" y="902"/>
                    <a:pt x="3474" y="904"/>
                  </a:cubicBezTo>
                  <a:lnTo>
                    <a:pt x="3228" y="252"/>
                  </a:lnTo>
                  <a:cubicBezTo>
                    <a:pt x="3167" y="96"/>
                    <a:pt x="3018" y="1"/>
                    <a:pt x="2858" y="1"/>
                  </a:cubicBez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59" name="Google Shape;3959;p75"/>
          <p:cNvSpPr txBox="1"/>
          <p:nvPr>
            <p:ph idx="1" type="subTitle"/>
          </p:nvPr>
        </p:nvSpPr>
        <p:spPr>
          <a:xfrm flipH="1">
            <a:off x="6434625" y="1096050"/>
            <a:ext cx="1215900" cy="5130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b="1" lang="en" sz="1800">
                <a:solidFill>
                  <a:srgbClr val="FF457A"/>
                </a:solidFill>
              </a:rPr>
              <a:t>INTERFACE</a:t>
            </a:r>
            <a:endParaRPr b="1" sz="1800">
              <a:solidFill>
                <a:srgbClr val="FF457A"/>
              </a:solidFill>
            </a:endParaRPr>
          </a:p>
        </p:txBody>
      </p:sp>
      <p:sp>
        <p:nvSpPr>
          <p:cNvPr id="3960" name="Google Shape;3960;p75"/>
          <p:cNvSpPr txBox="1"/>
          <p:nvPr>
            <p:ph idx="1" type="subTitle"/>
          </p:nvPr>
        </p:nvSpPr>
        <p:spPr>
          <a:xfrm flipH="1">
            <a:off x="5078325" y="431300"/>
            <a:ext cx="711600" cy="5130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b="1" lang="en" sz="1800">
                <a:solidFill>
                  <a:srgbClr val="FF457A"/>
                </a:solidFill>
              </a:rPr>
              <a:t>PLANT</a:t>
            </a:r>
            <a:endParaRPr b="1" sz="1800">
              <a:solidFill>
                <a:srgbClr val="FF457A"/>
              </a:solidFill>
            </a:endParaRPr>
          </a:p>
        </p:txBody>
      </p:sp>
      <p:sp>
        <p:nvSpPr>
          <p:cNvPr id="3961" name="Google Shape;3961;p75"/>
          <p:cNvSpPr/>
          <p:nvPr/>
        </p:nvSpPr>
        <p:spPr>
          <a:xfrm>
            <a:off x="5117525" y="3733450"/>
            <a:ext cx="3290700" cy="990300"/>
          </a:xfrm>
          <a:prstGeom prst="curvedRightArrow">
            <a:avLst>
              <a:gd fmla="val 11911" name="adj1"/>
              <a:gd fmla="val 36885" name="adj2"/>
              <a:gd fmla="val 15143" name="adj3"/>
            </a:avLst>
          </a:prstGeom>
          <a:solidFill>
            <a:srgbClr val="FF457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2" name="Google Shape;3962;p75"/>
          <p:cNvSpPr/>
          <p:nvPr/>
        </p:nvSpPr>
        <p:spPr>
          <a:xfrm>
            <a:off x="6883568" y="3733450"/>
            <a:ext cx="1524900" cy="513000"/>
          </a:xfrm>
          <a:prstGeom prst="curvedRightArrow">
            <a:avLst>
              <a:gd fmla="val 25000" name="adj1"/>
              <a:gd fmla="val 50000" name="adj2"/>
              <a:gd fmla="val 25000" name="adj3"/>
            </a:avLst>
          </a:prstGeom>
          <a:solidFill>
            <a:srgbClr val="FF457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3" name="Google Shape;3963;p75"/>
          <p:cNvSpPr txBox="1"/>
          <p:nvPr>
            <p:ph idx="1" type="subTitle"/>
          </p:nvPr>
        </p:nvSpPr>
        <p:spPr>
          <a:xfrm flipH="1">
            <a:off x="7184100" y="3892200"/>
            <a:ext cx="894600" cy="3909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b="1" lang="en" sz="1400">
                <a:solidFill>
                  <a:srgbClr val="000000"/>
                </a:solidFill>
              </a:rPr>
              <a:t>Immediate</a:t>
            </a:r>
            <a:endParaRPr b="1" sz="1400">
              <a:solidFill>
                <a:srgbClr val="000000"/>
              </a:solidFill>
            </a:endParaRPr>
          </a:p>
          <a:p>
            <a:pPr indent="0" lvl="0" marL="0" rtl="0" algn="l">
              <a:spcBef>
                <a:spcPts val="0"/>
              </a:spcBef>
              <a:spcAft>
                <a:spcPts val="0"/>
              </a:spcAft>
              <a:buNone/>
            </a:pPr>
            <a:r>
              <a:rPr b="1" lang="en" sz="1400">
                <a:solidFill>
                  <a:srgbClr val="000000"/>
                </a:solidFill>
              </a:rPr>
              <a:t>feedback</a:t>
            </a:r>
            <a:endParaRPr b="1" sz="1400">
              <a:solidFill>
                <a:srgbClr val="000000"/>
              </a:solidFill>
            </a:endParaRPr>
          </a:p>
        </p:txBody>
      </p:sp>
      <p:sp>
        <p:nvSpPr>
          <p:cNvPr id="3964" name="Google Shape;3964;p75"/>
          <p:cNvSpPr txBox="1"/>
          <p:nvPr>
            <p:ph idx="1" type="subTitle"/>
          </p:nvPr>
        </p:nvSpPr>
        <p:spPr>
          <a:xfrm flipH="1">
            <a:off x="5587550" y="4366375"/>
            <a:ext cx="1138500" cy="3909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b="1" lang="en" sz="1400">
                <a:solidFill>
                  <a:srgbClr val="000000"/>
                </a:solidFill>
              </a:rPr>
              <a:t>Instruments</a:t>
            </a:r>
            <a:endParaRPr b="1" sz="1400">
              <a:solidFill>
                <a:srgbClr val="00000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968" name="Shape 3968"/>
        <p:cNvGrpSpPr/>
        <p:nvPr/>
      </p:nvGrpSpPr>
      <p:grpSpPr>
        <a:xfrm>
          <a:off x="0" y="0"/>
          <a:ext cx="0" cy="0"/>
          <a:chOff x="0" y="0"/>
          <a:chExt cx="0" cy="0"/>
        </a:xfrm>
      </p:grpSpPr>
      <p:sp>
        <p:nvSpPr>
          <p:cNvPr id="3969" name="Google Shape;3969;p76"/>
          <p:cNvSpPr txBox="1"/>
          <p:nvPr>
            <p:ph idx="2" type="ctrTitle"/>
          </p:nvPr>
        </p:nvSpPr>
        <p:spPr>
          <a:xfrm flipH="1">
            <a:off x="409625" y="323245"/>
            <a:ext cx="2472900" cy="12414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r>
              <a:rPr lang="en" sz="3100"/>
              <a:t>INTERACTION STYLES</a:t>
            </a:r>
            <a:endParaRPr sz="3100"/>
          </a:p>
        </p:txBody>
      </p:sp>
      <p:sp>
        <p:nvSpPr>
          <p:cNvPr id="3970" name="Google Shape;3970;p76"/>
          <p:cNvSpPr/>
          <p:nvPr/>
        </p:nvSpPr>
        <p:spPr>
          <a:xfrm>
            <a:off x="4198116" y="2445084"/>
            <a:ext cx="13983" cy="13946"/>
          </a:xfrm>
          <a:custGeom>
            <a:rect b="b" l="l" r="r" t="t"/>
            <a:pathLst>
              <a:path extrusionOk="0" h="379" w="380">
                <a:moveTo>
                  <a:pt x="192" y="0"/>
                </a:moveTo>
                <a:cubicBezTo>
                  <a:pt x="88" y="0"/>
                  <a:pt x="1" y="82"/>
                  <a:pt x="1" y="187"/>
                </a:cubicBezTo>
                <a:cubicBezTo>
                  <a:pt x="1" y="292"/>
                  <a:pt x="88" y="379"/>
                  <a:pt x="192" y="379"/>
                </a:cubicBezTo>
                <a:cubicBezTo>
                  <a:pt x="297" y="379"/>
                  <a:pt x="379" y="292"/>
                  <a:pt x="379" y="187"/>
                </a:cubicBezTo>
                <a:cubicBezTo>
                  <a:pt x="379" y="82"/>
                  <a:pt x="297" y="0"/>
                  <a:pt x="192"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71" name="Google Shape;3971;p76"/>
          <p:cNvGrpSpPr/>
          <p:nvPr/>
        </p:nvGrpSpPr>
        <p:grpSpPr>
          <a:xfrm>
            <a:off x="409625" y="1109924"/>
            <a:ext cx="4554838" cy="3344527"/>
            <a:chOff x="409625" y="1109924"/>
            <a:chExt cx="4554838" cy="3344527"/>
          </a:xfrm>
        </p:grpSpPr>
        <p:sp>
          <p:nvSpPr>
            <p:cNvPr id="3972" name="Google Shape;3972;p76"/>
            <p:cNvSpPr/>
            <p:nvPr/>
          </p:nvSpPr>
          <p:spPr>
            <a:xfrm flipH="1">
              <a:off x="409625" y="4236051"/>
              <a:ext cx="4391100" cy="218400"/>
            </a:xfrm>
            <a:prstGeom prst="ellipse">
              <a:avLst/>
            </a:prstGeom>
            <a:solidFill>
              <a:srgbClr val="21204D">
                <a:alpha val="21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3" name="Google Shape;3973;p76"/>
            <p:cNvSpPr/>
            <p:nvPr/>
          </p:nvSpPr>
          <p:spPr>
            <a:xfrm>
              <a:off x="1409123" y="3092610"/>
              <a:ext cx="506039" cy="368306"/>
            </a:xfrm>
            <a:custGeom>
              <a:rect b="b" l="l" r="r" t="t"/>
              <a:pathLst>
                <a:path extrusionOk="0" h="10009" w="13752">
                  <a:moveTo>
                    <a:pt x="5005" y="0"/>
                  </a:moveTo>
                  <a:cubicBezTo>
                    <a:pt x="2243" y="0"/>
                    <a:pt x="0" y="2248"/>
                    <a:pt x="0" y="5004"/>
                  </a:cubicBezTo>
                  <a:cubicBezTo>
                    <a:pt x="0" y="7762"/>
                    <a:pt x="2243" y="10009"/>
                    <a:pt x="5005" y="10009"/>
                  </a:cubicBezTo>
                  <a:lnTo>
                    <a:pt x="12702" y="10009"/>
                  </a:lnTo>
                  <a:cubicBezTo>
                    <a:pt x="13281" y="10009"/>
                    <a:pt x="13751" y="9535"/>
                    <a:pt x="13751" y="8956"/>
                  </a:cubicBezTo>
                  <a:cubicBezTo>
                    <a:pt x="13751" y="8378"/>
                    <a:pt x="13281" y="7903"/>
                    <a:pt x="12702" y="7903"/>
                  </a:cubicBezTo>
                  <a:lnTo>
                    <a:pt x="5005" y="7903"/>
                  </a:lnTo>
                  <a:cubicBezTo>
                    <a:pt x="3404" y="7903"/>
                    <a:pt x="2102" y="6605"/>
                    <a:pt x="2102" y="5004"/>
                  </a:cubicBezTo>
                  <a:cubicBezTo>
                    <a:pt x="2102" y="3405"/>
                    <a:pt x="3404" y="2106"/>
                    <a:pt x="5005" y="2106"/>
                  </a:cubicBezTo>
                  <a:lnTo>
                    <a:pt x="8514" y="2106"/>
                  </a:lnTo>
                  <a:cubicBezTo>
                    <a:pt x="9097" y="2106"/>
                    <a:pt x="9567" y="1632"/>
                    <a:pt x="9567" y="1053"/>
                  </a:cubicBezTo>
                  <a:cubicBezTo>
                    <a:pt x="9567" y="475"/>
                    <a:pt x="9097" y="0"/>
                    <a:pt x="8514"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4" name="Google Shape;3974;p76"/>
            <p:cNvSpPr/>
            <p:nvPr/>
          </p:nvSpPr>
          <p:spPr>
            <a:xfrm>
              <a:off x="1495966" y="3415618"/>
              <a:ext cx="743530" cy="100016"/>
            </a:xfrm>
            <a:custGeom>
              <a:rect b="b" l="l" r="r" t="t"/>
              <a:pathLst>
                <a:path extrusionOk="0" h="2718" w="20206">
                  <a:moveTo>
                    <a:pt x="106" y="0"/>
                  </a:moveTo>
                  <a:cubicBezTo>
                    <a:pt x="47" y="0"/>
                    <a:pt x="1" y="46"/>
                    <a:pt x="1" y="105"/>
                  </a:cubicBezTo>
                  <a:lnTo>
                    <a:pt x="1" y="2612"/>
                  </a:lnTo>
                  <a:cubicBezTo>
                    <a:pt x="1" y="2671"/>
                    <a:pt x="47" y="2717"/>
                    <a:pt x="106" y="2717"/>
                  </a:cubicBezTo>
                  <a:lnTo>
                    <a:pt x="20105" y="2717"/>
                  </a:lnTo>
                  <a:cubicBezTo>
                    <a:pt x="20159" y="2717"/>
                    <a:pt x="20205" y="2671"/>
                    <a:pt x="20205" y="2612"/>
                  </a:cubicBezTo>
                  <a:lnTo>
                    <a:pt x="20205" y="105"/>
                  </a:lnTo>
                  <a:cubicBezTo>
                    <a:pt x="20205" y="46"/>
                    <a:pt x="20159" y="0"/>
                    <a:pt x="20105"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5" name="Google Shape;3975;p76"/>
            <p:cNvSpPr/>
            <p:nvPr/>
          </p:nvSpPr>
          <p:spPr>
            <a:xfrm>
              <a:off x="1854520" y="3515597"/>
              <a:ext cx="100347" cy="472958"/>
            </a:xfrm>
            <a:custGeom>
              <a:rect b="b" l="l" r="r" t="t"/>
              <a:pathLst>
                <a:path extrusionOk="0" h="12853" w="2727">
                  <a:moveTo>
                    <a:pt x="1" y="0"/>
                  </a:moveTo>
                  <a:lnTo>
                    <a:pt x="1" y="12853"/>
                  </a:lnTo>
                  <a:lnTo>
                    <a:pt x="2727" y="12853"/>
                  </a:lnTo>
                  <a:lnTo>
                    <a:pt x="2727"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6" name="Google Shape;3976;p76"/>
            <p:cNvSpPr/>
            <p:nvPr/>
          </p:nvSpPr>
          <p:spPr>
            <a:xfrm>
              <a:off x="1854520" y="3738627"/>
              <a:ext cx="100347" cy="26715"/>
            </a:xfrm>
            <a:custGeom>
              <a:rect b="b" l="l" r="r" t="t"/>
              <a:pathLst>
                <a:path extrusionOk="0" h="726" w="2727">
                  <a:moveTo>
                    <a:pt x="1" y="0"/>
                  </a:moveTo>
                  <a:lnTo>
                    <a:pt x="1" y="726"/>
                  </a:lnTo>
                  <a:lnTo>
                    <a:pt x="2727" y="726"/>
                  </a:lnTo>
                  <a:lnTo>
                    <a:pt x="2727" y="0"/>
                  </a:ln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7" name="Google Shape;3977;p76"/>
            <p:cNvSpPr/>
            <p:nvPr/>
          </p:nvSpPr>
          <p:spPr>
            <a:xfrm>
              <a:off x="1854520" y="3515597"/>
              <a:ext cx="100347" cy="55196"/>
            </a:xfrm>
            <a:custGeom>
              <a:rect b="b" l="l" r="r" t="t"/>
              <a:pathLst>
                <a:path extrusionOk="0" h="1500" w="2727">
                  <a:moveTo>
                    <a:pt x="1" y="0"/>
                  </a:moveTo>
                  <a:lnTo>
                    <a:pt x="1" y="1500"/>
                  </a:lnTo>
                  <a:lnTo>
                    <a:pt x="2727" y="1500"/>
                  </a:lnTo>
                  <a:lnTo>
                    <a:pt x="2727" y="0"/>
                  </a:ln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8" name="Google Shape;3978;p76"/>
            <p:cNvSpPr/>
            <p:nvPr/>
          </p:nvSpPr>
          <p:spPr>
            <a:xfrm>
              <a:off x="1885725" y="3988850"/>
              <a:ext cx="37791" cy="229138"/>
            </a:xfrm>
            <a:custGeom>
              <a:rect b="b" l="l" r="r" t="t"/>
              <a:pathLst>
                <a:path extrusionOk="0" h="6227" w="1027">
                  <a:moveTo>
                    <a:pt x="1" y="1"/>
                  </a:moveTo>
                  <a:lnTo>
                    <a:pt x="1" y="6227"/>
                  </a:lnTo>
                  <a:lnTo>
                    <a:pt x="1027" y="6227"/>
                  </a:lnTo>
                  <a:lnTo>
                    <a:pt x="1027" y="1"/>
                  </a:ln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9" name="Google Shape;3979;p76"/>
            <p:cNvSpPr/>
            <p:nvPr/>
          </p:nvSpPr>
          <p:spPr>
            <a:xfrm>
              <a:off x="1482571" y="4202202"/>
              <a:ext cx="770319" cy="76833"/>
            </a:xfrm>
            <a:custGeom>
              <a:rect b="b" l="l" r="r" t="t"/>
              <a:pathLst>
                <a:path extrusionOk="0" h="2088" w="20934">
                  <a:moveTo>
                    <a:pt x="1723" y="0"/>
                  </a:moveTo>
                  <a:cubicBezTo>
                    <a:pt x="775" y="0"/>
                    <a:pt x="1" y="770"/>
                    <a:pt x="1" y="1719"/>
                  </a:cubicBezTo>
                  <a:cubicBezTo>
                    <a:pt x="1" y="1923"/>
                    <a:pt x="165" y="2087"/>
                    <a:pt x="365" y="2087"/>
                  </a:cubicBezTo>
                  <a:cubicBezTo>
                    <a:pt x="571" y="2087"/>
                    <a:pt x="729" y="1923"/>
                    <a:pt x="729" y="1719"/>
                  </a:cubicBezTo>
                  <a:cubicBezTo>
                    <a:pt x="729" y="1172"/>
                    <a:pt x="1177" y="730"/>
                    <a:pt x="1723" y="730"/>
                  </a:cubicBezTo>
                  <a:lnTo>
                    <a:pt x="19211" y="730"/>
                  </a:lnTo>
                  <a:cubicBezTo>
                    <a:pt x="19758" y="730"/>
                    <a:pt x="20205" y="1172"/>
                    <a:pt x="20205" y="1719"/>
                  </a:cubicBezTo>
                  <a:cubicBezTo>
                    <a:pt x="20205" y="1923"/>
                    <a:pt x="20369" y="2087"/>
                    <a:pt x="20569" y="2087"/>
                  </a:cubicBezTo>
                  <a:cubicBezTo>
                    <a:pt x="20769" y="2087"/>
                    <a:pt x="20934" y="1923"/>
                    <a:pt x="20934" y="1719"/>
                  </a:cubicBezTo>
                  <a:cubicBezTo>
                    <a:pt x="20934" y="770"/>
                    <a:pt x="20159" y="0"/>
                    <a:pt x="19211"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0" name="Google Shape;3980;p76"/>
            <p:cNvSpPr/>
            <p:nvPr/>
          </p:nvSpPr>
          <p:spPr>
            <a:xfrm>
              <a:off x="1526176" y="4245770"/>
              <a:ext cx="69621" cy="69694"/>
            </a:xfrm>
            <a:custGeom>
              <a:rect b="b" l="l" r="r" t="t"/>
              <a:pathLst>
                <a:path extrusionOk="0" h="1894" w="1892">
                  <a:moveTo>
                    <a:pt x="944" y="1"/>
                  </a:moveTo>
                  <a:cubicBezTo>
                    <a:pt x="425" y="1"/>
                    <a:pt x="0" y="425"/>
                    <a:pt x="0" y="945"/>
                  </a:cubicBezTo>
                  <a:cubicBezTo>
                    <a:pt x="0" y="1469"/>
                    <a:pt x="425" y="1893"/>
                    <a:pt x="944" y="1893"/>
                  </a:cubicBezTo>
                  <a:cubicBezTo>
                    <a:pt x="1468" y="1893"/>
                    <a:pt x="1892" y="1469"/>
                    <a:pt x="1892" y="945"/>
                  </a:cubicBezTo>
                  <a:cubicBezTo>
                    <a:pt x="1892" y="425"/>
                    <a:pt x="1468" y="1"/>
                    <a:pt x="944"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1" name="Google Shape;3981;p76"/>
            <p:cNvSpPr/>
            <p:nvPr/>
          </p:nvSpPr>
          <p:spPr>
            <a:xfrm>
              <a:off x="2133961" y="4245770"/>
              <a:ext cx="69621" cy="69694"/>
            </a:xfrm>
            <a:custGeom>
              <a:rect b="b" l="l" r="r" t="t"/>
              <a:pathLst>
                <a:path extrusionOk="0" h="1894" w="1892">
                  <a:moveTo>
                    <a:pt x="944" y="1"/>
                  </a:moveTo>
                  <a:cubicBezTo>
                    <a:pt x="425" y="1"/>
                    <a:pt x="0" y="425"/>
                    <a:pt x="0" y="945"/>
                  </a:cubicBezTo>
                  <a:cubicBezTo>
                    <a:pt x="0" y="1469"/>
                    <a:pt x="425" y="1893"/>
                    <a:pt x="944" y="1893"/>
                  </a:cubicBezTo>
                  <a:cubicBezTo>
                    <a:pt x="1468" y="1893"/>
                    <a:pt x="1892" y="1469"/>
                    <a:pt x="1892" y="945"/>
                  </a:cubicBezTo>
                  <a:cubicBezTo>
                    <a:pt x="1892" y="425"/>
                    <a:pt x="1468" y="1"/>
                    <a:pt x="944"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2" name="Google Shape;3982;p76"/>
            <p:cNvSpPr/>
            <p:nvPr/>
          </p:nvSpPr>
          <p:spPr>
            <a:xfrm>
              <a:off x="1287213" y="2465212"/>
              <a:ext cx="750007" cy="583976"/>
            </a:xfrm>
            <a:custGeom>
              <a:rect b="b" l="l" r="r" t="t"/>
              <a:pathLst>
                <a:path extrusionOk="0" h="15870" w="20382">
                  <a:moveTo>
                    <a:pt x="346" y="0"/>
                  </a:moveTo>
                  <a:cubicBezTo>
                    <a:pt x="154" y="0"/>
                    <a:pt x="0" y="156"/>
                    <a:pt x="0" y="347"/>
                  </a:cubicBezTo>
                  <a:lnTo>
                    <a:pt x="0" y="15519"/>
                  </a:lnTo>
                  <a:cubicBezTo>
                    <a:pt x="0" y="15716"/>
                    <a:pt x="154" y="15870"/>
                    <a:pt x="346" y="15870"/>
                  </a:cubicBezTo>
                  <a:lnTo>
                    <a:pt x="20031" y="15870"/>
                  </a:lnTo>
                  <a:cubicBezTo>
                    <a:pt x="20226" y="15870"/>
                    <a:pt x="20382" y="15716"/>
                    <a:pt x="20382" y="15519"/>
                  </a:cubicBezTo>
                  <a:lnTo>
                    <a:pt x="20382" y="347"/>
                  </a:lnTo>
                  <a:cubicBezTo>
                    <a:pt x="20382" y="156"/>
                    <a:pt x="20226" y="0"/>
                    <a:pt x="20031"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3" name="Google Shape;3983;p76"/>
            <p:cNvSpPr/>
            <p:nvPr/>
          </p:nvSpPr>
          <p:spPr>
            <a:xfrm>
              <a:off x="1334829" y="2465212"/>
              <a:ext cx="750007" cy="583976"/>
            </a:xfrm>
            <a:custGeom>
              <a:rect b="b" l="l" r="r" t="t"/>
              <a:pathLst>
                <a:path extrusionOk="0" h="15870" w="20382">
                  <a:moveTo>
                    <a:pt x="347" y="0"/>
                  </a:moveTo>
                  <a:cubicBezTo>
                    <a:pt x="155" y="0"/>
                    <a:pt x="0" y="156"/>
                    <a:pt x="0" y="347"/>
                  </a:cubicBezTo>
                  <a:lnTo>
                    <a:pt x="0" y="15519"/>
                  </a:lnTo>
                  <a:cubicBezTo>
                    <a:pt x="0" y="15716"/>
                    <a:pt x="155" y="15870"/>
                    <a:pt x="347" y="15870"/>
                  </a:cubicBezTo>
                  <a:lnTo>
                    <a:pt x="20036" y="15870"/>
                  </a:lnTo>
                  <a:cubicBezTo>
                    <a:pt x="20228" y="15870"/>
                    <a:pt x="20382" y="15716"/>
                    <a:pt x="20382" y="15519"/>
                  </a:cubicBezTo>
                  <a:lnTo>
                    <a:pt x="20382" y="347"/>
                  </a:lnTo>
                  <a:cubicBezTo>
                    <a:pt x="20382" y="156"/>
                    <a:pt x="20228" y="0"/>
                    <a:pt x="20036"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4" name="Google Shape;3984;p76"/>
            <p:cNvSpPr/>
            <p:nvPr/>
          </p:nvSpPr>
          <p:spPr>
            <a:xfrm>
              <a:off x="1621923" y="3049152"/>
              <a:ext cx="95784" cy="42133"/>
            </a:xfrm>
            <a:custGeom>
              <a:rect b="b" l="l" r="r" t="t"/>
              <a:pathLst>
                <a:path extrusionOk="0" h="1145" w="2603">
                  <a:moveTo>
                    <a:pt x="1" y="1"/>
                  </a:moveTo>
                  <a:lnTo>
                    <a:pt x="1" y="1145"/>
                  </a:lnTo>
                  <a:lnTo>
                    <a:pt x="2603" y="1145"/>
                  </a:lnTo>
                  <a:lnTo>
                    <a:pt x="2603" y="1"/>
                  </a:ln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5" name="Google Shape;3985;p76"/>
            <p:cNvSpPr/>
            <p:nvPr/>
          </p:nvSpPr>
          <p:spPr>
            <a:xfrm>
              <a:off x="2251897" y="3241345"/>
              <a:ext cx="878688" cy="867427"/>
            </a:xfrm>
            <a:custGeom>
              <a:rect b="b" l="l" r="r" t="t"/>
              <a:pathLst>
                <a:path extrusionOk="0" h="23573" w="23879">
                  <a:moveTo>
                    <a:pt x="2615" y="0"/>
                  </a:moveTo>
                  <a:cubicBezTo>
                    <a:pt x="1318" y="0"/>
                    <a:pt x="0" y="1402"/>
                    <a:pt x="1240" y="3305"/>
                  </a:cubicBezTo>
                  <a:cubicBezTo>
                    <a:pt x="1240" y="3305"/>
                    <a:pt x="3400" y="6906"/>
                    <a:pt x="6690" y="10922"/>
                  </a:cubicBezTo>
                  <a:cubicBezTo>
                    <a:pt x="9985" y="14936"/>
                    <a:pt x="20623" y="22862"/>
                    <a:pt x="22141" y="23460"/>
                  </a:cubicBezTo>
                  <a:cubicBezTo>
                    <a:pt x="22323" y="23531"/>
                    <a:pt x="22542" y="23573"/>
                    <a:pt x="22750" y="23573"/>
                  </a:cubicBezTo>
                  <a:cubicBezTo>
                    <a:pt x="23358" y="23573"/>
                    <a:pt x="23879" y="23221"/>
                    <a:pt x="23148" y="22256"/>
                  </a:cubicBezTo>
                  <a:cubicBezTo>
                    <a:pt x="22168" y="20962"/>
                    <a:pt x="5095" y="1683"/>
                    <a:pt x="3737" y="430"/>
                  </a:cubicBezTo>
                  <a:cubicBezTo>
                    <a:pt x="3416" y="134"/>
                    <a:pt x="3016" y="0"/>
                    <a:pt x="2615"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6" name="Google Shape;3986;p76"/>
            <p:cNvSpPr/>
            <p:nvPr/>
          </p:nvSpPr>
          <p:spPr>
            <a:xfrm>
              <a:off x="3111192" y="3835588"/>
              <a:ext cx="300452" cy="358408"/>
            </a:xfrm>
            <a:custGeom>
              <a:rect b="b" l="l" r="r" t="t"/>
              <a:pathLst>
                <a:path extrusionOk="0" h="9740" w="8165">
                  <a:moveTo>
                    <a:pt x="6842" y="0"/>
                  </a:moveTo>
                  <a:lnTo>
                    <a:pt x="1" y="8842"/>
                  </a:lnTo>
                  <a:lnTo>
                    <a:pt x="1159" y="9740"/>
                  </a:lnTo>
                  <a:lnTo>
                    <a:pt x="8164" y="684"/>
                  </a:lnTo>
                  <a:cubicBezTo>
                    <a:pt x="8164" y="684"/>
                    <a:pt x="8023" y="625"/>
                    <a:pt x="6842" y="0"/>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7" name="Google Shape;3987;p76"/>
            <p:cNvSpPr/>
            <p:nvPr/>
          </p:nvSpPr>
          <p:spPr>
            <a:xfrm>
              <a:off x="2957084" y="3830584"/>
              <a:ext cx="405876" cy="330368"/>
            </a:xfrm>
            <a:custGeom>
              <a:rect b="b" l="l" r="r" t="t"/>
              <a:pathLst>
                <a:path extrusionOk="0" h="8978" w="11030">
                  <a:moveTo>
                    <a:pt x="10538" y="1"/>
                  </a:moveTo>
                  <a:cubicBezTo>
                    <a:pt x="9199" y="1"/>
                    <a:pt x="6980" y="2424"/>
                    <a:pt x="5547" y="3946"/>
                  </a:cubicBezTo>
                  <a:cubicBezTo>
                    <a:pt x="5094" y="4430"/>
                    <a:pt x="4589" y="4603"/>
                    <a:pt x="4098" y="4603"/>
                  </a:cubicBezTo>
                  <a:cubicBezTo>
                    <a:pt x="2864" y="4603"/>
                    <a:pt x="1723" y="3509"/>
                    <a:pt x="1723" y="3509"/>
                  </a:cubicBezTo>
                  <a:lnTo>
                    <a:pt x="0" y="5732"/>
                  </a:lnTo>
                  <a:lnTo>
                    <a:pt x="4189" y="8978"/>
                  </a:lnTo>
                  <a:lnTo>
                    <a:pt x="11030" y="136"/>
                  </a:lnTo>
                  <a:cubicBezTo>
                    <a:pt x="11008" y="122"/>
                    <a:pt x="10985" y="109"/>
                    <a:pt x="10958" y="99"/>
                  </a:cubicBezTo>
                  <a:cubicBezTo>
                    <a:pt x="10831" y="32"/>
                    <a:pt x="10690" y="1"/>
                    <a:pt x="10538"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8" name="Google Shape;3988;p76"/>
            <p:cNvSpPr/>
            <p:nvPr/>
          </p:nvSpPr>
          <p:spPr>
            <a:xfrm>
              <a:off x="3207160" y="3834595"/>
              <a:ext cx="104836" cy="174751"/>
            </a:xfrm>
            <a:custGeom>
              <a:rect b="b" l="l" r="r" t="t"/>
              <a:pathLst>
                <a:path extrusionOk="0" h="4749" w="2849">
                  <a:moveTo>
                    <a:pt x="2790" y="0"/>
                  </a:moveTo>
                  <a:cubicBezTo>
                    <a:pt x="2780" y="13"/>
                    <a:pt x="1554" y="1490"/>
                    <a:pt x="779" y="2598"/>
                  </a:cubicBezTo>
                  <a:cubicBezTo>
                    <a:pt x="1" y="3723"/>
                    <a:pt x="561" y="4735"/>
                    <a:pt x="565" y="4748"/>
                  </a:cubicBezTo>
                  <a:lnTo>
                    <a:pt x="629" y="4712"/>
                  </a:lnTo>
                  <a:cubicBezTo>
                    <a:pt x="624" y="4699"/>
                    <a:pt x="87" y="3728"/>
                    <a:pt x="843" y="2638"/>
                  </a:cubicBezTo>
                  <a:cubicBezTo>
                    <a:pt x="1608" y="1536"/>
                    <a:pt x="2835" y="63"/>
                    <a:pt x="2849" y="45"/>
                  </a:cubicBezTo>
                  <a:lnTo>
                    <a:pt x="279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9" name="Google Shape;3989;p76"/>
            <p:cNvSpPr/>
            <p:nvPr/>
          </p:nvSpPr>
          <p:spPr>
            <a:xfrm>
              <a:off x="2988288" y="3964011"/>
              <a:ext cx="185018" cy="89455"/>
            </a:xfrm>
            <a:custGeom>
              <a:rect b="b" l="l" r="r" t="t"/>
              <a:pathLst>
                <a:path extrusionOk="0" h="2431" w="5028">
                  <a:moveTo>
                    <a:pt x="4959" y="1"/>
                  </a:moveTo>
                  <a:cubicBezTo>
                    <a:pt x="4954" y="15"/>
                    <a:pt x="4485" y="1578"/>
                    <a:pt x="3482" y="2226"/>
                  </a:cubicBezTo>
                  <a:cubicBezTo>
                    <a:pt x="3338" y="2319"/>
                    <a:pt x="3165" y="2358"/>
                    <a:pt x="2973" y="2358"/>
                  </a:cubicBezTo>
                  <a:cubicBezTo>
                    <a:pt x="1839" y="2358"/>
                    <a:pt x="66" y="969"/>
                    <a:pt x="46" y="954"/>
                  </a:cubicBezTo>
                  <a:lnTo>
                    <a:pt x="0" y="1008"/>
                  </a:lnTo>
                  <a:cubicBezTo>
                    <a:pt x="87" y="1077"/>
                    <a:pt x="1814" y="2430"/>
                    <a:pt x="2968" y="2430"/>
                  </a:cubicBezTo>
                  <a:cubicBezTo>
                    <a:pt x="3177" y="2430"/>
                    <a:pt x="3364" y="2390"/>
                    <a:pt x="3523" y="2289"/>
                  </a:cubicBezTo>
                  <a:cubicBezTo>
                    <a:pt x="4548" y="1624"/>
                    <a:pt x="5023" y="38"/>
                    <a:pt x="5028" y="19"/>
                  </a:cubicBezTo>
                  <a:lnTo>
                    <a:pt x="495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0" name="Google Shape;3990;p76"/>
            <p:cNvSpPr/>
            <p:nvPr/>
          </p:nvSpPr>
          <p:spPr>
            <a:xfrm>
              <a:off x="3000358" y="3987010"/>
              <a:ext cx="62593" cy="23550"/>
            </a:xfrm>
            <a:custGeom>
              <a:rect b="b" l="l" r="r" t="t"/>
              <a:pathLst>
                <a:path extrusionOk="0" h="640" w="1701">
                  <a:moveTo>
                    <a:pt x="1677" y="0"/>
                  </a:moveTo>
                  <a:lnTo>
                    <a:pt x="0" y="566"/>
                  </a:lnTo>
                  <a:lnTo>
                    <a:pt x="23" y="639"/>
                  </a:lnTo>
                  <a:lnTo>
                    <a:pt x="1700" y="69"/>
                  </a:lnTo>
                  <a:lnTo>
                    <a:pt x="167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1" name="Google Shape;3991;p76"/>
            <p:cNvSpPr/>
            <p:nvPr/>
          </p:nvSpPr>
          <p:spPr>
            <a:xfrm>
              <a:off x="3030053" y="3974756"/>
              <a:ext cx="11260" cy="53908"/>
            </a:xfrm>
            <a:custGeom>
              <a:rect b="b" l="l" r="r" t="t"/>
              <a:pathLst>
                <a:path extrusionOk="0" h="1465" w="306">
                  <a:moveTo>
                    <a:pt x="232" y="1"/>
                  </a:moveTo>
                  <a:lnTo>
                    <a:pt x="1" y="1455"/>
                  </a:lnTo>
                  <a:lnTo>
                    <a:pt x="73" y="1464"/>
                  </a:lnTo>
                  <a:lnTo>
                    <a:pt x="306" y="15"/>
                  </a:lnTo>
                  <a:lnTo>
                    <a:pt x="23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2" name="Google Shape;3992;p76"/>
            <p:cNvSpPr/>
            <p:nvPr/>
          </p:nvSpPr>
          <p:spPr>
            <a:xfrm>
              <a:off x="3045619" y="3998601"/>
              <a:ext cx="58398" cy="39116"/>
            </a:xfrm>
            <a:custGeom>
              <a:rect b="b" l="l" r="r" t="t"/>
              <a:pathLst>
                <a:path extrusionOk="0" h="1063" w="1587">
                  <a:moveTo>
                    <a:pt x="1547" y="0"/>
                  </a:moveTo>
                  <a:lnTo>
                    <a:pt x="1" y="1002"/>
                  </a:lnTo>
                  <a:lnTo>
                    <a:pt x="42" y="1063"/>
                  </a:lnTo>
                  <a:lnTo>
                    <a:pt x="1587" y="64"/>
                  </a:lnTo>
                  <a:lnTo>
                    <a:pt x="154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3" name="Google Shape;3993;p76"/>
            <p:cNvSpPr/>
            <p:nvPr/>
          </p:nvSpPr>
          <p:spPr>
            <a:xfrm>
              <a:off x="3073806" y="3994737"/>
              <a:ext cx="6256" cy="53688"/>
            </a:xfrm>
            <a:custGeom>
              <a:rect b="b" l="l" r="r" t="t"/>
              <a:pathLst>
                <a:path extrusionOk="0" h="1459" w="170">
                  <a:moveTo>
                    <a:pt x="97" y="0"/>
                  </a:moveTo>
                  <a:lnTo>
                    <a:pt x="1" y="1454"/>
                  </a:lnTo>
                  <a:lnTo>
                    <a:pt x="74" y="1459"/>
                  </a:lnTo>
                  <a:lnTo>
                    <a:pt x="169" y="5"/>
                  </a:lnTo>
                  <a:lnTo>
                    <a:pt x="9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4" name="Google Shape;3994;p76"/>
            <p:cNvSpPr/>
            <p:nvPr/>
          </p:nvSpPr>
          <p:spPr>
            <a:xfrm>
              <a:off x="1590241" y="2939643"/>
              <a:ext cx="849654" cy="441055"/>
            </a:xfrm>
            <a:custGeom>
              <a:rect b="b" l="l" r="r" t="t"/>
              <a:pathLst>
                <a:path extrusionOk="0" h="11986" w="23090">
                  <a:moveTo>
                    <a:pt x="4820" y="0"/>
                  </a:moveTo>
                  <a:cubicBezTo>
                    <a:pt x="4814" y="0"/>
                    <a:pt x="4809" y="0"/>
                    <a:pt x="4804" y="0"/>
                  </a:cubicBezTo>
                  <a:cubicBezTo>
                    <a:pt x="3136" y="42"/>
                    <a:pt x="1" y="520"/>
                    <a:pt x="1486" y="4723"/>
                  </a:cubicBezTo>
                  <a:cubicBezTo>
                    <a:pt x="1486" y="4723"/>
                    <a:pt x="4421" y="7247"/>
                    <a:pt x="10497" y="8921"/>
                  </a:cubicBezTo>
                  <a:cubicBezTo>
                    <a:pt x="15370" y="10260"/>
                    <a:pt x="18841" y="11986"/>
                    <a:pt x="20701" y="11986"/>
                  </a:cubicBezTo>
                  <a:cubicBezTo>
                    <a:pt x="21158" y="11986"/>
                    <a:pt x="21518" y="11882"/>
                    <a:pt x="21777" y="11641"/>
                  </a:cubicBezTo>
                  <a:cubicBezTo>
                    <a:pt x="23090" y="10425"/>
                    <a:pt x="21436" y="8620"/>
                    <a:pt x="19252" y="7120"/>
                  </a:cubicBezTo>
                  <a:cubicBezTo>
                    <a:pt x="17076" y="5621"/>
                    <a:pt x="6535" y="0"/>
                    <a:pt x="4820"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5" name="Google Shape;3995;p76"/>
            <p:cNvSpPr/>
            <p:nvPr/>
          </p:nvSpPr>
          <p:spPr>
            <a:xfrm>
              <a:off x="1611399" y="2921023"/>
              <a:ext cx="772674" cy="499158"/>
            </a:xfrm>
            <a:custGeom>
              <a:rect b="b" l="l" r="r" t="t"/>
              <a:pathLst>
                <a:path extrusionOk="0" h="13565" w="20998">
                  <a:moveTo>
                    <a:pt x="4497" y="1"/>
                  </a:moveTo>
                  <a:cubicBezTo>
                    <a:pt x="3480" y="1"/>
                    <a:pt x="1" y="2049"/>
                    <a:pt x="2320" y="6017"/>
                  </a:cubicBezTo>
                  <a:cubicBezTo>
                    <a:pt x="2320" y="6017"/>
                    <a:pt x="5970" y="9991"/>
                    <a:pt x="11025" y="11655"/>
                  </a:cubicBezTo>
                  <a:cubicBezTo>
                    <a:pt x="13905" y="12603"/>
                    <a:pt x="15533" y="13068"/>
                    <a:pt x="16694" y="13565"/>
                  </a:cubicBezTo>
                  <a:lnTo>
                    <a:pt x="20997" y="7999"/>
                  </a:lnTo>
                  <a:cubicBezTo>
                    <a:pt x="17889" y="5885"/>
                    <a:pt x="5295" y="365"/>
                    <a:pt x="4685" y="37"/>
                  </a:cubicBezTo>
                  <a:cubicBezTo>
                    <a:pt x="4640" y="13"/>
                    <a:pt x="4576" y="1"/>
                    <a:pt x="4497" y="1"/>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6" name="Google Shape;3996;p76"/>
            <p:cNvSpPr/>
            <p:nvPr/>
          </p:nvSpPr>
          <p:spPr>
            <a:xfrm>
              <a:off x="1867289" y="2399639"/>
              <a:ext cx="522856" cy="497171"/>
            </a:xfrm>
            <a:custGeom>
              <a:rect b="b" l="l" r="r" t="t"/>
              <a:pathLst>
                <a:path extrusionOk="0" h="13511" w="14209">
                  <a:moveTo>
                    <a:pt x="1883" y="1"/>
                  </a:moveTo>
                  <a:cubicBezTo>
                    <a:pt x="1413" y="1"/>
                    <a:pt x="985" y="162"/>
                    <a:pt x="735" y="615"/>
                  </a:cubicBezTo>
                  <a:cubicBezTo>
                    <a:pt x="1" y="1955"/>
                    <a:pt x="2535" y="4357"/>
                    <a:pt x="2836" y="4954"/>
                  </a:cubicBezTo>
                  <a:cubicBezTo>
                    <a:pt x="3137" y="5552"/>
                    <a:pt x="9731" y="12220"/>
                    <a:pt x="10939" y="13085"/>
                  </a:cubicBezTo>
                  <a:cubicBezTo>
                    <a:pt x="11335" y="13368"/>
                    <a:pt x="11844" y="13511"/>
                    <a:pt x="12327" y="13511"/>
                  </a:cubicBezTo>
                  <a:cubicBezTo>
                    <a:pt x="13324" y="13511"/>
                    <a:pt x="14209" y="12902"/>
                    <a:pt x="13751" y="11659"/>
                  </a:cubicBezTo>
                  <a:cubicBezTo>
                    <a:pt x="13076" y="9818"/>
                    <a:pt x="4111" y="857"/>
                    <a:pt x="4111" y="857"/>
                  </a:cubicBezTo>
                  <a:cubicBezTo>
                    <a:pt x="3871" y="610"/>
                    <a:pt x="2797" y="1"/>
                    <a:pt x="1883"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7" name="Google Shape;3997;p76"/>
            <p:cNvSpPr/>
            <p:nvPr/>
          </p:nvSpPr>
          <p:spPr>
            <a:xfrm>
              <a:off x="2199534" y="2746272"/>
              <a:ext cx="659448" cy="145129"/>
            </a:xfrm>
            <a:custGeom>
              <a:rect b="b" l="l" r="r" t="t"/>
              <a:pathLst>
                <a:path extrusionOk="0" h="3944" w="17921">
                  <a:moveTo>
                    <a:pt x="16605" y="1"/>
                  </a:moveTo>
                  <a:cubicBezTo>
                    <a:pt x="16600" y="1"/>
                    <a:pt x="16595" y="1"/>
                    <a:pt x="16591" y="1"/>
                  </a:cubicBezTo>
                  <a:cubicBezTo>
                    <a:pt x="16591" y="1"/>
                    <a:pt x="4034" y="129"/>
                    <a:pt x="2699" y="598"/>
                  </a:cubicBezTo>
                  <a:cubicBezTo>
                    <a:pt x="1363" y="1063"/>
                    <a:pt x="0" y="2567"/>
                    <a:pt x="1914" y="3688"/>
                  </a:cubicBezTo>
                  <a:cubicBezTo>
                    <a:pt x="2219" y="3867"/>
                    <a:pt x="2762" y="3943"/>
                    <a:pt x="3466" y="3943"/>
                  </a:cubicBezTo>
                  <a:cubicBezTo>
                    <a:pt x="7175" y="3943"/>
                    <a:pt x="15347" y="1812"/>
                    <a:pt x="16527" y="1268"/>
                  </a:cubicBezTo>
                  <a:cubicBezTo>
                    <a:pt x="17921" y="625"/>
                    <a:pt x="17310" y="1"/>
                    <a:pt x="16605"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8" name="Google Shape;3998;p76"/>
            <p:cNvSpPr/>
            <p:nvPr/>
          </p:nvSpPr>
          <p:spPr>
            <a:xfrm>
              <a:off x="2749951" y="2725555"/>
              <a:ext cx="275282" cy="83236"/>
            </a:xfrm>
            <a:custGeom>
              <a:rect b="b" l="l" r="r" t="t"/>
              <a:pathLst>
                <a:path extrusionOk="0" h="2262" w="7481">
                  <a:moveTo>
                    <a:pt x="3844" y="1"/>
                  </a:moveTo>
                  <a:cubicBezTo>
                    <a:pt x="2521" y="1"/>
                    <a:pt x="240" y="563"/>
                    <a:pt x="124" y="1220"/>
                  </a:cubicBezTo>
                  <a:cubicBezTo>
                    <a:pt x="1" y="1935"/>
                    <a:pt x="2262" y="1963"/>
                    <a:pt x="3046" y="2173"/>
                  </a:cubicBezTo>
                  <a:cubicBezTo>
                    <a:pt x="3271" y="2233"/>
                    <a:pt x="3610" y="2261"/>
                    <a:pt x="3976" y="2261"/>
                  </a:cubicBezTo>
                  <a:cubicBezTo>
                    <a:pt x="4874" y="2261"/>
                    <a:pt x="5935" y="2093"/>
                    <a:pt x="5880" y="1831"/>
                  </a:cubicBezTo>
                  <a:cubicBezTo>
                    <a:pt x="5846" y="1678"/>
                    <a:pt x="5589" y="1642"/>
                    <a:pt x="5277" y="1642"/>
                  </a:cubicBezTo>
                  <a:cubicBezTo>
                    <a:pt x="5000" y="1642"/>
                    <a:pt x="4679" y="1671"/>
                    <a:pt x="4434" y="1671"/>
                  </a:cubicBezTo>
                  <a:cubicBezTo>
                    <a:pt x="4298" y="1671"/>
                    <a:pt x="4186" y="1662"/>
                    <a:pt x="4117" y="1635"/>
                  </a:cubicBezTo>
                  <a:cubicBezTo>
                    <a:pt x="3784" y="1503"/>
                    <a:pt x="3757" y="1312"/>
                    <a:pt x="3902" y="1247"/>
                  </a:cubicBezTo>
                  <a:cubicBezTo>
                    <a:pt x="3902" y="1247"/>
                    <a:pt x="4424" y="988"/>
                    <a:pt x="4972" y="988"/>
                  </a:cubicBezTo>
                  <a:cubicBezTo>
                    <a:pt x="5010" y="988"/>
                    <a:pt x="5048" y="990"/>
                    <a:pt x="5087" y="992"/>
                  </a:cubicBezTo>
                  <a:cubicBezTo>
                    <a:pt x="5453" y="1017"/>
                    <a:pt x="6306" y="1125"/>
                    <a:pt x="6878" y="1125"/>
                  </a:cubicBezTo>
                  <a:cubicBezTo>
                    <a:pt x="7233" y="1125"/>
                    <a:pt x="7481" y="1084"/>
                    <a:pt x="7439" y="956"/>
                  </a:cubicBezTo>
                  <a:cubicBezTo>
                    <a:pt x="7325" y="628"/>
                    <a:pt x="5406" y="145"/>
                    <a:pt x="4194" y="17"/>
                  </a:cubicBezTo>
                  <a:cubicBezTo>
                    <a:pt x="4088" y="6"/>
                    <a:pt x="3970" y="1"/>
                    <a:pt x="3844"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9" name="Google Shape;3999;p76"/>
            <p:cNvSpPr/>
            <p:nvPr/>
          </p:nvSpPr>
          <p:spPr>
            <a:xfrm>
              <a:off x="1628952" y="2391949"/>
              <a:ext cx="302475" cy="199332"/>
            </a:xfrm>
            <a:custGeom>
              <a:rect b="b" l="l" r="r" t="t"/>
              <a:pathLst>
                <a:path extrusionOk="0" h="5417" w="8220">
                  <a:moveTo>
                    <a:pt x="7213" y="0"/>
                  </a:moveTo>
                  <a:cubicBezTo>
                    <a:pt x="6384" y="0"/>
                    <a:pt x="5662" y="59"/>
                    <a:pt x="5662" y="59"/>
                  </a:cubicBezTo>
                  <a:lnTo>
                    <a:pt x="3857" y="31"/>
                  </a:lnTo>
                  <a:cubicBezTo>
                    <a:pt x="3857" y="31"/>
                    <a:pt x="1345" y="305"/>
                    <a:pt x="1" y="469"/>
                  </a:cubicBezTo>
                  <a:cubicBezTo>
                    <a:pt x="106" y="1316"/>
                    <a:pt x="312" y="2155"/>
                    <a:pt x="808" y="2934"/>
                  </a:cubicBezTo>
                  <a:cubicBezTo>
                    <a:pt x="1771" y="4259"/>
                    <a:pt x="3532" y="5417"/>
                    <a:pt x="5040" y="5417"/>
                  </a:cubicBezTo>
                  <a:cubicBezTo>
                    <a:pt x="5700" y="5417"/>
                    <a:pt x="6312" y="5194"/>
                    <a:pt x="6787" y="4667"/>
                  </a:cubicBezTo>
                  <a:cubicBezTo>
                    <a:pt x="7887" y="3395"/>
                    <a:pt x="8095" y="1741"/>
                    <a:pt x="8219" y="36"/>
                  </a:cubicBezTo>
                  <a:cubicBezTo>
                    <a:pt x="7893" y="10"/>
                    <a:pt x="7544" y="0"/>
                    <a:pt x="7213"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0" name="Google Shape;4000;p76"/>
            <p:cNvSpPr/>
            <p:nvPr/>
          </p:nvSpPr>
          <p:spPr>
            <a:xfrm>
              <a:off x="1549322" y="2393237"/>
              <a:ext cx="491247" cy="541770"/>
            </a:xfrm>
            <a:custGeom>
              <a:rect b="b" l="l" r="r" t="t"/>
              <a:pathLst>
                <a:path extrusionOk="0" h="14723" w="13350">
                  <a:moveTo>
                    <a:pt x="10383" y="1"/>
                  </a:moveTo>
                  <a:cubicBezTo>
                    <a:pt x="10259" y="1706"/>
                    <a:pt x="10051" y="3360"/>
                    <a:pt x="8951" y="4632"/>
                  </a:cubicBezTo>
                  <a:cubicBezTo>
                    <a:pt x="8476" y="5159"/>
                    <a:pt x="7864" y="5382"/>
                    <a:pt x="7204" y="5382"/>
                  </a:cubicBezTo>
                  <a:cubicBezTo>
                    <a:pt x="5696" y="5382"/>
                    <a:pt x="3935" y="4224"/>
                    <a:pt x="2972" y="2899"/>
                  </a:cubicBezTo>
                  <a:cubicBezTo>
                    <a:pt x="2476" y="2120"/>
                    <a:pt x="2270" y="1281"/>
                    <a:pt x="2165" y="434"/>
                  </a:cubicBezTo>
                  <a:cubicBezTo>
                    <a:pt x="1988" y="457"/>
                    <a:pt x="1832" y="475"/>
                    <a:pt x="1704" y="493"/>
                  </a:cubicBezTo>
                  <a:cubicBezTo>
                    <a:pt x="602" y="639"/>
                    <a:pt x="0" y="1929"/>
                    <a:pt x="133" y="3465"/>
                  </a:cubicBezTo>
                  <a:cubicBezTo>
                    <a:pt x="261" y="5005"/>
                    <a:pt x="1750" y="7827"/>
                    <a:pt x="2220" y="8829"/>
                  </a:cubicBezTo>
                  <a:cubicBezTo>
                    <a:pt x="2685" y="9832"/>
                    <a:pt x="3469" y="14462"/>
                    <a:pt x="3469" y="14462"/>
                  </a:cubicBezTo>
                  <a:lnTo>
                    <a:pt x="9508" y="14723"/>
                  </a:lnTo>
                  <a:cubicBezTo>
                    <a:pt x="9508" y="14723"/>
                    <a:pt x="9672" y="14536"/>
                    <a:pt x="9744" y="13555"/>
                  </a:cubicBezTo>
                  <a:cubicBezTo>
                    <a:pt x="9813" y="12575"/>
                    <a:pt x="10565" y="10215"/>
                    <a:pt x="11955" y="7129"/>
                  </a:cubicBezTo>
                  <a:cubicBezTo>
                    <a:pt x="13350" y="4048"/>
                    <a:pt x="12375" y="885"/>
                    <a:pt x="11696" y="324"/>
                  </a:cubicBezTo>
                  <a:cubicBezTo>
                    <a:pt x="11467" y="137"/>
                    <a:pt x="10957" y="42"/>
                    <a:pt x="10383" y="1"/>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1" name="Google Shape;4001;p76"/>
            <p:cNvSpPr/>
            <p:nvPr/>
          </p:nvSpPr>
          <p:spPr>
            <a:xfrm>
              <a:off x="1598778" y="2401958"/>
              <a:ext cx="202460" cy="227997"/>
            </a:xfrm>
            <a:custGeom>
              <a:rect b="b" l="l" r="r" t="t"/>
              <a:pathLst>
                <a:path extrusionOk="0" h="6196" w="5502">
                  <a:moveTo>
                    <a:pt x="2489" y="1"/>
                  </a:moveTo>
                  <a:lnTo>
                    <a:pt x="1" y="352"/>
                  </a:lnTo>
                  <a:lnTo>
                    <a:pt x="1214" y="6195"/>
                  </a:lnTo>
                  <a:lnTo>
                    <a:pt x="5502" y="5123"/>
                  </a:lnTo>
                  <a:cubicBezTo>
                    <a:pt x="3483" y="4837"/>
                    <a:pt x="2489" y="1"/>
                    <a:pt x="2489" y="1"/>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2" name="Google Shape;4002;p76"/>
            <p:cNvSpPr/>
            <p:nvPr/>
          </p:nvSpPr>
          <p:spPr>
            <a:xfrm>
              <a:off x="1727569" y="2172672"/>
              <a:ext cx="112932" cy="263139"/>
            </a:xfrm>
            <a:custGeom>
              <a:rect b="b" l="l" r="r" t="t"/>
              <a:pathLst>
                <a:path extrusionOk="0" h="7151" w="3069">
                  <a:moveTo>
                    <a:pt x="1001" y="1"/>
                  </a:moveTo>
                  <a:cubicBezTo>
                    <a:pt x="857" y="1"/>
                    <a:pt x="697" y="26"/>
                    <a:pt x="520" y="83"/>
                  </a:cubicBezTo>
                  <a:lnTo>
                    <a:pt x="1" y="6474"/>
                  </a:lnTo>
                  <a:cubicBezTo>
                    <a:pt x="1" y="6474"/>
                    <a:pt x="648" y="7057"/>
                    <a:pt x="1537" y="7143"/>
                  </a:cubicBezTo>
                  <a:cubicBezTo>
                    <a:pt x="1592" y="7148"/>
                    <a:pt x="1646" y="7151"/>
                    <a:pt x="1699" y="7151"/>
                  </a:cubicBezTo>
                  <a:cubicBezTo>
                    <a:pt x="2503" y="7151"/>
                    <a:pt x="3068" y="6606"/>
                    <a:pt x="3068" y="6606"/>
                  </a:cubicBezTo>
                  <a:lnTo>
                    <a:pt x="2280" y="1301"/>
                  </a:lnTo>
                  <a:cubicBezTo>
                    <a:pt x="2280" y="1301"/>
                    <a:pt x="2038" y="1"/>
                    <a:pt x="1001"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3" name="Google Shape;4003;p76"/>
            <p:cNvSpPr/>
            <p:nvPr/>
          </p:nvSpPr>
          <p:spPr>
            <a:xfrm>
              <a:off x="1751267" y="2168330"/>
              <a:ext cx="66603" cy="94496"/>
            </a:xfrm>
            <a:custGeom>
              <a:rect b="b" l="l" r="r" t="t"/>
              <a:pathLst>
                <a:path extrusionOk="0" h="2568" w="1810">
                  <a:moveTo>
                    <a:pt x="653" y="0"/>
                  </a:moveTo>
                  <a:cubicBezTo>
                    <a:pt x="0" y="0"/>
                    <a:pt x="82" y="489"/>
                    <a:pt x="82" y="489"/>
                  </a:cubicBezTo>
                  <a:cubicBezTo>
                    <a:pt x="82" y="489"/>
                    <a:pt x="1153" y="2475"/>
                    <a:pt x="1809" y="2567"/>
                  </a:cubicBezTo>
                  <a:lnTo>
                    <a:pt x="1631" y="1150"/>
                  </a:lnTo>
                  <a:cubicBezTo>
                    <a:pt x="1631" y="1150"/>
                    <a:pt x="1418" y="33"/>
                    <a:pt x="707" y="1"/>
                  </a:cubicBezTo>
                  <a:cubicBezTo>
                    <a:pt x="688" y="1"/>
                    <a:pt x="670" y="0"/>
                    <a:pt x="653" y="0"/>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4" name="Google Shape;4004;p76"/>
            <p:cNvSpPr/>
            <p:nvPr/>
          </p:nvSpPr>
          <p:spPr>
            <a:xfrm>
              <a:off x="1539019" y="2901410"/>
              <a:ext cx="490474" cy="441018"/>
            </a:xfrm>
            <a:custGeom>
              <a:rect b="b" l="l" r="r" t="t"/>
              <a:pathLst>
                <a:path extrusionOk="0" h="11985" w="13329">
                  <a:moveTo>
                    <a:pt x="3886" y="0"/>
                  </a:moveTo>
                  <a:cubicBezTo>
                    <a:pt x="3886" y="0"/>
                    <a:pt x="983" y="4304"/>
                    <a:pt x="398" y="7854"/>
                  </a:cubicBezTo>
                  <a:cubicBezTo>
                    <a:pt x="0" y="10298"/>
                    <a:pt x="3298" y="11984"/>
                    <a:pt x="6345" y="11984"/>
                  </a:cubicBezTo>
                  <a:cubicBezTo>
                    <a:pt x="7723" y="11984"/>
                    <a:pt x="9051" y="11639"/>
                    <a:pt x="9961" y="10862"/>
                  </a:cubicBezTo>
                  <a:cubicBezTo>
                    <a:pt x="13329" y="7991"/>
                    <a:pt x="12117" y="5798"/>
                    <a:pt x="11506" y="3397"/>
                  </a:cubicBezTo>
                  <a:cubicBezTo>
                    <a:pt x="10945" y="1199"/>
                    <a:pt x="9929" y="0"/>
                    <a:pt x="9929"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5" name="Google Shape;4005;p76"/>
            <p:cNvSpPr/>
            <p:nvPr/>
          </p:nvSpPr>
          <p:spPr>
            <a:xfrm>
              <a:off x="1630350" y="2927573"/>
              <a:ext cx="114367" cy="66272"/>
            </a:xfrm>
            <a:custGeom>
              <a:rect b="b" l="l" r="r" t="t"/>
              <a:pathLst>
                <a:path extrusionOk="0" h="1801" w="3108">
                  <a:moveTo>
                    <a:pt x="3021" y="0"/>
                  </a:moveTo>
                  <a:cubicBezTo>
                    <a:pt x="3021" y="6"/>
                    <a:pt x="2975" y="557"/>
                    <a:pt x="2028" y="1291"/>
                  </a:cubicBezTo>
                  <a:cubicBezTo>
                    <a:pt x="1595" y="1625"/>
                    <a:pt x="1141" y="1716"/>
                    <a:pt x="776" y="1716"/>
                  </a:cubicBezTo>
                  <a:cubicBezTo>
                    <a:pt x="345" y="1716"/>
                    <a:pt x="37" y="1589"/>
                    <a:pt x="32" y="1586"/>
                  </a:cubicBezTo>
                  <a:lnTo>
                    <a:pt x="0" y="1664"/>
                  </a:lnTo>
                  <a:cubicBezTo>
                    <a:pt x="5" y="1668"/>
                    <a:pt x="328" y="1801"/>
                    <a:pt x="779" y="1801"/>
                  </a:cubicBezTo>
                  <a:cubicBezTo>
                    <a:pt x="1162" y="1801"/>
                    <a:pt x="1631" y="1706"/>
                    <a:pt x="2083" y="1359"/>
                  </a:cubicBezTo>
                  <a:cubicBezTo>
                    <a:pt x="3063" y="598"/>
                    <a:pt x="3103" y="28"/>
                    <a:pt x="3108" y="6"/>
                  </a:cubicBezTo>
                  <a:lnTo>
                    <a:pt x="3021"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6" name="Google Shape;4006;p76"/>
            <p:cNvSpPr/>
            <p:nvPr/>
          </p:nvSpPr>
          <p:spPr>
            <a:xfrm>
              <a:off x="1665197" y="2926064"/>
              <a:ext cx="262035" cy="3238"/>
            </a:xfrm>
            <a:custGeom>
              <a:rect b="b" l="l" r="r" t="t"/>
              <a:pathLst>
                <a:path extrusionOk="0" h="88" w="7121">
                  <a:moveTo>
                    <a:pt x="0" y="1"/>
                  </a:moveTo>
                  <a:lnTo>
                    <a:pt x="0" y="87"/>
                  </a:lnTo>
                  <a:lnTo>
                    <a:pt x="7120" y="87"/>
                  </a:lnTo>
                  <a:lnTo>
                    <a:pt x="7120"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7" name="Google Shape;4007;p76"/>
            <p:cNvSpPr/>
            <p:nvPr/>
          </p:nvSpPr>
          <p:spPr>
            <a:xfrm>
              <a:off x="2188237" y="3402408"/>
              <a:ext cx="922329" cy="827465"/>
            </a:xfrm>
            <a:custGeom>
              <a:rect b="b" l="l" r="r" t="t"/>
              <a:pathLst>
                <a:path extrusionOk="0" h="22487" w="25065">
                  <a:moveTo>
                    <a:pt x="2661" y="1"/>
                  </a:moveTo>
                  <a:cubicBezTo>
                    <a:pt x="1333" y="1"/>
                    <a:pt x="1" y="1495"/>
                    <a:pt x="1369" y="3377"/>
                  </a:cubicBezTo>
                  <a:cubicBezTo>
                    <a:pt x="1369" y="3377"/>
                    <a:pt x="3712" y="6854"/>
                    <a:pt x="7213" y="10692"/>
                  </a:cubicBezTo>
                  <a:cubicBezTo>
                    <a:pt x="10713" y="14530"/>
                    <a:pt x="21756" y="21886"/>
                    <a:pt x="23301" y="22406"/>
                  </a:cubicBezTo>
                  <a:cubicBezTo>
                    <a:pt x="23460" y="22458"/>
                    <a:pt x="23644" y="22487"/>
                    <a:pt x="23824" y="22487"/>
                  </a:cubicBezTo>
                  <a:cubicBezTo>
                    <a:pt x="24471" y="22487"/>
                    <a:pt x="25064" y="22117"/>
                    <a:pt x="24245" y="21148"/>
                  </a:cubicBezTo>
                  <a:cubicBezTo>
                    <a:pt x="23196" y="19903"/>
                    <a:pt x="5134" y="1549"/>
                    <a:pt x="3712" y="373"/>
                  </a:cubicBezTo>
                  <a:cubicBezTo>
                    <a:pt x="3401" y="117"/>
                    <a:pt x="3031" y="1"/>
                    <a:pt x="2661"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8" name="Google Shape;4008;p76"/>
            <p:cNvSpPr/>
            <p:nvPr/>
          </p:nvSpPr>
          <p:spPr>
            <a:xfrm>
              <a:off x="3079362" y="3926809"/>
              <a:ext cx="284113" cy="368821"/>
            </a:xfrm>
            <a:custGeom>
              <a:rect b="b" l="l" r="r" t="t"/>
              <a:pathLst>
                <a:path extrusionOk="0" h="10023" w="7721">
                  <a:moveTo>
                    <a:pt x="6367" y="0"/>
                  </a:moveTo>
                  <a:lnTo>
                    <a:pt x="1" y="9194"/>
                  </a:lnTo>
                  <a:lnTo>
                    <a:pt x="1204" y="10023"/>
                  </a:lnTo>
                  <a:lnTo>
                    <a:pt x="7721" y="616"/>
                  </a:lnTo>
                  <a:cubicBezTo>
                    <a:pt x="7721" y="616"/>
                    <a:pt x="7575" y="561"/>
                    <a:pt x="6367" y="0"/>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9" name="Google Shape;4009;p76"/>
            <p:cNvSpPr/>
            <p:nvPr/>
          </p:nvSpPr>
          <p:spPr>
            <a:xfrm>
              <a:off x="2918998" y="3922725"/>
              <a:ext cx="394653" cy="342401"/>
            </a:xfrm>
            <a:custGeom>
              <a:rect b="b" l="l" r="r" t="t"/>
              <a:pathLst>
                <a:path extrusionOk="0" h="9305" w="10725">
                  <a:moveTo>
                    <a:pt x="10278" y="1"/>
                  </a:moveTo>
                  <a:cubicBezTo>
                    <a:pt x="8941" y="1"/>
                    <a:pt x="6816" y="2586"/>
                    <a:pt x="5447" y="4209"/>
                  </a:cubicBezTo>
                  <a:cubicBezTo>
                    <a:pt x="4987" y="4752"/>
                    <a:pt x="4450" y="4940"/>
                    <a:pt x="3925" y="4940"/>
                  </a:cubicBezTo>
                  <a:cubicBezTo>
                    <a:pt x="2732" y="4940"/>
                    <a:pt x="1605" y="3967"/>
                    <a:pt x="1605" y="3967"/>
                  </a:cubicBezTo>
                  <a:lnTo>
                    <a:pt x="1" y="6282"/>
                  </a:lnTo>
                  <a:lnTo>
                    <a:pt x="4359" y="9305"/>
                  </a:lnTo>
                  <a:lnTo>
                    <a:pt x="10725" y="111"/>
                  </a:lnTo>
                  <a:cubicBezTo>
                    <a:pt x="10697" y="102"/>
                    <a:pt x="10676" y="89"/>
                    <a:pt x="10648" y="79"/>
                  </a:cubicBezTo>
                  <a:cubicBezTo>
                    <a:pt x="10533" y="26"/>
                    <a:pt x="10409" y="1"/>
                    <a:pt x="10278"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0" name="Google Shape;4010;p76"/>
            <p:cNvSpPr/>
            <p:nvPr/>
          </p:nvSpPr>
          <p:spPr>
            <a:xfrm>
              <a:off x="3165063" y="3928649"/>
              <a:ext cx="97624" cy="178836"/>
            </a:xfrm>
            <a:custGeom>
              <a:rect b="b" l="l" r="r" t="t"/>
              <a:pathLst>
                <a:path extrusionOk="0" h="4860" w="2653">
                  <a:moveTo>
                    <a:pt x="2594" y="0"/>
                  </a:moveTo>
                  <a:cubicBezTo>
                    <a:pt x="2580" y="15"/>
                    <a:pt x="1435" y="1555"/>
                    <a:pt x="724" y="2699"/>
                  </a:cubicBezTo>
                  <a:cubicBezTo>
                    <a:pt x="0" y="3866"/>
                    <a:pt x="615" y="4845"/>
                    <a:pt x="619" y="4859"/>
                  </a:cubicBezTo>
                  <a:lnTo>
                    <a:pt x="684" y="4818"/>
                  </a:lnTo>
                  <a:cubicBezTo>
                    <a:pt x="680" y="4809"/>
                    <a:pt x="87" y="3866"/>
                    <a:pt x="784" y="2739"/>
                  </a:cubicBezTo>
                  <a:cubicBezTo>
                    <a:pt x="1495" y="1596"/>
                    <a:pt x="2639" y="59"/>
                    <a:pt x="2653" y="46"/>
                  </a:cubicBezTo>
                  <a:lnTo>
                    <a:pt x="259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1" name="Google Shape;4011;p76"/>
            <p:cNvSpPr/>
            <p:nvPr/>
          </p:nvSpPr>
          <p:spPr>
            <a:xfrm>
              <a:off x="2948032" y="4065168"/>
              <a:ext cx="182994" cy="93318"/>
            </a:xfrm>
            <a:custGeom>
              <a:rect b="b" l="l" r="r" t="t"/>
              <a:pathLst>
                <a:path extrusionOk="0" h="2536" w="4973">
                  <a:moveTo>
                    <a:pt x="4900" y="1"/>
                  </a:moveTo>
                  <a:cubicBezTo>
                    <a:pt x="4895" y="19"/>
                    <a:pt x="4512" y="1600"/>
                    <a:pt x="3542" y="2302"/>
                  </a:cubicBezTo>
                  <a:cubicBezTo>
                    <a:pt x="3385" y="2416"/>
                    <a:pt x="3186" y="2463"/>
                    <a:pt x="2964" y="2463"/>
                  </a:cubicBezTo>
                  <a:cubicBezTo>
                    <a:pt x="1827" y="2463"/>
                    <a:pt x="65" y="1228"/>
                    <a:pt x="46" y="1213"/>
                  </a:cubicBezTo>
                  <a:lnTo>
                    <a:pt x="0" y="1272"/>
                  </a:lnTo>
                  <a:cubicBezTo>
                    <a:pt x="91" y="1332"/>
                    <a:pt x="1805" y="2535"/>
                    <a:pt x="2958" y="2535"/>
                  </a:cubicBezTo>
                  <a:cubicBezTo>
                    <a:pt x="3200" y="2535"/>
                    <a:pt x="3414" y="2485"/>
                    <a:pt x="3587" y="2361"/>
                  </a:cubicBezTo>
                  <a:cubicBezTo>
                    <a:pt x="4576" y="1646"/>
                    <a:pt x="4969" y="32"/>
                    <a:pt x="4973" y="19"/>
                  </a:cubicBezTo>
                  <a:lnTo>
                    <a:pt x="490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2" name="Google Shape;4012;p76"/>
            <p:cNvSpPr/>
            <p:nvPr/>
          </p:nvSpPr>
          <p:spPr>
            <a:xfrm>
              <a:off x="2960616" y="4093833"/>
              <a:ext cx="61415" cy="26715"/>
            </a:xfrm>
            <a:custGeom>
              <a:rect b="b" l="l" r="r" t="t"/>
              <a:pathLst>
                <a:path extrusionOk="0" h="726" w="1669">
                  <a:moveTo>
                    <a:pt x="1641" y="0"/>
                  </a:moveTo>
                  <a:lnTo>
                    <a:pt x="1" y="657"/>
                  </a:lnTo>
                  <a:lnTo>
                    <a:pt x="28" y="726"/>
                  </a:lnTo>
                  <a:lnTo>
                    <a:pt x="1669" y="69"/>
                  </a:lnTo>
                  <a:lnTo>
                    <a:pt x="164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3" name="Google Shape;4013;p76"/>
            <p:cNvSpPr/>
            <p:nvPr/>
          </p:nvSpPr>
          <p:spPr>
            <a:xfrm>
              <a:off x="2991122" y="4082978"/>
              <a:ext cx="8574" cy="53982"/>
            </a:xfrm>
            <a:custGeom>
              <a:rect b="b" l="l" r="r" t="t"/>
              <a:pathLst>
                <a:path extrusionOk="0" h="1467" w="233">
                  <a:moveTo>
                    <a:pt x="161" y="0"/>
                  </a:moveTo>
                  <a:lnTo>
                    <a:pt x="1" y="1463"/>
                  </a:lnTo>
                  <a:lnTo>
                    <a:pt x="74" y="1467"/>
                  </a:lnTo>
                  <a:lnTo>
                    <a:pt x="233" y="9"/>
                  </a:lnTo>
                  <a:lnTo>
                    <a:pt x="16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4" name="Google Shape;4014;p76"/>
            <p:cNvSpPr/>
            <p:nvPr/>
          </p:nvSpPr>
          <p:spPr>
            <a:xfrm>
              <a:off x="3007239" y="4103400"/>
              <a:ext cx="56374" cy="41986"/>
            </a:xfrm>
            <a:custGeom>
              <a:rect b="b" l="l" r="r" t="t"/>
              <a:pathLst>
                <a:path extrusionOk="0" h="1141" w="1532">
                  <a:moveTo>
                    <a:pt x="1490" y="1"/>
                  </a:moveTo>
                  <a:lnTo>
                    <a:pt x="0" y="1080"/>
                  </a:lnTo>
                  <a:lnTo>
                    <a:pt x="41" y="1141"/>
                  </a:lnTo>
                  <a:lnTo>
                    <a:pt x="1532" y="60"/>
                  </a:lnTo>
                  <a:lnTo>
                    <a:pt x="149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5" name="Google Shape;4015;p76"/>
            <p:cNvSpPr/>
            <p:nvPr/>
          </p:nvSpPr>
          <p:spPr>
            <a:xfrm>
              <a:off x="3035904" y="4100861"/>
              <a:ext cx="3569" cy="53761"/>
            </a:xfrm>
            <a:custGeom>
              <a:rect b="b" l="l" r="r" t="t"/>
              <a:pathLst>
                <a:path extrusionOk="0" h="1461" w="97">
                  <a:moveTo>
                    <a:pt x="19" y="1"/>
                  </a:moveTo>
                  <a:lnTo>
                    <a:pt x="0" y="1456"/>
                  </a:lnTo>
                  <a:lnTo>
                    <a:pt x="73" y="1460"/>
                  </a:lnTo>
                  <a:lnTo>
                    <a:pt x="9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6" name="Google Shape;4016;p76"/>
            <p:cNvSpPr/>
            <p:nvPr/>
          </p:nvSpPr>
          <p:spPr>
            <a:xfrm>
              <a:off x="1544133" y="3137135"/>
              <a:ext cx="841964" cy="409814"/>
            </a:xfrm>
            <a:custGeom>
              <a:rect b="b" l="l" r="r" t="t"/>
              <a:pathLst>
                <a:path extrusionOk="0" h="11137" w="22881">
                  <a:moveTo>
                    <a:pt x="4136" y="1"/>
                  </a:moveTo>
                  <a:cubicBezTo>
                    <a:pt x="4113" y="1"/>
                    <a:pt x="4091" y="2"/>
                    <a:pt x="4070" y="3"/>
                  </a:cubicBezTo>
                  <a:cubicBezTo>
                    <a:pt x="2407" y="126"/>
                    <a:pt x="0" y="1758"/>
                    <a:pt x="1468" y="5212"/>
                  </a:cubicBezTo>
                  <a:cubicBezTo>
                    <a:pt x="1468" y="5212"/>
                    <a:pt x="4066" y="7259"/>
                    <a:pt x="10219" y="8607"/>
                  </a:cubicBezTo>
                  <a:cubicBezTo>
                    <a:pt x="15007" y="9654"/>
                    <a:pt x="18498" y="11137"/>
                    <a:pt x="20400" y="11137"/>
                  </a:cubicBezTo>
                  <a:cubicBezTo>
                    <a:pt x="20941" y="11137"/>
                    <a:pt x="21354" y="11017"/>
                    <a:pt x="21631" y="10732"/>
                  </a:cubicBezTo>
                  <a:cubicBezTo>
                    <a:pt x="22880" y="9446"/>
                    <a:pt x="21130" y="7732"/>
                    <a:pt x="18869" y="6347"/>
                  </a:cubicBezTo>
                  <a:cubicBezTo>
                    <a:pt x="16636" y="4979"/>
                    <a:pt x="5997" y="1"/>
                    <a:pt x="4136"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7" name="Google Shape;4017;p76"/>
            <p:cNvSpPr/>
            <p:nvPr/>
          </p:nvSpPr>
          <p:spPr>
            <a:xfrm>
              <a:off x="1481541" y="3113658"/>
              <a:ext cx="832249" cy="485653"/>
            </a:xfrm>
            <a:custGeom>
              <a:rect b="b" l="l" r="r" t="t"/>
              <a:pathLst>
                <a:path extrusionOk="0" h="13198" w="22617">
                  <a:moveTo>
                    <a:pt x="5025" y="1"/>
                  </a:moveTo>
                  <a:cubicBezTo>
                    <a:pt x="3811" y="1"/>
                    <a:pt x="1" y="1482"/>
                    <a:pt x="3256" y="6133"/>
                  </a:cubicBezTo>
                  <a:cubicBezTo>
                    <a:pt x="3256" y="6133"/>
                    <a:pt x="7111" y="9916"/>
                    <a:pt x="12243" y="11311"/>
                  </a:cubicBezTo>
                  <a:cubicBezTo>
                    <a:pt x="15776" y="12268"/>
                    <a:pt x="17453" y="12623"/>
                    <a:pt x="18692" y="13197"/>
                  </a:cubicBezTo>
                  <a:lnTo>
                    <a:pt x="22617" y="7537"/>
                  </a:lnTo>
                  <a:cubicBezTo>
                    <a:pt x="22516" y="7468"/>
                    <a:pt x="22421" y="7404"/>
                    <a:pt x="22320" y="7337"/>
                  </a:cubicBezTo>
                  <a:cubicBezTo>
                    <a:pt x="19745" y="5545"/>
                    <a:pt x="5953" y="349"/>
                    <a:pt x="5302" y="44"/>
                  </a:cubicBezTo>
                  <a:cubicBezTo>
                    <a:pt x="5242" y="16"/>
                    <a:pt x="5147" y="1"/>
                    <a:pt x="5025"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8" name="Google Shape;4018;p76"/>
            <p:cNvSpPr/>
            <p:nvPr/>
          </p:nvSpPr>
          <p:spPr>
            <a:xfrm>
              <a:off x="1413686" y="2408176"/>
              <a:ext cx="270351" cy="564437"/>
            </a:xfrm>
            <a:custGeom>
              <a:rect b="b" l="l" r="r" t="t"/>
              <a:pathLst>
                <a:path extrusionOk="0" h="15339" w="7347">
                  <a:moveTo>
                    <a:pt x="5788" y="0"/>
                  </a:moveTo>
                  <a:cubicBezTo>
                    <a:pt x="4261" y="5"/>
                    <a:pt x="3705" y="1427"/>
                    <a:pt x="3331" y="1983"/>
                  </a:cubicBezTo>
                  <a:cubicBezTo>
                    <a:pt x="2952" y="2535"/>
                    <a:pt x="300" y="11527"/>
                    <a:pt x="127" y="13004"/>
                  </a:cubicBezTo>
                  <a:cubicBezTo>
                    <a:pt x="0" y="14091"/>
                    <a:pt x="769" y="15339"/>
                    <a:pt x="1698" y="15339"/>
                  </a:cubicBezTo>
                  <a:cubicBezTo>
                    <a:pt x="2034" y="15339"/>
                    <a:pt x="2391" y="15175"/>
                    <a:pt x="2734" y="14781"/>
                  </a:cubicBezTo>
                  <a:cubicBezTo>
                    <a:pt x="4019" y="13300"/>
                    <a:pt x="7195" y="2626"/>
                    <a:pt x="7195" y="2626"/>
                  </a:cubicBezTo>
                  <a:cubicBezTo>
                    <a:pt x="7346" y="2120"/>
                    <a:pt x="7315" y="0"/>
                    <a:pt x="5788"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9" name="Google Shape;4019;p76"/>
            <p:cNvSpPr/>
            <p:nvPr/>
          </p:nvSpPr>
          <p:spPr>
            <a:xfrm>
              <a:off x="1377073" y="2827337"/>
              <a:ext cx="166398" cy="605429"/>
            </a:xfrm>
            <a:custGeom>
              <a:rect b="b" l="l" r="r" t="t"/>
              <a:pathLst>
                <a:path extrusionOk="0" h="16453" w="4522">
                  <a:moveTo>
                    <a:pt x="2743" y="1"/>
                  </a:moveTo>
                  <a:cubicBezTo>
                    <a:pt x="2376" y="1"/>
                    <a:pt x="1962" y="193"/>
                    <a:pt x="1518" y="665"/>
                  </a:cubicBezTo>
                  <a:cubicBezTo>
                    <a:pt x="1" y="2278"/>
                    <a:pt x="320" y="13942"/>
                    <a:pt x="638" y="15450"/>
                  </a:cubicBezTo>
                  <a:cubicBezTo>
                    <a:pt x="794" y="16186"/>
                    <a:pt x="1052" y="16453"/>
                    <a:pt x="1294" y="16453"/>
                  </a:cubicBezTo>
                  <a:cubicBezTo>
                    <a:pt x="1549" y="16453"/>
                    <a:pt x="1785" y="16154"/>
                    <a:pt x="1860" y="15796"/>
                  </a:cubicBezTo>
                  <a:cubicBezTo>
                    <a:pt x="1860" y="15796"/>
                    <a:pt x="4522" y="3523"/>
                    <a:pt x="4362" y="2118"/>
                  </a:cubicBezTo>
                  <a:cubicBezTo>
                    <a:pt x="4246" y="1122"/>
                    <a:pt x="3630" y="1"/>
                    <a:pt x="2743"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0" name="Google Shape;4020;p76"/>
            <p:cNvSpPr/>
            <p:nvPr/>
          </p:nvSpPr>
          <p:spPr>
            <a:xfrm>
              <a:off x="1387634" y="3348610"/>
              <a:ext cx="116096" cy="263102"/>
            </a:xfrm>
            <a:custGeom>
              <a:rect b="b" l="l" r="r" t="t"/>
              <a:pathLst>
                <a:path extrusionOk="0" h="7150" w="3155">
                  <a:moveTo>
                    <a:pt x="792" y="1"/>
                  </a:moveTo>
                  <a:cubicBezTo>
                    <a:pt x="749" y="1"/>
                    <a:pt x="706" y="10"/>
                    <a:pt x="662" y="31"/>
                  </a:cubicBezTo>
                  <a:cubicBezTo>
                    <a:pt x="0" y="340"/>
                    <a:pt x="142" y="3129"/>
                    <a:pt x="584" y="4269"/>
                  </a:cubicBezTo>
                  <a:cubicBezTo>
                    <a:pt x="1026" y="5404"/>
                    <a:pt x="2002" y="7132"/>
                    <a:pt x="2348" y="7149"/>
                  </a:cubicBezTo>
                  <a:cubicBezTo>
                    <a:pt x="2349" y="7149"/>
                    <a:pt x="2351" y="7149"/>
                    <a:pt x="2352" y="7149"/>
                  </a:cubicBezTo>
                  <a:cubicBezTo>
                    <a:pt x="2693" y="7149"/>
                    <a:pt x="1955" y="5429"/>
                    <a:pt x="1760" y="4875"/>
                  </a:cubicBezTo>
                  <a:cubicBezTo>
                    <a:pt x="1564" y="4315"/>
                    <a:pt x="1691" y="3663"/>
                    <a:pt x="1691" y="3663"/>
                  </a:cubicBezTo>
                  <a:cubicBezTo>
                    <a:pt x="1702" y="3592"/>
                    <a:pt x="1748" y="3548"/>
                    <a:pt x="1816" y="3548"/>
                  </a:cubicBezTo>
                  <a:cubicBezTo>
                    <a:pt x="1897" y="3548"/>
                    <a:pt x="2008" y="3612"/>
                    <a:pt x="2125" y="3768"/>
                  </a:cubicBezTo>
                  <a:cubicBezTo>
                    <a:pt x="2333" y="4053"/>
                    <a:pt x="2402" y="5414"/>
                    <a:pt x="2774" y="5414"/>
                  </a:cubicBezTo>
                  <a:cubicBezTo>
                    <a:pt x="2776" y="5414"/>
                    <a:pt x="2778" y="5413"/>
                    <a:pt x="2781" y="5413"/>
                  </a:cubicBezTo>
                  <a:cubicBezTo>
                    <a:pt x="3155" y="5390"/>
                    <a:pt x="2768" y="3285"/>
                    <a:pt x="2358" y="2587"/>
                  </a:cubicBezTo>
                  <a:cubicBezTo>
                    <a:pt x="1974" y="1936"/>
                    <a:pt x="1404" y="1"/>
                    <a:pt x="792"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1" name="Google Shape;4021;p76"/>
            <p:cNvSpPr/>
            <p:nvPr/>
          </p:nvSpPr>
          <p:spPr>
            <a:xfrm>
              <a:off x="1561539" y="1864456"/>
              <a:ext cx="495478" cy="329411"/>
            </a:xfrm>
            <a:custGeom>
              <a:rect b="b" l="l" r="r" t="t"/>
              <a:pathLst>
                <a:path extrusionOk="0" h="8952" w="13465">
                  <a:moveTo>
                    <a:pt x="4477" y="1"/>
                  </a:moveTo>
                  <a:cubicBezTo>
                    <a:pt x="2016" y="1"/>
                    <a:pt x="1" y="2016"/>
                    <a:pt x="1" y="4477"/>
                  </a:cubicBezTo>
                  <a:cubicBezTo>
                    <a:pt x="1" y="6938"/>
                    <a:pt x="2016" y="8952"/>
                    <a:pt x="4477" y="8952"/>
                  </a:cubicBezTo>
                  <a:lnTo>
                    <a:pt x="8989" y="8952"/>
                  </a:lnTo>
                  <a:cubicBezTo>
                    <a:pt x="11450" y="8952"/>
                    <a:pt x="13465" y="6938"/>
                    <a:pt x="13465" y="4477"/>
                  </a:cubicBezTo>
                  <a:cubicBezTo>
                    <a:pt x="13465" y="2016"/>
                    <a:pt x="11450" y="1"/>
                    <a:pt x="8989"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2" name="Google Shape;4022;p76"/>
            <p:cNvSpPr/>
            <p:nvPr/>
          </p:nvSpPr>
          <p:spPr>
            <a:xfrm>
              <a:off x="1712004" y="2011131"/>
              <a:ext cx="208163" cy="218099"/>
            </a:xfrm>
            <a:custGeom>
              <a:rect b="b" l="l" r="r" t="t"/>
              <a:pathLst>
                <a:path extrusionOk="0" h="5927" w="5657">
                  <a:moveTo>
                    <a:pt x="2740" y="0"/>
                  </a:moveTo>
                  <a:cubicBezTo>
                    <a:pt x="1802" y="0"/>
                    <a:pt x="1040" y="294"/>
                    <a:pt x="985" y="1224"/>
                  </a:cubicBezTo>
                  <a:cubicBezTo>
                    <a:pt x="907" y="2536"/>
                    <a:pt x="899" y="3165"/>
                    <a:pt x="899" y="3165"/>
                  </a:cubicBezTo>
                  <a:cubicBezTo>
                    <a:pt x="899" y="3165"/>
                    <a:pt x="768" y="2966"/>
                    <a:pt x="563" y="2966"/>
                  </a:cubicBezTo>
                  <a:cubicBezTo>
                    <a:pt x="497" y="2966"/>
                    <a:pt x="422" y="2987"/>
                    <a:pt x="342" y="3043"/>
                  </a:cubicBezTo>
                  <a:cubicBezTo>
                    <a:pt x="9" y="3270"/>
                    <a:pt x="1" y="4309"/>
                    <a:pt x="356" y="4524"/>
                  </a:cubicBezTo>
                  <a:cubicBezTo>
                    <a:pt x="459" y="4586"/>
                    <a:pt x="551" y="4607"/>
                    <a:pt x="630" y="4607"/>
                  </a:cubicBezTo>
                  <a:cubicBezTo>
                    <a:pt x="826" y="4607"/>
                    <a:pt x="943" y="4473"/>
                    <a:pt x="943" y="4473"/>
                  </a:cubicBezTo>
                  <a:cubicBezTo>
                    <a:pt x="943" y="4473"/>
                    <a:pt x="1454" y="5380"/>
                    <a:pt x="2703" y="5691"/>
                  </a:cubicBezTo>
                  <a:cubicBezTo>
                    <a:pt x="2703" y="5691"/>
                    <a:pt x="3795" y="5926"/>
                    <a:pt x="4544" y="5926"/>
                  </a:cubicBezTo>
                  <a:cubicBezTo>
                    <a:pt x="4755" y="5926"/>
                    <a:pt x="4939" y="5907"/>
                    <a:pt x="5064" y="5859"/>
                  </a:cubicBezTo>
                  <a:cubicBezTo>
                    <a:pt x="5624" y="5641"/>
                    <a:pt x="5657" y="4888"/>
                    <a:pt x="5483" y="3821"/>
                  </a:cubicBezTo>
                  <a:cubicBezTo>
                    <a:pt x="5310" y="2751"/>
                    <a:pt x="5356" y="386"/>
                    <a:pt x="3952" y="125"/>
                  </a:cubicBezTo>
                  <a:cubicBezTo>
                    <a:pt x="3542" y="50"/>
                    <a:pt x="3126" y="0"/>
                    <a:pt x="2740"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3" name="Google Shape;4023;p76"/>
            <p:cNvSpPr/>
            <p:nvPr/>
          </p:nvSpPr>
          <p:spPr>
            <a:xfrm>
              <a:off x="1787107" y="2094956"/>
              <a:ext cx="42979" cy="23624"/>
            </a:xfrm>
            <a:custGeom>
              <a:rect b="b" l="l" r="r" t="t"/>
              <a:pathLst>
                <a:path extrusionOk="0" h="642" w="1168">
                  <a:moveTo>
                    <a:pt x="560" y="0"/>
                  </a:moveTo>
                  <a:cubicBezTo>
                    <a:pt x="541" y="0"/>
                    <a:pt x="522" y="1"/>
                    <a:pt x="503" y="3"/>
                  </a:cubicBezTo>
                  <a:cubicBezTo>
                    <a:pt x="1" y="54"/>
                    <a:pt x="15" y="459"/>
                    <a:pt x="15" y="459"/>
                  </a:cubicBezTo>
                  <a:cubicBezTo>
                    <a:pt x="15" y="459"/>
                    <a:pt x="349" y="642"/>
                    <a:pt x="758" y="642"/>
                  </a:cubicBezTo>
                  <a:cubicBezTo>
                    <a:pt x="890" y="642"/>
                    <a:pt x="1029" y="623"/>
                    <a:pt x="1168" y="573"/>
                  </a:cubicBezTo>
                  <a:cubicBezTo>
                    <a:pt x="1168" y="573"/>
                    <a:pt x="1016" y="0"/>
                    <a:pt x="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4" name="Google Shape;4024;p76"/>
            <p:cNvSpPr/>
            <p:nvPr/>
          </p:nvSpPr>
          <p:spPr>
            <a:xfrm>
              <a:off x="1866627" y="2086014"/>
              <a:ext cx="29880" cy="26862"/>
            </a:xfrm>
            <a:custGeom>
              <a:rect b="b" l="l" r="r" t="t"/>
              <a:pathLst>
                <a:path extrusionOk="0" h="730" w="812">
                  <a:moveTo>
                    <a:pt x="527" y="1"/>
                  </a:moveTo>
                  <a:cubicBezTo>
                    <a:pt x="486" y="1"/>
                    <a:pt x="438" y="10"/>
                    <a:pt x="383" y="32"/>
                  </a:cubicBezTo>
                  <a:cubicBezTo>
                    <a:pt x="0" y="183"/>
                    <a:pt x="160" y="730"/>
                    <a:pt x="160" y="730"/>
                  </a:cubicBezTo>
                  <a:cubicBezTo>
                    <a:pt x="160" y="730"/>
                    <a:pt x="730" y="629"/>
                    <a:pt x="812" y="347"/>
                  </a:cubicBezTo>
                  <a:cubicBezTo>
                    <a:pt x="812" y="347"/>
                    <a:pt x="782" y="1"/>
                    <a:pt x="52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5" name="Google Shape;4025;p76"/>
            <p:cNvSpPr/>
            <p:nvPr/>
          </p:nvSpPr>
          <p:spPr>
            <a:xfrm>
              <a:off x="1786335" y="2093153"/>
              <a:ext cx="43752" cy="22925"/>
            </a:xfrm>
            <a:custGeom>
              <a:rect b="b" l="l" r="r" t="t"/>
              <a:pathLst>
                <a:path extrusionOk="0" h="623" w="1189">
                  <a:moveTo>
                    <a:pt x="550" y="0"/>
                  </a:moveTo>
                  <a:cubicBezTo>
                    <a:pt x="180" y="0"/>
                    <a:pt x="1" y="343"/>
                    <a:pt x="13" y="513"/>
                  </a:cubicBezTo>
                  <a:lnTo>
                    <a:pt x="36" y="508"/>
                  </a:lnTo>
                  <a:cubicBezTo>
                    <a:pt x="36" y="508"/>
                    <a:pt x="122" y="126"/>
                    <a:pt x="541" y="84"/>
                  </a:cubicBezTo>
                  <a:cubicBezTo>
                    <a:pt x="555" y="83"/>
                    <a:pt x="569" y="82"/>
                    <a:pt x="583" y="82"/>
                  </a:cubicBezTo>
                  <a:cubicBezTo>
                    <a:pt x="976" y="82"/>
                    <a:pt x="1189" y="622"/>
                    <a:pt x="1189" y="622"/>
                  </a:cubicBezTo>
                  <a:cubicBezTo>
                    <a:pt x="1189" y="622"/>
                    <a:pt x="1066" y="61"/>
                    <a:pt x="638" y="6"/>
                  </a:cubicBezTo>
                  <a:cubicBezTo>
                    <a:pt x="607" y="2"/>
                    <a:pt x="578" y="0"/>
                    <a:pt x="550"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6" name="Google Shape;4026;p76"/>
            <p:cNvSpPr/>
            <p:nvPr/>
          </p:nvSpPr>
          <p:spPr>
            <a:xfrm>
              <a:off x="1868135" y="2084395"/>
              <a:ext cx="28371" cy="28481"/>
            </a:xfrm>
            <a:custGeom>
              <a:rect b="b" l="l" r="r" t="t"/>
              <a:pathLst>
                <a:path extrusionOk="0" h="774" w="771">
                  <a:moveTo>
                    <a:pt x="466" y="1"/>
                  </a:moveTo>
                  <a:cubicBezTo>
                    <a:pt x="436" y="1"/>
                    <a:pt x="402" y="6"/>
                    <a:pt x="365" y="17"/>
                  </a:cubicBezTo>
                  <a:cubicBezTo>
                    <a:pt x="1" y="126"/>
                    <a:pt x="32" y="568"/>
                    <a:pt x="119" y="774"/>
                  </a:cubicBezTo>
                  <a:cubicBezTo>
                    <a:pt x="119" y="774"/>
                    <a:pt x="9" y="381"/>
                    <a:pt x="315" y="126"/>
                  </a:cubicBezTo>
                  <a:cubicBezTo>
                    <a:pt x="374" y="76"/>
                    <a:pt x="427" y="56"/>
                    <a:pt x="475" y="56"/>
                  </a:cubicBezTo>
                  <a:cubicBezTo>
                    <a:pt x="671" y="56"/>
                    <a:pt x="771" y="391"/>
                    <a:pt x="771" y="391"/>
                  </a:cubicBezTo>
                  <a:cubicBezTo>
                    <a:pt x="771" y="391"/>
                    <a:pt x="738" y="1"/>
                    <a:pt x="466"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7" name="Google Shape;4027;p76"/>
            <p:cNvSpPr/>
            <p:nvPr/>
          </p:nvSpPr>
          <p:spPr>
            <a:xfrm>
              <a:off x="1803409" y="2095545"/>
              <a:ext cx="13762" cy="18730"/>
            </a:xfrm>
            <a:custGeom>
              <a:rect b="b" l="l" r="r" t="t"/>
              <a:pathLst>
                <a:path extrusionOk="0" h="509" w="374">
                  <a:moveTo>
                    <a:pt x="164" y="0"/>
                  </a:moveTo>
                  <a:cubicBezTo>
                    <a:pt x="158" y="0"/>
                    <a:pt x="152" y="1"/>
                    <a:pt x="146" y="2"/>
                  </a:cubicBezTo>
                  <a:cubicBezTo>
                    <a:pt x="55" y="15"/>
                    <a:pt x="1" y="138"/>
                    <a:pt x="23" y="279"/>
                  </a:cubicBezTo>
                  <a:cubicBezTo>
                    <a:pt x="40" y="412"/>
                    <a:pt x="126" y="508"/>
                    <a:pt x="211" y="508"/>
                  </a:cubicBezTo>
                  <a:cubicBezTo>
                    <a:pt x="217" y="508"/>
                    <a:pt x="222" y="508"/>
                    <a:pt x="228" y="507"/>
                  </a:cubicBezTo>
                  <a:cubicBezTo>
                    <a:pt x="319" y="494"/>
                    <a:pt x="374" y="366"/>
                    <a:pt x="356" y="229"/>
                  </a:cubicBezTo>
                  <a:cubicBezTo>
                    <a:pt x="335" y="97"/>
                    <a:pt x="253" y="0"/>
                    <a:pt x="164"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8" name="Google Shape;4028;p76"/>
            <p:cNvSpPr/>
            <p:nvPr/>
          </p:nvSpPr>
          <p:spPr>
            <a:xfrm>
              <a:off x="1874023" y="2088480"/>
              <a:ext cx="13946" cy="18914"/>
            </a:xfrm>
            <a:custGeom>
              <a:rect b="b" l="l" r="r" t="t"/>
              <a:pathLst>
                <a:path extrusionOk="0" h="514" w="379">
                  <a:moveTo>
                    <a:pt x="167" y="1"/>
                  </a:moveTo>
                  <a:cubicBezTo>
                    <a:pt x="161" y="1"/>
                    <a:pt x="156" y="1"/>
                    <a:pt x="150" y="2"/>
                  </a:cubicBezTo>
                  <a:cubicBezTo>
                    <a:pt x="59" y="15"/>
                    <a:pt x="0" y="143"/>
                    <a:pt x="23" y="284"/>
                  </a:cubicBezTo>
                  <a:cubicBezTo>
                    <a:pt x="44" y="413"/>
                    <a:pt x="126" y="513"/>
                    <a:pt x="211" y="513"/>
                  </a:cubicBezTo>
                  <a:cubicBezTo>
                    <a:pt x="217" y="513"/>
                    <a:pt x="222" y="513"/>
                    <a:pt x="228" y="512"/>
                  </a:cubicBezTo>
                  <a:cubicBezTo>
                    <a:pt x="319" y="494"/>
                    <a:pt x="379" y="371"/>
                    <a:pt x="356" y="230"/>
                  </a:cubicBezTo>
                  <a:cubicBezTo>
                    <a:pt x="334" y="101"/>
                    <a:pt x="253" y="1"/>
                    <a:pt x="167"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9" name="Google Shape;4029;p76"/>
            <p:cNvSpPr/>
            <p:nvPr/>
          </p:nvSpPr>
          <p:spPr>
            <a:xfrm>
              <a:off x="1848486" y="2103787"/>
              <a:ext cx="26568" cy="48058"/>
            </a:xfrm>
            <a:custGeom>
              <a:rect b="b" l="l" r="r" t="t"/>
              <a:pathLst>
                <a:path extrusionOk="0" h="1306" w="722">
                  <a:moveTo>
                    <a:pt x="74" y="1"/>
                  </a:moveTo>
                  <a:cubicBezTo>
                    <a:pt x="74" y="1"/>
                    <a:pt x="1" y="716"/>
                    <a:pt x="156" y="784"/>
                  </a:cubicBezTo>
                  <a:cubicBezTo>
                    <a:pt x="261" y="829"/>
                    <a:pt x="446" y="836"/>
                    <a:pt x="550" y="836"/>
                  </a:cubicBezTo>
                  <a:cubicBezTo>
                    <a:pt x="596" y="836"/>
                    <a:pt x="625" y="834"/>
                    <a:pt x="625" y="834"/>
                  </a:cubicBezTo>
                  <a:lnTo>
                    <a:pt x="625" y="834"/>
                  </a:lnTo>
                  <a:lnTo>
                    <a:pt x="156" y="1267"/>
                  </a:lnTo>
                  <a:cubicBezTo>
                    <a:pt x="156" y="1267"/>
                    <a:pt x="146" y="1306"/>
                    <a:pt x="183" y="1306"/>
                  </a:cubicBezTo>
                  <a:cubicBezTo>
                    <a:pt x="189" y="1306"/>
                    <a:pt x="195" y="1305"/>
                    <a:pt x="202" y="1303"/>
                  </a:cubicBezTo>
                  <a:cubicBezTo>
                    <a:pt x="257" y="1290"/>
                    <a:pt x="722" y="825"/>
                    <a:pt x="717" y="811"/>
                  </a:cubicBezTo>
                  <a:cubicBezTo>
                    <a:pt x="717" y="798"/>
                    <a:pt x="225" y="780"/>
                    <a:pt x="175" y="697"/>
                  </a:cubicBezTo>
                  <a:cubicBezTo>
                    <a:pt x="129" y="615"/>
                    <a:pt x="110" y="18"/>
                    <a:pt x="74" y="1"/>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0" name="Google Shape;4030;p76"/>
            <p:cNvSpPr/>
            <p:nvPr/>
          </p:nvSpPr>
          <p:spPr>
            <a:xfrm>
              <a:off x="1835422" y="2164761"/>
              <a:ext cx="42501" cy="11996"/>
            </a:xfrm>
            <a:custGeom>
              <a:rect b="b" l="l" r="r" t="t"/>
              <a:pathLst>
                <a:path extrusionOk="0" h="326" w="1155">
                  <a:moveTo>
                    <a:pt x="684" y="0"/>
                  </a:moveTo>
                  <a:cubicBezTo>
                    <a:pt x="223" y="0"/>
                    <a:pt x="0" y="139"/>
                    <a:pt x="0" y="139"/>
                  </a:cubicBezTo>
                  <a:cubicBezTo>
                    <a:pt x="0" y="139"/>
                    <a:pt x="69" y="281"/>
                    <a:pt x="530" y="321"/>
                  </a:cubicBezTo>
                  <a:cubicBezTo>
                    <a:pt x="558" y="324"/>
                    <a:pt x="585" y="325"/>
                    <a:pt x="612" y="325"/>
                  </a:cubicBezTo>
                  <a:cubicBezTo>
                    <a:pt x="1014" y="325"/>
                    <a:pt x="1154" y="44"/>
                    <a:pt x="1154" y="44"/>
                  </a:cubicBezTo>
                  <a:cubicBezTo>
                    <a:pt x="977" y="12"/>
                    <a:pt x="820" y="0"/>
                    <a:pt x="684"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1" name="Google Shape;4031;p76"/>
            <p:cNvSpPr/>
            <p:nvPr/>
          </p:nvSpPr>
          <p:spPr>
            <a:xfrm>
              <a:off x="1835422" y="2170685"/>
              <a:ext cx="38969" cy="13468"/>
            </a:xfrm>
            <a:custGeom>
              <a:rect b="b" l="l" r="r" t="t"/>
              <a:pathLst>
                <a:path extrusionOk="0" h="366" w="1059">
                  <a:moveTo>
                    <a:pt x="1058" y="1"/>
                  </a:moveTo>
                  <a:cubicBezTo>
                    <a:pt x="1058" y="1"/>
                    <a:pt x="812" y="192"/>
                    <a:pt x="525" y="196"/>
                  </a:cubicBezTo>
                  <a:cubicBezTo>
                    <a:pt x="517" y="197"/>
                    <a:pt x="509" y="197"/>
                    <a:pt x="501" y="197"/>
                  </a:cubicBezTo>
                  <a:cubicBezTo>
                    <a:pt x="220" y="197"/>
                    <a:pt x="0" y="38"/>
                    <a:pt x="0" y="38"/>
                  </a:cubicBezTo>
                  <a:lnTo>
                    <a:pt x="0" y="38"/>
                  </a:lnTo>
                  <a:cubicBezTo>
                    <a:pt x="0" y="38"/>
                    <a:pt x="141" y="365"/>
                    <a:pt x="526" y="365"/>
                  </a:cubicBezTo>
                  <a:cubicBezTo>
                    <a:pt x="552" y="365"/>
                    <a:pt x="579" y="364"/>
                    <a:pt x="607" y="361"/>
                  </a:cubicBezTo>
                  <a:cubicBezTo>
                    <a:pt x="1054" y="311"/>
                    <a:pt x="1058" y="1"/>
                    <a:pt x="1058"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2" name="Google Shape;4032;p76"/>
            <p:cNvSpPr/>
            <p:nvPr/>
          </p:nvSpPr>
          <p:spPr>
            <a:xfrm>
              <a:off x="1823868" y="2157990"/>
              <a:ext cx="62114" cy="19981"/>
            </a:xfrm>
            <a:custGeom>
              <a:rect b="b" l="l" r="r" t="t"/>
              <a:pathLst>
                <a:path extrusionOk="0" h="543" w="1688">
                  <a:moveTo>
                    <a:pt x="1687" y="0"/>
                  </a:moveTo>
                  <a:cubicBezTo>
                    <a:pt x="1687" y="0"/>
                    <a:pt x="1353" y="474"/>
                    <a:pt x="848" y="482"/>
                  </a:cubicBezTo>
                  <a:cubicBezTo>
                    <a:pt x="843" y="483"/>
                    <a:pt x="837" y="483"/>
                    <a:pt x="832" y="483"/>
                  </a:cubicBezTo>
                  <a:cubicBezTo>
                    <a:pt x="340" y="483"/>
                    <a:pt x="0" y="41"/>
                    <a:pt x="0" y="40"/>
                  </a:cubicBezTo>
                  <a:lnTo>
                    <a:pt x="0" y="40"/>
                  </a:lnTo>
                  <a:cubicBezTo>
                    <a:pt x="14" y="109"/>
                    <a:pt x="278" y="524"/>
                    <a:pt x="839" y="541"/>
                  </a:cubicBezTo>
                  <a:cubicBezTo>
                    <a:pt x="850" y="542"/>
                    <a:pt x="861" y="542"/>
                    <a:pt x="872" y="542"/>
                  </a:cubicBezTo>
                  <a:cubicBezTo>
                    <a:pt x="1406" y="542"/>
                    <a:pt x="1687" y="0"/>
                    <a:pt x="1687"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3" name="Google Shape;4033;p76"/>
            <p:cNvSpPr/>
            <p:nvPr/>
          </p:nvSpPr>
          <p:spPr>
            <a:xfrm>
              <a:off x="1725104" y="2136132"/>
              <a:ext cx="19797" cy="38122"/>
            </a:xfrm>
            <a:custGeom>
              <a:rect b="b" l="l" r="r" t="t"/>
              <a:pathLst>
                <a:path extrusionOk="0" h="1036" w="538">
                  <a:moveTo>
                    <a:pt x="234" y="0"/>
                  </a:moveTo>
                  <a:cubicBezTo>
                    <a:pt x="117" y="0"/>
                    <a:pt x="12" y="131"/>
                    <a:pt x="0" y="147"/>
                  </a:cubicBezTo>
                  <a:lnTo>
                    <a:pt x="68" y="197"/>
                  </a:lnTo>
                  <a:cubicBezTo>
                    <a:pt x="93" y="168"/>
                    <a:pt x="172" y="85"/>
                    <a:pt x="233" y="85"/>
                  </a:cubicBezTo>
                  <a:cubicBezTo>
                    <a:pt x="239" y="85"/>
                    <a:pt x="245" y="86"/>
                    <a:pt x="251" y="88"/>
                  </a:cubicBezTo>
                  <a:cubicBezTo>
                    <a:pt x="282" y="96"/>
                    <a:pt x="341" y="142"/>
                    <a:pt x="369" y="352"/>
                  </a:cubicBezTo>
                  <a:cubicBezTo>
                    <a:pt x="442" y="867"/>
                    <a:pt x="246" y="954"/>
                    <a:pt x="246" y="954"/>
                  </a:cubicBezTo>
                  <a:lnTo>
                    <a:pt x="274" y="1036"/>
                  </a:lnTo>
                  <a:cubicBezTo>
                    <a:pt x="287" y="1032"/>
                    <a:pt x="537" y="931"/>
                    <a:pt x="455" y="342"/>
                  </a:cubicBezTo>
                  <a:cubicBezTo>
                    <a:pt x="428" y="138"/>
                    <a:pt x="369" y="28"/>
                    <a:pt x="274" y="6"/>
                  </a:cubicBezTo>
                  <a:cubicBezTo>
                    <a:pt x="260" y="2"/>
                    <a:pt x="247" y="0"/>
                    <a:pt x="234" y="0"/>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4" name="Google Shape;4034;p76"/>
            <p:cNvSpPr/>
            <p:nvPr/>
          </p:nvSpPr>
          <p:spPr>
            <a:xfrm>
              <a:off x="1777577" y="2077808"/>
              <a:ext cx="52216" cy="14093"/>
            </a:xfrm>
            <a:custGeom>
              <a:rect b="b" l="l" r="r" t="t"/>
              <a:pathLst>
                <a:path extrusionOk="0" h="383" w="1419">
                  <a:moveTo>
                    <a:pt x="746" y="0"/>
                  </a:moveTo>
                  <a:cubicBezTo>
                    <a:pt x="690" y="0"/>
                    <a:pt x="632" y="6"/>
                    <a:pt x="570" y="19"/>
                  </a:cubicBezTo>
                  <a:cubicBezTo>
                    <a:pt x="41" y="128"/>
                    <a:pt x="0" y="383"/>
                    <a:pt x="0" y="383"/>
                  </a:cubicBezTo>
                  <a:cubicBezTo>
                    <a:pt x="0" y="383"/>
                    <a:pt x="272" y="125"/>
                    <a:pt x="718" y="125"/>
                  </a:cubicBezTo>
                  <a:cubicBezTo>
                    <a:pt x="919" y="125"/>
                    <a:pt x="1155" y="177"/>
                    <a:pt x="1418" y="328"/>
                  </a:cubicBezTo>
                  <a:cubicBezTo>
                    <a:pt x="1418" y="328"/>
                    <a:pt x="1172" y="0"/>
                    <a:pt x="746"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5" name="Google Shape;4035;p76"/>
            <p:cNvSpPr/>
            <p:nvPr/>
          </p:nvSpPr>
          <p:spPr>
            <a:xfrm>
              <a:off x="1771689" y="2062537"/>
              <a:ext cx="52547" cy="52694"/>
            </a:xfrm>
            <a:custGeom>
              <a:rect b="b" l="l" r="r" t="t"/>
              <a:pathLst>
                <a:path extrusionOk="0" h="1432" w="1428">
                  <a:moveTo>
                    <a:pt x="999" y="1"/>
                  </a:moveTo>
                  <a:cubicBezTo>
                    <a:pt x="447" y="1"/>
                    <a:pt x="1" y="451"/>
                    <a:pt x="1" y="1002"/>
                  </a:cubicBezTo>
                  <a:cubicBezTo>
                    <a:pt x="1" y="1158"/>
                    <a:pt x="32" y="1299"/>
                    <a:pt x="97" y="1431"/>
                  </a:cubicBezTo>
                  <a:lnTo>
                    <a:pt x="1427" y="100"/>
                  </a:lnTo>
                  <a:cubicBezTo>
                    <a:pt x="1300" y="37"/>
                    <a:pt x="1154" y="1"/>
                    <a:pt x="999" y="1"/>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6" name="Google Shape;4036;p76"/>
            <p:cNvSpPr/>
            <p:nvPr/>
          </p:nvSpPr>
          <p:spPr>
            <a:xfrm>
              <a:off x="1775259" y="2066217"/>
              <a:ext cx="63034" cy="62924"/>
            </a:xfrm>
            <a:custGeom>
              <a:rect b="b" l="l" r="r" t="t"/>
              <a:pathLst>
                <a:path extrusionOk="0" h="1710" w="1713">
                  <a:moveTo>
                    <a:pt x="1330" y="0"/>
                  </a:moveTo>
                  <a:lnTo>
                    <a:pt x="0" y="1331"/>
                  </a:lnTo>
                  <a:cubicBezTo>
                    <a:pt x="72" y="1482"/>
                    <a:pt x="182" y="1613"/>
                    <a:pt x="314" y="1710"/>
                  </a:cubicBezTo>
                  <a:lnTo>
                    <a:pt x="1713" y="315"/>
                  </a:lnTo>
                  <a:cubicBezTo>
                    <a:pt x="1613" y="183"/>
                    <a:pt x="1485" y="73"/>
                    <a:pt x="1330"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7" name="Google Shape;4037;p76"/>
            <p:cNvSpPr/>
            <p:nvPr/>
          </p:nvSpPr>
          <p:spPr>
            <a:xfrm>
              <a:off x="1786776" y="2077808"/>
              <a:ext cx="57404" cy="57367"/>
            </a:xfrm>
            <a:custGeom>
              <a:rect b="b" l="l" r="r" t="t"/>
              <a:pathLst>
                <a:path extrusionOk="0" h="1559" w="1560">
                  <a:moveTo>
                    <a:pt x="1400" y="0"/>
                  </a:moveTo>
                  <a:lnTo>
                    <a:pt x="1" y="1395"/>
                  </a:lnTo>
                  <a:cubicBezTo>
                    <a:pt x="106" y="1472"/>
                    <a:pt x="224" y="1527"/>
                    <a:pt x="352" y="1559"/>
                  </a:cubicBezTo>
                  <a:lnTo>
                    <a:pt x="1560" y="347"/>
                  </a:lnTo>
                  <a:cubicBezTo>
                    <a:pt x="1528" y="219"/>
                    <a:pt x="1473" y="105"/>
                    <a:pt x="1400" y="0"/>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8" name="Google Shape;4038;p76"/>
            <p:cNvSpPr/>
            <p:nvPr/>
          </p:nvSpPr>
          <p:spPr>
            <a:xfrm>
              <a:off x="1799729" y="2090540"/>
              <a:ext cx="45629" cy="45666"/>
            </a:xfrm>
            <a:custGeom>
              <a:rect b="b" l="l" r="r" t="t"/>
              <a:pathLst>
                <a:path extrusionOk="0" h="1241" w="1240">
                  <a:moveTo>
                    <a:pt x="1208" y="1"/>
                  </a:moveTo>
                  <a:lnTo>
                    <a:pt x="0" y="1213"/>
                  </a:lnTo>
                  <a:cubicBezTo>
                    <a:pt x="78" y="1231"/>
                    <a:pt x="155" y="1240"/>
                    <a:pt x="237" y="1240"/>
                  </a:cubicBezTo>
                  <a:cubicBezTo>
                    <a:pt x="789" y="1240"/>
                    <a:pt x="1239" y="794"/>
                    <a:pt x="1239" y="241"/>
                  </a:cubicBezTo>
                  <a:cubicBezTo>
                    <a:pt x="1239" y="159"/>
                    <a:pt x="1226" y="77"/>
                    <a:pt x="1208"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9" name="Google Shape;4039;p76"/>
            <p:cNvSpPr/>
            <p:nvPr/>
          </p:nvSpPr>
          <p:spPr>
            <a:xfrm>
              <a:off x="1860776" y="2062537"/>
              <a:ext cx="54865" cy="54865"/>
            </a:xfrm>
            <a:custGeom>
              <a:rect b="b" l="l" r="r" t="t"/>
              <a:pathLst>
                <a:path extrusionOk="0" h="1491" w="1491">
                  <a:moveTo>
                    <a:pt x="998" y="1"/>
                  </a:moveTo>
                  <a:cubicBezTo>
                    <a:pt x="447" y="1"/>
                    <a:pt x="0" y="451"/>
                    <a:pt x="0" y="1002"/>
                  </a:cubicBezTo>
                  <a:cubicBezTo>
                    <a:pt x="0" y="1181"/>
                    <a:pt x="45" y="1349"/>
                    <a:pt x="127" y="1490"/>
                  </a:cubicBezTo>
                  <a:lnTo>
                    <a:pt x="1490" y="127"/>
                  </a:lnTo>
                  <a:cubicBezTo>
                    <a:pt x="1345" y="51"/>
                    <a:pt x="1176" y="1"/>
                    <a:pt x="998" y="1"/>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0" name="Google Shape;4040;p76"/>
            <p:cNvSpPr/>
            <p:nvPr/>
          </p:nvSpPr>
          <p:spPr>
            <a:xfrm>
              <a:off x="1865449" y="2067211"/>
              <a:ext cx="59391" cy="59612"/>
            </a:xfrm>
            <a:custGeom>
              <a:rect b="b" l="l" r="r" t="t"/>
              <a:pathLst>
                <a:path extrusionOk="0" h="1620" w="1614">
                  <a:moveTo>
                    <a:pt x="1363" y="0"/>
                  </a:moveTo>
                  <a:lnTo>
                    <a:pt x="0" y="1363"/>
                  </a:lnTo>
                  <a:cubicBezTo>
                    <a:pt x="55" y="1460"/>
                    <a:pt x="124" y="1546"/>
                    <a:pt x="206" y="1619"/>
                  </a:cubicBezTo>
                  <a:lnTo>
                    <a:pt x="1614" y="210"/>
                  </a:lnTo>
                  <a:cubicBezTo>
                    <a:pt x="1542" y="128"/>
                    <a:pt x="1460" y="55"/>
                    <a:pt x="1363"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1" name="Google Shape;4041;p76"/>
            <p:cNvSpPr/>
            <p:nvPr/>
          </p:nvSpPr>
          <p:spPr>
            <a:xfrm>
              <a:off x="1884400" y="2086309"/>
              <a:ext cx="49014" cy="49051"/>
            </a:xfrm>
            <a:custGeom>
              <a:rect b="b" l="l" r="r" t="t"/>
              <a:pathLst>
                <a:path extrusionOk="0" h="1333" w="1332">
                  <a:moveTo>
                    <a:pt x="1290" y="1"/>
                  </a:moveTo>
                  <a:lnTo>
                    <a:pt x="1" y="1292"/>
                  </a:lnTo>
                  <a:cubicBezTo>
                    <a:pt x="46" y="1309"/>
                    <a:pt x="91" y="1319"/>
                    <a:pt x="137" y="1332"/>
                  </a:cubicBezTo>
                  <a:lnTo>
                    <a:pt x="1332" y="138"/>
                  </a:lnTo>
                  <a:cubicBezTo>
                    <a:pt x="1322" y="93"/>
                    <a:pt x="1309" y="47"/>
                    <a:pt x="1290"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2" name="Google Shape;4042;p76"/>
            <p:cNvSpPr/>
            <p:nvPr/>
          </p:nvSpPr>
          <p:spPr>
            <a:xfrm>
              <a:off x="1889441" y="2091350"/>
              <a:ext cx="45003" cy="44856"/>
            </a:xfrm>
            <a:custGeom>
              <a:rect b="b" l="l" r="r" t="t"/>
              <a:pathLst>
                <a:path extrusionOk="0" h="1219" w="1223">
                  <a:moveTo>
                    <a:pt x="1195" y="1"/>
                  </a:moveTo>
                  <a:lnTo>
                    <a:pt x="0" y="1195"/>
                  </a:lnTo>
                  <a:cubicBezTo>
                    <a:pt x="74" y="1209"/>
                    <a:pt x="146" y="1218"/>
                    <a:pt x="219" y="1218"/>
                  </a:cubicBezTo>
                  <a:cubicBezTo>
                    <a:pt x="770" y="1218"/>
                    <a:pt x="1222" y="772"/>
                    <a:pt x="1222" y="219"/>
                  </a:cubicBezTo>
                  <a:cubicBezTo>
                    <a:pt x="1222" y="143"/>
                    <a:pt x="1212" y="70"/>
                    <a:pt x="1195" y="1"/>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3" name="Google Shape;4043;p76"/>
            <p:cNvSpPr/>
            <p:nvPr/>
          </p:nvSpPr>
          <p:spPr>
            <a:xfrm>
              <a:off x="1872993" y="2074938"/>
              <a:ext cx="58913" cy="58913"/>
            </a:xfrm>
            <a:custGeom>
              <a:rect b="b" l="l" r="r" t="t"/>
              <a:pathLst>
                <a:path extrusionOk="0" h="1601" w="1601">
                  <a:moveTo>
                    <a:pt x="1409" y="0"/>
                  </a:moveTo>
                  <a:lnTo>
                    <a:pt x="1" y="1409"/>
                  </a:lnTo>
                  <a:cubicBezTo>
                    <a:pt x="92" y="1491"/>
                    <a:pt x="197" y="1555"/>
                    <a:pt x="311" y="1601"/>
                  </a:cubicBezTo>
                  <a:lnTo>
                    <a:pt x="1600" y="310"/>
                  </a:lnTo>
                  <a:cubicBezTo>
                    <a:pt x="1555" y="196"/>
                    <a:pt x="1491" y="91"/>
                    <a:pt x="1409" y="0"/>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4" name="Google Shape;4044;p76"/>
            <p:cNvSpPr/>
            <p:nvPr/>
          </p:nvSpPr>
          <p:spPr>
            <a:xfrm>
              <a:off x="1845468" y="2098599"/>
              <a:ext cx="15676" cy="1693"/>
            </a:xfrm>
            <a:custGeom>
              <a:rect b="b" l="l" r="r" t="t"/>
              <a:pathLst>
                <a:path extrusionOk="0" h="46" w="426">
                  <a:moveTo>
                    <a:pt x="1" y="1"/>
                  </a:moveTo>
                  <a:lnTo>
                    <a:pt x="1" y="45"/>
                  </a:lnTo>
                  <a:lnTo>
                    <a:pt x="425" y="45"/>
                  </a:lnTo>
                  <a:lnTo>
                    <a:pt x="425" y="1"/>
                  </a:lnTo>
                  <a:close/>
                </a:path>
              </a:pathLst>
            </a:custGeom>
            <a:solidFill>
              <a:srgbClr val="4A7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5" name="Google Shape;4045;p76"/>
            <p:cNvSpPr/>
            <p:nvPr/>
          </p:nvSpPr>
          <p:spPr>
            <a:xfrm>
              <a:off x="1705969" y="2006164"/>
              <a:ext cx="158340" cy="121469"/>
            </a:xfrm>
            <a:custGeom>
              <a:rect b="b" l="l" r="r" t="t"/>
              <a:pathLst>
                <a:path extrusionOk="0" h="3301" w="4303">
                  <a:moveTo>
                    <a:pt x="2911" y="1"/>
                  </a:moveTo>
                  <a:cubicBezTo>
                    <a:pt x="1915" y="1"/>
                    <a:pt x="720" y="221"/>
                    <a:pt x="451" y="598"/>
                  </a:cubicBezTo>
                  <a:cubicBezTo>
                    <a:pt x="1" y="1232"/>
                    <a:pt x="451" y="3228"/>
                    <a:pt x="451" y="3228"/>
                  </a:cubicBezTo>
                  <a:cubicBezTo>
                    <a:pt x="451" y="3228"/>
                    <a:pt x="506" y="3178"/>
                    <a:pt x="670" y="3109"/>
                  </a:cubicBezTo>
                  <a:cubicBezTo>
                    <a:pt x="689" y="3100"/>
                    <a:pt x="709" y="3096"/>
                    <a:pt x="730" y="3096"/>
                  </a:cubicBezTo>
                  <a:cubicBezTo>
                    <a:pt x="882" y="3096"/>
                    <a:pt x="1063" y="3300"/>
                    <a:pt x="1063" y="3300"/>
                  </a:cubicBezTo>
                  <a:lnTo>
                    <a:pt x="1309" y="3228"/>
                  </a:lnTo>
                  <a:cubicBezTo>
                    <a:pt x="1549" y="3155"/>
                    <a:pt x="1528" y="2567"/>
                    <a:pt x="1719" y="1779"/>
                  </a:cubicBezTo>
                  <a:cubicBezTo>
                    <a:pt x="1868" y="1169"/>
                    <a:pt x="2470" y="1019"/>
                    <a:pt x="3044" y="1019"/>
                  </a:cubicBezTo>
                  <a:cubicBezTo>
                    <a:pt x="3208" y="1019"/>
                    <a:pt x="3370" y="1032"/>
                    <a:pt x="3518" y="1049"/>
                  </a:cubicBezTo>
                  <a:cubicBezTo>
                    <a:pt x="3549" y="1053"/>
                    <a:pt x="3578" y="1054"/>
                    <a:pt x="3606" y="1054"/>
                  </a:cubicBezTo>
                  <a:cubicBezTo>
                    <a:pt x="4195" y="1054"/>
                    <a:pt x="4303" y="311"/>
                    <a:pt x="4303" y="311"/>
                  </a:cubicBezTo>
                  <a:cubicBezTo>
                    <a:pt x="4148" y="98"/>
                    <a:pt x="3574" y="1"/>
                    <a:pt x="2911"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6" name="Google Shape;4046;p76"/>
            <p:cNvSpPr/>
            <p:nvPr/>
          </p:nvSpPr>
          <p:spPr>
            <a:xfrm>
              <a:off x="4179865" y="2428305"/>
              <a:ext cx="50523" cy="339494"/>
            </a:xfrm>
            <a:custGeom>
              <a:rect b="b" l="l" r="r" t="t"/>
              <a:pathLst>
                <a:path extrusionOk="0" h="9226" w="1373">
                  <a:moveTo>
                    <a:pt x="51" y="0"/>
                  </a:moveTo>
                  <a:cubicBezTo>
                    <a:pt x="23" y="0"/>
                    <a:pt x="0" y="23"/>
                    <a:pt x="0" y="51"/>
                  </a:cubicBezTo>
                  <a:lnTo>
                    <a:pt x="0" y="9180"/>
                  </a:lnTo>
                  <a:cubicBezTo>
                    <a:pt x="0" y="9203"/>
                    <a:pt x="23" y="9226"/>
                    <a:pt x="51" y="9226"/>
                  </a:cubicBezTo>
                  <a:lnTo>
                    <a:pt x="1327" y="9226"/>
                  </a:lnTo>
                  <a:cubicBezTo>
                    <a:pt x="1350" y="9226"/>
                    <a:pt x="1372" y="9203"/>
                    <a:pt x="1372" y="9180"/>
                  </a:cubicBezTo>
                  <a:lnTo>
                    <a:pt x="1372" y="51"/>
                  </a:lnTo>
                  <a:cubicBezTo>
                    <a:pt x="1372" y="23"/>
                    <a:pt x="1350" y="0"/>
                    <a:pt x="1327"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7" name="Google Shape;4047;p76"/>
            <p:cNvSpPr/>
            <p:nvPr/>
          </p:nvSpPr>
          <p:spPr>
            <a:xfrm>
              <a:off x="3971922" y="2219663"/>
              <a:ext cx="260821" cy="256184"/>
            </a:xfrm>
            <a:custGeom>
              <a:rect b="b" l="l" r="r" t="t"/>
              <a:pathLst>
                <a:path extrusionOk="0" h="6962" w="7088">
                  <a:moveTo>
                    <a:pt x="767" y="0"/>
                  </a:moveTo>
                  <a:cubicBezTo>
                    <a:pt x="604" y="0"/>
                    <a:pt x="440" y="63"/>
                    <a:pt x="314" y="188"/>
                  </a:cubicBezTo>
                  <a:lnTo>
                    <a:pt x="251" y="251"/>
                  </a:lnTo>
                  <a:cubicBezTo>
                    <a:pt x="1" y="497"/>
                    <a:pt x="1" y="908"/>
                    <a:pt x="251" y="1154"/>
                  </a:cubicBezTo>
                  <a:lnTo>
                    <a:pt x="5870" y="6774"/>
                  </a:lnTo>
                  <a:cubicBezTo>
                    <a:pt x="5993" y="6899"/>
                    <a:pt x="6156" y="6962"/>
                    <a:pt x="6320" y="6962"/>
                  </a:cubicBezTo>
                  <a:cubicBezTo>
                    <a:pt x="6483" y="6962"/>
                    <a:pt x="6647" y="6899"/>
                    <a:pt x="6773" y="6774"/>
                  </a:cubicBezTo>
                  <a:lnTo>
                    <a:pt x="6837" y="6709"/>
                  </a:lnTo>
                  <a:cubicBezTo>
                    <a:pt x="7088" y="6459"/>
                    <a:pt x="7088" y="6053"/>
                    <a:pt x="6837" y="5803"/>
                  </a:cubicBezTo>
                  <a:lnTo>
                    <a:pt x="1217" y="188"/>
                  </a:lnTo>
                  <a:cubicBezTo>
                    <a:pt x="1094" y="63"/>
                    <a:pt x="931" y="0"/>
                    <a:pt x="767"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8" name="Google Shape;4048;p76"/>
            <p:cNvSpPr/>
            <p:nvPr/>
          </p:nvSpPr>
          <p:spPr>
            <a:xfrm>
              <a:off x="2267646" y="2853610"/>
              <a:ext cx="2323173" cy="68811"/>
            </a:xfrm>
            <a:custGeom>
              <a:rect b="b" l="l" r="r" t="t"/>
              <a:pathLst>
                <a:path extrusionOk="0" h="1870" w="63134">
                  <a:moveTo>
                    <a:pt x="930" y="1"/>
                  </a:moveTo>
                  <a:cubicBezTo>
                    <a:pt x="415" y="1"/>
                    <a:pt x="0" y="420"/>
                    <a:pt x="0" y="935"/>
                  </a:cubicBezTo>
                  <a:cubicBezTo>
                    <a:pt x="0" y="1450"/>
                    <a:pt x="415" y="1869"/>
                    <a:pt x="930" y="1869"/>
                  </a:cubicBezTo>
                  <a:lnTo>
                    <a:pt x="62204" y="1869"/>
                  </a:lnTo>
                  <a:cubicBezTo>
                    <a:pt x="62718" y="1869"/>
                    <a:pt x="63133" y="1450"/>
                    <a:pt x="63133" y="935"/>
                  </a:cubicBezTo>
                  <a:cubicBezTo>
                    <a:pt x="63133" y="420"/>
                    <a:pt x="62718" y="1"/>
                    <a:pt x="62204"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9" name="Google Shape;4049;p76"/>
            <p:cNvSpPr/>
            <p:nvPr/>
          </p:nvSpPr>
          <p:spPr>
            <a:xfrm>
              <a:off x="2235117" y="2922385"/>
              <a:ext cx="525100" cy="1395251"/>
            </a:xfrm>
            <a:custGeom>
              <a:rect b="b" l="l" r="r" t="t"/>
              <a:pathLst>
                <a:path extrusionOk="0" h="37917" w="14270">
                  <a:moveTo>
                    <a:pt x="10369" y="0"/>
                  </a:moveTo>
                  <a:lnTo>
                    <a:pt x="0" y="37916"/>
                  </a:lnTo>
                  <a:lnTo>
                    <a:pt x="1700" y="37916"/>
                  </a:lnTo>
                  <a:lnTo>
                    <a:pt x="14269"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0" name="Google Shape;4050;p76"/>
            <p:cNvSpPr/>
            <p:nvPr/>
          </p:nvSpPr>
          <p:spPr>
            <a:xfrm>
              <a:off x="4065829" y="2922385"/>
              <a:ext cx="524990" cy="1395251"/>
            </a:xfrm>
            <a:custGeom>
              <a:rect b="b" l="l" r="r" t="t"/>
              <a:pathLst>
                <a:path extrusionOk="0" h="37917" w="14267">
                  <a:moveTo>
                    <a:pt x="0" y="0"/>
                  </a:moveTo>
                  <a:lnTo>
                    <a:pt x="12571" y="37916"/>
                  </a:lnTo>
                  <a:lnTo>
                    <a:pt x="14266" y="37916"/>
                  </a:lnTo>
                  <a:lnTo>
                    <a:pt x="3902"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1" name="Google Shape;4051;p76"/>
            <p:cNvSpPr/>
            <p:nvPr/>
          </p:nvSpPr>
          <p:spPr>
            <a:xfrm>
              <a:off x="2553084" y="2922385"/>
              <a:ext cx="207133" cy="232634"/>
            </a:xfrm>
            <a:custGeom>
              <a:rect b="b" l="l" r="r" t="t"/>
              <a:pathLst>
                <a:path extrusionOk="0" h="6322" w="5629">
                  <a:moveTo>
                    <a:pt x="1728" y="0"/>
                  </a:moveTo>
                  <a:lnTo>
                    <a:pt x="1" y="6322"/>
                  </a:lnTo>
                  <a:lnTo>
                    <a:pt x="5628" y="0"/>
                  </a:ln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2" name="Google Shape;4052;p76"/>
            <p:cNvSpPr/>
            <p:nvPr/>
          </p:nvSpPr>
          <p:spPr>
            <a:xfrm>
              <a:off x="4065829" y="2922385"/>
              <a:ext cx="143621" cy="249082"/>
            </a:xfrm>
            <a:custGeom>
              <a:rect b="b" l="l" r="r" t="t"/>
              <a:pathLst>
                <a:path extrusionOk="0" h="6769" w="3903">
                  <a:moveTo>
                    <a:pt x="0" y="0"/>
                  </a:moveTo>
                  <a:lnTo>
                    <a:pt x="2243" y="6769"/>
                  </a:lnTo>
                  <a:lnTo>
                    <a:pt x="3902" y="0"/>
                  </a:ln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3" name="Google Shape;4053;p76"/>
            <p:cNvSpPr/>
            <p:nvPr/>
          </p:nvSpPr>
          <p:spPr>
            <a:xfrm>
              <a:off x="2991453" y="2834328"/>
              <a:ext cx="785921" cy="19319"/>
            </a:xfrm>
            <a:custGeom>
              <a:rect b="b" l="l" r="r" t="t"/>
              <a:pathLst>
                <a:path extrusionOk="0" h="525" w="21358">
                  <a:moveTo>
                    <a:pt x="1" y="1"/>
                  </a:moveTo>
                  <a:lnTo>
                    <a:pt x="1" y="525"/>
                  </a:lnTo>
                  <a:lnTo>
                    <a:pt x="21358" y="525"/>
                  </a:lnTo>
                  <a:lnTo>
                    <a:pt x="21358" y="1"/>
                  </a:ln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4" name="Google Shape;4054;p76"/>
            <p:cNvSpPr/>
            <p:nvPr/>
          </p:nvSpPr>
          <p:spPr>
            <a:xfrm>
              <a:off x="3225926" y="2441736"/>
              <a:ext cx="650911" cy="392629"/>
            </a:xfrm>
            <a:custGeom>
              <a:rect b="b" l="l" r="r" t="t"/>
              <a:pathLst>
                <a:path extrusionOk="0" h="10670" w="17689">
                  <a:moveTo>
                    <a:pt x="3214" y="1"/>
                  </a:moveTo>
                  <a:cubicBezTo>
                    <a:pt x="2913" y="1"/>
                    <a:pt x="2648" y="205"/>
                    <a:pt x="2575" y="497"/>
                  </a:cubicBezTo>
                  <a:lnTo>
                    <a:pt x="0" y="10670"/>
                  </a:lnTo>
                  <a:lnTo>
                    <a:pt x="14986" y="10670"/>
                  </a:lnTo>
                  <a:lnTo>
                    <a:pt x="17689" y="1"/>
                  </a:ln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5" name="Google Shape;4055;p76"/>
            <p:cNvSpPr/>
            <p:nvPr/>
          </p:nvSpPr>
          <p:spPr>
            <a:xfrm>
              <a:off x="3237518" y="2482986"/>
              <a:ext cx="628943" cy="305750"/>
            </a:xfrm>
            <a:custGeom>
              <a:rect b="b" l="l" r="r" t="t"/>
              <a:pathLst>
                <a:path extrusionOk="0" h="8309" w="17092">
                  <a:moveTo>
                    <a:pt x="2106" y="1"/>
                  </a:moveTo>
                  <a:lnTo>
                    <a:pt x="0" y="8309"/>
                  </a:lnTo>
                  <a:lnTo>
                    <a:pt x="14986" y="8309"/>
                  </a:lnTo>
                  <a:lnTo>
                    <a:pt x="17092" y="1"/>
                  </a:lnTo>
                  <a:close/>
                </a:path>
              </a:pathLst>
            </a:cu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6" name="Google Shape;4056;p76"/>
            <p:cNvSpPr/>
            <p:nvPr/>
          </p:nvSpPr>
          <p:spPr>
            <a:xfrm>
              <a:off x="3773179" y="2441736"/>
              <a:ext cx="125332" cy="413788"/>
            </a:xfrm>
            <a:custGeom>
              <a:rect b="b" l="l" r="r" t="t"/>
              <a:pathLst>
                <a:path extrusionOk="0" h="11245" w="3406">
                  <a:moveTo>
                    <a:pt x="2817" y="1"/>
                  </a:moveTo>
                  <a:lnTo>
                    <a:pt x="114" y="10670"/>
                  </a:lnTo>
                  <a:lnTo>
                    <a:pt x="0" y="11244"/>
                  </a:lnTo>
                  <a:lnTo>
                    <a:pt x="625" y="11194"/>
                  </a:lnTo>
                  <a:cubicBezTo>
                    <a:pt x="625" y="11194"/>
                    <a:pt x="3145" y="1372"/>
                    <a:pt x="3273" y="798"/>
                  </a:cubicBezTo>
                  <a:cubicBezTo>
                    <a:pt x="3405" y="228"/>
                    <a:pt x="2817" y="1"/>
                    <a:pt x="2817" y="1"/>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7" name="Google Shape;4057;p76"/>
            <p:cNvSpPr/>
            <p:nvPr/>
          </p:nvSpPr>
          <p:spPr>
            <a:xfrm>
              <a:off x="3051985" y="2827778"/>
              <a:ext cx="103033" cy="6587"/>
            </a:xfrm>
            <a:custGeom>
              <a:rect b="b" l="l" r="r" t="t"/>
              <a:pathLst>
                <a:path extrusionOk="0" h="179" w="2800">
                  <a:moveTo>
                    <a:pt x="1" y="1"/>
                  </a:moveTo>
                  <a:lnTo>
                    <a:pt x="1" y="179"/>
                  </a:lnTo>
                  <a:lnTo>
                    <a:pt x="2800" y="179"/>
                  </a:lnTo>
                  <a:lnTo>
                    <a:pt x="2800" y="1"/>
                  </a:ln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8" name="Google Shape;4058;p76"/>
            <p:cNvSpPr/>
            <p:nvPr/>
          </p:nvSpPr>
          <p:spPr>
            <a:xfrm>
              <a:off x="3161531" y="2827778"/>
              <a:ext cx="263507" cy="6587"/>
            </a:xfrm>
            <a:custGeom>
              <a:rect b="b" l="l" r="r" t="t"/>
              <a:pathLst>
                <a:path extrusionOk="0" h="179" w="7161">
                  <a:moveTo>
                    <a:pt x="0" y="1"/>
                  </a:moveTo>
                  <a:lnTo>
                    <a:pt x="0" y="179"/>
                  </a:lnTo>
                  <a:lnTo>
                    <a:pt x="7160" y="179"/>
                  </a:lnTo>
                  <a:lnTo>
                    <a:pt x="7160" y="1"/>
                  </a:ln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9" name="Google Shape;4059;p76"/>
            <p:cNvSpPr/>
            <p:nvPr/>
          </p:nvSpPr>
          <p:spPr>
            <a:xfrm>
              <a:off x="3576091" y="2455829"/>
              <a:ext cx="13284" cy="13284"/>
            </a:xfrm>
            <a:custGeom>
              <a:rect b="b" l="l" r="r" t="t"/>
              <a:pathLst>
                <a:path extrusionOk="0" h="361" w="361">
                  <a:moveTo>
                    <a:pt x="183" y="0"/>
                  </a:moveTo>
                  <a:cubicBezTo>
                    <a:pt x="83" y="0"/>
                    <a:pt x="1" y="82"/>
                    <a:pt x="1" y="182"/>
                  </a:cubicBezTo>
                  <a:cubicBezTo>
                    <a:pt x="1" y="283"/>
                    <a:pt x="83" y="360"/>
                    <a:pt x="183" y="360"/>
                  </a:cubicBezTo>
                  <a:cubicBezTo>
                    <a:pt x="279" y="360"/>
                    <a:pt x="361" y="283"/>
                    <a:pt x="361" y="182"/>
                  </a:cubicBezTo>
                  <a:cubicBezTo>
                    <a:pt x="361" y="82"/>
                    <a:pt x="279" y="0"/>
                    <a:pt x="183"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0" name="Google Shape;4060;p76"/>
            <p:cNvSpPr/>
            <p:nvPr/>
          </p:nvSpPr>
          <p:spPr>
            <a:xfrm>
              <a:off x="4059279" y="2705169"/>
              <a:ext cx="300268" cy="147337"/>
            </a:xfrm>
            <a:custGeom>
              <a:rect b="b" l="l" r="r" t="t"/>
              <a:pathLst>
                <a:path extrusionOk="0" h="4004" w="8160">
                  <a:moveTo>
                    <a:pt x="4080" y="1"/>
                  </a:moveTo>
                  <a:cubicBezTo>
                    <a:pt x="1851" y="1"/>
                    <a:pt x="46" y="1784"/>
                    <a:pt x="0" y="4003"/>
                  </a:cubicBezTo>
                  <a:lnTo>
                    <a:pt x="8159" y="4003"/>
                  </a:lnTo>
                  <a:cubicBezTo>
                    <a:pt x="8113" y="1784"/>
                    <a:pt x="6304" y="1"/>
                    <a:pt x="4080"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1" name="Google Shape;4061;p76"/>
            <p:cNvSpPr/>
            <p:nvPr/>
          </p:nvSpPr>
          <p:spPr>
            <a:xfrm>
              <a:off x="3858218" y="2212634"/>
              <a:ext cx="251069" cy="123124"/>
            </a:xfrm>
            <a:custGeom>
              <a:rect b="b" l="l" r="r" t="t"/>
              <a:pathLst>
                <a:path extrusionOk="0" h="3346" w="6823">
                  <a:moveTo>
                    <a:pt x="3413" y="0"/>
                  </a:moveTo>
                  <a:cubicBezTo>
                    <a:pt x="1549" y="0"/>
                    <a:pt x="41" y="1490"/>
                    <a:pt x="0" y="3345"/>
                  </a:cubicBezTo>
                  <a:lnTo>
                    <a:pt x="6823" y="3345"/>
                  </a:lnTo>
                  <a:cubicBezTo>
                    <a:pt x="6787" y="1490"/>
                    <a:pt x="5278" y="0"/>
                    <a:pt x="3413"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2" name="Google Shape;4062;p76"/>
            <p:cNvSpPr/>
            <p:nvPr/>
          </p:nvSpPr>
          <p:spPr>
            <a:xfrm>
              <a:off x="3922098" y="2335722"/>
              <a:ext cx="123308" cy="60421"/>
            </a:xfrm>
            <a:custGeom>
              <a:rect b="b" l="l" r="r" t="t"/>
              <a:pathLst>
                <a:path extrusionOk="0" h="1642" w="3351">
                  <a:moveTo>
                    <a:pt x="0" y="0"/>
                  </a:moveTo>
                  <a:cubicBezTo>
                    <a:pt x="23" y="907"/>
                    <a:pt x="762" y="1641"/>
                    <a:pt x="1677" y="1641"/>
                  </a:cubicBezTo>
                  <a:cubicBezTo>
                    <a:pt x="2594" y="1641"/>
                    <a:pt x="3332" y="907"/>
                    <a:pt x="335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3" name="Google Shape;4063;p76"/>
            <p:cNvSpPr/>
            <p:nvPr/>
          </p:nvSpPr>
          <p:spPr>
            <a:xfrm>
              <a:off x="4179534" y="2734202"/>
              <a:ext cx="50854" cy="50707"/>
            </a:xfrm>
            <a:custGeom>
              <a:rect b="b" l="l" r="r" t="t"/>
              <a:pathLst>
                <a:path extrusionOk="0" h="1378" w="1382">
                  <a:moveTo>
                    <a:pt x="693" y="0"/>
                  </a:moveTo>
                  <a:cubicBezTo>
                    <a:pt x="310" y="0"/>
                    <a:pt x="1" y="306"/>
                    <a:pt x="1" y="689"/>
                  </a:cubicBezTo>
                  <a:cubicBezTo>
                    <a:pt x="1" y="1067"/>
                    <a:pt x="310" y="1378"/>
                    <a:pt x="693" y="1378"/>
                  </a:cubicBezTo>
                  <a:cubicBezTo>
                    <a:pt x="1071" y="1378"/>
                    <a:pt x="1381" y="1067"/>
                    <a:pt x="1381" y="689"/>
                  </a:cubicBezTo>
                  <a:cubicBezTo>
                    <a:pt x="1381" y="306"/>
                    <a:pt x="1071" y="0"/>
                    <a:pt x="693"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4" name="Google Shape;4064;p76"/>
            <p:cNvSpPr/>
            <p:nvPr/>
          </p:nvSpPr>
          <p:spPr>
            <a:xfrm>
              <a:off x="4179865" y="2461018"/>
              <a:ext cx="50523" cy="247206"/>
            </a:xfrm>
            <a:custGeom>
              <a:rect b="b" l="l" r="r" t="t"/>
              <a:pathLst>
                <a:path extrusionOk="0" h="6718" w="1373">
                  <a:moveTo>
                    <a:pt x="0" y="1"/>
                  </a:moveTo>
                  <a:lnTo>
                    <a:pt x="0" y="6718"/>
                  </a:lnTo>
                  <a:cubicBezTo>
                    <a:pt x="261" y="6663"/>
                    <a:pt x="530" y="6636"/>
                    <a:pt x="803" y="6636"/>
                  </a:cubicBezTo>
                  <a:cubicBezTo>
                    <a:pt x="995" y="6636"/>
                    <a:pt x="1186" y="6650"/>
                    <a:pt x="1372" y="6677"/>
                  </a:cubicBezTo>
                  <a:lnTo>
                    <a:pt x="1372" y="1117"/>
                  </a:lnTo>
                  <a:lnTo>
                    <a:pt x="835" y="379"/>
                  </a:lnTo>
                  <a:cubicBezTo>
                    <a:pt x="780" y="392"/>
                    <a:pt x="726" y="401"/>
                    <a:pt x="671" y="401"/>
                  </a:cubicBezTo>
                  <a:cubicBezTo>
                    <a:pt x="507" y="401"/>
                    <a:pt x="343" y="337"/>
                    <a:pt x="219" y="215"/>
                  </a:cubicBezTo>
                  <a:lnTo>
                    <a:pt x="0" y="1"/>
                  </a:lnTo>
                  <a:close/>
                </a:path>
              </a:pathLst>
            </a:custGeom>
            <a:solidFill>
              <a:srgbClr val="7CB0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5" name="Google Shape;4065;p76"/>
            <p:cNvSpPr/>
            <p:nvPr/>
          </p:nvSpPr>
          <p:spPr>
            <a:xfrm>
              <a:off x="3773473" y="2441736"/>
              <a:ext cx="125038" cy="411911"/>
            </a:xfrm>
            <a:custGeom>
              <a:rect b="b" l="l" r="r" t="t"/>
              <a:pathLst>
                <a:path extrusionOk="0" h="11194" w="3398">
                  <a:moveTo>
                    <a:pt x="2809" y="1"/>
                  </a:moveTo>
                  <a:lnTo>
                    <a:pt x="106" y="10670"/>
                  </a:lnTo>
                  <a:lnTo>
                    <a:pt x="1" y="11194"/>
                  </a:lnTo>
                  <a:lnTo>
                    <a:pt x="617" y="11194"/>
                  </a:lnTo>
                  <a:cubicBezTo>
                    <a:pt x="617" y="11194"/>
                    <a:pt x="3137" y="1372"/>
                    <a:pt x="3265" y="798"/>
                  </a:cubicBezTo>
                  <a:cubicBezTo>
                    <a:pt x="3397" y="228"/>
                    <a:pt x="2809" y="1"/>
                    <a:pt x="2809" y="1"/>
                  </a:cubicBezTo>
                  <a:close/>
                </a:path>
              </a:pathLst>
            </a:custGeom>
            <a:solidFill>
              <a:srgbClr val="2F2E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6" name="Google Shape;4066;p76"/>
            <p:cNvSpPr/>
            <p:nvPr/>
          </p:nvSpPr>
          <p:spPr>
            <a:xfrm>
              <a:off x="3510224" y="2827778"/>
              <a:ext cx="192377" cy="6587"/>
            </a:xfrm>
            <a:custGeom>
              <a:rect b="b" l="l" r="r" t="t"/>
              <a:pathLst>
                <a:path extrusionOk="0" h="179" w="5228">
                  <a:moveTo>
                    <a:pt x="123" y="1"/>
                  </a:moveTo>
                  <a:lnTo>
                    <a:pt x="0" y="179"/>
                  </a:lnTo>
                  <a:lnTo>
                    <a:pt x="5228" y="179"/>
                  </a:lnTo>
                  <a:lnTo>
                    <a:pt x="5228" y="1"/>
                  </a:lnTo>
                  <a:close/>
                </a:path>
              </a:pathLst>
            </a:custGeom>
            <a:solidFill>
              <a:srgbClr val="7CB0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7" name="Google Shape;4067;p76"/>
            <p:cNvSpPr/>
            <p:nvPr/>
          </p:nvSpPr>
          <p:spPr>
            <a:xfrm>
              <a:off x="4059279" y="2705169"/>
              <a:ext cx="300268" cy="147337"/>
            </a:xfrm>
            <a:custGeom>
              <a:rect b="b" l="l" r="r" t="t"/>
              <a:pathLst>
                <a:path extrusionOk="0" h="4004" w="8160">
                  <a:moveTo>
                    <a:pt x="3961" y="789"/>
                  </a:moveTo>
                  <a:cubicBezTo>
                    <a:pt x="4339" y="789"/>
                    <a:pt x="4649" y="1095"/>
                    <a:pt x="4649" y="1478"/>
                  </a:cubicBezTo>
                  <a:cubicBezTo>
                    <a:pt x="4649" y="1856"/>
                    <a:pt x="4339" y="2167"/>
                    <a:pt x="3961" y="2167"/>
                  </a:cubicBezTo>
                  <a:cubicBezTo>
                    <a:pt x="3578" y="2167"/>
                    <a:pt x="3269" y="1856"/>
                    <a:pt x="3269" y="1478"/>
                  </a:cubicBezTo>
                  <a:cubicBezTo>
                    <a:pt x="3269" y="1095"/>
                    <a:pt x="3578" y="789"/>
                    <a:pt x="3961" y="789"/>
                  </a:cubicBezTo>
                  <a:close/>
                  <a:moveTo>
                    <a:pt x="4080" y="1"/>
                  </a:moveTo>
                  <a:cubicBezTo>
                    <a:pt x="3807" y="1"/>
                    <a:pt x="3538" y="28"/>
                    <a:pt x="3277" y="83"/>
                  </a:cubicBezTo>
                  <a:cubicBezTo>
                    <a:pt x="1436" y="448"/>
                    <a:pt x="42" y="2057"/>
                    <a:pt x="0" y="4003"/>
                  </a:cubicBezTo>
                  <a:lnTo>
                    <a:pt x="8159" y="4003"/>
                  </a:lnTo>
                  <a:cubicBezTo>
                    <a:pt x="8118" y="1980"/>
                    <a:pt x="6605" y="316"/>
                    <a:pt x="4649" y="42"/>
                  </a:cubicBezTo>
                  <a:cubicBezTo>
                    <a:pt x="4463" y="15"/>
                    <a:pt x="4272" y="1"/>
                    <a:pt x="4080" y="1"/>
                  </a:cubicBezTo>
                  <a:close/>
                </a:path>
              </a:pathLst>
            </a:custGeom>
            <a:solidFill>
              <a:srgbClr val="4241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8" name="Google Shape;4068;p76"/>
            <p:cNvSpPr/>
            <p:nvPr/>
          </p:nvSpPr>
          <p:spPr>
            <a:xfrm>
              <a:off x="3858218" y="2335722"/>
              <a:ext cx="251069" cy="37"/>
            </a:xfrm>
            <a:custGeom>
              <a:rect b="b" l="l" r="r" t="t"/>
              <a:pathLst>
                <a:path extrusionOk="0" h="1" w="6823">
                  <a:moveTo>
                    <a:pt x="6823" y="0"/>
                  </a:moveTo>
                  <a:lnTo>
                    <a:pt x="0" y="0"/>
                  </a:lnTo>
                  <a:lnTo>
                    <a:pt x="0" y="0"/>
                  </a:lnTo>
                  <a:lnTo>
                    <a:pt x="1736" y="0"/>
                  </a:lnTo>
                  <a:lnTo>
                    <a:pt x="1736" y="0"/>
                  </a:lnTo>
                  <a:lnTo>
                    <a:pt x="5087" y="0"/>
                  </a:lnTo>
                  <a:lnTo>
                    <a:pt x="5087" y="0"/>
                  </a:lnTo>
                  <a:lnTo>
                    <a:pt x="5087" y="0"/>
                  </a:lnTo>
                  <a:lnTo>
                    <a:pt x="5337" y="0"/>
                  </a:lnTo>
                  <a:close/>
                </a:path>
              </a:pathLst>
            </a:custGeom>
            <a:solidFill>
              <a:srgbClr val="4241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9" name="Google Shape;4069;p76"/>
            <p:cNvSpPr/>
            <p:nvPr/>
          </p:nvSpPr>
          <p:spPr>
            <a:xfrm>
              <a:off x="3922098" y="2335722"/>
              <a:ext cx="123308" cy="60421"/>
            </a:xfrm>
            <a:custGeom>
              <a:rect b="b" l="l" r="r" t="t"/>
              <a:pathLst>
                <a:path extrusionOk="0" h="1642" w="3351">
                  <a:moveTo>
                    <a:pt x="0" y="0"/>
                  </a:moveTo>
                  <a:cubicBezTo>
                    <a:pt x="23" y="907"/>
                    <a:pt x="762" y="1641"/>
                    <a:pt x="1677" y="1641"/>
                  </a:cubicBezTo>
                  <a:cubicBezTo>
                    <a:pt x="2594" y="1641"/>
                    <a:pt x="3332" y="907"/>
                    <a:pt x="3351" y="0"/>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0" name="Google Shape;4070;p76"/>
            <p:cNvSpPr/>
            <p:nvPr/>
          </p:nvSpPr>
          <p:spPr>
            <a:xfrm>
              <a:off x="4179534" y="2734202"/>
              <a:ext cx="50854" cy="50707"/>
            </a:xfrm>
            <a:custGeom>
              <a:rect b="b" l="l" r="r" t="t"/>
              <a:pathLst>
                <a:path extrusionOk="0" h="1378" w="1382">
                  <a:moveTo>
                    <a:pt x="693" y="0"/>
                  </a:moveTo>
                  <a:cubicBezTo>
                    <a:pt x="310" y="0"/>
                    <a:pt x="1" y="306"/>
                    <a:pt x="1" y="689"/>
                  </a:cubicBezTo>
                  <a:cubicBezTo>
                    <a:pt x="1" y="1067"/>
                    <a:pt x="310" y="1378"/>
                    <a:pt x="693" y="1378"/>
                  </a:cubicBezTo>
                  <a:cubicBezTo>
                    <a:pt x="1071" y="1378"/>
                    <a:pt x="1381" y="1067"/>
                    <a:pt x="1381" y="689"/>
                  </a:cubicBezTo>
                  <a:cubicBezTo>
                    <a:pt x="1381" y="306"/>
                    <a:pt x="1071" y="0"/>
                    <a:pt x="693" y="0"/>
                  </a:cubicBezTo>
                  <a:close/>
                </a:path>
              </a:pathLst>
            </a:custGeom>
            <a:solidFill>
              <a:srgbClr val="7CB0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1" name="Google Shape;4071;p76"/>
            <p:cNvSpPr/>
            <p:nvPr/>
          </p:nvSpPr>
          <p:spPr>
            <a:xfrm flipH="1">
              <a:off x="3279582" y="1513805"/>
              <a:ext cx="420920" cy="420890"/>
            </a:xfrm>
            <a:custGeom>
              <a:rect b="b" l="l" r="r" t="t"/>
              <a:pathLst>
                <a:path extrusionOk="0" h="13997" w="13998">
                  <a:moveTo>
                    <a:pt x="6992" y="4775"/>
                  </a:moveTo>
                  <a:cubicBezTo>
                    <a:pt x="8299" y="4775"/>
                    <a:pt x="9341" y="5895"/>
                    <a:pt x="9212" y="7229"/>
                  </a:cubicBezTo>
                  <a:cubicBezTo>
                    <a:pt x="9107" y="8268"/>
                    <a:pt x="8264" y="9107"/>
                    <a:pt x="7225" y="9211"/>
                  </a:cubicBezTo>
                  <a:cubicBezTo>
                    <a:pt x="7147" y="9219"/>
                    <a:pt x="7070" y="9222"/>
                    <a:pt x="6994" y="9222"/>
                  </a:cubicBezTo>
                  <a:cubicBezTo>
                    <a:pt x="5695" y="9222"/>
                    <a:pt x="4653" y="8100"/>
                    <a:pt x="4786" y="6773"/>
                  </a:cubicBezTo>
                  <a:cubicBezTo>
                    <a:pt x="4891" y="5733"/>
                    <a:pt x="5729" y="4890"/>
                    <a:pt x="6768" y="4786"/>
                  </a:cubicBezTo>
                  <a:cubicBezTo>
                    <a:pt x="6844" y="4779"/>
                    <a:pt x="6918" y="4775"/>
                    <a:pt x="6992" y="4775"/>
                  </a:cubicBezTo>
                  <a:close/>
                  <a:moveTo>
                    <a:pt x="6221" y="1"/>
                  </a:moveTo>
                  <a:cubicBezTo>
                    <a:pt x="5807" y="1"/>
                    <a:pt x="5470" y="337"/>
                    <a:pt x="5470" y="752"/>
                  </a:cubicBezTo>
                  <a:lnTo>
                    <a:pt x="5470" y="2088"/>
                  </a:lnTo>
                  <a:cubicBezTo>
                    <a:pt x="5169" y="2183"/>
                    <a:pt x="4881" y="2302"/>
                    <a:pt x="4608" y="2447"/>
                  </a:cubicBezTo>
                  <a:lnTo>
                    <a:pt x="3661" y="1499"/>
                  </a:lnTo>
                  <a:cubicBezTo>
                    <a:pt x="3515" y="1354"/>
                    <a:pt x="3322" y="1281"/>
                    <a:pt x="3130" y="1281"/>
                  </a:cubicBezTo>
                  <a:cubicBezTo>
                    <a:pt x="2937" y="1281"/>
                    <a:pt x="2745" y="1354"/>
                    <a:pt x="2599" y="1499"/>
                  </a:cubicBezTo>
                  <a:lnTo>
                    <a:pt x="1500" y="2598"/>
                  </a:lnTo>
                  <a:cubicBezTo>
                    <a:pt x="1204" y="2894"/>
                    <a:pt x="1204" y="3368"/>
                    <a:pt x="1500" y="3665"/>
                  </a:cubicBezTo>
                  <a:lnTo>
                    <a:pt x="2443" y="4608"/>
                  </a:lnTo>
                  <a:cubicBezTo>
                    <a:pt x="2302" y="4881"/>
                    <a:pt x="2180" y="5169"/>
                    <a:pt x="2088" y="5470"/>
                  </a:cubicBezTo>
                  <a:lnTo>
                    <a:pt x="752" y="5470"/>
                  </a:lnTo>
                  <a:cubicBezTo>
                    <a:pt x="333" y="5470"/>
                    <a:pt x="1" y="5807"/>
                    <a:pt x="1" y="6221"/>
                  </a:cubicBezTo>
                  <a:lnTo>
                    <a:pt x="1" y="7776"/>
                  </a:lnTo>
                  <a:cubicBezTo>
                    <a:pt x="1" y="8190"/>
                    <a:pt x="333" y="8527"/>
                    <a:pt x="752" y="8527"/>
                  </a:cubicBezTo>
                  <a:lnTo>
                    <a:pt x="2088" y="8527"/>
                  </a:lnTo>
                  <a:cubicBezTo>
                    <a:pt x="2180" y="8828"/>
                    <a:pt x="2302" y="9116"/>
                    <a:pt x="2443" y="9389"/>
                  </a:cubicBezTo>
                  <a:lnTo>
                    <a:pt x="1500" y="10337"/>
                  </a:lnTo>
                  <a:cubicBezTo>
                    <a:pt x="1204" y="10628"/>
                    <a:pt x="1204" y="11107"/>
                    <a:pt x="1500" y="11398"/>
                  </a:cubicBezTo>
                  <a:lnTo>
                    <a:pt x="3661" y="12498"/>
                  </a:lnTo>
                  <a:lnTo>
                    <a:pt x="4608" y="11554"/>
                  </a:lnTo>
                  <a:cubicBezTo>
                    <a:pt x="4881" y="11695"/>
                    <a:pt x="5169" y="11818"/>
                    <a:pt x="5470" y="11909"/>
                  </a:cubicBezTo>
                  <a:lnTo>
                    <a:pt x="5470" y="13245"/>
                  </a:lnTo>
                  <a:cubicBezTo>
                    <a:pt x="5470" y="13664"/>
                    <a:pt x="5807" y="13996"/>
                    <a:pt x="6221" y="13996"/>
                  </a:cubicBezTo>
                  <a:lnTo>
                    <a:pt x="7776" y="13996"/>
                  </a:lnTo>
                  <a:cubicBezTo>
                    <a:pt x="8190" y="13996"/>
                    <a:pt x="8528" y="13664"/>
                    <a:pt x="8528" y="13245"/>
                  </a:cubicBezTo>
                  <a:lnTo>
                    <a:pt x="8528" y="11909"/>
                  </a:lnTo>
                  <a:cubicBezTo>
                    <a:pt x="8829" y="11818"/>
                    <a:pt x="9116" y="11695"/>
                    <a:pt x="9389" y="11554"/>
                  </a:cubicBezTo>
                  <a:lnTo>
                    <a:pt x="10333" y="12498"/>
                  </a:lnTo>
                  <a:cubicBezTo>
                    <a:pt x="10481" y="12645"/>
                    <a:pt x="10674" y="12719"/>
                    <a:pt x="10866" y="12719"/>
                  </a:cubicBezTo>
                  <a:cubicBezTo>
                    <a:pt x="11059" y="12719"/>
                    <a:pt x="11252" y="12645"/>
                    <a:pt x="11400" y="12498"/>
                  </a:cubicBezTo>
                  <a:lnTo>
                    <a:pt x="12498" y="11398"/>
                  </a:lnTo>
                  <a:cubicBezTo>
                    <a:pt x="12790" y="11107"/>
                    <a:pt x="12790" y="10628"/>
                    <a:pt x="12498" y="10337"/>
                  </a:cubicBezTo>
                  <a:lnTo>
                    <a:pt x="11550" y="9389"/>
                  </a:lnTo>
                  <a:cubicBezTo>
                    <a:pt x="11696" y="9116"/>
                    <a:pt x="11814" y="8828"/>
                    <a:pt x="11909" y="8527"/>
                  </a:cubicBezTo>
                  <a:lnTo>
                    <a:pt x="13245" y="8527"/>
                  </a:lnTo>
                  <a:cubicBezTo>
                    <a:pt x="13660" y="8527"/>
                    <a:pt x="13998" y="8190"/>
                    <a:pt x="13998" y="7776"/>
                  </a:cubicBezTo>
                  <a:lnTo>
                    <a:pt x="13998" y="6221"/>
                  </a:lnTo>
                  <a:cubicBezTo>
                    <a:pt x="13998" y="5807"/>
                    <a:pt x="13660" y="5470"/>
                    <a:pt x="13245" y="5470"/>
                  </a:cubicBezTo>
                  <a:lnTo>
                    <a:pt x="11909" y="5470"/>
                  </a:lnTo>
                  <a:cubicBezTo>
                    <a:pt x="11814" y="5169"/>
                    <a:pt x="11696" y="4881"/>
                    <a:pt x="11550" y="4608"/>
                  </a:cubicBezTo>
                  <a:lnTo>
                    <a:pt x="12498" y="3665"/>
                  </a:lnTo>
                  <a:cubicBezTo>
                    <a:pt x="12790" y="3368"/>
                    <a:pt x="12790" y="2894"/>
                    <a:pt x="12498" y="2598"/>
                  </a:cubicBezTo>
                  <a:lnTo>
                    <a:pt x="11400" y="1499"/>
                  </a:lnTo>
                  <a:cubicBezTo>
                    <a:pt x="11252" y="1354"/>
                    <a:pt x="11059" y="1281"/>
                    <a:pt x="10866" y="1281"/>
                  </a:cubicBezTo>
                  <a:cubicBezTo>
                    <a:pt x="10674" y="1281"/>
                    <a:pt x="10481" y="1354"/>
                    <a:pt x="10333" y="1499"/>
                  </a:cubicBezTo>
                  <a:lnTo>
                    <a:pt x="9389" y="2447"/>
                  </a:lnTo>
                  <a:cubicBezTo>
                    <a:pt x="9116" y="2302"/>
                    <a:pt x="8829" y="2183"/>
                    <a:pt x="8528" y="2088"/>
                  </a:cubicBezTo>
                  <a:lnTo>
                    <a:pt x="8528" y="752"/>
                  </a:lnTo>
                  <a:cubicBezTo>
                    <a:pt x="8528" y="337"/>
                    <a:pt x="8190" y="1"/>
                    <a:pt x="7776"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2" name="Google Shape;4072;p76"/>
            <p:cNvSpPr/>
            <p:nvPr/>
          </p:nvSpPr>
          <p:spPr>
            <a:xfrm flipH="1">
              <a:off x="3246562" y="1513805"/>
              <a:ext cx="420920" cy="420890"/>
            </a:xfrm>
            <a:custGeom>
              <a:rect b="b" l="l" r="r" t="t"/>
              <a:pathLst>
                <a:path extrusionOk="0" h="13997" w="13998">
                  <a:moveTo>
                    <a:pt x="6997" y="4775"/>
                  </a:moveTo>
                  <a:cubicBezTo>
                    <a:pt x="8299" y="4775"/>
                    <a:pt x="9342" y="5895"/>
                    <a:pt x="9212" y="7229"/>
                  </a:cubicBezTo>
                  <a:cubicBezTo>
                    <a:pt x="9107" y="8268"/>
                    <a:pt x="8264" y="9107"/>
                    <a:pt x="7225" y="9211"/>
                  </a:cubicBezTo>
                  <a:cubicBezTo>
                    <a:pt x="7147" y="9219"/>
                    <a:pt x="7070" y="9222"/>
                    <a:pt x="6995" y="9222"/>
                  </a:cubicBezTo>
                  <a:cubicBezTo>
                    <a:pt x="5696" y="9222"/>
                    <a:pt x="4653" y="8100"/>
                    <a:pt x="4787" y="6773"/>
                  </a:cubicBezTo>
                  <a:cubicBezTo>
                    <a:pt x="4892" y="5733"/>
                    <a:pt x="5731" y="4890"/>
                    <a:pt x="6774" y="4786"/>
                  </a:cubicBezTo>
                  <a:cubicBezTo>
                    <a:pt x="6849" y="4779"/>
                    <a:pt x="6923" y="4775"/>
                    <a:pt x="6997" y="4775"/>
                  </a:cubicBezTo>
                  <a:close/>
                  <a:moveTo>
                    <a:pt x="6223" y="1"/>
                  </a:moveTo>
                  <a:cubicBezTo>
                    <a:pt x="5807" y="1"/>
                    <a:pt x="5470" y="337"/>
                    <a:pt x="5470" y="752"/>
                  </a:cubicBezTo>
                  <a:lnTo>
                    <a:pt x="5470" y="2088"/>
                  </a:lnTo>
                  <a:cubicBezTo>
                    <a:pt x="5169" y="2183"/>
                    <a:pt x="4883" y="2302"/>
                    <a:pt x="4609" y="2447"/>
                  </a:cubicBezTo>
                  <a:lnTo>
                    <a:pt x="3661" y="1499"/>
                  </a:lnTo>
                  <a:cubicBezTo>
                    <a:pt x="3515" y="1354"/>
                    <a:pt x="3322" y="1281"/>
                    <a:pt x="3130" y="1281"/>
                  </a:cubicBezTo>
                  <a:cubicBezTo>
                    <a:pt x="2937" y="1281"/>
                    <a:pt x="2745" y="1354"/>
                    <a:pt x="2599" y="1499"/>
                  </a:cubicBezTo>
                  <a:lnTo>
                    <a:pt x="1501" y="2598"/>
                  </a:lnTo>
                  <a:cubicBezTo>
                    <a:pt x="1204" y="2894"/>
                    <a:pt x="1204" y="3368"/>
                    <a:pt x="1501" y="3665"/>
                  </a:cubicBezTo>
                  <a:lnTo>
                    <a:pt x="2444" y="4608"/>
                  </a:lnTo>
                  <a:cubicBezTo>
                    <a:pt x="2302" y="4881"/>
                    <a:pt x="2180" y="5169"/>
                    <a:pt x="2088" y="5470"/>
                  </a:cubicBezTo>
                  <a:lnTo>
                    <a:pt x="754" y="5470"/>
                  </a:lnTo>
                  <a:cubicBezTo>
                    <a:pt x="338" y="5470"/>
                    <a:pt x="1" y="5807"/>
                    <a:pt x="1" y="6221"/>
                  </a:cubicBezTo>
                  <a:lnTo>
                    <a:pt x="1" y="7776"/>
                  </a:lnTo>
                  <a:cubicBezTo>
                    <a:pt x="1" y="8190"/>
                    <a:pt x="338" y="8527"/>
                    <a:pt x="754" y="8527"/>
                  </a:cubicBezTo>
                  <a:lnTo>
                    <a:pt x="2088" y="8527"/>
                  </a:lnTo>
                  <a:cubicBezTo>
                    <a:pt x="2180" y="8828"/>
                    <a:pt x="2302" y="9116"/>
                    <a:pt x="2444" y="9389"/>
                  </a:cubicBezTo>
                  <a:lnTo>
                    <a:pt x="1501" y="10337"/>
                  </a:lnTo>
                  <a:cubicBezTo>
                    <a:pt x="1204" y="10628"/>
                    <a:pt x="1204" y="11107"/>
                    <a:pt x="1501" y="11398"/>
                  </a:cubicBezTo>
                  <a:lnTo>
                    <a:pt x="2599" y="12498"/>
                  </a:lnTo>
                  <a:cubicBezTo>
                    <a:pt x="2745" y="12645"/>
                    <a:pt x="2937" y="12719"/>
                    <a:pt x="3130" y="12719"/>
                  </a:cubicBezTo>
                  <a:cubicBezTo>
                    <a:pt x="3322" y="12719"/>
                    <a:pt x="3515" y="12645"/>
                    <a:pt x="3661" y="12498"/>
                  </a:cubicBezTo>
                  <a:lnTo>
                    <a:pt x="4609" y="11554"/>
                  </a:lnTo>
                  <a:cubicBezTo>
                    <a:pt x="4883" y="11695"/>
                    <a:pt x="5169" y="11818"/>
                    <a:pt x="5470" y="11909"/>
                  </a:cubicBezTo>
                  <a:lnTo>
                    <a:pt x="5470" y="13245"/>
                  </a:lnTo>
                  <a:cubicBezTo>
                    <a:pt x="5470" y="13664"/>
                    <a:pt x="5807" y="13996"/>
                    <a:pt x="6223" y="13996"/>
                  </a:cubicBezTo>
                  <a:lnTo>
                    <a:pt x="7776" y="13996"/>
                  </a:lnTo>
                  <a:cubicBezTo>
                    <a:pt x="8192" y="13996"/>
                    <a:pt x="8529" y="13664"/>
                    <a:pt x="8529" y="13245"/>
                  </a:cubicBezTo>
                  <a:lnTo>
                    <a:pt x="8529" y="11909"/>
                  </a:lnTo>
                  <a:cubicBezTo>
                    <a:pt x="8829" y="11818"/>
                    <a:pt x="9116" y="11695"/>
                    <a:pt x="9389" y="11554"/>
                  </a:cubicBezTo>
                  <a:lnTo>
                    <a:pt x="10333" y="12498"/>
                  </a:lnTo>
                  <a:cubicBezTo>
                    <a:pt x="10482" y="12645"/>
                    <a:pt x="10674" y="12719"/>
                    <a:pt x="10867" y="12719"/>
                  </a:cubicBezTo>
                  <a:cubicBezTo>
                    <a:pt x="11059" y="12719"/>
                    <a:pt x="11252" y="12645"/>
                    <a:pt x="11400" y="12498"/>
                  </a:cubicBezTo>
                  <a:lnTo>
                    <a:pt x="12498" y="11398"/>
                  </a:lnTo>
                  <a:cubicBezTo>
                    <a:pt x="12790" y="11107"/>
                    <a:pt x="12790" y="10628"/>
                    <a:pt x="12498" y="10337"/>
                  </a:cubicBezTo>
                  <a:lnTo>
                    <a:pt x="11550" y="9389"/>
                  </a:lnTo>
                  <a:cubicBezTo>
                    <a:pt x="11696" y="9116"/>
                    <a:pt x="11815" y="8828"/>
                    <a:pt x="11911" y="8527"/>
                  </a:cubicBezTo>
                  <a:lnTo>
                    <a:pt x="13245" y="8527"/>
                  </a:lnTo>
                  <a:cubicBezTo>
                    <a:pt x="13661" y="8527"/>
                    <a:pt x="13998" y="8190"/>
                    <a:pt x="13998" y="7776"/>
                  </a:cubicBezTo>
                  <a:lnTo>
                    <a:pt x="13998" y="6221"/>
                  </a:lnTo>
                  <a:cubicBezTo>
                    <a:pt x="13998" y="5807"/>
                    <a:pt x="13661" y="5470"/>
                    <a:pt x="13245" y="5470"/>
                  </a:cubicBezTo>
                  <a:lnTo>
                    <a:pt x="11911" y="5470"/>
                  </a:lnTo>
                  <a:cubicBezTo>
                    <a:pt x="11815" y="5169"/>
                    <a:pt x="11696" y="4881"/>
                    <a:pt x="11550" y="4608"/>
                  </a:cubicBezTo>
                  <a:lnTo>
                    <a:pt x="12498" y="3665"/>
                  </a:lnTo>
                  <a:cubicBezTo>
                    <a:pt x="12790" y="3368"/>
                    <a:pt x="12790" y="2894"/>
                    <a:pt x="12498" y="2598"/>
                  </a:cubicBezTo>
                  <a:lnTo>
                    <a:pt x="11400" y="1499"/>
                  </a:lnTo>
                  <a:cubicBezTo>
                    <a:pt x="11252" y="1354"/>
                    <a:pt x="11059" y="1281"/>
                    <a:pt x="10867" y="1281"/>
                  </a:cubicBezTo>
                  <a:cubicBezTo>
                    <a:pt x="10674" y="1281"/>
                    <a:pt x="10482" y="1354"/>
                    <a:pt x="10333" y="1499"/>
                  </a:cubicBezTo>
                  <a:lnTo>
                    <a:pt x="9389" y="2447"/>
                  </a:lnTo>
                  <a:cubicBezTo>
                    <a:pt x="9116" y="2302"/>
                    <a:pt x="8829" y="2183"/>
                    <a:pt x="8529" y="2088"/>
                  </a:cubicBezTo>
                  <a:lnTo>
                    <a:pt x="8529" y="752"/>
                  </a:lnTo>
                  <a:cubicBezTo>
                    <a:pt x="8529" y="337"/>
                    <a:pt x="8192" y="1"/>
                    <a:pt x="7776" y="1"/>
                  </a:cubicBez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3" name="Google Shape;4073;p76"/>
            <p:cNvSpPr/>
            <p:nvPr/>
          </p:nvSpPr>
          <p:spPr>
            <a:xfrm>
              <a:off x="3199512" y="1889303"/>
              <a:ext cx="216835" cy="215241"/>
            </a:xfrm>
            <a:custGeom>
              <a:rect b="b" l="l" r="r" t="t"/>
              <a:pathLst>
                <a:path extrusionOk="0" h="7158" w="7211">
                  <a:moveTo>
                    <a:pt x="3586" y="2419"/>
                  </a:moveTo>
                  <a:cubicBezTo>
                    <a:pt x="3707" y="2419"/>
                    <a:pt x="3829" y="2439"/>
                    <a:pt x="3947" y="2478"/>
                  </a:cubicBezTo>
                  <a:cubicBezTo>
                    <a:pt x="4645" y="2716"/>
                    <a:pt x="4950" y="3522"/>
                    <a:pt x="4581" y="4161"/>
                  </a:cubicBezTo>
                  <a:cubicBezTo>
                    <a:pt x="4371" y="4523"/>
                    <a:pt x="3983" y="4736"/>
                    <a:pt x="3581" y="4736"/>
                  </a:cubicBezTo>
                  <a:cubicBezTo>
                    <a:pt x="3458" y="4736"/>
                    <a:pt x="3334" y="4716"/>
                    <a:pt x="3213" y="4675"/>
                  </a:cubicBezTo>
                  <a:cubicBezTo>
                    <a:pt x="2516" y="4443"/>
                    <a:pt x="2211" y="3631"/>
                    <a:pt x="2580" y="2998"/>
                  </a:cubicBezTo>
                  <a:cubicBezTo>
                    <a:pt x="2787" y="2633"/>
                    <a:pt x="3181" y="2419"/>
                    <a:pt x="3586" y="2419"/>
                  </a:cubicBezTo>
                  <a:close/>
                  <a:moveTo>
                    <a:pt x="2810" y="0"/>
                  </a:moveTo>
                  <a:cubicBezTo>
                    <a:pt x="2764" y="0"/>
                    <a:pt x="2717" y="8"/>
                    <a:pt x="2671" y="26"/>
                  </a:cubicBezTo>
                  <a:lnTo>
                    <a:pt x="1915" y="309"/>
                  </a:lnTo>
                  <a:cubicBezTo>
                    <a:pt x="1714" y="387"/>
                    <a:pt x="1610" y="614"/>
                    <a:pt x="1686" y="815"/>
                  </a:cubicBezTo>
                  <a:lnTo>
                    <a:pt x="1932" y="1466"/>
                  </a:lnTo>
                  <a:cubicBezTo>
                    <a:pt x="1805" y="1567"/>
                    <a:pt x="1686" y="1676"/>
                    <a:pt x="1577" y="1799"/>
                  </a:cubicBezTo>
                  <a:lnTo>
                    <a:pt x="943" y="1512"/>
                  </a:lnTo>
                  <a:cubicBezTo>
                    <a:pt x="892" y="1488"/>
                    <a:pt x="837" y="1477"/>
                    <a:pt x="783" y="1477"/>
                  </a:cubicBezTo>
                  <a:cubicBezTo>
                    <a:pt x="635" y="1477"/>
                    <a:pt x="491" y="1564"/>
                    <a:pt x="424" y="1708"/>
                  </a:cubicBezTo>
                  <a:lnTo>
                    <a:pt x="91" y="2447"/>
                  </a:lnTo>
                  <a:cubicBezTo>
                    <a:pt x="1" y="2642"/>
                    <a:pt x="91" y="2875"/>
                    <a:pt x="287" y="2962"/>
                  </a:cubicBezTo>
                  <a:lnTo>
                    <a:pt x="921" y="3248"/>
                  </a:lnTo>
                  <a:cubicBezTo>
                    <a:pt x="899" y="3412"/>
                    <a:pt x="893" y="3576"/>
                    <a:pt x="907" y="3736"/>
                  </a:cubicBezTo>
                  <a:lnTo>
                    <a:pt x="255" y="3982"/>
                  </a:lnTo>
                  <a:lnTo>
                    <a:pt x="310" y="5245"/>
                  </a:lnTo>
                  <a:cubicBezTo>
                    <a:pt x="371" y="5402"/>
                    <a:pt x="522" y="5497"/>
                    <a:pt x="682" y="5497"/>
                  </a:cubicBezTo>
                  <a:cubicBezTo>
                    <a:pt x="727" y="5497"/>
                    <a:pt x="772" y="5489"/>
                    <a:pt x="817" y="5473"/>
                  </a:cubicBezTo>
                  <a:lnTo>
                    <a:pt x="1467" y="5227"/>
                  </a:lnTo>
                  <a:cubicBezTo>
                    <a:pt x="1568" y="5354"/>
                    <a:pt x="1677" y="5473"/>
                    <a:pt x="1801" y="5583"/>
                  </a:cubicBezTo>
                  <a:lnTo>
                    <a:pt x="1513" y="6216"/>
                  </a:lnTo>
                  <a:cubicBezTo>
                    <a:pt x="1423" y="6412"/>
                    <a:pt x="1513" y="6644"/>
                    <a:pt x="1709" y="6736"/>
                  </a:cubicBezTo>
                  <a:lnTo>
                    <a:pt x="2443" y="7068"/>
                  </a:lnTo>
                  <a:cubicBezTo>
                    <a:pt x="2496" y="7091"/>
                    <a:pt x="2551" y="7102"/>
                    <a:pt x="2604" y="7102"/>
                  </a:cubicBezTo>
                  <a:cubicBezTo>
                    <a:pt x="2756" y="7102"/>
                    <a:pt x="2899" y="7017"/>
                    <a:pt x="2963" y="6872"/>
                  </a:cubicBezTo>
                  <a:lnTo>
                    <a:pt x="3250" y="6239"/>
                  </a:lnTo>
                  <a:cubicBezTo>
                    <a:pt x="3360" y="6251"/>
                    <a:pt x="3467" y="6256"/>
                    <a:pt x="3575" y="6256"/>
                  </a:cubicBezTo>
                  <a:cubicBezTo>
                    <a:pt x="3628" y="6256"/>
                    <a:pt x="3682" y="6255"/>
                    <a:pt x="3737" y="6252"/>
                  </a:cubicBezTo>
                  <a:lnTo>
                    <a:pt x="3983" y="6904"/>
                  </a:lnTo>
                  <a:cubicBezTo>
                    <a:pt x="4040" y="7059"/>
                    <a:pt x="4190" y="7157"/>
                    <a:pt x="4350" y="7157"/>
                  </a:cubicBezTo>
                  <a:cubicBezTo>
                    <a:pt x="4396" y="7157"/>
                    <a:pt x="4444" y="7149"/>
                    <a:pt x="4490" y="7131"/>
                  </a:cubicBezTo>
                  <a:lnTo>
                    <a:pt x="5241" y="6845"/>
                  </a:lnTo>
                  <a:cubicBezTo>
                    <a:pt x="5447" y="6772"/>
                    <a:pt x="5547" y="6544"/>
                    <a:pt x="5474" y="6343"/>
                  </a:cubicBezTo>
                  <a:lnTo>
                    <a:pt x="5228" y="5692"/>
                  </a:lnTo>
                  <a:cubicBezTo>
                    <a:pt x="5356" y="5591"/>
                    <a:pt x="5474" y="5482"/>
                    <a:pt x="5584" y="5358"/>
                  </a:cubicBezTo>
                  <a:lnTo>
                    <a:pt x="6217" y="5646"/>
                  </a:lnTo>
                  <a:cubicBezTo>
                    <a:pt x="6268" y="5669"/>
                    <a:pt x="6322" y="5680"/>
                    <a:pt x="6376" y="5680"/>
                  </a:cubicBezTo>
                  <a:cubicBezTo>
                    <a:pt x="6525" y="5680"/>
                    <a:pt x="6668" y="5595"/>
                    <a:pt x="6732" y="5450"/>
                  </a:cubicBezTo>
                  <a:lnTo>
                    <a:pt x="7069" y="4712"/>
                  </a:lnTo>
                  <a:cubicBezTo>
                    <a:pt x="7155" y="4516"/>
                    <a:pt x="7069" y="4283"/>
                    <a:pt x="6873" y="4192"/>
                  </a:cubicBezTo>
                  <a:lnTo>
                    <a:pt x="6240" y="3905"/>
                  </a:lnTo>
                  <a:cubicBezTo>
                    <a:pt x="6258" y="3745"/>
                    <a:pt x="6263" y="3581"/>
                    <a:pt x="6253" y="3422"/>
                  </a:cubicBezTo>
                  <a:lnTo>
                    <a:pt x="6905" y="3176"/>
                  </a:lnTo>
                  <a:cubicBezTo>
                    <a:pt x="7106" y="3098"/>
                    <a:pt x="7210" y="2870"/>
                    <a:pt x="7134" y="2670"/>
                  </a:cubicBezTo>
                  <a:lnTo>
                    <a:pt x="6846" y="1913"/>
                  </a:lnTo>
                  <a:cubicBezTo>
                    <a:pt x="6789" y="1758"/>
                    <a:pt x="6640" y="1660"/>
                    <a:pt x="6480" y="1660"/>
                  </a:cubicBezTo>
                  <a:cubicBezTo>
                    <a:pt x="6434" y="1660"/>
                    <a:pt x="6386" y="1668"/>
                    <a:pt x="6341" y="1685"/>
                  </a:cubicBezTo>
                  <a:lnTo>
                    <a:pt x="5693" y="1931"/>
                  </a:lnTo>
                  <a:cubicBezTo>
                    <a:pt x="5592" y="1803"/>
                    <a:pt x="5483" y="1685"/>
                    <a:pt x="5360" y="1576"/>
                  </a:cubicBezTo>
                  <a:lnTo>
                    <a:pt x="5647" y="943"/>
                  </a:lnTo>
                  <a:cubicBezTo>
                    <a:pt x="5733" y="747"/>
                    <a:pt x="5647" y="514"/>
                    <a:pt x="5451" y="423"/>
                  </a:cubicBezTo>
                  <a:lnTo>
                    <a:pt x="4713" y="90"/>
                  </a:lnTo>
                  <a:cubicBezTo>
                    <a:pt x="4661" y="66"/>
                    <a:pt x="4606" y="55"/>
                    <a:pt x="4553" y="55"/>
                  </a:cubicBezTo>
                  <a:cubicBezTo>
                    <a:pt x="4403" y="55"/>
                    <a:pt x="4260" y="142"/>
                    <a:pt x="4193" y="286"/>
                  </a:cubicBezTo>
                  <a:lnTo>
                    <a:pt x="3907" y="920"/>
                  </a:lnTo>
                  <a:cubicBezTo>
                    <a:pt x="3810" y="906"/>
                    <a:pt x="3712" y="900"/>
                    <a:pt x="3614" y="900"/>
                  </a:cubicBezTo>
                  <a:cubicBezTo>
                    <a:pt x="3550" y="900"/>
                    <a:pt x="3486" y="903"/>
                    <a:pt x="3423" y="906"/>
                  </a:cubicBezTo>
                  <a:lnTo>
                    <a:pt x="3177" y="254"/>
                  </a:lnTo>
                  <a:cubicBezTo>
                    <a:pt x="3117" y="96"/>
                    <a:pt x="2968" y="0"/>
                    <a:pt x="2810"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4" name="Google Shape;4074;p76"/>
            <p:cNvSpPr/>
            <p:nvPr/>
          </p:nvSpPr>
          <p:spPr>
            <a:xfrm flipH="1">
              <a:off x="3175421" y="1892448"/>
              <a:ext cx="218338" cy="215271"/>
            </a:xfrm>
            <a:custGeom>
              <a:rect b="b" l="l" r="r" t="t"/>
              <a:pathLst>
                <a:path extrusionOk="0" h="7159" w="7261">
                  <a:moveTo>
                    <a:pt x="3635" y="2422"/>
                  </a:moveTo>
                  <a:cubicBezTo>
                    <a:pt x="3756" y="2422"/>
                    <a:pt x="3879" y="2441"/>
                    <a:pt x="3998" y="2482"/>
                  </a:cubicBezTo>
                  <a:cubicBezTo>
                    <a:pt x="4696" y="2718"/>
                    <a:pt x="5001" y="3525"/>
                    <a:pt x="4631" y="4163"/>
                  </a:cubicBezTo>
                  <a:cubicBezTo>
                    <a:pt x="4424" y="4524"/>
                    <a:pt x="4031" y="4737"/>
                    <a:pt x="3626" y="4737"/>
                  </a:cubicBezTo>
                  <a:cubicBezTo>
                    <a:pt x="3505" y="4737"/>
                    <a:pt x="3382" y="4718"/>
                    <a:pt x="3264" y="4678"/>
                  </a:cubicBezTo>
                  <a:cubicBezTo>
                    <a:pt x="2567" y="4441"/>
                    <a:pt x="2262" y="3635"/>
                    <a:pt x="2630" y="2997"/>
                  </a:cubicBezTo>
                  <a:cubicBezTo>
                    <a:pt x="2841" y="2635"/>
                    <a:pt x="3231" y="2422"/>
                    <a:pt x="3635" y="2422"/>
                  </a:cubicBezTo>
                  <a:close/>
                  <a:moveTo>
                    <a:pt x="2858" y="1"/>
                  </a:moveTo>
                  <a:cubicBezTo>
                    <a:pt x="2813" y="1"/>
                    <a:pt x="2767" y="9"/>
                    <a:pt x="2721" y="25"/>
                  </a:cubicBezTo>
                  <a:lnTo>
                    <a:pt x="1965" y="311"/>
                  </a:lnTo>
                  <a:cubicBezTo>
                    <a:pt x="1764" y="389"/>
                    <a:pt x="1660" y="612"/>
                    <a:pt x="1737" y="818"/>
                  </a:cubicBezTo>
                  <a:lnTo>
                    <a:pt x="1983" y="1470"/>
                  </a:lnTo>
                  <a:cubicBezTo>
                    <a:pt x="1856" y="1565"/>
                    <a:pt x="1737" y="1679"/>
                    <a:pt x="1627" y="1802"/>
                  </a:cubicBezTo>
                  <a:lnTo>
                    <a:pt x="994" y="1515"/>
                  </a:lnTo>
                  <a:cubicBezTo>
                    <a:pt x="941" y="1490"/>
                    <a:pt x="886" y="1479"/>
                    <a:pt x="832" y="1479"/>
                  </a:cubicBezTo>
                  <a:cubicBezTo>
                    <a:pt x="684" y="1479"/>
                    <a:pt x="542" y="1564"/>
                    <a:pt x="474" y="1712"/>
                  </a:cubicBezTo>
                  <a:lnTo>
                    <a:pt x="142" y="2444"/>
                  </a:lnTo>
                  <a:cubicBezTo>
                    <a:pt x="56" y="2646"/>
                    <a:pt x="142" y="2878"/>
                    <a:pt x="338" y="2964"/>
                  </a:cubicBezTo>
                  <a:lnTo>
                    <a:pt x="971" y="3252"/>
                  </a:lnTo>
                  <a:cubicBezTo>
                    <a:pt x="954" y="3416"/>
                    <a:pt x="949" y="3575"/>
                    <a:pt x="958" y="3740"/>
                  </a:cubicBezTo>
                  <a:lnTo>
                    <a:pt x="306" y="3981"/>
                  </a:lnTo>
                  <a:cubicBezTo>
                    <a:pt x="106" y="4058"/>
                    <a:pt x="1" y="4286"/>
                    <a:pt x="79" y="4487"/>
                  </a:cubicBezTo>
                  <a:lnTo>
                    <a:pt x="365" y="5244"/>
                  </a:lnTo>
                  <a:cubicBezTo>
                    <a:pt x="422" y="5401"/>
                    <a:pt x="570" y="5497"/>
                    <a:pt x="727" y="5497"/>
                  </a:cubicBezTo>
                  <a:cubicBezTo>
                    <a:pt x="774" y="5497"/>
                    <a:pt x="821" y="5489"/>
                    <a:pt x="867" y="5471"/>
                  </a:cubicBezTo>
                  <a:lnTo>
                    <a:pt x="1518" y="5229"/>
                  </a:lnTo>
                  <a:cubicBezTo>
                    <a:pt x="1619" y="5353"/>
                    <a:pt x="1728" y="5475"/>
                    <a:pt x="1852" y="5580"/>
                  </a:cubicBezTo>
                  <a:lnTo>
                    <a:pt x="1564" y="6214"/>
                  </a:lnTo>
                  <a:cubicBezTo>
                    <a:pt x="1478" y="6415"/>
                    <a:pt x="1564" y="6647"/>
                    <a:pt x="1760" y="6733"/>
                  </a:cubicBezTo>
                  <a:lnTo>
                    <a:pt x="2498" y="7066"/>
                  </a:lnTo>
                  <a:cubicBezTo>
                    <a:pt x="2551" y="7091"/>
                    <a:pt x="2607" y="7103"/>
                    <a:pt x="2662" y="7103"/>
                  </a:cubicBezTo>
                  <a:cubicBezTo>
                    <a:pt x="2810" y="7103"/>
                    <a:pt x="2951" y="7017"/>
                    <a:pt x="3018" y="6870"/>
                  </a:cubicBezTo>
                  <a:lnTo>
                    <a:pt x="3305" y="6237"/>
                  </a:lnTo>
                  <a:cubicBezTo>
                    <a:pt x="3415" y="6253"/>
                    <a:pt x="3527" y="6260"/>
                    <a:pt x="3638" y="6260"/>
                  </a:cubicBezTo>
                  <a:cubicBezTo>
                    <a:pt x="3688" y="6260"/>
                    <a:pt x="3738" y="6258"/>
                    <a:pt x="3788" y="6255"/>
                  </a:cubicBezTo>
                  <a:lnTo>
                    <a:pt x="4034" y="6907"/>
                  </a:lnTo>
                  <a:cubicBezTo>
                    <a:pt x="4094" y="7063"/>
                    <a:pt x="4243" y="7159"/>
                    <a:pt x="4403" y="7159"/>
                  </a:cubicBezTo>
                  <a:cubicBezTo>
                    <a:pt x="4449" y="7159"/>
                    <a:pt x="4495" y="7151"/>
                    <a:pt x="4540" y="7135"/>
                  </a:cubicBezTo>
                  <a:lnTo>
                    <a:pt x="5297" y="6847"/>
                  </a:lnTo>
                  <a:cubicBezTo>
                    <a:pt x="5497" y="6771"/>
                    <a:pt x="5602" y="6546"/>
                    <a:pt x="5525" y="6342"/>
                  </a:cubicBezTo>
                  <a:lnTo>
                    <a:pt x="5279" y="5690"/>
                  </a:lnTo>
                  <a:cubicBezTo>
                    <a:pt x="5407" y="5595"/>
                    <a:pt x="5525" y="5480"/>
                    <a:pt x="5634" y="5357"/>
                  </a:cubicBezTo>
                  <a:lnTo>
                    <a:pt x="6267" y="5644"/>
                  </a:lnTo>
                  <a:cubicBezTo>
                    <a:pt x="6321" y="5669"/>
                    <a:pt x="6376" y="5681"/>
                    <a:pt x="6431" y="5681"/>
                  </a:cubicBezTo>
                  <a:cubicBezTo>
                    <a:pt x="6579" y="5681"/>
                    <a:pt x="6721" y="5595"/>
                    <a:pt x="6787" y="5448"/>
                  </a:cubicBezTo>
                  <a:lnTo>
                    <a:pt x="7120" y="4714"/>
                  </a:lnTo>
                  <a:cubicBezTo>
                    <a:pt x="7211" y="4518"/>
                    <a:pt x="7120" y="4286"/>
                    <a:pt x="6924" y="4195"/>
                  </a:cubicBezTo>
                  <a:lnTo>
                    <a:pt x="6290" y="3908"/>
                  </a:lnTo>
                  <a:cubicBezTo>
                    <a:pt x="6309" y="3744"/>
                    <a:pt x="6313" y="3584"/>
                    <a:pt x="6304" y="3420"/>
                  </a:cubicBezTo>
                  <a:lnTo>
                    <a:pt x="6956" y="3178"/>
                  </a:lnTo>
                  <a:cubicBezTo>
                    <a:pt x="7161" y="3101"/>
                    <a:pt x="7261" y="2873"/>
                    <a:pt x="7184" y="2673"/>
                  </a:cubicBezTo>
                  <a:lnTo>
                    <a:pt x="6901" y="1916"/>
                  </a:lnTo>
                  <a:cubicBezTo>
                    <a:pt x="6841" y="1758"/>
                    <a:pt x="6692" y="1662"/>
                    <a:pt x="6535" y="1662"/>
                  </a:cubicBezTo>
                  <a:cubicBezTo>
                    <a:pt x="6488" y="1662"/>
                    <a:pt x="6441" y="1671"/>
                    <a:pt x="6395" y="1689"/>
                  </a:cubicBezTo>
                  <a:lnTo>
                    <a:pt x="5744" y="1935"/>
                  </a:lnTo>
                  <a:cubicBezTo>
                    <a:pt x="5643" y="1807"/>
                    <a:pt x="5534" y="1684"/>
                    <a:pt x="5411" y="1579"/>
                  </a:cubicBezTo>
                  <a:lnTo>
                    <a:pt x="5698" y="946"/>
                  </a:lnTo>
                  <a:cubicBezTo>
                    <a:pt x="5789" y="745"/>
                    <a:pt x="5698" y="513"/>
                    <a:pt x="5502" y="426"/>
                  </a:cubicBezTo>
                  <a:lnTo>
                    <a:pt x="4763" y="93"/>
                  </a:lnTo>
                  <a:cubicBezTo>
                    <a:pt x="4711" y="68"/>
                    <a:pt x="4655" y="57"/>
                    <a:pt x="4601" y="57"/>
                  </a:cubicBezTo>
                  <a:cubicBezTo>
                    <a:pt x="4453" y="57"/>
                    <a:pt x="4311" y="142"/>
                    <a:pt x="4248" y="290"/>
                  </a:cubicBezTo>
                  <a:lnTo>
                    <a:pt x="3962" y="923"/>
                  </a:lnTo>
                  <a:cubicBezTo>
                    <a:pt x="3849" y="907"/>
                    <a:pt x="3736" y="900"/>
                    <a:pt x="3625" y="900"/>
                  </a:cubicBezTo>
                  <a:cubicBezTo>
                    <a:pt x="3574" y="900"/>
                    <a:pt x="3524" y="902"/>
                    <a:pt x="3474" y="904"/>
                  </a:cubicBezTo>
                  <a:lnTo>
                    <a:pt x="3228" y="252"/>
                  </a:lnTo>
                  <a:cubicBezTo>
                    <a:pt x="3167" y="96"/>
                    <a:pt x="3018" y="1"/>
                    <a:pt x="2858" y="1"/>
                  </a:cubicBez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5" name="Google Shape;4075;p76"/>
            <p:cNvSpPr/>
            <p:nvPr/>
          </p:nvSpPr>
          <p:spPr>
            <a:xfrm>
              <a:off x="4065831" y="1382630"/>
              <a:ext cx="898632" cy="194401"/>
            </a:xfrm>
            <a:custGeom>
              <a:rect b="b" l="l" r="r" t="t"/>
              <a:pathLst>
                <a:path extrusionOk="0" h="5283" w="24421">
                  <a:moveTo>
                    <a:pt x="15405" y="0"/>
                  </a:moveTo>
                  <a:cubicBezTo>
                    <a:pt x="14107" y="0"/>
                    <a:pt x="12967" y="665"/>
                    <a:pt x="12302" y="1673"/>
                  </a:cubicBezTo>
                  <a:cubicBezTo>
                    <a:pt x="12011" y="2111"/>
                    <a:pt x="11523" y="2366"/>
                    <a:pt x="11018" y="2366"/>
                  </a:cubicBezTo>
                  <a:cubicBezTo>
                    <a:pt x="10850" y="2366"/>
                    <a:pt x="10680" y="2338"/>
                    <a:pt x="10515" y="2279"/>
                  </a:cubicBezTo>
                  <a:cubicBezTo>
                    <a:pt x="10137" y="2142"/>
                    <a:pt x="9727" y="2070"/>
                    <a:pt x="9303" y="2070"/>
                  </a:cubicBezTo>
                  <a:cubicBezTo>
                    <a:pt x="8450" y="2070"/>
                    <a:pt x="7666" y="2366"/>
                    <a:pt x="7047" y="2863"/>
                  </a:cubicBezTo>
                  <a:cubicBezTo>
                    <a:pt x="6674" y="3160"/>
                    <a:pt x="6218" y="3313"/>
                    <a:pt x="5757" y="3313"/>
                  </a:cubicBezTo>
                  <a:cubicBezTo>
                    <a:pt x="5491" y="3313"/>
                    <a:pt x="5224" y="3263"/>
                    <a:pt x="4969" y="3159"/>
                  </a:cubicBezTo>
                  <a:cubicBezTo>
                    <a:pt x="4526" y="2981"/>
                    <a:pt x="4043" y="2880"/>
                    <a:pt x="3537" y="2880"/>
                  </a:cubicBezTo>
                  <a:cubicBezTo>
                    <a:pt x="1933" y="2880"/>
                    <a:pt x="556" y="3875"/>
                    <a:pt x="0" y="5282"/>
                  </a:cubicBezTo>
                  <a:lnTo>
                    <a:pt x="24421" y="5282"/>
                  </a:lnTo>
                  <a:cubicBezTo>
                    <a:pt x="23882" y="4070"/>
                    <a:pt x="22666" y="3223"/>
                    <a:pt x="21253" y="3223"/>
                  </a:cubicBezTo>
                  <a:cubicBezTo>
                    <a:pt x="20447" y="3223"/>
                    <a:pt x="19708" y="3496"/>
                    <a:pt x="19120" y="3957"/>
                  </a:cubicBezTo>
                  <a:cubicBezTo>
                    <a:pt x="19124" y="3879"/>
                    <a:pt x="19124" y="3801"/>
                    <a:pt x="19124" y="3724"/>
                  </a:cubicBezTo>
                  <a:cubicBezTo>
                    <a:pt x="19124" y="1668"/>
                    <a:pt x="17460" y="0"/>
                    <a:pt x="15405" y="0"/>
                  </a:cubicBezTo>
                  <a:close/>
                </a:path>
              </a:pathLst>
            </a:cu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6" name="Google Shape;4076;p76"/>
            <p:cNvSpPr/>
            <p:nvPr/>
          </p:nvSpPr>
          <p:spPr>
            <a:xfrm>
              <a:off x="2614646" y="2185772"/>
              <a:ext cx="447826" cy="101855"/>
            </a:xfrm>
            <a:custGeom>
              <a:rect b="b" l="l" r="r" t="t"/>
              <a:pathLst>
                <a:path extrusionOk="0" h="2768" w="12170">
                  <a:moveTo>
                    <a:pt x="4366" y="1"/>
                  </a:moveTo>
                  <a:cubicBezTo>
                    <a:pt x="2438" y="1"/>
                    <a:pt x="774" y="1132"/>
                    <a:pt x="0" y="2767"/>
                  </a:cubicBezTo>
                  <a:lnTo>
                    <a:pt x="12169" y="2767"/>
                  </a:lnTo>
                  <a:cubicBezTo>
                    <a:pt x="11745" y="1875"/>
                    <a:pt x="10833" y="1250"/>
                    <a:pt x="9776" y="1250"/>
                  </a:cubicBezTo>
                  <a:cubicBezTo>
                    <a:pt x="9534" y="1250"/>
                    <a:pt x="9298" y="1286"/>
                    <a:pt x="9075" y="1345"/>
                  </a:cubicBezTo>
                  <a:cubicBezTo>
                    <a:pt x="8900" y="1393"/>
                    <a:pt x="8721" y="1417"/>
                    <a:pt x="8544" y="1417"/>
                  </a:cubicBezTo>
                  <a:cubicBezTo>
                    <a:pt x="8096" y="1417"/>
                    <a:pt x="7654" y="1268"/>
                    <a:pt x="7292" y="990"/>
                  </a:cubicBezTo>
                  <a:cubicBezTo>
                    <a:pt x="6481" y="371"/>
                    <a:pt x="5469" y="1"/>
                    <a:pt x="4366" y="1"/>
                  </a:cubicBezTo>
                  <a:close/>
                </a:path>
              </a:pathLst>
            </a:cu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7" name="Google Shape;4077;p76"/>
            <p:cNvSpPr/>
            <p:nvPr/>
          </p:nvSpPr>
          <p:spPr>
            <a:xfrm flipH="1">
              <a:off x="3165247" y="2289431"/>
              <a:ext cx="297692" cy="413972"/>
            </a:xfrm>
            <a:custGeom>
              <a:rect b="b" l="l" r="r" t="t"/>
              <a:pathLst>
                <a:path extrusionOk="0" h="11250" w="8090">
                  <a:moveTo>
                    <a:pt x="4043" y="1"/>
                  </a:moveTo>
                  <a:cubicBezTo>
                    <a:pt x="1810" y="1"/>
                    <a:pt x="1" y="1810"/>
                    <a:pt x="1" y="4043"/>
                  </a:cubicBezTo>
                  <a:cubicBezTo>
                    <a:pt x="1" y="5028"/>
                    <a:pt x="351" y="5935"/>
                    <a:pt x="939" y="6632"/>
                  </a:cubicBezTo>
                  <a:lnTo>
                    <a:pt x="4043" y="11250"/>
                  </a:lnTo>
                  <a:lnTo>
                    <a:pt x="7393" y="6313"/>
                  </a:lnTo>
                  <a:cubicBezTo>
                    <a:pt x="7831" y="5666"/>
                    <a:pt x="8090" y="4887"/>
                    <a:pt x="8090" y="4043"/>
                  </a:cubicBezTo>
                  <a:cubicBezTo>
                    <a:pt x="8090" y="1810"/>
                    <a:pt x="6276" y="1"/>
                    <a:pt x="4043"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8" name="Google Shape;4078;p76"/>
            <p:cNvSpPr/>
            <p:nvPr/>
          </p:nvSpPr>
          <p:spPr>
            <a:xfrm>
              <a:off x="3272365" y="2662263"/>
              <a:ext cx="41802" cy="41140"/>
            </a:xfrm>
            <a:custGeom>
              <a:rect b="b" l="l" r="r" t="t"/>
              <a:pathLst>
                <a:path extrusionOk="0" h="1118" w="1136">
                  <a:moveTo>
                    <a:pt x="753" y="1"/>
                  </a:moveTo>
                  <a:lnTo>
                    <a:pt x="1" y="1118"/>
                  </a:lnTo>
                  <a:lnTo>
                    <a:pt x="1136" y="1118"/>
                  </a:lnTo>
                  <a:lnTo>
                    <a:pt x="753" y="1"/>
                  </a:ln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9" name="Google Shape;4079;p76"/>
            <p:cNvSpPr/>
            <p:nvPr/>
          </p:nvSpPr>
          <p:spPr>
            <a:xfrm>
              <a:off x="3249587" y="2289431"/>
              <a:ext cx="78158" cy="17295"/>
            </a:xfrm>
            <a:custGeom>
              <a:rect b="b" l="l" r="r" t="t"/>
              <a:pathLst>
                <a:path extrusionOk="0" h="470" w="2124">
                  <a:moveTo>
                    <a:pt x="2124" y="1"/>
                  </a:moveTo>
                  <a:lnTo>
                    <a:pt x="0" y="46"/>
                  </a:lnTo>
                  <a:lnTo>
                    <a:pt x="232" y="470"/>
                  </a:lnTo>
                  <a:lnTo>
                    <a:pt x="2124" y="1"/>
                  </a:ln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0" name="Google Shape;4080;p76"/>
            <p:cNvSpPr/>
            <p:nvPr/>
          </p:nvSpPr>
          <p:spPr>
            <a:xfrm flipH="1">
              <a:off x="3123629" y="2289431"/>
              <a:ext cx="297729" cy="413972"/>
            </a:xfrm>
            <a:custGeom>
              <a:rect b="b" l="l" r="r" t="t"/>
              <a:pathLst>
                <a:path extrusionOk="0" h="11250" w="8091">
                  <a:moveTo>
                    <a:pt x="4048" y="1"/>
                  </a:moveTo>
                  <a:cubicBezTo>
                    <a:pt x="1814" y="1"/>
                    <a:pt x="1" y="1810"/>
                    <a:pt x="1" y="4043"/>
                  </a:cubicBezTo>
                  <a:cubicBezTo>
                    <a:pt x="1" y="5028"/>
                    <a:pt x="356" y="5935"/>
                    <a:pt x="939" y="6632"/>
                  </a:cubicBezTo>
                  <a:lnTo>
                    <a:pt x="4048" y="11250"/>
                  </a:lnTo>
                  <a:lnTo>
                    <a:pt x="7397" y="6313"/>
                  </a:lnTo>
                  <a:cubicBezTo>
                    <a:pt x="7835" y="5666"/>
                    <a:pt x="8091" y="4887"/>
                    <a:pt x="8091" y="4043"/>
                  </a:cubicBezTo>
                  <a:cubicBezTo>
                    <a:pt x="8091" y="1810"/>
                    <a:pt x="6282" y="1"/>
                    <a:pt x="4048"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1" name="Google Shape;4081;p76"/>
            <p:cNvSpPr/>
            <p:nvPr/>
          </p:nvSpPr>
          <p:spPr>
            <a:xfrm flipH="1">
              <a:off x="3217058" y="2382860"/>
              <a:ext cx="110724" cy="110724"/>
            </a:xfrm>
            <a:custGeom>
              <a:rect b="b" l="l" r="r" t="t"/>
              <a:pathLst>
                <a:path extrusionOk="0" h="3009" w="3009">
                  <a:moveTo>
                    <a:pt x="1505" y="0"/>
                  </a:moveTo>
                  <a:cubicBezTo>
                    <a:pt x="670" y="0"/>
                    <a:pt x="1" y="675"/>
                    <a:pt x="1" y="1504"/>
                  </a:cubicBezTo>
                  <a:cubicBezTo>
                    <a:pt x="1" y="2339"/>
                    <a:pt x="670" y="3008"/>
                    <a:pt x="1505" y="3008"/>
                  </a:cubicBezTo>
                  <a:cubicBezTo>
                    <a:pt x="2334" y="3008"/>
                    <a:pt x="3009" y="2339"/>
                    <a:pt x="3009" y="1504"/>
                  </a:cubicBezTo>
                  <a:cubicBezTo>
                    <a:pt x="3009" y="675"/>
                    <a:pt x="2334" y="0"/>
                    <a:pt x="1505"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2" name="Google Shape;4082;p76"/>
            <p:cNvSpPr/>
            <p:nvPr/>
          </p:nvSpPr>
          <p:spPr>
            <a:xfrm>
              <a:off x="2455718" y="1577018"/>
              <a:ext cx="401865" cy="357966"/>
            </a:xfrm>
            <a:custGeom>
              <a:rect b="b" l="l" r="r" t="t"/>
              <a:pathLst>
                <a:path extrusionOk="0" h="9728" w="10921">
                  <a:moveTo>
                    <a:pt x="4863" y="1"/>
                  </a:moveTo>
                  <a:cubicBezTo>
                    <a:pt x="2179" y="1"/>
                    <a:pt x="1" y="2175"/>
                    <a:pt x="1" y="4864"/>
                  </a:cubicBezTo>
                  <a:cubicBezTo>
                    <a:pt x="1" y="7548"/>
                    <a:pt x="2179" y="9727"/>
                    <a:pt x="4863" y="9727"/>
                  </a:cubicBezTo>
                  <a:cubicBezTo>
                    <a:pt x="5971" y="9727"/>
                    <a:pt x="6992" y="9353"/>
                    <a:pt x="7812" y="8724"/>
                  </a:cubicBezTo>
                  <a:lnTo>
                    <a:pt x="10921" y="9727"/>
                  </a:lnTo>
                  <a:lnTo>
                    <a:pt x="9207" y="7043"/>
                  </a:lnTo>
                  <a:cubicBezTo>
                    <a:pt x="9535" y="6387"/>
                    <a:pt x="9726" y="5648"/>
                    <a:pt x="9726" y="4864"/>
                  </a:cubicBezTo>
                  <a:cubicBezTo>
                    <a:pt x="9726" y="2175"/>
                    <a:pt x="7548" y="1"/>
                    <a:pt x="4863" y="1"/>
                  </a:cubicBezTo>
                  <a:close/>
                </a:path>
              </a:pathLst>
            </a:cu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3" name="Google Shape;4083;p76"/>
            <p:cNvSpPr/>
            <p:nvPr/>
          </p:nvSpPr>
          <p:spPr>
            <a:xfrm>
              <a:off x="2538034" y="1697604"/>
              <a:ext cx="199663" cy="30064"/>
            </a:xfrm>
            <a:custGeom>
              <a:rect b="b" l="l" r="r" t="t"/>
              <a:pathLst>
                <a:path extrusionOk="0" h="817" w="5426">
                  <a:moveTo>
                    <a:pt x="407" y="1"/>
                  </a:moveTo>
                  <a:cubicBezTo>
                    <a:pt x="183" y="1"/>
                    <a:pt x="1" y="188"/>
                    <a:pt x="1" y="411"/>
                  </a:cubicBezTo>
                  <a:cubicBezTo>
                    <a:pt x="1" y="634"/>
                    <a:pt x="183" y="817"/>
                    <a:pt x="407" y="817"/>
                  </a:cubicBezTo>
                  <a:lnTo>
                    <a:pt x="5015" y="817"/>
                  </a:lnTo>
                  <a:cubicBezTo>
                    <a:pt x="5242" y="817"/>
                    <a:pt x="5425" y="634"/>
                    <a:pt x="5425" y="411"/>
                  </a:cubicBezTo>
                  <a:cubicBezTo>
                    <a:pt x="5425" y="188"/>
                    <a:pt x="5242" y="1"/>
                    <a:pt x="5015" y="1"/>
                  </a:cubicBezTo>
                  <a:close/>
                </a:path>
              </a:pathLst>
            </a:custGeom>
            <a:solidFill>
              <a:srgbClr val="FF3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4" name="Google Shape;4084;p76"/>
            <p:cNvSpPr/>
            <p:nvPr/>
          </p:nvSpPr>
          <p:spPr>
            <a:xfrm>
              <a:off x="2538034" y="1740878"/>
              <a:ext cx="199663" cy="30064"/>
            </a:xfrm>
            <a:custGeom>
              <a:rect b="b" l="l" r="r" t="t"/>
              <a:pathLst>
                <a:path extrusionOk="0" h="817" w="5426">
                  <a:moveTo>
                    <a:pt x="407" y="1"/>
                  </a:moveTo>
                  <a:cubicBezTo>
                    <a:pt x="183" y="1"/>
                    <a:pt x="1" y="188"/>
                    <a:pt x="1" y="411"/>
                  </a:cubicBezTo>
                  <a:cubicBezTo>
                    <a:pt x="1" y="634"/>
                    <a:pt x="183" y="817"/>
                    <a:pt x="407" y="817"/>
                  </a:cubicBezTo>
                  <a:lnTo>
                    <a:pt x="5015" y="817"/>
                  </a:lnTo>
                  <a:cubicBezTo>
                    <a:pt x="5242" y="817"/>
                    <a:pt x="5425" y="634"/>
                    <a:pt x="5425" y="411"/>
                  </a:cubicBezTo>
                  <a:cubicBezTo>
                    <a:pt x="5425" y="188"/>
                    <a:pt x="5242" y="1"/>
                    <a:pt x="5015" y="1"/>
                  </a:cubicBezTo>
                  <a:close/>
                </a:path>
              </a:pathLst>
            </a:custGeom>
            <a:solidFill>
              <a:srgbClr val="FF3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5" name="Google Shape;4085;p76"/>
            <p:cNvSpPr/>
            <p:nvPr/>
          </p:nvSpPr>
          <p:spPr>
            <a:xfrm>
              <a:off x="2538034" y="1784151"/>
              <a:ext cx="199663" cy="30064"/>
            </a:xfrm>
            <a:custGeom>
              <a:rect b="b" l="l" r="r" t="t"/>
              <a:pathLst>
                <a:path extrusionOk="0" h="817" w="5426">
                  <a:moveTo>
                    <a:pt x="407" y="1"/>
                  </a:moveTo>
                  <a:cubicBezTo>
                    <a:pt x="183" y="1"/>
                    <a:pt x="1" y="183"/>
                    <a:pt x="1" y="411"/>
                  </a:cubicBezTo>
                  <a:cubicBezTo>
                    <a:pt x="1" y="634"/>
                    <a:pt x="183" y="817"/>
                    <a:pt x="407" y="817"/>
                  </a:cubicBezTo>
                  <a:lnTo>
                    <a:pt x="5015" y="817"/>
                  </a:lnTo>
                  <a:cubicBezTo>
                    <a:pt x="5242" y="817"/>
                    <a:pt x="5425" y="634"/>
                    <a:pt x="5425" y="411"/>
                  </a:cubicBezTo>
                  <a:cubicBezTo>
                    <a:pt x="5425" y="183"/>
                    <a:pt x="5242" y="1"/>
                    <a:pt x="5015" y="1"/>
                  </a:cubicBezTo>
                  <a:close/>
                </a:path>
              </a:pathLst>
            </a:custGeom>
            <a:solidFill>
              <a:srgbClr val="FF3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6" name="Google Shape;4086;p76"/>
            <p:cNvSpPr/>
            <p:nvPr/>
          </p:nvSpPr>
          <p:spPr>
            <a:xfrm>
              <a:off x="3739620" y="1112794"/>
              <a:ext cx="488413" cy="555164"/>
            </a:xfrm>
            <a:custGeom>
              <a:rect b="b" l="l" r="r" t="t"/>
              <a:pathLst>
                <a:path extrusionOk="0" h="15087" w="13273">
                  <a:moveTo>
                    <a:pt x="6636" y="0"/>
                  </a:moveTo>
                  <a:cubicBezTo>
                    <a:pt x="2972" y="0"/>
                    <a:pt x="1" y="2972"/>
                    <a:pt x="1" y="6637"/>
                  </a:cubicBezTo>
                  <a:cubicBezTo>
                    <a:pt x="1" y="8701"/>
                    <a:pt x="940" y="10542"/>
                    <a:pt x="2416" y="11759"/>
                  </a:cubicBezTo>
                  <a:lnTo>
                    <a:pt x="5611" y="15086"/>
                  </a:lnTo>
                  <a:lnTo>
                    <a:pt x="7654" y="15086"/>
                  </a:lnTo>
                  <a:lnTo>
                    <a:pt x="10830" y="11782"/>
                  </a:lnTo>
                  <a:cubicBezTo>
                    <a:pt x="12320" y="10564"/>
                    <a:pt x="13273" y="8709"/>
                    <a:pt x="13273" y="6637"/>
                  </a:cubicBezTo>
                  <a:cubicBezTo>
                    <a:pt x="13273" y="2972"/>
                    <a:pt x="10301" y="0"/>
                    <a:pt x="6636"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7" name="Google Shape;4087;p76"/>
            <p:cNvSpPr/>
            <p:nvPr/>
          </p:nvSpPr>
          <p:spPr>
            <a:xfrm>
              <a:off x="3942742" y="1802085"/>
              <a:ext cx="38085" cy="44783"/>
            </a:xfrm>
            <a:custGeom>
              <a:rect b="b" l="l" r="r" t="t"/>
              <a:pathLst>
                <a:path extrusionOk="0" h="1217" w="1035">
                  <a:moveTo>
                    <a:pt x="1" y="0"/>
                  </a:moveTo>
                  <a:lnTo>
                    <a:pt x="1" y="1180"/>
                  </a:lnTo>
                  <a:cubicBezTo>
                    <a:pt x="1" y="1199"/>
                    <a:pt x="18" y="1217"/>
                    <a:pt x="41" y="1217"/>
                  </a:cubicBezTo>
                  <a:lnTo>
                    <a:pt x="1034" y="1217"/>
                  </a:lnTo>
                  <a:lnTo>
                    <a:pt x="1034" y="0"/>
                  </a:ln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8" name="Google Shape;4088;p76"/>
            <p:cNvSpPr/>
            <p:nvPr/>
          </p:nvSpPr>
          <p:spPr>
            <a:xfrm>
              <a:off x="3942742" y="1817319"/>
              <a:ext cx="38085" cy="14314"/>
            </a:xfrm>
            <a:custGeom>
              <a:rect b="b" l="l" r="r" t="t"/>
              <a:pathLst>
                <a:path extrusionOk="0" h="389" w="1035">
                  <a:moveTo>
                    <a:pt x="1" y="1"/>
                  </a:moveTo>
                  <a:lnTo>
                    <a:pt x="1" y="388"/>
                  </a:lnTo>
                  <a:lnTo>
                    <a:pt x="1034" y="388"/>
                  </a:lnTo>
                  <a:lnTo>
                    <a:pt x="1034" y="1"/>
                  </a:ln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9" name="Google Shape;4089;p76"/>
            <p:cNvSpPr/>
            <p:nvPr/>
          </p:nvSpPr>
          <p:spPr>
            <a:xfrm>
              <a:off x="3980790" y="1802085"/>
              <a:ext cx="44157" cy="44783"/>
            </a:xfrm>
            <a:custGeom>
              <a:rect b="b" l="l" r="r" t="t"/>
              <a:pathLst>
                <a:path extrusionOk="0" h="1217" w="1200">
                  <a:moveTo>
                    <a:pt x="0" y="0"/>
                  </a:moveTo>
                  <a:lnTo>
                    <a:pt x="0" y="1217"/>
                  </a:lnTo>
                  <a:lnTo>
                    <a:pt x="1159" y="1217"/>
                  </a:lnTo>
                  <a:cubicBezTo>
                    <a:pt x="1182" y="1217"/>
                    <a:pt x="1199" y="1199"/>
                    <a:pt x="1199" y="1180"/>
                  </a:cubicBezTo>
                  <a:lnTo>
                    <a:pt x="1199" y="0"/>
                  </a:ln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0" name="Google Shape;4090;p76"/>
            <p:cNvSpPr/>
            <p:nvPr/>
          </p:nvSpPr>
          <p:spPr>
            <a:xfrm>
              <a:off x="3980790" y="1817319"/>
              <a:ext cx="44157" cy="14314"/>
            </a:xfrm>
            <a:custGeom>
              <a:rect b="b" l="l" r="r" t="t"/>
              <a:pathLst>
                <a:path extrusionOk="0" h="389" w="1200">
                  <a:moveTo>
                    <a:pt x="0" y="1"/>
                  </a:moveTo>
                  <a:lnTo>
                    <a:pt x="0" y="388"/>
                  </a:lnTo>
                  <a:lnTo>
                    <a:pt x="1199" y="388"/>
                  </a:lnTo>
                  <a:lnTo>
                    <a:pt x="1199" y="1"/>
                  </a:ln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1" name="Google Shape;4091;p76"/>
            <p:cNvSpPr/>
            <p:nvPr/>
          </p:nvSpPr>
          <p:spPr>
            <a:xfrm>
              <a:off x="3942742" y="1789831"/>
              <a:ext cx="82206" cy="12290"/>
            </a:xfrm>
            <a:custGeom>
              <a:rect b="b" l="l" r="r" t="t"/>
              <a:pathLst>
                <a:path extrusionOk="0" h="334" w="2234">
                  <a:moveTo>
                    <a:pt x="1" y="1"/>
                  </a:moveTo>
                  <a:lnTo>
                    <a:pt x="1" y="333"/>
                  </a:lnTo>
                  <a:lnTo>
                    <a:pt x="2233" y="333"/>
                  </a:lnTo>
                  <a:lnTo>
                    <a:pt x="2233"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2" name="Google Shape;4092;p76"/>
            <p:cNvSpPr/>
            <p:nvPr/>
          </p:nvSpPr>
          <p:spPr>
            <a:xfrm>
              <a:off x="3942742" y="1795020"/>
              <a:ext cx="82206" cy="1913"/>
            </a:xfrm>
            <a:custGeom>
              <a:rect b="b" l="l" r="r" t="t"/>
              <a:pathLst>
                <a:path extrusionOk="0" h="52" w="2234">
                  <a:moveTo>
                    <a:pt x="1" y="1"/>
                  </a:moveTo>
                  <a:lnTo>
                    <a:pt x="1" y="51"/>
                  </a:lnTo>
                  <a:lnTo>
                    <a:pt x="2233" y="51"/>
                  </a:lnTo>
                  <a:lnTo>
                    <a:pt x="2233" y="1"/>
                  </a:ln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3" name="Google Shape;4093;p76"/>
            <p:cNvSpPr/>
            <p:nvPr/>
          </p:nvSpPr>
          <p:spPr>
            <a:xfrm>
              <a:off x="3942742" y="1798515"/>
              <a:ext cx="82206" cy="2061"/>
            </a:xfrm>
            <a:custGeom>
              <a:rect b="b" l="l" r="r" t="t"/>
              <a:pathLst>
                <a:path extrusionOk="0" h="56" w="2234">
                  <a:moveTo>
                    <a:pt x="1" y="1"/>
                  </a:moveTo>
                  <a:lnTo>
                    <a:pt x="1" y="56"/>
                  </a:lnTo>
                  <a:lnTo>
                    <a:pt x="2233" y="56"/>
                  </a:lnTo>
                  <a:lnTo>
                    <a:pt x="2233" y="1"/>
                  </a:ln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4" name="Google Shape;4094;p76"/>
            <p:cNvSpPr/>
            <p:nvPr/>
          </p:nvSpPr>
          <p:spPr>
            <a:xfrm>
              <a:off x="3943220" y="1667921"/>
              <a:ext cx="5740" cy="121947"/>
            </a:xfrm>
            <a:custGeom>
              <a:rect b="b" l="l" r="r" t="t"/>
              <a:pathLst>
                <a:path extrusionOk="0" h="3314" w="156">
                  <a:moveTo>
                    <a:pt x="1" y="0"/>
                  </a:moveTo>
                  <a:lnTo>
                    <a:pt x="1" y="3314"/>
                  </a:lnTo>
                  <a:lnTo>
                    <a:pt x="156" y="3314"/>
                  </a:lnTo>
                  <a:lnTo>
                    <a:pt x="156"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5" name="Google Shape;4095;p76"/>
            <p:cNvSpPr/>
            <p:nvPr/>
          </p:nvSpPr>
          <p:spPr>
            <a:xfrm>
              <a:off x="4018361" y="1667921"/>
              <a:ext cx="5924" cy="121947"/>
            </a:xfrm>
            <a:custGeom>
              <a:rect b="b" l="l" r="r" t="t"/>
              <a:pathLst>
                <a:path extrusionOk="0" h="3314" w="161">
                  <a:moveTo>
                    <a:pt x="1" y="0"/>
                  </a:moveTo>
                  <a:lnTo>
                    <a:pt x="1" y="3314"/>
                  </a:lnTo>
                  <a:lnTo>
                    <a:pt x="161" y="3314"/>
                  </a:lnTo>
                  <a:lnTo>
                    <a:pt x="161"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6" name="Google Shape;4096;p76"/>
            <p:cNvSpPr/>
            <p:nvPr/>
          </p:nvSpPr>
          <p:spPr>
            <a:xfrm>
              <a:off x="3792608" y="1135792"/>
              <a:ext cx="156868" cy="535183"/>
            </a:xfrm>
            <a:custGeom>
              <a:rect b="b" l="l" r="r" t="t"/>
              <a:pathLst>
                <a:path extrusionOk="0" h="14544" w="4263">
                  <a:moveTo>
                    <a:pt x="2218" y="0"/>
                  </a:moveTo>
                  <a:cubicBezTo>
                    <a:pt x="2192" y="0"/>
                    <a:pt x="2167" y="13"/>
                    <a:pt x="2152" y="36"/>
                  </a:cubicBezTo>
                  <a:cubicBezTo>
                    <a:pt x="2129" y="68"/>
                    <a:pt x="0" y="3290"/>
                    <a:pt x="812" y="7283"/>
                  </a:cubicBezTo>
                  <a:cubicBezTo>
                    <a:pt x="1624" y="11256"/>
                    <a:pt x="4085" y="14479"/>
                    <a:pt x="4108" y="14511"/>
                  </a:cubicBezTo>
                  <a:cubicBezTo>
                    <a:pt x="4125" y="14529"/>
                    <a:pt x="4148" y="14543"/>
                    <a:pt x="4171" y="14543"/>
                  </a:cubicBezTo>
                  <a:cubicBezTo>
                    <a:pt x="4190" y="14543"/>
                    <a:pt x="4207" y="14538"/>
                    <a:pt x="4222" y="14525"/>
                  </a:cubicBezTo>
                  <a:cubicBezTo>
                    <a:pt x="4253" y="14498"/>
                    <a:pt x="4262" y="14447"/>
                    <a:pt x="4235" y="14416"/>
                  </a:cubicBezTo>
                  <a:cubicBezTo>
                    <a:pt x="4207" y="14384"/>
                    <a:pt x="1774" y="11193"/>
                    <a:pt x="967" y="7251"/>
                  </a:cubicBezTo>
                  <a:cubicBezTo>
                    <a:pt x="170" y="3322"/>
                    <a:pt x="2261" y="154"/>
                    <a:pt x="2284" y="122"/>
                  </a:cubicBezTo>
                  <a:cubicBezTo>
                    <a:pt x="2307" y="86"/>
                    <a:pt x="2298" y="40"/>
                    <a:pt x="2261" y="13"/>
                  </a:cubicBezTo>
                  <a:cubicBezTo>
                    <a:pt x="2248" y="5"/>
                    <a:pt x="2233" y="0"/>
                    <a:pt x="2218" y="0"/>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7" name="Google Shape;4097;p76"/>
            <p:cNvSpPr/>
            <p:nvPr/>
          </p:nvSpPr>
          <p:spPr>
            <a:xfrm>
              <a:off x="4018029" y="1135792"/>
              <a:ext cx="150171" cy="535183"/>
            </a:xfrm>
            <a:custGeom>
              <a:rect b="b" l="l" r="r" t="t"/>
              <a:pathLst>
                <a:path extrusionOk="0" h="14544" w="4081">
                  <a:moveTo>
                    <a:pt x="1858" y="0"/>
                  </a:moveTo>
                  <a:cubicBezTo>
                    <a:pt x="1843" y="0"/>
                    <a:pt x="1828" y="5"/>
                    <a:pt x="1815" y="13"/>
                  </a:cubicBezTo>
                  <a:cubicBezTo>
                    <a:pt x="1778" y="40"/>
                    <a:pt x="1769" y="86"/>
                    <a:pt x="1792" y="122"/>
                  </a:cubicBezTo>
                  <a:cubicBezTo>
                    <a:pt x="1815" y="154"/>
                    <a:pt x="3911" y="3322"/>
                    <a:pt x="3109" y="7251"/>
                  </a:cubicBezTo>
                  <a:cubicBezTo>
                    <a:pt x="2307" y="11193"/>
                    <a:pt x="46" y="14384"/>
                    <a:pt x="23" y="14416"/>
                  </a:cubicBezTo>
                  <a:cubicBezTo>
                    <a:pt x="0" y="14452"/>
                    <a:pt x="10" y="14502"/>
                    <a:pt x="42" y="14525"/>
                  </a:cubicBezTo>
                  <a:cubicBezTo>
                    <a:pt x="55" y="14538"/>
                    <a:pt x="73" y="14543"/>
                    <a:pt x="88" y="14543"/>
                  </a:cubicBezTo>
                  <a:cubicBezTo>
                    <a:pt x="115" y="14543"/>
                    <a:pt x="137" y="14529"/>
                    <a:pt x="151" y="14506"/>
                  </a:cubicBezTo>
                  <a:cubicBezTo>
                    <a:pt x="174" y="14475"/>
                    <a:pt x="2452" y="11256"/>
                    <a:pt x="3264" y="7283"/>
                  </a:cubicBezTo>
                  <a:cubicBezTo>
                    <a:pt x="4080" y="3290"/>
                    <a:pt x="1947" y="68"/>
                    <a:pt x="1924" y="36"/>
                  </a:cubicBezTo>
                  <a:cubicBezTo>
                    <a:pt x="1909" y="13"/>
                    <a:pt x="1884" y="0"/>
                    <a:pt x="1858" y="0"/>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8" name="Google Shape;4098;p76"/>
            <p:cNvSpPr/>
            <p:nvPr/>
          </p:nvSpPr>
          <p:spPr>
            <a:xfrm>
              <a:off x="3980974" y="1109924"/>
              <a:ext cx="5704" cy="561051"/>
            </a:xfrm>
            <a:custGeom>
              <a:rect b="b" l="l" r="r" t="t"/>
              <a:pathLst>
                <a:path extrusionOk="0" h="15247" w="155">
                  <a:moveTo>
                    <a:pt x="77" y="0"/>
                  </a:moveTo>
                  <a:cubicBezTo>
                    <a:pt x="32" y="0"/>
                    <a:pt x="1" y="32"/>
                    <a:pt x="1" y="78"/>
                  </a:cubicBezTo>
                  <a:lnTo>
                    <a:pt x="1" y="15164"/>
                  </a:lnTo>
                  <a:cubicBezTo>
                    <a:pt x="1" y="15209"/>
                    <a:pt x="32" y="15246"/>
                    <a:pt x="77" y="15246"/>
                  </a:cubicBezTo>
                  <a:cubicBezTo>
                    <a:pt x="123" y="15246"/>
                    <a:pt x="155" y="15209"/>
                    <a:pt x="155" y="15164"/>
                  </a:cubicBezTo>
                  <a:lnTo>
                    <a:pt x="155" y="78"/>
                  </a:lnTo>
                  <a:cubicBezTo>
                    <a:pt x="155" y="32"/>
                    <a:pt x="123" y="0"/>
                    <a:pt x="77" y="0"/>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9" name="Google Shape;4099;p76"/>
            <p:cNvSpPr/>
            <p:nvPr/>
          </p:nvSpPr>
          <p:spPr>
            <a:xfrm>
              <a:off x="3181806" y="1112794"/>
              <a:ext cx="279440" cy="259128"/>
            </a:xfrm>
            <a:custGeom>
              <a:rect b="b" l="l" r="r" t="t"/>
              <a:pathLst>
                <a:path extrusionOk="0" h="7042" w="7594">
                  <a:moveTo>
                    <a:pt x="92" y="0"/>
                  </a:moveTo>
                  <a:cubicBezTo>
                    <a:pt x="42" y="0"/>
                    <a:pt x="0" y="41"/>
                    <a:pt x="0" y="91"/>
                  </a:cubicBezTo>
                  <a:lnTo>
                    <a:pt x="0" y="6950"/>
                  </a:lnTo>
                  <a:cubicBezTo>
                    <a:pt x="0" y="7001"/>
                    <a:pt x="42" y="7041"/>
                    <a:pt x="92" y="7041"/>
                  </a:cubicBezTo>
                  <a:lnTo>
                    <a:pt x="7503" y="7041"/>
                  </a:lnTo>
                  <a:cubicBezTo>
                    <a:pt x="7553" y="7041"/>
                    <a:pt x="7594" y="7001"/>
                    <a:pt x="7594" y="6950"/>
                  </a:cubicBezTo>
                  <a:lnTo>
                    <a:pt x="7594" y="91"/>
                  </a:lnTo>
                  <a:cubicBezTo>
                    <a:pt x="7594" y="41"/>
                    <a:pt x="7553" y="0"/>
                    <a:pt x="7503"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0" name="Google Shape;4100;p76"/>
            <p:cNvSpPr/>
            <p:nvPr/>
          </p:nvSpPr>
          <p:spPr>
            <a:xfrm>
              <a:off x="3437770" y="1152609"/>
              <a:ext cx="108700" cy="179498"/>
            </a:xfrm>
            <a:custGeom>
              <a:rect b="b" l="l" r="r" t="t"/>
              <a:pathLst>
                <a:path extrusionOk="0" h="4878" w="2954">
                  <a:moveTo>
                    <a:pt x="2481" y="1"/>
                  </a:moveTo>
                  <a:cubicBezTo>
                    <a:pt x="2365" y="1"/>
                    <a:pt x="2247" y="44"/>
                    <a:pt x="2151" y="140"/>
                  </a:cubicBezTo>
                  <a:lnTo>
                    <a:pt x="182" y="2109"/>
                  </a:lnTo>
                  <a:cubicBezTo>
                    <a:pt x="0" y="2290"/>
                    <a:pt x="0" y="2587"/>
                    <a:pt x="182" y="2770"/>
                  </a:cubicBezTo>
                  <a:lnTo>
                    <a:pt x="2151" y="4738"/>
                  </a:lnTo>
                  <a:cubicBezTo>
                    <a:pt x="2247" y="4834"/>
                    <a:pt x="2364" y="4877"/>
                    <a:pt x="2480" y="4877"/>
                  </a:cubicBezTo>
                  <a:cubicBezTo>
                    <a:pt x="2722" y="4877"/>
                    <a:pt x="2954" y="4689"/>
                    <a:pt x="2954" y="4406"/>
                  </a:cubicBezTo>
                  <a:lnTo>
                    <a:pt x="2954" y="468"/>
                  </a:lnTo>
                  <a:cubicBezTo>
                    <a:pt x="2954" y="187"/>
                    <a:pt x="2722" y="1"/>
                    <a:pt x="2481"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1" name="Google Shape;4101;p76"/>
            <p:cNvSpPr/>
            <p:nvPr/>
          </p:nvSpPr>
          <p:spPr>
            <a:xfrm>
              <a:off x="3131504" y="1184071"/>
              <a:ext cx="116427" cy="116390"/>
            </a:xfrm>
            <a:custGeom>
              <a:rect b="b" l="l" r="r" t="t"/>
              <a:pathLst>
                <a:path extrusionOk="0" h="3163" w="3164">
                  <a:moveTo>
                    <a:pt x="1582" y="0"/>
                  </a:moveTo>
                  <a:cubicBezTo>
                    <a:pt x="707" y="0"/>
                    <a:pt x="0" y="711"/>
                    <a:pt x="0" y="1582"/>
                  </a:cubicBezTo>
                  <a:cubicBezTo>
                    <a:pt x="0" y="2457"/>
                    <a:pt x="707" y="3163"/>
                    <a:pt x="1582" y="3163"/>
                  </a:cubicBezTo>
                  <a:cubicBezTo>
                    <a:pt x="2452" y="3163"/>
                    <a:pt x="3163" y="2457"/>
                    <a:pt x="3163" y="1582"/>
                  </a:cubicBezTo>
                  <a:cubicBezTo>
                    <a:pt x="3163" y="711"/>
                    <a:pt x="2452" y="0"/>
                    <a:pt x="1582" y="0"/>
                  </a:cubicBezTo>
                  <a:close/>
                </a:path>
              </a:pathLst>
            </a:custGeom>
            <a:solidFill>
              <a:srgbClr val="FF3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2" name="Google Shape;4102;p76"/>
            <p:cNvSpPr/>
            <p:nvPr/>
          </p:nvSpPr>
          <p:spPr>
            <a:xfrm>
              <a:off x="3164364" y="1217115"/>
              <a:ext cx="50523" cy="50523"/>
            </a:xfrm>
            <a:custGeom>
              <a:rect b="b" l="l" r="r" t="t"/>
              <a:pathLst>
                <a:path extrusionOk="0" h="1373" w="1373">
                  <a:moveTo>
                    <a:pt x="689" y="0"/>
                  </a:moveTo>
                  <a:cubicBezTo>
                    <a:pt x="310" y="0"/>
                    <a:pt x="1" y="306"/>
                    <a:pt x="1" y="684"/>
                  </a:cubicBezTo>
                  <a:cubicBezTo>
                    <a:pt x="1" y="1061"/>
                    <a:pt x="310" y="1372"/>
                    <a:pt x="689" y="1372"/>
                  </a:cubicBezTo>
                  <a:cubicBezTo>
                    <a:pt x="1067" y="1372"/>
                    <a:pt x="1372" y="1061"/>
                    <a:pt x="1372" y="684"/>
                  </a:cubicBezTo>
                  <a:cubicBezTo>
                    <a:pt x="1372" y="306"/>
                    <a:pt x="1067" y="0"/>
                    <a:pt x="689"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3" name="Google Shape;4103;p76"/>
            <p:cNvSpPr/>
            <p:nvPr/>
          </p:nvSpPr>
          <p:spPr>
            <a:xfrm>
              <a:off x="3268869" y="1184071"/>
              <a:ext cx="116611" cy="116390"/>
            </a:xfrm>
            <a:custGeom>
              <a:rect b="b" l="l" r="r" t="t"/>
              <a:pathLst>
                <a:path extrusionOk="0" h="3163" w="3169">
                  <a:moveTo>
                    <a:pt x="1582" y="0"/>
                  </a:moveTo>
                  <a:cubicBezTo>
                    <a:pt x="711" y="0"/>
                    <a:pt x="0" y="711"/>
                    <a:pt x="0" y="1582"/>
                  </a:cubicBezTo>
                  <a:cubicBezTo>
                    <a:pt x="0" y="2457"/>
                    <a:pt x="711" y="3163"/>
                    <a:pt x="1582" y="3163"/>
                  </a:cubicBezTo>
                  <a:cubicBezTo>
                    <a:pt x="2457" y="3163"/>
                    <a:pt x="3168" y="2457"/>
                    <a:pt x="3168" y="1582"/>
                  </a:cubicBezTo>
                  <a:cubicBezTo>
                    <a:pt x="3168" y="711"/>
                    <a:pt x="2457" y="0"/>
                    <a:pt x="1582" y="0"/>
                  </a:cubicBezTo>
                  <a:close/>
                </a:path>
              </a:pathLst>
            </a:custGeom>
            <a:solidFill>
              <a:srgbClr val="FF3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4" name="Google Shape;4104;p76"/>
            <p:cNvSpPr/>
            <p:nvPr/>
          </p:nvSpPr>
          <p:spPr>
            <a:xfrm>
              <a:off x="3301913" y="1217115"/>
              <a:ext cx="50523" cy="50523"/>
            </a:xfrm>
            <a:custGeom>
              <a:rect b="b" l="l" r="r" t="t"/>
              <a:pathLst>
                <a:path extrusionOk="0" h="1373" w="1373">
                  <a:moveTo>
                    <a:pt x="684" y="0"/>
                  </a:moveTo>
                  <a:cubicBezTo>
                    <a:pt x="310" y="0"/>
                    <a:pt x="0" y="306"/>
                    <a:pt x="0" y="684"/>
                  </a:cubicBezTo>
                  <a:cubicBezTo>
                    <a:pt x="0" y="1061"/>
                    <a:pt x="310" y="1372"/>
                    <a:pt x="684" y="1372"/>
                  </a:cubicBezTo>
                  <a:cubicBezTo>
                    <a:pt x="1063" y="1372"/>
                    <a:pt x="1372" y="1061"/>
                    <a:pt x="1372" y="684"/>
                  </a:cubicBezTo>
                  <a:cubicBezTo>
                    <a:pt x="1372" y="306"/>
                    <a:pt x="1063" y="0"/>
                    <a:pt x="684"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5" name="Google Shape;4105;p76"/>
            <p:cNvSpPr/>
            <p:nvPr/>
          </p:nvSpPr>
          <p:spPr>
            <a:xfrm>
              <a:off x="3439094" y="2827778"/>
              <a:ext cx="263507" cy="6587"/>
            </a:xfrm>
            <a:custGeom>
              <a:rect b="b" l="l" r="r" t="t"/>
              <a:pathLst>
                <a:path extrusionOk="0" h="179" w="7161">
                  <a:moveTo>
                    <a:pt x="0" y="1"/>
                  </a:moveTo>
                  <a:lnTo>
                    <a:pt x="0" y="179"/>
                  </a:lnTo>
                  <a:lnTo>
                    <a:pt x="7161" y="179"/>
                  </a:lnTo>
                  <a:lnTo>
                    <a:pt x="7161" y="1"/>
                  </a:ln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6" name="Google Shape;4106;p76"/>
            <p:cNvSpPr/>
            <p:nvPr/>
          </p:nvSpPr>
          <p:spPr>
            <a:xfrm>
              <a:off x="802091" y="3754148"/>
              <a:ext cx="300129" cy="54335"/>
            </a:xfrm>
            <a:custGeom>
              <a:rect b="b" l="l" r="r" t="t"/>
              <a:pathLst>
                <a:path extrusionOk="0" h="1770" w="9777">
                  <a:moveTo>
                    <a:pt x="370" y="1"/>
                  </a:moveTo>
                  <a:cubicBezTo>
                    <a:pt x="100" y="1"/>
                    <a:pt x="1" y="356"/>
                    <a:pt x="228" y="493"/>
                  </a:cubicBezTo>
                  <a:cubicBezTo>
                    <a:pt x="685" y="762"/>
                    <a:pt x="1127" y="1168"/>
                    <a:pt x="1308" y="1770"/>
                  </a:cubicBezTo>
                  <a:lnTo>
                    <a:pt x="8473" y="1770"/>
                  </a:lnTo>
                  <a:cubicBezTo>
                    <a:pt x="8655" y="1168"/>
                    <a:pt x="9097" y="762"/>
                    <a:pt x="9549" y="493"/>
                  </a:cubicBezTo>
                  <a:cubicBezTo>
                    <a:pt x="9777" y="356"/>
                    <a:pt x="9676" y="1"/>
                    <a:pt x="9412"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7" name="Google Shape;4107;p76"/>
            <p:cNvSpPr/>
            <p:nvPr/>
          </p:nvSpPr>
          <p:spPr>
            <a:xfrm>
              <a:off x="842245" y="3808454"/>
              <a:ext cx="219948" cy="22133"/>
            </a:xfrm>
            <a:custGeom>
              <a:rect b="b" l="l" r="r" t="t"/>
              <a:pathLst>
                <a:path extrusionOk="0" h="721" w="7165">
                  <a:moveTo>
                    <a:pt x="0" y="1"/>
                  </a:moveTo>
                  <a:cubicBezTo>
                    <a:pt x="65" y="215"/>
                    <a:pt x="96" y="452"/>
                    <a:pt x="78" y="720"/>
                  </a:cubicBezTo>
                  <a:lnTo>
                    <a:pt x="7083" y="720"/>
                  </a:lnTo>
                  <a:cubicBezTo>
                    <a:pt x="7070" y="452"/>
                    <a:pt x="7101" y="215"/>
                    <a:pt x="7165" y="1"/>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8" name="Google Shape;4108;p76"/>
            <p:cNvSpPr/>
            <p:nvPr/>
          </p:nvSpPr>
          <p:spPr>
            <a:xfrm>
              <a:off x="595150" y="3830558"/>
              <a:ext cx="713993" cy="456011"/>
            </a:xfrm>
            <a:custGeom>
              <a:rect b="b" l="l" r="r" t="t"/>
              <a:pathLst>
                <a:path extrusionOk="0" h="14855" w="23259">
                  <a:moveTo>
                    <a:pt x="8127" y="0"/>
                  </a:moveTo>
                  <a:cubicBezTo>
                    <a:pt x="8099" y="557"/>
                    <a:pt x="7868" y="1227"/>
                    <a:pt x="7334" y="2043"/>
                  </a:cubicBezTo>
                  <a:cubicBezTo>
                    <a:pt x="5479" y="4864"/>
                    <a:pt x="1" y="10484"/>
                    <a:pt x="3925" y="14855"/>
                  </a:cubicBezTo>
                  <a:lnTo>
                    <a:pt x="19339" y="14855"/>
                  </a:lnTo>
                  <a:cubicBezTo>
                    <a:pt x="23259" y="10484"/>
                    <a:pt x="17780" y="4864"/>
                    <a:pt x="15925" y="2043"/>
                  </a:cubicBezTo>
                  <a:cubicBezTo>
                    <a:pt x="15392" y="1227"/>
                    <a:pt x="15165" y="557"/>
                    <a:pt x="15132"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9" name="Google Shape;4109;p76"/>
            <p:cNvSpPr/>
            <p:nvPr/>
          </p:nvSpPr>
          <p:spPr>
            <a:xfrm>
              <a:off x="715643" y="4286559"/>
              <a:ext cx="473171" cy="8964"/>
            </a:xfrm>
            <a:custGeom>
              <a:rect b="b" l="l" r="r" t="t"/>
              <a:pathLst>
                <a:path extrusionOk="0" h="292" w="15414">
                  <a:moveTo>
                    <a:pt x="0" y="1"/>
                  </a:moveTo>
                  <a:cubicBezTo>
                    <a:pt x="87" y="100"/>
                    <a:pt x="177" y="197"/>
                    <a:pt x="278" y="292"/>
                  </a:cubicBezTo>
                  <a:lnTo>
                    <a:pt x="15136" y="292"/>
                  </a:lnTo>
                  <a:cubicBezTo>
                    <a:pt x="15232" y="197"/>
                    <a:pt x="15327" y="100"/>
                    <a:pt x="15414" y="1"/>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0" name="Google Shape;4110;p76"/>
            <p:cNvSpPr/>
            <p:nvPr/>
          </p:nvSpPr>
          <p:spPr>
            <a:xfrm>
              <a:off x="724177" y="4295493"/>
              <a:ext cx="456103" cy="59492"/>
            </a:xfrm>
            <a:custGeom>
              <a:rect b="b" l="l" r="r" t="t"/>
              <a:pathLst>
                <a:path extrusionOk="0" h="1938" w="14858">
                  <a:moveTo>
                    <a:pt x="0" y="1"/>
                  </a:moveTo>
                  <a:cubicBezTo>
                    <a:pt x="688" y="689"/>
                    <a:pt x="1622" y="1336"/>
                    <a:pt x="2853" y="1938"/>
                  </a:cubicBezTo>
                  <a:lnTo>
                    <a:pt x="12005" y="1938"/>
                  </a:lnTo>
                  <a:cubicBezTo>
                    <a:pt x="13231" y="1336"/>
                    <a:pt x="14165" y="689"/>
                    <a:pt x="14858"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1" name="Google Shape;4111;p76"/>
            <p:cNvSpPr/>
            <p:nvPr/>
          </p:nvSpPr>
          <p:spPr>
            <a:xfrm>
              <a:off x="622871" y="3939999"/>
              <a:ext cx="658707" cy="251013"/>
            </a:xfrm>
            <a:custGeom>
              <a:rect b="b" l="l" r="r" t="t"/>
              <a:pathLst>
                <a:path extrusionOk="0" h="8177" w="21458">
                  <a:moveTo>
                    <a:pt x="1874" y="0"/>
                  </a:moveTo>
                  <a:lnTo>
                    <a:pt x="0" y="1873"/>
                  </a:lnTo>
                  <a:lnTo>
                    <a:pt x="4426" y="6299"/>
                  </a:lnTo>
                  <a:lnTo>
                    <a:pt x="4426" y="6303"/>
                  </a:lnTo>
                  <a:lnTo>
                    <a:pt x="6298" y="8177"/>
                  </a:lnTo>
                  <a:lnTo>
                    <a:pt x="6298" y="8172"/>
                  </a:lnTo>
                  <a:lnTo>
                    <a:pt x="6304" y="8177"/>
                  </a:lnTo>
                  <a:lnTo>
                    <a:pt x="8176" y="6303"/>
                  </a:lnTo>
                  <a:lnTo>
                    <a:pt x="8172" y="6299"/>
                  </a:lnTo>
                  <a:lnTo>
                    <a:pt x="10728" y="3747"/>
                  </a:lnTo>
                  <a:lnTo>
                    <a:pt x="13286" y="6299"/>
                  </a:lnTo>
                  <a:lnTo>
                    <a:pt x="13281" y="6303"/>
                  </a:lnTo>
                  <a:lnTo>
                    <a:pt x="15154" y="8177"/>
                  </a:lnTo>
                  <a:lnTo>
                    <a:pt x="15158" y="8172"/>
                  </a:lnTo>
                  <a:lnTo>
                    <a:pt x="15158" y="8177"/>
                  </a:lnTo>
                  <a:lnTo>
                    <a:pt x="17032" y="6303"/>
                  </a:lnTo>
                  <a:lnTo>
                    <a:pt x="17032" y="6299"/>
                  </a:lnTo>
                  <a:lnTo>
                    <a:pt x="21458" y="1873"/>
                  </a:lnTo>
                  <a:lnTo>
                    <a:pt x="19584" y="0"/>
                  </a:lnTo>
                  <a:lnTo>
                    <a:pt x="15158" y="4426"/>
                  </a:lnTo>
                  <a:lnTo>
                    <a:pt x="10728" y="0"/>
                  </a:lnTo>
                  <a:lnTo>
                    <a:pt x="6298" y="4426"/>
                  </a:lnTo>
                  <a:lnTo>
                    <a:pt x="1874" y="0"/>
                  </a:ln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2" name="Google Shape;4112;p76"/>
            <p:cNvSpPr/>
            <p:nvPr/>
          </p:nvSpPr>
          <p:spPr>
            <a:xfrm>
              <a:off x="975877" y="3460636"/>
              <a:ext cx="93750" cy="293529"/>
            </a:xfrm>
            <a:custGeom>
              <a:rect b="b" l="l" r="r" t="t"/>
              <a:pathLst>
                <a:path extrusionOk="0" h="9562" w="3054">
                  <a:moveTo>
                    <a:pt x="2603" y="1"/>
                  </a:moveTo>
                  <a:lnTo>
                    <a:pt x="1" y="9562"/>
                  </a:lnTo>
                  <a:lnTo>
                    <a:pt x="451" y="9562"/>
                  </a:lnTo>
                  <a:lnTo>
                    <a:pt x="3054"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3" name="Google Shape;4113;p76"/>
            <p:cNvSpPr/>
            <p:nvPr/>
          </p:nvSpPr>
          <p:spPr>
            <a:xfrm>
              <a:off x="929553" y="3524582"/>
              <a:ext cx="13752" cy="229587"/>
            </a:xfrm>
            <a:custGeom>
              <a:rect b="b" l="l" r="r" t="t"/>
              <a:pathLst>
                <a:path extrusionOk="0" h="7479" w="448">
                  <a:moveTo>
                    <a:pt x="0" y="0"/>
                  </a:moveTo>
                  <a:lnTo>
                    <a:pt x="0" y="7479"/>
                  </a:lnTo>
                  <a:lnTo>
                    <a:pt x="447" y="7479"/>
                  </a:lnTo>
                  <a:lnTo>
                    <a:pt x="447"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4" name="Google Shape;4114;p76"/>
            <p:cNvSpPr/>
            <p:nvPr/>
          </p:nvSpPr>
          <p:spPr>
            <a:xfrm>
              <a:off x="892468" y="3456307"/>
              <a:ext cx="87918" cy="88010"/>
            </a:xfrm>
            <a:custGeom>
              <a:rect b="b" l="l" r="r" t="t"/>
              <a:pathLst>
                <a:path extrusionOk="0" h="2867" w="2864">
                  <a:moveTo>
                    <a:pt x="1432" y="0"/>
                  </a:moveTo>
                  <a:cubicBezTo>
                    <a:pt x="639" y="0"/>
                    <a:pt x="0" y="643"/>
                    <a:pt x="0" y="1431"/>
                  </a:cubicBezTo>
                  <a:cubicBezTo>
                    <a:pt x="0" y="2224"/>
                    <a:pt x="639" y="2866"/>
                    <a:pt x="1432" y="2866"/>
                  </a:cubicBezTo>
                  <a:cubicBezTo>
                    <a:pt x="2225" y="2866"/>
                    <a:pt x="2863" y="2224"/>
                    <a:pt x="2863" y="1431"/>
                  </a:cubicBezTo>
                  <a:cubicBezTo>
                    <a:pt x="2863" y="643"/>
                    <a:pt x="2225" y="0"/>
                    <a:pt x="1432" y="0"/>
                  </a:cubicBezTo>
                  <a:close/>
                </a:path>
              </a:pathLst>
            </a:custGeom>
            <a:solidFill>
              <a:srgbClr val="FF3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5" name="Google Shape;4115;p76"/>
            <p:cNvSpPr/>
            <p:nvPr/>
          </p:nvSpPr>
          <p:spPr>
            <a:xfrm>
              <a:off x="1018272" y="3402400"/>
              <a:ext cx="87887" cy="87918"/>
            </a:xfrm>
            <a:custGeom>
              <a:rect b="b" l="l" r="r" t="t"/>
              <a:pathLst>
                <a:path extrusionOk="0" h="2864" w="2863">
                  <a:moveTo>
                    <a:pt x="1431" y="1"/>
                  </a:moveTo>
                  <a:cubicBezTo>
                    <a:pt x="643" y="1"/>
                    <a:pt x="0" y="640"/>
                    <a:pt x="0" y="1433"/>
                  </a:cubicBezTo>
                  <a:cubicBezTo>
                    <a:pt x="0" y="2221"/>
                    <a:pt x="643" y="2863"/>
                    <a:pt x="1431" y="2863"/>
                  </a:cubicBezTo>
                  <a:cubicBezTo>
                    <a:pt x="2224" y="2863"/>
                    <a:pt x="2863" y="2221"/>
                    <a:pt x="2863" y="1433"/>
                  </a:cubicBezTo>
                  <a:cubicBezTo>
                    <a:pt x="2863" y="640"/>
                    <a:pt x="2224" y="1"/>
                    <a:pt x="1431" y="1"/>
                  </a:cubicBezTo>
                  <a:close/>
                </a:path>
              </a:pathLst>
            </a:custGeom>
            <a:solidFill>
              <a:srgbClr val="FF3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16" name="Google Shape;4116;p76"/>
          <p:cNvSpPr txBox="1"/>
          <p:nvPr>
            <p:ph idx="2" type="ctrTitle"/>
          </p:nvPr>
        </p:nvSpPr>
        <p:spPr>
          <a:xfrm flipH="1">
            <a:off x="5902850" y="1471796"/>
            <a:ext cx="2472900" cy="19605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r>
              <a:rPr lang="en" sz="2400">
                <a:latin typeface="Abel"/>
                <a:ea typeface="Abel"/>
                <a:cs typeface="Abel"/>
                <a:sym typeface="Abel"/>
              </a:rPr>
              <a:t>dialogue … computer and user</a:t>
            </a:r>
            <a:endParaRPr sz="2400">
              <a:latin typeface="Abel"/>
              <a:ea typeface="Abel"/>
              <a:cs typeface="Abel"/>
              <a:sym typeface="Abel"/>
            </a:endParaRPr>
          </a:p>
          <a:p>
            <a:pPr indent="0" lvl="0" marL="0" rtl="0" algn="ctr">
              <a:spcBef>
                <a:spcPts val="0"/>
              </a:spcBef>
              <a:spcAft>
                <a:spcPts val="0"/>
              </a:spcAft>
              <a:buNone/>
            </a:pPr>
            <a:r>
              <a:t/>
            </a:r>
            <a:endParaRPr sz="2400">
              <a:latin typeface="Abel"/>
              <a:ea typeface="Abel"/>
              <a:cs typeface="Abel"/>
              <a:sym typeface="Abel"/>
            </a:endParaRPr>
          </a:p>
          <a:p>
            <a:pPr indent="0" lvl="0" marL="0" rtl="0" algn="ctr">
              <a:spcBef>
                <a:spcPts val="0"/>
              </a:spcBef>
              <a:spcAft>
                <a:spcPts val="0"/>
              </a:spcAft>
              <a:buNone/>
            </a:pPr>
            <a:r>
              <a:rPr lang="en" sz="2400">
                <a:latin typeface="Abel"/>
                <a:ea typeface="Abel"/>
                <a:cs typeface="Abel"/>
                <a:sym typeface="Abel"/>
              </a:rPr>
              <a:t>distinct styles of interaction</a:t>
            </a:r>
            <a:endParaRPr sz="2400">
              <a:latin typeface="Abel"/>
              <a:ea typeface="Abel"/>
              <a:cs typeface="Abel"/>
              <a:sym typeface="Abe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1" name="Shape 4121"/>
        <p:cNvGrpSpPr/>
        <p:nvPr/>
      </p:nvGrpSpPr>
      <p:grpSpPr>
        <a:xfrm>
          <a:off x="0" y="0"/>
          <a:ext cx="0" cy="0"/>
          <a:chOff x="0" y="0"/>
          <a:chExt cx="0" cy="0"/>
        </a:xfrm>
      </p:grpSpPr>
      <p:sp>
        <p:nvSpPr>
          <p:cNvPr id="4122" name="Google Shape;4122;p77"/>
          <p:cNvSpPr txBox="1"/>
          <p:nvPr>
            <p:ph type="ctrTitle"/>
          </p:nvPr>
        </p:nvSpPr>
        <p:spPr>
          <a:xfrm>
            <a:off x="5444975" y="1951175"/>
            <a:ext cx="2725200" cy="12414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None/>
            </a:pPr>
            <a:r>
              <a:rPr lang="en" sz="3500"/>
              <a:t>COMMON INTERACTION STYLES</a:t>
            </a:r>
            <a:endParaRPr sz="3500"/>
          </a:p>
        </p:txBody>
      </p:sp>
      <p:sp>
        <p:nvSpPr>
          <p:cNvPr id="4123" name="Google Shape;4123;p77"/>
          <p:cNvSpPr txBox="1"/>
          <p:nvPr>
            <p:ph idx="1" type="subTitle"/>
          </p:nvPr>
        </p:nvSpPr>
        <p:spPr>
          <a:xfrm flipH="1">
            <a:off x="247000" y="-50"/>
            <a:ext cx="3955800" cy="5143500"/>
          </a:xfrm>
          <a:prstGeom prst="rect">
            <a:avLst/>
          </a:prstGeom>
        </p:spPr>
        <p:txBody>
          <a:bodyPr anchorCtr="0" anchor="ctr" bIns="91425" lIns="91425" spcFirstLastPara="1" rIns="91425" wrap="square" tIns="91425">
            <a:noAutofit/>
          </a:bodyPr>
          <a:lstStyle/>
          <a:p>
            <a:pPr indent="-304800" lvl="0" marL="457200" rtl="0" algn="l">
              <a:spcBef>
                <a:spcPts val="0"/>
              </a:spcBef>
              <a:spcAft>
                <a:spcPts val="0"/>
              </a:spcAft>
              <a:buClr>
                <a:schemeClr val="dk1"/>
              </a:buClr>
              <a:buSzPts val="1200"/>
              <a:buChar char="●"/>
            </a:pPr>
            <a:r>
              <a:rPr lang="en" sz="1800"/>
              <a:t>command line interface</a:t>
            </a:r>
            <a:endParaRPr sz="1800"/>
          </a:p>
          <a:p>
            <a:pPr indent="-304800" lvl="0" marL="457200" rtl="0" algn="l">
              <a:spcBef>
                <a:spcPts val="1000"/>
              </a:spcBef>
              <a:spcAft>
                <a:spcPts val="0"/>
              </a:spcAft>
              <a:buClr>
                <a:schemeClr val="dk1"/>
              </a:buClr>
              <a:buSzPts val="1200"/>
              <a:buChar char="●"/>
            </a:pPr>
            <a:r>
              <a:rPr lang="en" sz="1800"/>
              <a:t>menus</a:t>
            </a:r>
            <a:endParaRPr sz="1800"/>
          </a:p>
          <a:p>
            <a:pPr indent="-304800" lvl="0" marL="457200" rtl="0" algn="l">
              <a:spcBef>
                <a:spcPts val="1000"/>
              </a:spcBef>
              <a:spcAft>
                <a:spcPts val="0"/>
              </a:spcAft>
              <a:buClr>
                <a:schemeClr val="dk1"/>
              </a:buClr>
              <a:buSzPts val="1200"/>
              <a:buChar char="●"/>
            </a:pPr>
            <a:r>
              <a:rPr lang="en" sz="1800"/>
              <a:t>natural language</a:t>
            </a:r>
            <a:endParaRPr sz="1800"/>
          </a:p>
          <a:p>
            <a:pPr indent="-304800" lvl="0" marL="457200" rtl="0" algn="l">
              <a:spcBef>
                <a:spcPts val="1000"/>
              </a:spcBef>
              <a:spcAft>
                <a:spcPts val="0"/>
              </a:spcAft>
              <a:buClr>
                <a:schemeClr val="dk1"/>
              </a:buClr>
              <a:buSzPts val="1200"/>
              <a:buChar char="●"/>
            </a:pPr>
            <a:r>
              <a:rPr lang="en" sz="1800"/>
              <a:t>question/answer and query dialogue</a:t>
            </a:r>
            <a:endParaRPr sz="1800"/>
          </a:p>
          <a:p>
            <a:pPr indent="-304800" lvl="0" marL="457200" rtl="0" algn="l">
              <a:spcBef>
                <a:spcPts val="1000"/>
              </a:spcBef>
              <a:spcAft>
                <a:spcPts val="0"/>
              </a:spcAft>
              <a:buClr>
                <a:schemeClr val="dk1"/>
              </a:buClr>
              <a:buSzPts val="1200"/>
              <a:buChar char="●"/>
            </a:pPr>
            <a:r>
              <a:rPr lang="en" sz="1800"/>
              <a:t>form-fills and spreadsheets</a:t>
            </a:r>
            <a:endParaRPr sz="1800"/>
          </a:p>
          <a:p>
            <a:pPr indent="-304800" lvl="0" marL="457200" rtl="0" algn="l">
              <a:spcBef>
                <a:spcPts val="1000"/>
              </a:spcBef>
              <a:spcAft>
                <a:spcPts val="0"/>
              </a:spcAft>
              <a:buClr>
                <a:schemeClr val="dk1"/>
              </a:buClr>
              <a:buSzPts val="1200"/>
              <a:buChar char="●"/>
            </a:pPr>
            <a:r>
              <a:rPr lang="en" sz="1800"/>
              <a:t>WIMP</a:t>
            </a:r>
            <a:endParaRPr sz="1800"/>
          </a:p>
          <a:p>
            <a:pPr indent="-304800" lvl="0" marL="457200" rtl="0" algn="l">
              <a:spcBef>
                <a:spcPts val="1000"/>
              </a:spcBef>
              <a:spcAft>
                <a:spcPts val="0"/>
              </a:spcAft>
              <a:buClr>
                <a:schemeClr val="dk1"/>
              </a:buClr>
              <a:buSzPts val="1200"/>
              <a:buChar char="●"/>
            </a:pPr>
            <a:r>
              <a:rPr lang="en" sz="1800"/>
              <a:t>point and click</a:t>
            </a:r>
            <a:endParaRPr sz="1800"/>
          </a:p>
          <a:p>
            <a:pPr indent="-304800" lvl="0" marL="457200" rtl="0" algn="l">
              <a:spcBef>
                <a:spcPts val="1000"/>
              </a:spcBef>
              <a:spcAft>
                <a:spcPts val="1000"/>
              </a:spcAft>
              <a:buClr>
                <a:schemeClr val="dk1"/>
              </a:buClr>
              <a:buSzPts val="1200"/>
              <a:buChar char="●"/>
            </a:pPr>
            <a:r>
              <a:rPr lang="en" sz="1800"/>
              <a:t>three–dimensional interfaces</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23"/>
                                        </p:tgtEl>
                                        <p:attrNameLst>
                                          <p:attrName>style.visibility</p:attrName>
                                        </p:attrNameLst>
                                      </p:cBhvr>
                                      <p:to>
                                        <p:strVal val="visible"/>
                                      </p:to>
                                    </p:set>
                                    <p:animEffect filter="fade" transition="in">
                                      <p:cBhvr>
                                        <p:cTn dur="1000"/>
                                        <p:tgtEl>
                                          <p:spTgt spid="41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8" name="Shape 4128"/>
        <p:cNvGrpSpPr/>
        <p:nvPr/>
      </p:nvGrpSpPr>
      <p:grpSpPr>
        <a:xfrm>
          <a:off x="0" y="0"/>
          <a:ext cx="0" cy="0"/>
          <a:chOff x="0" y="0"/>
          <a:chExt cx="0" cy="0"/>
        </a:xfrm>
      </p:grpSpPr>
      <p:sp>
        <p:nvSpPr>
          <p:cNvPr id="4129" name="Google Shape;4129;p78"/>
          <p:cNvSpPr txBox="1"/>
          <p:nvPr>
            <p:ph type="ctrTitle"/>
          </p:nvPr>
        </p:nvSpPr>
        <p:spPr>
          <a:xfrm flipH="1">
            <a:off x="973600" y="1951175"/>
            <a:ext cx="17385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400"/>
              <a:t>Command line interface</a:t>
            </a:r>
            <a:endParaRPr sz="2400"/>
          </a:p>
        </p:txBody>
      </p:sp>
      <p:sp>
        <p:nvSpPr>
          <p:cNvPr id="4130" name="Google Shape;4130;p78"/>
          <p:cNvSpPr txBox="1"/>
          <p:nvPr>
            <p:ph idx="4294967295" type="subTitle"/>
          </p:nvPr>
        </p:nvSpPr>
        <p:spPr>
          <a:xfrm flipH="1">
            <a:off x="3662825" y="0"/>
            <a:ext cx="4795500" cy="5143500"/>
          </a:xfrm>
          <a:prstGeom prst="rect">
            <a:avLst/>
          </a:prstGeom>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en" sz="1400"/>
              <a:t>Way of expressing instructions to the computer directly</a:t>
            </a:r>
            <a:br>
              <a:rPr lang="en" sz="1400"/>
            </a:br>
            <a:r>
              <a:rPr lang="en" sz="1400"/>
              <a:t>– function keys, single characters, short abbreviations, whole words, or a combination</a:t>
            </a:r>
            <a:endParaRPr sz="1400"/>
          </a:p>
          <a:p>
            <a:pPr indent="-317500" lvl="0" marL="457200" rtl="0" algn="l">
              <a:spcBef>
                <a:spcPts val="1000"/>
              </a:spcBef>
              <a:spcAft>
                <a:spcPts val="0"/>
              </a:spcAft>
              <a:buSzPts val="1400"/>
              <a:buChar char="●"/>
            </a:pPr>
            <a:r>
              <a:rPr lang="en" sz="1400"/>
              <a:t>Suitable for repetitive tasks</a:t>
            </a:r>
            <a:endParaRPr sz="1400"/>
          </a:p>
          <a:p>
            <a:pPr indent="-317500" lvl="0" marL="457200" rtl="0" algn="l">
              <a:spcBef>
                <a:spcPts val="1000"/>
              </a:spcBef>
              <a:spcAft>
                <a:spcPts val="0"/>
              </a:spcAft>
              <a:buSzPts val="1400"/>
              <a:buChar char="●"/>
            </a:pPr>
            <a:r>
              <a:rPr lang="en" sz="1400"/>
              <a:t>Better for expert users than novices</a:t>
            </a:r>
            <a:endParaRPr sz="1400"/>
          </a:p>
          <a:p>
            <a:pPr indent="-317500" lvl="0" marL="457200" rtl="0" algn="l">
              <a:spcBef>
                <a:spcPts val="1000"/>
              </a:spcBef>
              <a:spcAft>
                <a:spcPts val="0"/>
              </a:spcAft>
              <a:buSzPts val="1400"/>
              <a:buChar char="●"/>
            </a:pPr>
            <a:r>
              <a:rPr lang="en" sz="1400"/>
              <a:t>Offers direct access to system functionality</a:t>
            </a:r>
            <a:endParaRPr sz="1400"/>
          </a:p>
          <a:p>
            <a:pPr indent="-317500" lvl="0" marL="457200" rtl="0" algn="l">
              <a:spcBef>
                <a:spcPts val="1000"/>
              </a:spcBef>
              <a:spcAft>
                <a:spcPts val="0"/>
              </a:spcAft>
              <a:buSzPts val="1400"/>
              <a:buChar char="●"/>
            </a:pPr>
            <a:r>
              <a:rPr lang="en" sz="1400"/>
              <a:t>Command names/abbreviations should be</a:t>
            </a:r>
            <a:endParaRPr sz="1400"/>
          </a:p>
          <a:p>
            <a:pPr indent="-317500" lvl="0" marL="457200" rtl="0" algn="l">
              <a:spcBef>
                <a:spcPts val="1000"/>
              </a:spcBef>
              <a:spcAft>
                <a:spcPts val="0"/>
              </a:spcAft>
              <a:buSzPts val="1400"/>
              <a:buChar char="●"/>
            </a:pPr>
            <a:r>
              <a:rPr lang="en" sz="1400"/>
              <a:t>Meaningful! </a:t>
            </a:r>
            <a:endParaRPr sz="1400"/>
          </a:p>
          <a:p>
            <a:pPr indent="0" lvl="0" marL="0" rtl="0" algn="l">
              <a:spcBef>
                <a:spcPts val="1000"/>
              </a:spcBef>
              <a:spcAft>
                <a:spcPts val="1000"/>
              </a:spcAft>
              <a:buNone/>
            </a:pPr>
            <a:r>
              <a:rPr lang="en" sz="1400"/>
              <a:t>Typical example: the Unix system</a:t>
            </a:r>
            <a:endParaRPr sz="14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5" name="Shape 4135"/>
        <p:cNvGrpSpPr/>
        <p:nvPr/>
      </p:nvGrpSpPr>
      <p:grpSpPr>
        <a:xfrm>
          <a:off x="0" y="0"/>
          <a:ext cx="0" cy="0"/>
          <a:chOff x="0" y="0"/>
          <a:chExt cx="0" cy="0"/>
        </a:xfrm>
      </p:grpSpPr>
      <p:sp>
        <p:nvSpPr>
          <p:cNvPr id="4136" name="Google Shape;4136;p79"/>
          <p:cNvSpPr txBox="1"/>
          <p:nvPr>
            <p:ph type="ctrTitle"/>
          </p:nvPr>
        </p:nvSpPr>
        <p:spPr>
          <a:xfrm flipH="1">
            <a:off x="973600" y="1951175"/>
            <a:ext cx="17385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400"/>
              <a:t>Command line interface</a:t>
            </a:r>
            <a:endParaRPr sz="2400"/>
          </a:p>
        </p:txBody>
      </p:sp>
      <p:pic>
        <p:nvPicPr>
          <p:cNvPr id="4137" name="Google Shape;4137;p79"/>
          <p:cNvPicPr preferRelativeResize="0"/>
          <p:nvPr/>
        </p:nvPicPr>
        <p:blipFill>
          <a:blip r:embed="rId3">
            <a:alphaModFix/>
          </a:blip>
          <a:stretch>
            <a:fillRect/>
          </a:stretch>
        </p:blipFill>
        <p:spPr>
          <a:xfrm>
            <a:off x="3198275" y="1087850"/>
            <a:ext cx="5613700" cy="315769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2" name="Shape 4142"/>
        <p:cNvGrpSpPr/>
        <p:nvPr/>
      </p:nvGrpSpPr>
      <p:grpSpPr>
        <a:xfrm>
          <a:off x="0" y="0"/>
          <a:ext cx="0" cy="0"/>
          <a:chOff x="0" y="0"/>
          <a:chExt cx="0" cy="0"/>
        </a:xfrm>
      </p:grpSpPr>
      <p:sp>
        <p:nvSpPr>
          <p:cNvPr id="4143" name="Google Shape;4143;p80"/>
          <p:cNvSpPr txBox="1"/>
          <p:nvPr>
            <p:ph type="ctrTitle"/>
          </p:nvPr>
        </p:nvSpPr>
        <p:spPr>
          <a:xfrm flipH="1">
            <a:off x="973500" y="1951175"/>
            <a:ext cx="12459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400"/>
              <a:t>Menus</a:t>
            </a:r>
            <a:endParaRPr sz="2400"/>
          </a:p>
        </p:txBody>
      </p:sp>
      <p:sp>
        <p:nvSpPr>
          <p:cNvPr id="4144" name="Google Shape;4144;p80"/>
          <p:cNvSpPr txBox="1"/>
          <p:nvPr>
            <p:ph idx="4294967295" type="subTitle"/>
          </p:nvPr>
        </p:nvSpPr>
        <p:spPr>
          <a:xfrm flipH="1">
            <a:off x="3662825" y="0"/>
            <a:ext cx="4795500" cy="5143500"/>
          </a:xfrm>
          <a:prstGeom prst="rect">
            <a:avLst/>
          </a:prstGeom>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en" sz="1400"/>
              <a:t>Set of options displayed on the screen</a:t>
            </a:r>
            <a:endParaRPr sz="1400"/>
          </a:p>
          <a:p>
            <a:pPr indent="-317500" lvl="0" marL="457200" rtl="0" algn="l">
              <a:spcBef>
                <a:spcPts val="1000"/>
              </a:spcBef>
              <a:spcAft>
                <a:spcPts val="0"/>
              </a:spcAft>
              <a:buSzPts val="1400"/>
              <a:buChar char="●"/>
            </a:pPr>
            <a:r>
              <a:rPr lang="en" sz="1400"/>
              <a:t>Options visible</a:t>
            </a:r>
            <a:br>
              <a:rPr lang="en" sz="1400"/>
            </a:br>
            <a:r>
              <a:rPr lang="en" sz="1400"/>
              <a:t>– less recall - easier to use</a:t>
            </a:r>
            <a:br>
              <a:rPr lang="en" sz="1400"/>
            </a:br>
            <a:r>
              <a:rPr lang="en" sz="1400"/>
              <a:t>– rely on recognition so names should be meaningful</a:t>
            </a:r>
            <a:endParaRPr sz="1400"/>
          </a:p>
          <a:p>
            <a:pPr indent="-317500" lvl="0" marL="457200" rtl="0" algn="l">
              <a:spcBef>
                <a:spcPts val="1000"/>
              </a:spcBef>
              <a:spcAft>
                <a:spcPts val="0"/>
              </a:spcAft>
              <a:buSzPts val="1400"/>
              <a:buChar char="●"/>
            </a:pPr>
            <a:r>
              <a:rPr lang="en" sz="1400"/>
              <a:t>Selection by:</a:t>
            </a:r>
            <a:br>
              <a:rPr lang="en" sz="1400"/>
            </a:br>
            <a:r>
              <a:rPr lang="en" sz="1400"/>
              <a:t>– numbers, letters, arrow keys, mouse</a:t>
            </a:r>
            <a:br>
              <a:rPr lang="en" sz="1400"/>
            </a:br>
            <a:r>
              <a:rPr lang="en" sz="1400"/>
              <a:t>– combination (e.g. mouse plus accelerators)</a:t>
            </a:r>
            <a:endParaRPr sz="1400"/>
          </a:p>
          <a:p>
            <a:pPr indent="-317500" lvl="0" marL="457200" rtl="0" algn="l">
              <a:spcBef>
                <a:spcPts val="1000"/>
              </a:spcBef>
              <a:spcAft>
                <a:spcPts val="0"/>
              </a:spcAft>
              <a:buSzPts val="1400"/>
              <a:buChar char="●"/>
            </a:pPr>
            <a:r>
              <a:rPr lang="en" sz="1400"/>
              <a:t>Often options hierarchically grouped</a:t>
            </a:r>
            <a:br>
              <a:rPr lang="en" sz="1400"/>
            </a:br>
            <a:r>
              <a:rPr lang="en" sz="1400"/>
              <a:t>– sensible grouping is needed</a:t>
            </a:r>
            <a:endParaRPr sz="1400"/>
          </a:p>
          <a:p>
            <a:pPr indent="-317500" lvl="0" marL="457200" rtl="0" algn="l">
              <a:spcBef>
                <a:spcPts val="1000"/>
              </a:spcBef>
              <a:spcAft>
                <a:spcPts val="1000"/>
              </a:spcAft>
              <a:buSzPts val="1400"/>
              <a:buChar char="●"/>
            </a:pPr>
            <a:r>
              <a:rPr lang="en" sz="1400"/>
              <a:t>Restricted form of full WIMP system</a:t>
            </a:r>
            <a:endParaRPr sz="14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9" name="Shape 4149"/>
        <p:cNvGrpSpPr/>
        <p:nvPr/>
      </p:nvGrpSpPr>
      <p:grpSpPr>
        <a:xfrm>
          <a:off x="0" y="0"/>
          <a:ext cx="0" cy="0"/>
          <a:chOff x="0" y="0"/>
          <a:chExt cx="0" cy="0"/>
        </a:xfrm>
      </p:grpSpPr>
      <p:sp>
        <p:nvSpPr>
          <p:cNvPr id="4150" name="Google Shape;4150;p81"/>
          <p:cNvSpPr txBox="1"/>
          <p:nvPr>
            <p:ph type="ctrTitle"/>
          </p:nvPr>
        </p:nvSpPr>
        <p:spPr>
          <a:xfrm flipH="1">
            <a:off x="973650" y="1951175"/>
            <a:ext cx="16302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400"/>
              <a:t>Natural language</a:t>
            </a:r>
            <a:endParaRPr sz="2400"/>
          </a:p>
        </p:txBody>
      </p:sp>
      <p:sp>
        <p:nvSpPr>
          <p:cNvPr id="4151" name="Google Shape;4151;p81"/>
          <p:cNvSpPr txBox="1"/>
          <p:nvPr>
            <p:ph idx="4294967295" type="subTitle"/>
          </p:nvPr>
        </p:nvSpPr>
        <p:spPr>
          <a:xfrm flipH="1">
            <a:off x="3662825" y="0"/>
            <a:ext cx="4795500" cy="5143500"/>
          </a:xfrm>
          <a:prstGeom prst="rect">
            <a:avLst/>
          </a:prstGeom>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en" sz="1400"/>
              <a:t>Familiar to user</a:t>
            </a:r>
            <a:endParaRPr sz="1400"/>
          </a:p>
          <a:p>
            <a:pPr indent="-317500" lvl="0" marL="457200" rtl="0" algn="l">
              <a:spcBef>
                <a:spcPts val="1000"/>
              </a:spcBef>
              <a:spcAft>
                <a:spcPts val="0"/>
              </a:spcAft>
              <a:buSzPts val="1400"/>
              <a:buChar char="●"/>
            </a:pPr>
            <a:r>
              <a:rPr lang="en" sz="1400"/>
              <a:t>Speech recognition or typed natural language</a:t>
            </a:r>
            <a:endParaRPr sz="1400"/>
          </a:p>
          <a:p>
            <a:pPr indent="-317500" lvl="0" marL="457200" rtl="0" algn="l">
              <a:spcBef>
                <a:spcPts val="1000"/>
              </a:spcBef>
              <a:spcAft>
                <a:spcPts val="0"/>
              </a:spcAft>
              <a:buSzPts val="1400"/>
              <a:buChar char="●"/>
            </a:pPr>
            <a:r>
              <a:rPr lang="en" sz="1400"/>
              <a:t>Problems</a:t>
            </a:r>
            <a:br>
              <a:rPr lang="en" sz="1400"/>
            </a:br>
            <a:r>
              <a:rPr lang="en" sz="1400"/>
              <a:t>– vague</a:t>
            </a:r>
            <a:br>
              <a:rPr lang="en" sz="1400"/>
            </a:br>
            <a:r>
              <a:rPr lang="en" sz="1400"/>
              <a:t>– ambiguous</a:t>
            </a:r>
            <a:br>
              <a:rPr lang="en" sz="1400"/>
            </a:br>
            <a:r>
              <a:rPr lang="en" sz="1400"/>
              <a:t>– hard to do well!</a:t>
            </a:r>
            <a:endParaRPr sz="1400"/>
          </a:p>
          <a:p>
            <a:pPr indent="-317500" lvl="0" marL="457200" rtl="0" algn="l">
              <a:spcBef>
                <a:spcPts val="1000"/>
              </a:spcBef>
              <a:spcAft>
                <a:spcPts val="1000"/>
              </a:spcAft>
              <a:buSzPts val="1400"/>
              <a:buChar char="●"/>
            </a:pPr>
            <a:r>
              <a:rPr lang="en" sz="1400"/>
              <a:t>Solutions</a:t>
            </a:r>
            <a:br>
              <a:rPr lang="en" sz="1400"/>
            </a:br>
            <a:r>
              <a:rPr lang="en" sz="1400"/>
              <a:t>– try to understand a subset</a:t>
            </a:r>
            <a:br>
              <a:rPr lang="en" sz="1400"/>
            </a:br>
            <a:r>
              <a:rPr lang="en" sz="1400"/>
              <a:t>– pick on key words</a:t>
            </a:r>
            <a:endParaRPr sz="14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6" name="Shape 4156"/>
        <p:cNvGrpSpPr/>
        <p:nvPr/>
      </p:nvGrpSpPr>
      <p:grpSpPr>
        <a:xfrm>
          <a:off x="0" y="0"/>
          <a:ext cx="0" cy="0"/>
          <a:chOff x="0" y="0"/>
          <a:chExt cx="0" cy="0"/>
        </a:xfrm>
      </p:grpSpPr>
      <p:sp>
        <p:nvSpPr>
          <p:cNvPr id="4157" name="Google Shape;4157;p82"/>
          <p:cNvSpPr txBox="1"/>
          <p:nvPr>
            <p:ph type="ctrTitle"/>
          </p:nvPr>
        </p:nvSpPr>
        <p:spPr>
          <a:xfrm flipH="1">
            <a:off x="973400" y="1951175"/>
            <a:ext cx="17637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400"/>
              <a:t>Query interfaces</a:t>
            </a:r>
            <a:endParaRPr sz="2400"/>
          </a:p>
        </p:txBody>
      </p:sp>
      <p:sp>
        <p:nvSpPr>
          <p:cNvPr id="4158" name="Google Shape;4158;p82"/>
          <p:cNvSpPr txBox="1"/>
          <p:nvPr>
            <p:ph idx="4294967295" type="subTitle"/>
          </p:nvPr>
        </p:nvSpPr>
        <p:spPr>
          <a:xfrm flipH="1">
            <a:off x="3671250" y="0"/>
            <a:ext cx="4645500" cy="5143500"/>
          </a:xfrm>
          <a:prstGeom prst="rect">
            <a:avLst/>
          </a:prstGeom>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en" sz="1400"/>
              <a:t>Question/answer interfaces</a:t>
            </a:r>
            <a:br>
              <a:rPr lang="en" sz="1400"/>
            </a:br>
            <a:r>
              <a:rPr lang="en" sz="1400"/>
              <a:t>– user led through interaction via series of questions</a:t>
            </a:r>
            <a:br>
              <a:rPr lang="en" sz="1400"/>
            </a:br>
            <a:r>
              <a:rPr lang="en" sz="1400"/>
              <a:t>– suitable for novice users but restricted functionality</a:t>
            </a:r>
            <a:br>
              <a:rPr lang="en" sz="1400"/>
            </a:br>
            <a:r>
              <a:rPr lang="en" sz="1400"/>
              <a:t>– often used in information systems</a:t>
            </a:r>
            <a:endParaRPr sz="1400"/>
          </a:p>
          <a:p>
            <a:pPr indent="-317500" lvl="0" marL="457200" rtl="0" algn="l">
              <a:spcBef>
                <a:spcPts val="1000"/>
              </a:spcBef>
              <a:spcAft>
                <a:spcPts val="1000"/>
              </a:spcAft>
              <a:buSzPts val="1400"/>
              <a:buChar char="●"/>
            </a:pPr>
            <a:r>
              <a:rPr lang="en" sz="1400"/>
              <a:t>Query languages (e.g. SQL)</a:t>
            </a:r>
            <a:br>
              <a:rPr lang="en" sz="1400"/>
            </a:br>
            <a:r>
              <a:rPr lang="en" sz="1400"/>
              <a:t>– used to retrieve information from database</a:t>
            </a:r>
            <a:br>
              <a:rPr lang="en" sz="1400"/>
            </a:br>
            <a:r>
              <a:rPr lang="en" sz="1400"/>
              <a:t>– requires understanding of database structure and language syntax, hence requires some expertise</a:t>
            </a:r>
            <a:endParaRPr sz="14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3" name="Shape 4163"/>
        <p:cNvGrpSpPr/>
        <p:nvPr/>
      </p:nvGrpSpPr>
      <p:grpSpPr>
        <a:xfrm>
          <a:off x="0" y="0"/>
          <a:ext cx="0" cy="0"/>
          <a:chOff x="0" y="0"/>
          <a:chExt cx="0" cy="0"/>
        </a:xfrm>
      </p:grpSpPr>
      <p:sp>
        <p:nvSpPr>
          <p:cNvPr id="4164" name="Google Shape;4164;p83"/>
          <p:cNvSpPr txBox="1"/>
          <p:nvPr>
            <p:ph type="ctrTitle"/>
          </p:nvPr>
        </p:nvSpPr>
        <p:spPr>
          <a:xfrm flipH="1">
            <a:off x="973400" y="1951175"/>
            <a:ext cx="17637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400"/>
              <a:t>Query interfaces</a:t>
            </a:r>
            <a:endParaRPr sz="2400"/>
          </a:p>
        </p:txBody>
      </p:sp>
      <p:pic>
        <p:nvPicPr>
          <p:cNvPr id="4165" name="Google Shape;4165;p83"/>
          <p:cNvPicPr preferRelativeResize="0"/>
          <p:nvPr/>
        </p:nvPicPr>
        <p:blipFill>
          <a:blip r:embed="rId3">
            <a:alphaModFix/>
          </a:blip>
          <a:stretch>
            <a:fillRect/>
          </a:stretch>
        </p:blipFill>
        <p:spPr>
          <a:xfrm>
            <a:off x="2889500" y="393113"/>
            <a:ext cx="6102102" cy="4357282"/>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0" name="Shape 4170"/>
        <p:cNvGrpSpPr/>
        <p:nvPr/>
      </p:nvGrpSpPr>
      <p:grpSpPr>
        <a:xfrm>
          <a:off x="0" y="0"/>
          <a:ext cx="0" cy="0"/>
          <a:chOff x="0" y="0"/>
          <a:chExt cx="0" cy="0"/>
        </a:xfrm>
      </p:grpSpPr>
      <p:sp>
        <p:nvSpPr>
          <p:cNvPr id="4171" name="Google Shape;4171;p84"/>
          <p:cNvSpPr txBox="1"/>
          <p:nvPr>
            <p:ph type="ctrTitle"/>
          </p:nvPr>
        </p:nvSpPr>
        <p:spPr>
          <a:xfrm flipH="1">
            <a:off x="973525" y="1951175"/>
            <a:ext cx="16803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400"/>
              <a:t>Form-fills</a:t>
            </a:r>
            <a:endParaRPr sz="2400"/>
          </a:p>
        </p:txBody>
      </p:sp>
      <p:sp>
        <p:nvSpPr>
          <p:cNvPr id="4172" name="Google Shape;4172;p84"/>
          <p:cNvSpPr txBox="1"/>
          <p:nvPr>
            <p:ph idx="4294967295" type="subTitle"/>
          </p:nvPr>
        </p:nvSpPr>
        <p:spPr>
          <a:xfrm flipH="1">
            <a:off x="3671150" y="0"/>
            <a:ext cx="4795500" cy="3375600"/>
          </a:xfrm>
          <a:prstGeom prst="rect">
            <a:avLst/>
          </a:prstGeom>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en" sz="1400"/>
              <a:t>Primarily for data entry or data retrieval</a:t>
            </a:r>
            <a:endParaRPr sz="1400"/>
          </a:p>
          <a:p>
            <a:pPr indent="-317500" lvl="0" marL="457200" rtl="0" algn="l">
              <a:spcBef>
                <a:spcPts val="1000"/>
              </a:spcBef>
              <a:spcAft>
                <a:spcPts val="0"/>
              </a:spcAft>
              <a:buSzPts val="1400"/>
              <a:buChar char="●"/>
            </a:pPr>
            <a:r>
              <a:rPr lang="en" sz="1400"/>
              <a:t>Screen like paper form.</a:t>
            </a:r>
            <a:endParaRPr sz="1400"/>
          </a:p>
          <a:p>
            <a:pPr indent="-317500" lvl="0" marL="457200" rtl="0" algn="l">
              <a:spcBef>
                <a:spcPts val="1000"/>
              </a:spcBef>
              <a:spcAft>
                <a:spcPts val="0"/>
              </a:spcAft>
              <a:buSzPts val="1400"/>
              <a:buChar char="●"/>
            </a:pPr>
            <a:r>
              <a:rPr lang="en" sz="1400"/>
              <a:t>Data put in relevant place</a:t>
            </a:r>
            <a:endParaRPr sz="1400"/>
          </a:p>
          <a:p>
            <a:pPr indent="-317500" lvl="0" marL="457200" rtl="0" algn="l">
              <a:spcBef>
                <a:spcPts val="1000"/>
              </a:spcBef>
              <a:spcAft>
                <a:spcPts val="1000"/>
              </a:spcAft>
              <a:buSzPts val="1400"/>
              <a:buChar char="●"/>
            </a:pPr>
            <a:r>
              <a:rPr lang="en" sz="1400"/>
              <a:t>Requires</a:t>
            </a:r>
            <a:br>
              <a:rPr lang="en" sz="1400"/>
            </a:br>
            <a:r>
              <a:rPr lang="en" sz="1400"/>
              <a:t>– good design</a:t>
            </a:r>
            <a:br>
              <a:rPr lang="en" sz="1400"/>
            </a:br>
            <a:r>
              <a:rPr lang="en" sz="1400"/>
              <a:t>– obvious correction facilities</a:t>
            </a:r>
            <a:endParaRPr sz="1400"/>
          </a:p>
        </p:txBody>
      </p:sp>
      <p:pic>
        <p:nvPicPr>
          <p:cNvPr id="4173" name="Google Shape;4173;p84"/>
          <p:cNvPicPr preferRelativeResize="0"/>
          <p:nvPr/>
        </p:nvPicPr>
        <p:blipFill>
          <a:blip r:embed="rId3">
            <a:alphaModFix/>
          </a:blip>
          <a:stretch>
            <a:fillRect/>
          </a:stretch>
        </p:blipFill>
        <p:spPr>
          <a:xfrm>
            <a:off x="4194475" y="2829825"/>
            <a:ext cx="2848126" cy="20696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8" name="Shape 4178"/>
        <p:cNvGrpSpPr/>
        <p:nvPr/>
      </p:nvGrpSpPr>
      <p:grpSpPr>
        <a:xfrm>
          <a:off x="0" y="0"/>
          <a:ext cx="0" cy="0"/>
          <a:chOff x="0" y="0"/>
          <a:chExt cx="0" cy="0"/>
        </a:xfrm>
      </p:grpSpPr>
      <p:sp>
        <p:nvSpPr>
          <p:cNvPr id="4179" name="Google Shape;4179;p85"/>
          <p:cNvSpPr txBox="1"/>
          <p:nvPr>
            <p:ph type="ctrTitle"/>
          </p:nvPr>
        </p:nvSpPr>
        <p:spPr>
          <a:xfrm flipH="1">
            <a:off x="973325" y="1951175"/>
            <a:ext cx="19803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400"/>
              <a:t>Spreadsheets</a:t>
            </a:r>
            <a:endParaRPr sz="2400"/>
          </a:p>
        </p:txBody>
      </p:sp>
      <p:sp>
        <p:nvSpPr>
          <p:cNvPr id="4180" name="Google Shape;4180;p85"/>
          <p:cNvSpPr txBox="1"/>
          <p:nvPr>
            <p:ph idx="4294967295" type="subTitle"/>
          </p:nvPr>
        </p:nvSpPr>
        <p:spPr>
          <a:xfrm flipH="1">
            <a:off x="3662925" y="0"/>
            <a:ext cx="4645500" cy="5143500"/>
          </a:xfrm>
          <a:prstGeom prst="rect">
            <a:avLst/>
          </a:prstGeom>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en" sz="1400"/>
              <a:t>First spreadsheet VISICALC, followed by Lotus 1-2-3</a:t>
            </a:r>
            <a:br>
              <a:rPr lang="en" sz="1400"/>
            </a:br>
            <a:r>
              <a:rPr lang="en" sz="1400"/>
              <a:t>MS Excel most common today</a:t>
            </a:r>
            <a:endParaRPr sz="1400"/>
          </a:p>
          <a:p>
            <a:pPr indent="-317500" lvl="0" marL="457200" rtl="0" algn="l">
              <a:spcBef>
                <a:spcPts val="1000"/>
              </a:spcBef>
              <a:spcAft>
                <a:spcPts val="1000"/>
              </a:spcAft>
              <a:buSzPts val="1400"/>
              <a:buChar char="●"/>
            </a:pPr>
            <a:r>
              <a:rPr lang="en" sz="1400"/>
              <a:t>Sophisticated variation of form-filling.</a:t>
            </a:r>
            <a:br>
              <a:rPr lang="en" sz="1400"/>
            </a:br>
            <a:r>
              <a:rPr lang="en" sz="1400"/>
              <a:t>– grid of cells contain a value or a formula</a:t>
            </a:r>
            <a:br>
              <a:rPr lang="en" sz="1400"/>
            </a:br>
            <a:r>
              <a:rPr lang="en" sz="1400"/>
              <a:t>– formula can involve values of other cells</a:t>
            </a:r>
            <a:br>
              <a:rPr lang="en" sz="1400"/>
            </a:br>
            <a:r>
              <a:rPr lang="en" sz="1400"/>
              <a:t>    e.g. sum of all cells in this column</a:t>
            </a:r>
            <a:br>
              <a:rPr lang="en" sz="1400"/>
            </a:br>
            <a:r>
              <a:rPr lang="en" sz="1400"/>
              <a:t>– user can enter and alter data spreadsheet maintains consistency</a:t>
            </a:r>
            <a:endParaRPr sz="14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5" name="Shape 4185"/>
        <p:cNvGrpSpPr/>
        <p:nvPr/>
      </p:nvGrpSpPr>
      <p:grpSpPr>
        <a:xfrm>
          <a:off x="0" y="0"/>
          <a:ext cx="0" cy="0"/>
          <a:chOff x="0" y="0"/>
          <a:chExt cx="0" cy="0"/>
        </a:xfrm>
      </p:grpSpPr>
      <p:sp>
        <p:nvSpPr>
          <p:cNvPr id="4186" name="Google Shape;4186;p86"/>
          <p:cNvSpPr txBox="1"/>
          <p:nvPr>
            <p:ph idx="4294967295" type="subTitle"/>
          </p:nvPr>
        </p:nvSpPr>
        <p:spPr>
          <a:xfrm flipH="1">
            <a:off x="3662925" y="0"/>
            <a:ext cx="4645500" cy="5143500"/>
          </a:xfrm>
          <a:prstGeom prst="rect">
            <a:avLst/>
          </a:prstGeom>
        </p:spPr>
        <p:txBody>
          <a:bodyPr anchorCtr="0" anchor="ctr" bIns="91425" lIns="91425" spcFirstLastPara="1" rIns="91425" wrap="square" tIns="91425">
            <a:noAutofit/>
          </a:bodyPr>
          <a:lstStyle/>
          <a:p>
            <a:pPr indent="-317500" lvl="0" marL="457200" rtl="0" algn="l">
              <a:lnSpc>
                <a:spcPct val="115000"/>
              </a:lnSpc>
              <a:spcBef>
                <a:spcPts val="0"/>
              </a:spcBef>
              <a:spcAft>
                <a:spcPts val="0"/>
              </a:spcAft>
              <a:buSzPts val="1400"/>
              <a:buChar char="●"/>
            </a:pPr>
            <a:r>
              <a:rPr lang="en" sz="1400"/>
              <a:t>Windows</a:t>
            </a:r>
            <a:endParaRPr sz="1400"/>
          </a:p>
          <a:p>
            <a:pPr indent="-203200" lvl="1" marL="800100" rtl="0" algn="l">
              <a:spcBef>
                <a:spcPts val="0"/>
              </a:spcBef>
              <a:spcAft>
                <a:spcPts val="0"/>
              </a:spcAft>
              <a:buSzPts val="1400"/>
              <a:buChar char="○"/>
            </a:pPr>
            <a:r>
              <a:rPr lang="en" sz="1400"/>
              <a:t>Icons</a:t>
            </a:r>
            <a:endParaRPr sz="1400"/>
          </a:p>
          <a:p>
            <a:pPr indent="-203200" lvl="2" marL="1257300" rtl="0" algn="l">
              <a:spcBef>
                <a:spcPts val="0"/>
              </a:spcBef>
              <a:spcAft>
                <a:spcPts val="0"/>
              </a:spcAft>
              <a:buSzPts val="1400"/>
              <a:buChar char="■"/>
            </a:pPr>
            <a:r>
              <a:rPr lang="en" sz="1400"/>
              <a:t>Menus</a:t>
            </a:r>
            <a:endParaRPr sz="1400"/>
          </a:p>
          <a:p>
            <a:pPr indent="-203200" lvl="3" marL="1714500" rtl="0" algn="l">
              <a:spcBef>
                <a:spcPts val="0"/>
              </a:spcBef>
              <a:spcAft>
                <a:spcPts val="0"/>
              </a:spcAft>
              <a:buSzPts val="1400"/>
              <a:buChar char="●"/>
            </a:pPr>
            <a:r>
              <a:rPr lang="en" sz="1400"/>
              <a:t>Pointers</a:t>
            </a:r>
            <a:endParaRPr sz="1400"/>
          </a:p>
          <a:p>
            <a:pPr indent="457200" lvl="0" marL="0" rtl="0" algn="l">
              <a:spcBef>
                <a:spcPts val="0"/>
              </a:spcBef>
              <a:spcAft>
                <a:spcPts val="0"/>
              </a:spcAft>
              <a:buNone/>
            </a:pPr>
            <a:r>
              <a:rPr lang="en" sz="1400"/>
              <a:t>… or windows, icons, mice, and pull-down menus!</a:t>
            </a:r>
            <a:endParaRPr sz="1400"/>
          </a:p>
          <a:p>
            <a:pPr indent="-317500" lvl="0" marL="457200" rtl="0" algn="l">
              <a:spcBef>
                <a:spcPts val="1000"/>
              </a:spcBef>
              <a:spcAft>
                <a:spcPts val="0"/>
              </a:spcAft>
              <a:buSzPts val="1400"/>
              <a:buChar char="●"/>
            </a:pPr>
            <a:r>
              <a:rPr lang="en" sz="1400"/>
              <a:t>default style for majority of interactive</a:t>
            </a:r>
            <a:endParaRPr sz="1400"/>
          </a:p>
          <a:p>
            <a:pPr indent="-317500" lvl="0" marL="457200" rtl="0" algn="l">
              <a:spcBef>
                <a:spcPts val="1000"/>
              </a:spcBef>
              <a:spcAft>
                <a:spcPts val="0"/>
              </a:spcAft>
              <a:buSzPts val="1400"/>
              <a:buChar char="●"/>
            </a:pPr>
            <a:r>
              <a:rPr lang="en" sz="1400"/>
              <a:t>computer systems, especially PCs and desktop</a:t>
            </a:r>
            <a:endParaRPr sz="1400"/>
          </a:p>
          <a:p>
            <a:pPr indent="-317500" lvl="0" marL="457200" rtl="0" algn="l">
              <a:spcBef>
                <a:spcPts val="1000"/>
              </a:spcBef>
              <a:spcAft>
                <a:spcPts val="1000"/>
              </a:spcAft>
              <a:buSzPts val="1400"/>
              <a:buChar char="●"/>
            </a:pPr>
            <a:r>
              <a:rPr lang="en" sz="1400"/>
              <a:t>machines</a:t>
            </a:r>
            <a:endParaRPr sz="1400"/>
          </a:p>
        </p:txBody>
      </p:sp>
      <p:sp>
        <p:nvSpPr>
          <p:cNvPr id="4187" name="Google Shape;4187;p86"/>
          <p:cNvSpPr txBox="1"/>
          <p:nvPr>
            <p:ph type="ctrTitle"/>
          </p:nvPr>
        </p:nvSpPr>
        <p:spPr>
          <a:xfrm flipH="1">
            <a:off x="973500" y="1951175"/>
            <a:ext cx="14388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400"/>
              <a:t>WIMP Interface</a:t>
            </a:r>
            <a:endParaRPr sz="2400"/>
          </a:p>
        </p:txBody>
      </p:sp>
      <p:sp>
        <p:nvSpPr>
          <p:cNvPr id="4188" name="Google Shape;4188;p86">
            <a:hlinkClick action="ppaction://hlinksldjump" r:id="rId3"/>
          </p:cNvPr>
          <p:cNvSpPr txBox="1"/>
          <p:nvPr>
            <p:ph idx="4294967295" type="subTitle"/>
          </p:nvPr>
        </p:nvSpPr>
        <p:spPr>
          <a:xfrm flipH="1">
            <a:off x="6201350" y="0"/>
            <a:ext cx="2440200" cy="510900"/>
          </a:xfrm>
          <a:prstGeom prst="rect">
            <a:avLst/>
          </a:prstGeom>
        </p:spPr>
        <p:txBody>
          <a:bodyPr anchorCtr="0" anchor="ctr" bIns="91425" lIns="91425" spcFirstLastPara="1" rIns="91425" wrap="square" tIns="91425">
            <a:noAutofit/>
          </a:bodyPr>
          <a:lstStyle/>
          <a:p>
            <a:pPr indent="0" lvl="0" marL="0" rtl="0" algn="r">
              <a:spcBef>
                <a:spcPts val="0"/>
              </a:spcBef>
              <a:spcAft>
                <a:spcPts val="1000"/>
              </a:spcAft>
              <a:buNone/>
            </a:pPr>
            <a:r>
              <a:rPr lang="en" sz="1400"/>
              <a:t>elements of the wimp interface </a:t>
            </a:r>
            <a:endParaRPr sz="1400"/>
          </a:p>
        </p:txBody>
      </p:sp>
      <p:sp>
        <p:nvSpPr>
          <p:cNvPr id="4189" name="Google Shape;4189;p86">
            <a:hlinkClick action="ppaction://hlinksldjump" r:id="rId4"/>
          </p:cNvPr>
          <p:cNvSpPr/>
          <p:nvPr/>
        </p:nvSpPr>
        <p:spPr>
          <a:xfrm>
            <a:off x="8748045" y="162108"/>
            <a:ext cx="268248" cy="186674"/>
          </a:xfrm>
          <a:custGeom>
            <a:rect b="b" l="l" r="r" t="t"/>
            <a:pathLst>
              <a:path extrusionOk="0" h="1918" w="2756">
                <a:moveTo>
                  <a:pt x="1757" y="0"/>
                </a:moveTo>
                <a:cubicBezTo>
                  <a:pt x="1693" y="0"/>
                  <a:pt x="1630" y="25"/>
                  <a:pt x="1580" y="75"/>
                </a:cubicBezTo>
                <a:cubicBezTo>
                  <a:pt x="1479" y="176"/>
                  <a:pt x="1479" y="335"/>
                  <a:pt x="1580" y="436"/>
                </a:cubicBezTo>
                <a:lnTo>
                  <a:pt x="1768" y="623"/>
                </a:lnTo>
                <a:cubicBezTo>
                  <a:pt x="1797" y="652"/>
                  <a:pt x="1775" y="702"/>
                  <a:pt x="1739" y="702"/>
                </a:cubicBezTo>
                <a:lnTo>
                  <a:pt x="253" y="702"/>
                </a:lnTo>
                <a:cubicBezTo>
                  <a:pt x="116" y="702"/>
                  <a:pt x="1" y="818"/>
                  <a:pt x="1" y="962"/>
                </a:cubicBezTo>
                <a:cubicBezTo>
                  <a:pt x="1" y="1099"/>
                  <a:pt x="116" y="1215"/>
                  <a:pt x="253" y="1215"/>
                </a:cubicBezTo>
                <a:lnTo>
                  <a:pt x="1739" y="1215"/>
                </a:lnTo>
                <a:cubicBezTo>
                  <a:pt x="1775" y="1215"/>
                  <a:pt x="1797" y="1265"/>
                  <a:pt x="1768" y="1294"/>
                </a:cubicBezTo>
                <a:lnTo>
                  <a:pt x="1580" y="1481"/>
                </a:lnTo>
                <a:cubicBezTo>
                  <a:pt x="1479" y="1582"/>
                  <a:pt x="1479" y="1741"/>
                  <a:pt x="1580" y="1842"/>
                </a:cubicBezTo>
                <a:cubicBezTo>
                  <a:pt x="1631" y="1892"/>
                  <a:pt x="1696" y="1918"/>
                  <a:pt x="1760" y="1918"/>
                </a:cubicBezTo>
                <a:cubicBezTo>
                  <a:pt x="1825" y="1918"/>
                  <a:pt x="1890" y="1892"/>
                  <a:pt x="1941" y="1842"/>
                </a:cubicBezTo>
                <a:lnTo>
                  <a:pt x="2676" y="1106"/>
                </a:lnTo>
                <a:cubicBezTo>
                  <a:pt x="2756" y="1027"/>
                  <a:pt x="2756" y="897"/>
                  <a:pt x="2676" y="811"/>
                </a:cubicBezTo>
                <a:lnTo>
                  <a:pt x="1941" y="82"/>
                </a:lnTo>
                <a:cubicBezTo>
                  <a:pt x="1889" y="27"/>
                  <a:pt x="1823" y="0"/>
                  <a:pt x="175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4" name="Shape 4194"/>
        <p:cNvGrpSpPr/>
        <p:nvPr/>
      </p:nvGrpSpPr>
      <p:grpSpPr>
        <a:xfrm>
          <a:off x="0" y="0"/>
          <a:ext cx="0" cy="0"/>
          <a:chOff x="0" y="0"/>
          <a:chExt cx="0" cy="0"/>
        </a:xfrm>
      </p:grpSpPr>
      <p:sp>
        <p:nvSpPr>
          <p:cNvPr id="4195" name="Google Shape;4195;p87"/>
          <p:cNvSpPr txBox="1"/>
          <p:nvPr>
            <p:ph type="ctrTitle"/>
          </p:nvPr>
        </p:nvSpPr>
        <p:spPr>
          <a:xfrm flipH="1">
            <a:off x="973500" y="1951175"/>
            <a:ext cx="14388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400"/>
              <a:t>WIMP Interface</a:t>
            </a:r>
            <a:endParaRPr sz="2400"/>
          </a:p>
        </p:txBody>
      </p:sp>
      <p:sp>
        <p:nvSpPr>
          <p:cNvPr id="4196" name="Google Shape;4196;p87">
            <a:hlinkClick action="ppaction://hlinksldjump" r:id="rId3"/>
          </p:cNvPr>
          <p:cNvSpPr txBox="1"/>
          <p:nvPr>
            <p:ph idx="4294967295" type="subTitle"/>
          </p:nvPr>
        </p:nvSpPr>
        <p:spPr>
          <a:xfrm flipH="1">
            <a:off x="6201350" y="0"/>
            <a:ext cx="2440200" cy="510900"/>
          </a:xfrm>
          <a:prstGeom prst="rect">
            <a:avLst/>
          </a:prstGeom>
        </p:spPr>
        <p:txBody>
          <a:bodyPr anchorCtr="0" anchor="ctr" bIns="91425" lIns="91425" spcFirstLastPara="1" rIns="91425" wrap="square" tIns="91425">
            <a:noAutofit/>
          </a:bodyPr>
          <a:lstStyle/>
          <a:p>
            <a:pPr indent="0" lvl="0" marL="0" rtl="0" algn="r">
              <a:spcBef>
                <a:spcPts val="0"/>
              </a:spcBef>
              <a:spcAft>
                <a:spcPts val="1000"/>
              </a:spcAft>
              <a:buNone/>
            </a:pPr>
            <a:r>
              <a:rPr lang="en" sz="1400"/>
              <a:t>elements of the wimp interface </a:t>
            </a:r>
            <a:endParaRPr sz="1400"/>
          </a:p>
        </p:txBody>
      </p:sp>
      <p:sp>
        <p:nvSpPr>
          <p:cNvPr id="4197" name="Google Shape;4197;p87">
            <a:hlinkClick action="ppaction://hlinksldjump" r:id="rId4"/>
          </p:cNvPr>
          <p:cNvSpPr/>
          <p:nvPr/>
        </p:nvSpPr>
        <p:spPr>
          <a:xfrm>
            <a:off x="8748045" y="162108"/>
            <a:ext cx="268248" cy="186674"/>
          </a:xfrm>
          <a:custGeom>
            <a:rect b="b" l="l" r="r" t="t"/>
            <a:pathLst>
              <a:path extrusionOk="0" h="1918" w="2756">
                <a:moveTo>
                  <a:pt x="1757" y="0"/>
                </a:moveTo>
                <a:cubicBezTo>
                  <a:pt x="1693" y="0"/>
                  <a:pt x="1630" y="25"/>
                  <a:pt x="1580" y="75"/>
                </a:cubicBezTo>
                <a:cubicBezTo>
                  <a:pt x="1479" y="176"/>
                  <a:pt x="1479" y="335"/>
                  <a:pt x="1580" y="436"/>
                </a:cubicBezTo>
                <a:lnTo>
                  <a:pt x="1768" y="623"/>
                </a:lnTo>
                <a:cubicBezTo>
                  <a:pt x="1797" y="652"/>
                  <a:pt x="1775" y="702"/>
                  <a:pt x="1739" y="702"/>
                </a:cubicBezTo>
                <a:lnTo>
                  <a:pt x="253" y="702"/>
                </a:lnTo>
                <a:cubicBezTo>
                  <a:pt x="116" y="702"/>
                  <a:pt x="1" y="818"/>
                  <a:pt x="1" y="962"/>
                </a:cubicBezTo>
                <a:cubicBezTo>
                  <a:pt x="1" y="1099"/>
                  <a:pt x="116" y="1215"/>
                  <a:pt x="253" y="1215"/>
                </a:cubicBezTo>
                <a:lnTo>
                  <a:pt x="1739" y="1215"/>
                </a:lnTo>
                <a:cubicBezTo>
                  <a:pt x="1775" y="1215"/>
                  <a:pt x="1797" y="1265"/>
                  <a:pt x="1768" y="1294"/>
                </a:cubicBezTo>
                <a:lnTo>
                  <a:pt x="1580" y="1481"/>
                </a:lnTo>
                <a:cubicBezTo>
                  <a:pt x="1479" y="1582"/>
                  <a:pt x="1479" y="1741"/>
                  <a:pt x="1580" y="1842"/>
                </a:cubicBezTo>
                <a:cubicBezTo>
                  <a:pt x="1631" y="1892"/>
                  <a:pt x="1696" y="1918"/>
                  <a:pt x="1760" y="1918"/>
                </a:cubicBezTo>
                <a:cubicBezTo>
                  <a:pt x="1825" y="1918"/>
                  <a:pt x="1890" y="1892"/>
                  <a:pt x="1941" y="1842"/>
                </a:cubicBezTo>
                <a:lnTo>
                  <a:pt x="2676" y="1106"/>
                </a:lnTo>
                <a:cubicBezTo>
                  <a:pt x="2756" y="1027"/>
                  <a:pt x="2756" y="897"/>
                  <a:pt x="2676" y="811"/>
                </a:cubicBezTo>
                <a:lnTo>
                  <a:pt x="1941" y="82"/>
                </a:lnTo>
                <a:cubicBezTo>
                  <a:pt x="1889" y="27"/>
                  <a:pt x="1823" y="0"/>
                  <a:pt x="175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198" name="Google Shape;4198;p87"/>
          <p:cNvPicPr preferRelativeResize="0"/>
          <p:nvPr/>
        </p:nvPicPr>
        <p:blipFill>
          <a:blip r:embed="rId5">
            <a:alphaModFix/>
          </a:blip>
          <a:stretch>
            <a:fillRect/>
          </a:stretch>
        </p:blipFill>
        <p:spPr>
          <a:xfrm>
            <a:off x="2744300" y="548375"/>
            <a:ext cx="5758419" cy="4327801"/>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3" name="Shape 4203"/>
        <p:cNvGrpSpPr/>
        <p:nvPr/>
      </p:nvGrpSpPr>
      <p:grpSpPr>
        <a:xfrm>
          <a:off x="0" y="0"/>
          <a:ext cx="0" cy="0"/>
          <a:chOff x="0" y="0"/>
          <a:chExt cx="0" cy="0"/>
        </a:xfrm>
      </p:grpSpPr>
      <p:sp>
        <p:nvSpPr>
          <p:cNvPr id="4204" name="Google Shape;4204;p88"/>
          <p:cNvSpPr txBox="1"/>
          <p:nvPr>
            <p:ph type="ctrTitle"/>
          </p:nvPr>
        </p:nvSpPr>
        <p:spPr>
          <a:xfrm flipH="1">
            <a:off x="973450" y="1951175"/>
            <a:ext cx="19635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400"/>
              <a:t>Point and </a:t>
            </a:r>
            <a:br>
              <a:rPr lang="en" sz="2400"/>
            </a:br>
            <a:r>
              <a:rPr lang="en" sz="2400"/>
              <a:t>click interfaces</a:t>
            </a:r>
            <a:endParaRPr sz="2400"/>
          </a:p>
        </p:txBody>
      </p:sp>
      <p:sp>
        <p:nvSpPr>
          <p:cNvPr id="4205" name="Google Shape;4205;p88"/>
          <p:cNvSpPr txBox="1"/>
          <p:nvPr>
            <p:ph idx="4294967295" type="subTitle"/>
          </p:nvPr>
        </p:nvSpPr>
        <p:spPr>
          <a:xfrm flipH="1">
            <a:off x="3662925" y="0"/>
            <a:ext cx="4645500" cy="5143500"/>
          </a:xfrm>
          <a:prstGeom prst="rect">
            <a:avLst/>
          </a:prstGeom>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en" sz="1400"/>
              <a:t>Used in ..</a:t>
            </a:r>
            <a:br>
              <a:rPr lang="en" sz="1400"/>
            </a:br>
            <a:r>
              <a:rPr lang="en" sz="1400"/>
              <a:t>– multimedia</a:t>
            </a:r>
            <a:br>
              <a:rPr lang="en" sz="1400"/>
            </a:br>
            <a:r>
              <a:rPr lang="en" sz="1400"/>
              <a:t>– web browsers</a:t>
            </a:r>
            <a:br>
              <a:rPr lang="en" sz="1400"/>
            </a:br>
            <a:r>
              <a:rPr lang="en" sz="1400"/>
              <a:t>– hypertext</a:t>
            </a:r>
            <a:endParaRPr sz="1400"/>
          </a:p>
          <a:p>
            <a:pPr indent="-317500" lvl="0" marL="457200" rtl="0" algn="l">
              <a:spcBef>
                <a:spcPts val="1000"/>
              </a:spcBef>
              <a:spcAft>
                <a:spcPts val="0"/>
              </a:spcAft>
              <a:buSzPts val="1400"/>
              <a:buChar char="●"/>
            </a:pPr>
            <a:r>
              <a:rPr lang="en" sz="1400"/>
              <a:t>Just click something!</a:t>
            </a:r>
            <a:br>
              <a:rPr lang="en" sz="1400"/>
            </a:br>
            <a:r>
              <a:rPr lang="en" sz="1400"/>
              <a:t>– icons, text links or location on map</a:t>
            </a:r>
            <a:endParaRPr sz="1400"/>
          </a:p>
          <a:p>
            <a:pPr indent="-317500" lvl="0" marL="457200" rtl="0" algn="l">
              <a:spcBef>
                <a:spcPts val="1000"/>
              </a:spcBef>
              <a:spcAft>
                <a:spcPts val="1000"/>
              </a:spcAft>
              <a:buSzPts val="1400"/>
              <a:buChar char="●"/>
            </a:pPr>
            <a:r>
              <a:rPr lang="en" sz="1400"/>
              <a:t>Minimal typing</a:t>
            </a:r>
            <a:endParaRPr sz="14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0" name="Shape 4210"/>
        <p:cNvGrpSpPr/>
        <p:nvPr/>
      </p:nvGrpSpPr>
      <p:grpSpPr>
        <a:xfrm>
          <a:off x="0" y="0"/>
          <a:ext cx="0" cy="0"/>
          <a:chOff x="0" y="0"/>
          <a:chExt cx="0" cy="0"/>
        </a:xfrm>
      </p:grpSpPr>
      <p:sp>
        <p:nvSpPr>
          <p:cNvPr id="4211" name="Google Shape;4211;p89"/>
          <p:cNvSpPr txBox="1"/>
          <p:nvPr>
            <p:ph type="ctrTitle"/>
          </p:nvPr>
        </p:nvSpPr>
        <p:spPr>
          <a:xfrm flipH="1">
            <a:off x="973575" y="1951175"/>
            <a:ext cx="18801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400"/>
              <a:t>Three dimensional interfaces</a:t>
            </a:r>
            <a:endParaRPr sz="2400"/>
          </a:p>
        </p:txBody>
      </p:sp>
      <p:sp>
        <p:nvSpPr>
          <p:cNvPr id="4212" name="Google Shape;4212;p89"/>
          <p:cNvSpPr txBox="1"/>
          <p:nvPr>
            <p:ph idx="4294967295" type="subTitle"/>
          </p:nvPr>
        </p:nvSpPr>
        <p:spPr>
          <a:xfrm flipH="1">
            <a:off x="3671250" y="0"/>
            <a:ext cx="4645500" cy="5143500"/>
          </a:xfrm>
          <a:prstGeom prst="rect">
            <a:avLst/>
          </a:prstGeom>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en" sz="1400"/>
              <a:t>virtual reality</a:t>
            </a:r>
            <a:endParaRPr sz="1400"/>
          </a:p>
          <a:p>
            <a:pPr indent="-317500" lvl="0" marL="457200" rtl="0" algn="l">
              <a:spcBef>
                <a:spcPts val="1000"/>
              </a:spcBef>
              <a:spcAft>
                <a:spcPts val="0"/>
              </a:spcAft>
              <a:buSzPts val="1400"/>
              <a:buChar char="●"/>
            </a:pPr>
            <a:r>
              <a:rPr lang="en" sz="1400"/>
              <a:t>‘ordinary’ window systems</a:t>
            </a:r>
            <a:br>
              <a:rPr lang="en" sz="1400"/>
            </a:br>
            <a:r>
              <a:rPr lang="en" sz="1400"/>
              <a:t>– highlighting</a:t>
            </a:r>
            <a:br>
              <a:rPr lang="en" sz="1400"/>
            </a:br>
            <a:r>
              <a:rPr lang="en" sz="1400"/>
              <a:t>– visual affordance</a:t>
            </a:r>
            <a:br>
              <a:rPr lang="en" sz="1400"/>
            </a:br>
            <a:r>
              <a:rPr lang="en" sz="1400"/>
              <a:t>– indiscriminate use just confusing!</a:t>
            </a:r>
            <a:endParaRPr sz="1400"/>
          </a:p>
          <a:p>
            <a:pPr indent="-317500" lvl="0" marL="457200" rtl="0" algn="l">
              <a:spcBef>
                <a:spcPts val="1000"/>
              </a:spcBef>
              <a:spcAft>
                <a:spcPts val="1000"/>
              </a:spcAft>
              <a:buSzPts val="1400"/>
              <a:buChar char="●"/>
            </a:pPr>
            <a:r>
              <a:rPr lang="en" sz="1400"/>
              <a:t>3D workspaces</a:t>
            </a:r>
            <a:br>
              <a:rPr lang="en" sz="1400"/>
            </a:br>
            <a:r>
              <a:rPr lang="en" sz="1400"/>
              <a:t>– use for extra virtual space</a:t>
            </a:r>
            <a:br>
              <a:rPr lang="en" sz="1400"/>
            </a:br>
            <a:r>
              <a:rPr lang="en" sz="1400"/>
              <a:t>– light and occlusion give depth</a:t>
            </a:r>
            <a:br>
              <a:rPr lang="en" sz="1400"/>
            </a:br>
            <a:r>
              <a:rPr lang="en" sz="1400"/>
              <a:t>– distance effects</a:t>
            </a:r>
            <a:endParaRPr sz="14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7" name="Shape 4217"/>
        <p:cNvGrpSpPr/>
        <p:nvPr/>
      </p:nvGrpSpPr>
      <p:grpSpPr>
        <a:xfrm>
          <a:off x="0" y="0"/>
          <a:ext cx="0" cy="0"/>
          <a:chOff x="0" y="0"/>
          <a:chExt cx="0" cy="0"/>
        </a:xfrm>
      </p:grpSpPr>
      <p:sp>
        <p:nvSpPr>
          <p:cNvPr id="4218" name="Google Shape;4218;p90"/>
          <p:cNvSpPr txBox="1"/>
          <p:nvPr>
            <p:ph type="ctrTitle"/>
          </p:nvPr>
        </p:nvSpPr>
        <p:spPr>
          <a:xfrm>
            <a:off x="6018275" y="1951175"/>
            <a:ext cx="2152500" cy="12414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None/>
            </a:pPr>
            <a:r>
              <a:rPr lang="en" sz="2400"/>
              <a:t>ELEMENTS OF THE WIMP INTERFACE</a:t>
            </a:r>
            <a:endParaRPr sz="2400"/>
          </a:p>
        </p:txBody>
      </p:sp>
      <p:sp>
        <p:nvSpPr>
          <p:cNvPr id="4219" name="Google Shape;4219;p90"/>
          <p:cNvSpPr txBox="1"/>
          <p:nvPr>
            <p:ph idx="4294967295" type="subTitle"/>
          </p:nvPr>
        </p:nvSpPr>
        <p:spPr>
          <a:xfrm flipH="1">
            <a:off x="492875" y="0"/>
            <a:ext cx="4645500" cy="51435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SzPts val="1800"/>
              <a:buChar char="●"/>
            </a:pPr>
            <a:r>
              <a:rPr b="1" lang="en" sz="1800"/>
              <a:t>Windows</a:t>
            </a:r>
            <a:endParaRPr b="1" sz="1800"/>
          </a:p>
          <a:p>
            <a:pPr indent="-317500" lvl="1" marL="914400" rtl="0" algn="l">
              <a:spcBef>
                <a:spcPts val="1000"/>
              </a:spcBef>
              <a:spcAft>
                <a:spcPts val="0"/>
              </a:spcAft>
              <a:buSzPts val="1400"/>
              <a:buChar char="○"/>
            </a:pPr>
            <a:r>
              <a:rPr lang="en" sz="1400"/>
              <a:t>Areas of the screen that behave as if they were independent</a:t>
            </a:r>
            <a:br>
              <a:rPr lang="en" sz="1400"/>
            </a:br>
            <a:r>
              <a:rPr lang="en" sz="1400"/>
              <a:t>– can contain text or graphics</a:t>
            </a:r>
            <a:br>
              <a:rPr lang="en" sz="1400"/>
            </a:br>
            <a:r>
              <a:rPr lang="en" sz="1400"/>
              <a:t>– can be moved or resized</a:t>
            </a:r>
            <a:br>
              <a:rPr lang="en" sz="1400"/>
            </a:br>
            <a:r>
              <a:rPr lang="en" sz="1400"/>
              <a:t>– can overlap and obscure each other, or can be laid out next to one another (tiled)</a:t>
            </a:r>
            <a:endParaRPr sz="1400"/>
          </a:p>
          <a:p>
            <a:pPr indent="-317500" lvl="1" marL="914400" rtl="0" algn="l">
              <a:spcBef>
                <a:spcPts val="1000"/>
              </a:spcBef>
              <a:spcAft>
                <a:spcPts val="0"/>
              </a:spcAft>
              <a:buSzPts val="1400"/>
              <a:buChar char="○"/>
            </a:pPr>
            <a:r>
              <a:rPr lang="en" sz="1400"/>
              <a:t>Scrollbars </a:t>
            </a:r>
            <a:br>
              <a:rPr lang="en" sz="1400"/>
            </a:br>
            <a:r>
              <a:rPr lang="en" sz="1400"/>
              <a:t>– allow the user to move the contents of the window up and down or from side to side</a:t>
            </a:r>
            <a:endParaRPr sz="1400"/>
          </a:p>
          <a:p>
            <a:pPr indent="-317500" lvl="1" marL="914400" rtl="0" algn="l">
              <a:spcBef>
                <a:spcPts val="1000"/>
              </a:spcBef>
              <a:spcAft>
                <a:spcPts val="1000"/>
              </a:spcAft>
              <a:buSzPts val="1400"/>
              <a:buChar char="○"/>
            </a:pPr>
            <a:r>
              <a:rPr lang="en" sz="1400"/>
              <a:t>title bars</a:t>
            </a:r>
            <a:br>
              <a:rPr lang="en" sz="1400"/>
            </a:br>
            <a:r>
              <a:rPr lang="en" sz="1400"/>
              <a:t>– describe the name of the window</a:t>
            </a:r>
            <a:endParaRPr sz="1400"/>
          </a:p>
        </p:txBody>
      </p:sp>
      <p:sp>
        <p:nvSpPr>
          <p:cNvPr id="4220" name="Google Shape;4220;p90">
            <a:hlinkClick action="ppaction://hlinksldjump" r:id="rId3"/>
          </p:cNvPr>
          <p:cNvSpPr txBox="1"/>
          <p:nvPr>
            <p:ph idx="4294967295" type="subTitle"/>
          </p:nvPr>
        </p:nvSpPr>
        <p:spPr>
          <a:xfrm flipH="1">
            <a:off x="492875" y="0"/>
            <a:ext cx="745200" cy="510900"/>
          </a:xfrm>
          <a:prstGeom prst="rect">
            <a:avLst/>
          </a:prstGeom>
        </p:spPr>
        <p:txBody>
          <a:bodyPr anchorCtr="0" anchor="ctr" bIns="91425" lIns="91425" spcFirstLastPara="1" rIns="91425" wrap="square" tIns="91425">
            <a:noAutofit/>
          </a:bodyPr>
          <a:lstStyle/>
          <a:p>
            <a:pPr indent="0" lvl="0" marL="0" rtl="0" algn="l">
              <a:spcBef>
                <a:spcPts val="0"/>
              </a:spcBef>
              <a:spcAft>
                <a:spcPts val="1000"/>
              </a:spcAft>
              <a:buNone/>
            </a:pPr>
            <a:r>
              <a:rPr lang="en" sz="1400"/>
              <a:t>Back</a:t>
            </a:r>
            <a:endParaRPr sz="1400"/>
          </a:p>
        </p:txBody>
      </p:sp>
      <p:sp>
        <p:nvSpPr>
          <p:cNvPr id="4221" name="Google Shape;4221;p90">
            <a:hlinkClick action="ppaction://hlinksldjump" r:id="rId4"/>
          </p:cNvPr>
          <p:cNvSpPr/>
          <p:nvPr/>
        </p:nvSpPr>
        <p:spPr>
          <a:xfrm rot="10800000">
            <a:off x="120370" y="162108"/>
            <a:ext cx="268248" cy="186674"/>
          </a:xfrm>
          <a:custGeom>
            <a:rect b="b" l="l" r="r" t="t"/>
            <a:pathLst>
              <a:path extrusionOk="0" h="1918" w="2756">
                <a:moveTo>
                  <a:pt x="1757" y="0"/>
                </a:moveTo>
                <a:cubicBezTo>
                  <a:pt x="1693" y="0"/>
                  <a:pt x="1630" y="25"/>
                  <a:pt x="1580" y="75"/>
                </a:cubicBezTo>
                <a:cubicBezTo>
                  <a:pt x="1479" y="176"/>
                  <a:pt x="1479" y="335"/>
                  <a:pt x="1580" y="436"/>
                </a:cubicBezTo>
                <a:lnTo>
                  <a:pt x="1768" y="623"/>
                </a:lnTo>
                <a:cubicBezTo>
                  <a:pt x="1797" y="652"/>
                  <a:pt x="1775" y="702"/>
                  <a:pt x="1739" y="702"/>
                </a:cubicBezTo>
                <a:lnTo>
                  <a:pt x="253" y="702"/>
                </a:lnTo>
                <a:cubicBezTo>
                  <a:pt x="116" y="702"/>
                  <a:pt x="1" y="818"/>
                  <a:pt x="1" y="962"/>
                </a:cubicBezTo>
                <a:cubicBezTo>
                  <a:pt x="1" y="1099"/>
                  <a:pt x="116" y="1215"/>
                  <a:pt x="253" y="1215"/>
                </a:cubicBezTo>
                <a:lnTo>
                  <a:pt x="1739" y="1215"/>
                </a:lnTo>
                <a:cubicBezTo>
                  <a:pt x="1775" y="1215"/>
                  <a:pt x="1797" y="1265"/>
                  <a:pt x="1768" y="1294"/>
                </a:cubicBezTo>
                <a:lnTo>
                  <a:pt x="1580" y="1481"/>
                </a:lnTo>
                <a:cubicBezTo>
                  <a:pt x="1479" y="1582"/>
                  <a:pt x="1479" y="1741"/>
                  <a:pt x="1580" y="1842"/>
                </a:cubicBezTo>
                <a:cubicBezTo>
                  <a:pt x="1631" y="1892"/>
                  <a:pt x="1696" y="1918"/>
                  <a:pt x="1760" y="1918"/>
                </a:cubicBezTo>
                <a:cubicBezTo>
                  <a:pt x="1825" y="1918"/>
                  <a:pt x="1890" y="1892"/>
                  <a:pt x="1941" y="1842"/>
                </a:cubicBezTo>
                <a:lnTo>
                  <a:pt x="2676" y="1106"/>
                </a:lnTo>
                <a:cubicBezTo>
                  <a:pt x="2756" y="1027"/>
                  <a:pt x="2756" y="897"/>
                  <a:pt x="2676" y="811"/>
                </a:cubicBezTo>
                <a:lnTo>
                  <a:pt x="1941" y="82"/>
                </a:lnTo>
                <a:cubicBezTo>
                  <a:pt x="1889" y="27"/>
                  <a:pt x="1823" y="0"/>
                  <a:pt x="175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6" name="Shape 4226"/>
        <p:cNvGrpSpPr/>
        <p:nvPr/>
      </p:nvGrpSpPr>
      <p:grpSpPr>
        <a:xfrm>
          <a:off x="0" y="0"/>
          <a:ext cx="0" cy="0"/>
          <a:chOff x="0" y="0"/>
          <a:chExt cx="0" cy="0"/>
        </a:xfrm>
      </p:grpSpPr>
      <p:sp>
        <p:nvSpPr>
          <p:cNvPr id="4227" name="Google Shape;4227;p91"/>
          <p:cNvSpPr txBox="1"/>
          <p:nvPr>
            <p:ph type="ctrTitle"/>
          </p:nvPr>
        </p:nvSpPr>
        <p:spPr>
          <a:xfrm>
            <a:off x="6018275" y="1951175"/>
            <a:ext cx="2152500" cy="12414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None/>
            </a:pPr>
            <a:r>
              <a:rPr lang="en" sz="2400"/>
              <a:t>ELEMENTS OF THE WIMP INTERFACE</a:t>
            </a:r>
            <a:endParaRPr sz="2400"/>
          </a:p>
        </p:txBody>
      </p:sp>
      <p:sp>
        <p:nvSpPr>
          <p:cNvPr id="4228" name="Google Shape;4228;p91"/>
          <p:cNvSpPr txBox="1"/>
          <p:nvPr>
            <p:ph idx="4294967295" type="subTitle"/>
          </p:nvPr>
        </p:nvSpPr>
        <p:spPr>
          <a:xfrm flipH="1">
            <a:off x="492875" y="0"/>
            <a:ext cx="4645500" cy="51435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SzPts val="1800"/>
              <a:buChar char="●"/>
            </a:pPr>
            <a:r>
              <a:rPr b="1" lang="en" sz="1800"/>
              <a:t>Icons</a:t>
            </a:r>
            <a:endParaRPr b="1" sz="1800"/>
          </a:p>
          <a:p>
            <a:pPr indent="-317500" lvl="1" marL="914400" rtl="0" algn="l">
              <a:spcBef>
                <a:spcPts val="1000"/>
              </a:spcBef>
              <a:spcAft>
                <a:spcPts val="0"/>
              </a:spcAft>
              <a:buSzPts val="1400"/>
              <a:buChar char="○"/>
            </a:pPr>
            <a:r>
              <a:rPr lang="en" sz="1400"/>
              <a:t>Small picture or image</a:t>
            </a:r>
            <a:endParaRPr sz="1400"/>
          </a:p>
          <a:p>
            <a:pPr indent="-317500" lvl="1" marL="914400" rtl="0" algn="l">
              <a:spcBef>
                <a:spcPts val="1000"/>
              </a:spcBef>
              <a:spcAft>
                <a:spcPts val="0"/>
              </a:spcAft>
              <a:buSzPts val="1400"/>
              <a:buChar char="○"/>
            </a:pPr>
            <a:r>
              <a:rPr lang="en" sz="1400"/>
              <a:t>Represents some object in the interface</a:t>
            </a:r>
            <a:br>
              <a:rPr lang="en" sz="1400"/>
            </a:br>
            <a:r>
              <a:rPr lang="en" sz="1400"/>
              <a:t>– often a window or action</a:t>
            </a:r>
            <a:endParaRPr sz="1400"/>
          </a:p>
          <a:p>
            <a:pPr indent="-317500" lvl="1" marL="914400" rtl="0" algn="l">
              <a:spcBef>
                <a:spcPts val="1000"/>
              </a:spcBef>
              <a:spcAft>
                <a:spcPts val="0"/>
              </a:spcAft>
              <a:buSzPts val="1400"/>
              <a:buChar char="○"/>
            </a:pPr>
            <a:r>
              <a:rPr lang="en" sz="1400"/>
              <a:t>Windows can be closed down (iconised)</a:t>
            </a:r>
            <a:br>
              <a:rPr lang="en" sz="1400"/>
            </a:br>
            <a:r>
              <a:rPr lang="en" sz="1400"/>
              <a:t>– small representation fi many accessible windows</a:t>
            </a:r>
            <a:endParaRPr sz="1400"/>
          </a:p>
          <a:p>
            <a:pPr indent="-317500" lvl="1" marL="914400" rtl="0" algn="l">
              <a:spcBef>
                <a:spcPts val="1000"/>
              </a:spcBef>
              <a:spcAft>
                <a:spcPts val="1000"/>
              </a:spcAft>
              <a:buSzPts val="1400"/>
              <a:buChar char="○"/>
            </a:pPr>
            <a:r>
              <a:rPr lang="en" sz="1400"/>
              <a:t>Icons can be many and various</a:t>
            </a:r>
            <a:br>
              <a:rPr lang="en" sz="1400"/>
            </a:br>
            <a:r>
              <a:rPr lang="en" sz="1400"/>
              <a:t>– highly stylized</a:t>
            </a:r>
            <a:br>
              <a:rPr lang="en" sz="1400"/>
            </a:br>
            <a:r>
              <a:rPr lang="en" sz="1400"/>
              <a:t>– realistic representations.</a:t>
            </a:r>
            <a:endParaRPr sz="1400"/>
          </a:p>
        </p:txBody>
      </p:sp>
      <p:sp>
        <p:nvSpPr>
          <p:cNvPr id="4229" name="Google Shape;4229;p91">
            <a:hlinkClick action="ppaction://hlinksldjump" r:id="rId3"/>
          </p:cNvPr>
          <p:cNvSpPr txBox="1"/>
          <p:nvPr>
            <p:ph idx="4294967295" type="subTitle"/>
          </p:nvPr>
        </p:nvSpPr>
        <p:spPr>
          <a:xfrm flipH="1">
            <a:off x="492875" y="0"/>
            <a:ext cx="745200" cy="510900"/>
          </a:xfrm>
          <a:prstGeom prst="rect">
            <a:avLst/>
          </a:prstGeom>
        </p:spPr>
        <p:txBody>
          <a:bodyPr anchorCtr="0" anchor="ctr" bIns="91425" lIns="91425" spcFirstLastPara="1" rIns="91425" wrap="square" tIns="91425">
            <a:noAutofit/>
          </a:bodyPr>
          <a:lstStyle/>
          <a:p>
            <a:pPr indent="0" lvl="0" marL="0" rtl="0" algn="l">
              <a:spcBef>
                <a:spcPts val="0"/>
              </a:spcBef>
              <a:spcAft>
                <a:spcPts val="1000"/>
              </a:spcAft>
              <a:buNone/>
            </a:pPr>
            <a:r>
              <a:rPr lang="en" sz="1400"/>
              <a:t>Back</a:t>
            </a:r>
            <a:endParaRPr sz="1400"/>
          </a:p>
        </p:txBody>
      </p:sp>
      <p:sp>
        <p:nvSpPr>
          <p:cNvPr id="4230" name="Google Shape;4230;p91">
            <a:hlinkClick action="ppaction://hlinksldjump" r:id="rId4"/>
          </p:cNvPr>
          <p:cNvSpPr/>
          <p:nvPr/>
        </p:nvSpPr>
        <p:spPr>
          <a:xfrm rot="10800000">
            <a:off x="120370" y="162108"/>
            <a:ext cx="268248" cy="186674"/>
          </a:xfrm>
          <a:custGeom>
            <a:rect b="b" l="l" r="r" t="t"/>
            <a:pathLst>
              <a:path extrusionOk="0" h="1918" w="2756">
                <a:moveTo>
                  <a:pt x="1757" y="0"/>
                </a:moveTo>
                <a:cubicBezTo>
                  <a:pt x="1693" y="0"/>
                  <a:pt x="1630" y="25"/>
                  <a:pt x="1580" y="75"/>
                </a:cubicBezTo>
                <a:cubicBezTo>
                  <a:pt x="1479" y="176"/>
                  <a:pt x="1479" y="335"/>
                  <a:pt x="1580" y="436"/>
                </a:cubicBezTo>
                <a:lnTo>
                  <a:pt x="1768" y="623"/>
                </a:lnTo>
                <a:cubicBezTo>
                  <a:pt x="1797" y="652"/>
                  <a:pt x="1775" y="702"/>
                  <a:pt x="1739" y="702"/>
                </a:cubicBezTo>
                <a:lnTo>
                  <a:pt x="253" y="702"/>
                </a:lnTo>
                <a:cubicBezTo>
                  <a:pt x="116" y="702"/>
                  <a:pt x="1" y="818"/>
                  <a:pt x="1" y="962"/>
                </a:cubicBezTo>
                <a:cubicBezTo>
                  <a:pt x="1" y="1099"/>
                  <a:pt x="116" y="1215"/>
                  <a:pt x="253" y="1215"/>
                </a:cubicBezTo>
                <a:lnTo>
                  <a:pt x="1739" y="1215"/>
                </a:lnTo>
                <a:cubicBezTo>
                  <a:pt x="1775" y="1215"/>
                  <a:pt x="1797" y="1265"/>
                  <a:pt x="1768" y="1294"/>
                </a:cubicBezTo>
                <a:lnTo>
                  <a:pt x="1580" y="1481"/>
                </a:lnTo>
                <a:cubicBezTo>
                  <a:pt x="1479" y="1582"/>
                  <a:pt x="1479" y="1741"/>
                  <a:pt x="1580" y="1842"/>
                </a:cubicBezTo>
                <a:cubicBezTo>
                  <a:pt x="1631" y="1892"/>
                  <a:pt x="1696" y="1918"/>
                  <a:pt x="1760" y="1918"/>
                </a:cubicBezTo>
                <a:cubicBezTo>
                  <a:pt x="1825" y="1918"/>
                  <a:pt x="1890" y="1892"/>
                  <a:pt x="1941" y="1842"/>
                </a:cubicBezTo>
                <a:lnTo>
                  <a:pt x="2676" y="1106"/>
                </a:lnTo>
                <a:cubicBezTo>
                  <a:pt x="2756" y="1027"/>
                  <a:pt x="2756" y="897"/>
                  <a:pt x="2676" y="811"/>
                </a:cubicBezTo>
                <a:lnTo>
                  <a:pt x="1941" y="82"/>
                </a:lnTo>
                <a:cubicBezTo>
                  <a:pt x="1889" y="27"/>
                  <a:pt x="1823" y="0"/>
                  <a:pt x="175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5" name="Shape 4235"/>
        <p:cNvGrpSpPr/>
        <p:nvPr/>
      </p:nvGrpSpPr>
      <p:grpSpPr>
        <a:xfrm>
          <a:off x="0" y="0"/>
          <a:ext cx="0" cy="0"/>
          <a:chOff x="0" y="0"/>
          <a:chExt cx="0" cy="0"/>
        </a:xfrm>
      </p:grpSpPr>
      <p:sp>
        <p:nvSpPr>
          <p:cNvPr id="4236" name="Google Shape;4236;p92"/>
          <p:cNvSpPr txBox="1"/>
          <p:nvPr>
            <p:ph type="ctrTitle"/>
          </p:nvPr>
        </p:nvSpPr>
        <p:spPr>
          <a:xfrm>
            <a:off x="6018275" y="1951175"/>
            <a:ext cx="2152500" cy="12414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None/>
            </a:pPr>
            <a:r>
              <a:rPr lang="en" sz="2400"/>
              <a:t>ELEMENTS OF THE WIMP INTERFACE</a:t>
            </a:r>
            <a:endParaRPr sz="2400"/>
          </a:p>
        </p:txBody>
      </p:sp>
      <p:sp>
        <p:nvSpPr>
          <p:cNvPr id="4237" name="Google Shape;4237;p92"/>
          <p:cNvSpPr txBox="1"/>
          <p:nvPr>
            <p:ph idx="4294967295" type="subTitle"/>
          </p:nvPr>
        </p:nvSpPr>
        <p:spPr>
          <a:xfrm flipH="1">
            <a:off x="492750" y="0"/>
            <a:ext cx="4742700" cy="43995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SzPts val="1800"/>
              <a:buChar char="●"/>
            </a:pPr>
            <a:r>
              <a:rPr b="1" lang="en" sz="1800"/>
              <a:t>Pointers</a:t>
            </a:r>
            <a:endParaRPr b="1" sz="1800"/>
          </a:p>
          <a:p>
            <a:pPr indent="-317500" lvl="1" marL="914400" rtl="0" algn="l">
              <a:spcBef>
                <a:spcPts val="1000"/>
              </a:spcBef>
              <a:spcAft>
                <a:spcPts val="0"/>
              </a:spcAft>
              <a:buSzPts val="1400"/>
              <a:buChar char="○"/>
            </a:pPr>
            <a:r>
              <a:rPr lang="en" sz="1400"/>
              <a:t>Important component</a:t>
            </a:r>
            <a:br>
              <a:rPr lang="en" sz="1400"/>
            </a:br>
            <a:r>
              <a:rPr lang="en" sz="1400"/>
              <a:t>– WIMP style relies on pointing and selecting things</a:t>
            </a:r>
            <a:endParaRPr sz="1400"/>
          </a:p>
          <a:p>
            <a:pPr indent="-317500" lvl="1" marL="914400" rtl="0" algn="l">
              <a:spcBef>
                <a:spcPts val="1000"/>
              </a:spcBef>
              <a:spcAft>
                <a:spcPts val="0"/>
              </a:spcAft>
              <a:buSzPts val="1400"/>
              <a:buChar char="○"/>
            </a:pPr>
            <a:r>
              <a:rPr lang="en" sz="1400"/>
              <a:t>Uses mouse, trackpad, joystick, trackball, cursor keys or keyboard shortcuts</a:t>
            </a:r>
            <a:endParaRPr sz="1400"/>
          </a:p>
          <a:p>
            <a:pPr indent="-317500" lvl="1" marL="914400" rtl="0" algn="l">
              <a:spcBef>
                <a:spcPts val="1000"/>
              </a:spcBef>
              <a:spcAft>
                <a:spcPts val="1000"/>
              </a:spcAft>
              <a:buSzPts val="1400"/>
              <a:buChar char="○"/>
            </a:pPr>
            <a:r>
              <a:rPr lang="en" sz="1400"/>
              <a:t>Wide variety of graphical images</a:t>
            </a:r>
            <a:endParaRPr sz="1400"/>
          </a:p>
        </p:txBody>
      </p:sp>
      <p:sp>
        <p:nvSpPr>
          <p:cNvPr id="4238" name="Google Shape;4238;p92">
            <a:hlinkClick action="ppaction://hlinksldjump" r:id="rId3"/>
          </p:cNvPr>
          <p:cNvSpPr txBox="1"/>
          <p:nvPr>
            <p:ph idx="4294967295" type="subTitle"/>
          </p:nvPr>
        </p:nvSpPr>
        <p:spPr>
          <a:xfrm flipH="1">
            <a:off x="492875" y="0"/>
            <a:ext cx="745200" cy="510900"/>
          </a:xfrm>
          <a:prstGeom prst="rect">
            <a:avLst/>
          </a:prstGeom>
        </p:spPr>
        <p:txBody>
          <a:bodyPr anchorCtr="0" anchor="ctr" bIns="91425" lIns="91425" spcFirstLastPara="1" rIns="91425" wrap="square" tIns="91425">
            <a:noAutofit/>
          </a:bodyPr>
          <a:lstStyle/>
          <a:p>
            <a:pPr indent="0" lvl="0" marL="0" rtl="0" algn="l">
              <a:spcBef>
                <a:spcPts val="0"/>
              </a:spcBef>
              <a:spcAft>
                <a:spcPts val="1000"/>
              </a:spcAft>
              <a:buNone/>
            </a:pPr>
            <a:r>
              <a:rPr lang="en" sz="1400"/>
              <a:t>Back</a:t>
            </a:r>
            <a:endParaRPr sz="1400"/>
          </a:p>
        </p:txBody>
      </p:sp>
      <p:sp>
        <p:nvSpPr>
          <p:cNvPr id="4239" name="Google Shape;4239;p92">
            <a:hlinkClick action="ppaction://hlinksldjump" r:id="rId4"/>
          </p:cNvPr>
          <p:cNvSpPr/>
          <p:nvPr/>
        </p:nvSpPr>
        <p:spPr>
          <a:xfrm rot="10800000">
            <a:off x="120370" y="162108"/>
            <a:ext cx="268248" cy="186674"/>
          </a:xfrm>
          <a:custGeom>
            <a:rect b="b" l="l" r="r" t="t"/>
            <a:pathLst>
              <a:path extrusionOk="0" h="1918" w="2756">
                <a:moveTo>
                  <a:pt x="1757" y="0"/>
                </a:moveTo>
                <a:cubicBezTo>
                  <a:pt x="1693" y="0"/>
                  <a:pt x="1630" y="25"/>
                  <a:pt x="1580" y="75"/>
                </a:cubicBezTo>
                <a:cubicBezTo>
                  <a:pt x="1479" y="176"/>
                  <a:pt x="1479" y="335"/>
                  <a:pt x="1580" y="436"/>
                </a:cubicBezTo>
                <a:lnTo>
                  <a:pt x="1768" y="623"/>
                </a:lnTo>
                <a:cubicBezTo>
                  <a:pt x="1797" y="652"/>
                  <a:pt x="1775" y="702"/>
                  <a:pt x="1739" y="702"/>
                </a:cubicBezTo>
                <a:lnTo>
                  <a:pt x="253" y="702"/>
                </a:lnTo>
                <a:cubicBezTo>
                  <a:pt x="116" y="702"/>
                  <a:pt x="1" y="818"/>
                  <a:pt x="1" y="962"/>
                </a:cubicBezTo>
                <a:cubicBezTo>
                  <a:pt x="1" y="1099"/>
                  <a:pt x="116" y="1215"/>
                  <a:pt x="253" y="1215"/>
                </a:cubicBezTo>
                <a:lnTo>
                  <a:pt x="1739" y="1215"/>
                </a:lnTo>
                <a:cubicBezTo>
                  <a:pt x="1775" y="1215"/>
                  <a:pt x="1797" y="1265"/>
                  <a:pt x="1768" y="1294"/>
                </a:cubicBezTo>
                <a:lnTo>
                  <a:pt x="1580" y="1481"/>
                </a:lnTo>
                <a:cubicBezTo>
                  <a:pt x="1479" y="1582"/>
                  <a:pt x="1479" y="1741"/>
                  <a:pt x="1580" y="1842"/>
                </a:cubicBezTo>
                <a:cubicBezTo>
                  <a:pt x="1631" y="1892"/>
                  <a:pt x="1696" y="1918"/>
                  <a:pt x="1760" y="1918"/>
                </a:cubicBezTo>
                <a:cubicBezTo>
                  <a:pt x="1825" y="1918"/>
                  <a:pt x="1890" y="1892"/>
                  <a:pt x="1941" y="1842"/>
                </a:cubicBezTo>
                <a:lnTo>
                  <a:pt x="2676" y="1106"/>
                </a:lnTo>
                <a:cubicBezTo>
                  <a:pt x="2756" y="1027"/>
                  <a:pt x="2756" y="897"/>
                  <a:pt x="2676" y="811"/>
                </a:cubicBezTo>
                <a:lnTo>
                  <a:pt x="1941" y="82"/>
                </a:lnTo>
                <a:cubicBezTo>
                  <a:pt x="1889" y="27"/>
                  <a:pt x="1823" y="0"/>
                  <a:pt x="175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240" name="Google Shape;4240;p92"/>
          <p:cNvPicPr preferRelativeResize="0"/>
          <p:nvPr/>
        </p:nvPicPr>
        <p:blipFill>
          <a:blip r:embed="rId5">
            <a:alphaModFix/>
          </a:blip>
          <a:stretch>
            <a:fillRect/>
          </a:stretch>
        </p:blipFill>
        <p:spPr>
          <a:xfrm>
            <a:off x="1498725" y="3192575"/>
            <a:ext cx="2393625" cy="139627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5" name="Shape 4245"/>
        <p:cNvGrpSpPr/>
        <p:nvPr/>
      </p:nvGrpSpPr>
      <p:grpSpPr>
        <a:xfrm>
          <a:off x="0" y="0"/>
          <a:ext cx="0" cy="0"/>
          <a:chOff x="0" y="0"/>
          <a:chExt cx="0" cy="0"/>
        </a:xfrm>
      </p:grpSpPr>
      <p:sp>
        <p:nvSpPr>
          <p:cNvPr id="4246" name="Google Shape;4246;p93"/>
          <p:cNvSpPr txBox="1"/>
          <p:nvPr>
            <p:ph type="ctrTitle"/>
          </p:nvPr>
        </p:nvSpPr>
        <p:spPr>
          <a:xfrm>
            <a:off x="6018275" y="1951175"/>
            <a:ext cx="2152500" cy="12414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None/>
            </a:pPr>
            <a:r>
              <a:rPr lang="en" sz="2400"/>
              <a:t>ELEMENTS OF THE WIMP INTERFACE</a:t>
            </a:r>
            <a:endParaRPr sz="2400"/>
          </a:p>
        </p:txBody>
      </p:sp>
      <p:sp>
        <p:nvSpPr>
          <p:cNvPr id="4247" name="Google Shape;4247;p93"/>
          <p:cNvSpPr txBox="1"/>
          <p:nvPr>
            <p:ph idx="4294967295" type="subTitle"/>
          </p:nvPr>
        </p:nvSpPr>
        <p:spPr>
          <a:xfrm flipH="1">
            <a:off x="492875" y="0"/>
            <a:ext cx="4645500" cy="51435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SzPts val="1800"/>
              <a:buChar char="●"/>
            </a:pPr>
            <a:r>
              <a:rPr b="1" lang="en" sz="1800"/>
              <a:t>Menus</a:t>
            </a:r>
            <a:endParaRPr b="1" sz="1800"/>
          </a:p>
          <a:p>
            <a:pPr indent="-317500" lvl="1" marL="914400" rtl="0" algn="l">
              <a:spcBef>
                <a:spcPts val="1000"/>
              </a:spcBef>
              <a:spcAft>
                <a:spcPts val="0"/>
              </a:spcAft>
              <a:buSzPts val="1400"/>
              <a:buChar char="○"/>
            </a:pPr>
            <a:r>
              <a:rPr lang="en" sz="1400"/>
              <a:t>Choice of operations or services offered on the screen</a:t>
            </a:r>
            <a:endParaRPr sz="1400"/>
          </a:p>
          <a:p>
            <a:pPr indent="-317500" lvl="1" marL="914400" rtl="0" algn="l">
              <a:spcBef>
                <a:spcPts val="1000"/>
              </a:spcBef>
              <a:spcAft>
                <a:spcPts val="0"/>
              </a:spcAft>
              <a:buSzPts val="1400"/>
              <a:buChar char="○"/>
            </a:pPr>
            <a:r>
              <a:rPr lang="en" sz="1400"/>
              <a:t>Required option selected with pointer</a:t>
            </a:r>
            <a:br>
              <a:rPr lang="en" sz="1400"/>
            </a:br>
            <a:br>
              <a:rPr lang="en" sz="1400"/>
            </a:br>
            <a:br>
              <a:rPr lang="en" sz="1400"/>
            </a:br>
            <a:br>
              <a:rPr lang="en" sz="1400"/>
            </a:br>
            <a:br>
              <a:rPr lang="en" sz="1400"/>
            </a:br>
            <a:br>
              <a:rPr lang="en" sz="1400"/>
            </a:br>
            <a:br>
              <a:rPr lang="en" sz="1400"/>
            </a:br>
            <a:br>
              <a:rPr lang="en" sz="1400"/>
            </a:br>
            <a:br>
              <a:rPr lang="en" sz="1400"/>
            </a:br>
            <a:endParaRPr sz="1400"/>
          </a:p>
          <a:p>
            <a:pPr indent="-317500" lvl="1" marL="914400" rtl="0" algn="l">
              <a:spcBef>
                <a:spcPts val="1000"/>
              </a:spcBef>
              <a:spcAft>
                <a:spcPts val="1000"/>
              </a:spcAft>
              <a:buSzPts val="1400"/>
              <a:buChar char="○"/>
            </a:pPr>
            <a:r>
              <a:rPr lang="en" sz="1400"/>
              <a:t>Problem – take a lot of screen space</a:t>
            </a:r>
            <a:br>
              <a:rPr lang="en" sz="1400"/>
            </a:br>
            <a:r>
              <a:rPr lang="en" sz="1400"/>
              <a:t>Solution – pop-up: menu appears when needed</a:t>
            </a:r>
            <a:endParaRPr sz="1400"/>
          </a:p>
        </p:txBody>
      </p:sp>
      <p:sp>
        <p:nvSpPr>
          <p:cNvPr id="4248" name="Google Shape;4248;p93">
            <a:hlinkClick action="ppaction://hlinksldjump" r:id="rId3"/>
          </p:cNvPr>
          <p:cNvSpPr txBox="1"/>
          <p:nvPr>
            <p:ph idx="4294967295" type="subTitle"/>
          </p:nvPr>
        </p:nvSpPr>
        <p:spPr>
          <a:xfrm flipH="1">
            <a:off x="492875" y="0"/>
            <a:ext cx="745200" cy="510900"/>
          </a:xfrm>
          <a:prstGeom prst="rect">
            <a:avLst/>
          </a:prstGeom>
        </p:spPr>
        <p:txBody>
          <a:bodyPr anchorCtr="0" anchor="ctr" bIns="91425" lIns="91425" spcFirstLastPara="1" rIns="91425" wrap="square" tIns="91425">
            <a:noAutofit/>
          </a:bodyPr>
          <a:lstStyle/>
          <a:p>
            <a:pPr indent="0" lvl="0" marL="0" rtl="0" algn="l">
              <a:spcBef>
                <a:spcPts val="0"/>
              </a:spcBef>
              <a:spcAft>
                <a:spcPts val="1000"/>
              </a:spcAft>
              <a:buNone/>
            </a:pPr>
            <a:r>
              <a:rPr lang="en" sz="1400"/>
              <a:t>Back</a:t>
            </a:r>
            <a:endParaRPr sz="1400"/>
          </a:p>
        </p:txBody>
      </p:sp>
      <p:sp>
        <p:nvSpPr>
          <p:cNvPr id="4249" name="Google Shape;4249;p93">
            <a:hlinkClick action="ppaction://hlinksldjump" r:id="rId4"/>
          </p:cNvPr>
          <p:cNvSpPr/>
          <p:nvPr/>
        </p:nvSpPr>
        <p:spPr>
          <a:xfrm rot="10800000">
            <a:off x="120370" y="162108"/>
            <a:ext cx="268248" cy="186674"/>
          </a:xfrm>
          <a:custGeom>
            <a:rect b="b" l="l" r="r" t="t"/>
            <a:pathLst>
              <a:path extrusionOk="0" h="1918" w="2756">
                <a:moveTo>
                  <a:pt x="1757" y="0"/>
                </a:moveTo>
                <a:cubicBezTo>
                  <a:pt x="1693" y="0"/>
                  <a:pt x="1630" y="25"/>
                  <a:pt x="1580" y="75"/>
                </a:cubicBezTo>
                <a:cubicBezTo>
                  <a:pt x="1479" y="176"/>
                  <a:pt x="1479" y="335"/>
                  <a:pt x="1580" y="436"/>
                </a:cubicBezTo>
                <a:lnTo>
                  <a:pt x="1768" y="623"/>
                </a:lnTo>
                <a:cubicBezTo>
                  <a:pt x="1797" y="652"/>
                  <a:pt x="1775" y="702"/>
                  <a:pt x="1739" y="702"/>
                </a:cubicBezTo>
                <a:lnTo>
                  <a:pt x="253" y="702"/>
                </a:lnTo>
                <a:cubicBezTo>
                  <a:pt x="116" y="702"/>
                  <a:pt x="1" y="818"/>
                  <a:pt x="1" y="962"/>
                </a:cubicBezTo>
                <a:cubicBezTo>
                  <a:pt x="1" y="1099"/>
                  <a:pt x="116" y="1215"/>
                  <a:pt x="253" y="1215"/>
                </a:cubicBezTo>
                <a:lnTo>
                  <a:pt x="1739" y="1215"/>
                </a:lnTo>
                <a:cubicBezTo>
                  <a:pt x="1775" y="1215"/>
                  <a:pt x="1797" y="1265"/>
                  <a:pt x="1768" y="1294"/>
                </a:cubicBezTo>
                <a:lnTo>
                  <a:pt x="1580" y="1481"/>
                </a:lnTo>
                <a:cubicBezTo>
                  <a:pt x="1479" y="1582"/>
                  <a:pt x="1479" y="1741"/>
                  <a:pt x="1580" y="1842"/>
                </a:cubicBezTo>
                <a:cubicBezTo>
                  <a:pt x="1631" y="1892"/>
                  <a:pt x="1696" y="1918"/>
                  <a:pt x="1760" y="1918"/>
                </a:cubicBezTo>
                <a:cubicBezTo>
                  <a:pt x="1825" y="1918"/>
                  <a:pt x="1890" y="1892"/>
                  <a:pt x="1941" y="1842"/>
                </a:cubicBezTo>
                <a:lnTo>
                  <a:pt x="2676" y="1106"/>
                </a:lnTo>
                <a:cubicBezTo>
                  <a:pt x="2756" y="1027"/>
                  <a:pt x="2756" y="897"/>
                  <a:pt x="2676" y="811"/>
                </a:cubicBezTo>
                <a:lnTo>
                  <a:pt x="1941" y="82"/>
                </a:lnTo>
                <a:cubicBezTo>
                  <a:pt x="1889" y="27"/>
                  <a:pt x="1823" y="0"/>
                  <a:pt x="175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250" name="Google Shape;4250;p93"/>
          <p:cNvPicPr preferRelativeResize="0"/>
          <p:nvPr/>
        </p:nvPicPr>
        <p:blipFill>
          <a:blip r:embed="rId5">
            <a:alphaModFix/>
          </a:blip>
          <a:stretch>
            <a:fillRect/>
          </a:stretch>
        </p:blipFill>
        <p:spPr>
          <a:xfrm>
            <a:off x="1449675" y="2012848"/>
            <a:ext cx="3931400" cy="150757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5" name="Shape 4255"/>
        <p:cNvGrpSpPr/>
        <p:nvPr/>
      </p:nvGrpSpPr>
      <p:grpSpPr>
        <a:xfrm>
          <a:off x="0" y="0"/>
          <a:ext cx="0" cy="0"/>
          <a:chOff x="0" y="0"/>
          <a:chExt cx="0" cy="0"/>
        </a:xfrm>
      </p:grpSpPr>
      <p:sp>
        <p:nvSpPr>
          <p:cNvPr id="4256" name="Google Shape;4256;p94"/>
          <p:cNvSpPr txBox="1"/>
          <p:nvPr>
            <p:ph type="ctrTitle"/>
          </p:nvPr>
        </p:nvSpPr>
        <p:spPr>
          <a:xfrm>
            <a:off x="6018275" y="1951175"/>
            <a:ext cx="2152500" cy="12414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None/>
            </a:pPr>
            <a:r>
              <a:rPr lang="en" sz="2400"/>
              <a:t>ELEMENTS OF THE WIMP INTERFACE</a:t>
            </a:r>
            <a:endParaRPr sz="2400"/>
          </a:p>
        </p:txBody>
      </p:sp>
      <p:sp>
        <p:nvSpPr>
          <p:cNvPr id="4257" name="Google Shape;4257;p94"/>
          <p:cNvSpPr txBox="1"/>
          <p:nvPr>
            <p:ph idx="4294967295" type="subTitle"/>
          </p:nvPr>
        </p:nvSpPr>
        <p:spPr>
          <a:xfrm flipH="1">
            <a:off x="493025" y="0"/>
            <a:ext cx="4884000" cy="51435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SzPts val="1800"/>
              <a:buChar char="●"/>
            </a:pPr>
            <a:r>
              <a:rPr b="1" lang="en" sz="1800"/>
              <a:t>Menu - Kinds of Menus</a:t>
            </a:r>
            <a:endParaRPr b="1" sz="1800"/>
          </a:p>
          <a:p>
            <a:pPr indent="-317500" lvl="1" marL="914400" rtl="0" algn="l">
              <a:spcBef>
                <a:spcPts val="1000"/>
              </a:spcBef>
              <a:spcAft>
                <a:spcPts val="0"/>
              </a:spcAft>
              <a:buSzPts val="1400"/>
              <a:buChar char="○"/>
            </a:pPr>
            <a:r>
              <a:rPr lang="en" sz="1400"/>
              <a:t>Menu Bar at top of screen (normally), menu drags down</a:t>
            </a:r>
            <a:br>
              <a:rPr lang="en" sz="1400"/>
            </a:br>
            <a:r>
              <a:rPr lang="en" sz="1400"/>
              <a:t>– pull-down menu - mouse hold and drag down menu</a:t>
            </a:r>
            <a:br>
              <a:rPr lang="en" sz="1400"/>
            </a:br>
            <a:r>
              <a:rPr lang="en" sz="1400"/>
              <a:t>– drop-down menu - mouse click reveals menu</a:t>
            </a:r>
            <a:br>
              <a:rPr lang="en" sz="1400"/>
            </a:br>
            <a:r>
              <a:rPr lang="en" sz="1400"/>
              <a:t>– fall-down menus - mouse just moves over bar!</a:t>
            </a:r>
            <a:endParaRPr sz="1400"/>
          </a:p>
          <a:p>
            <a:pPr indent="-317500" lvl="1" marL="914400" rtl="0" algn="l">
              <a:spcBef>
                <a:spcPts val="1000"/>
              </a:spcBef>
              <a:spcAft>
                <a:spcPts val="0"/>
              </a:spcAft>
              <a:buSzPts val="1400"/>
              <a:buChar char="○"/>
            </a:pPr>
            <a:r>
              <a:rPr lang="en" sz="1400"/>
              <a:t>Contextual menu appears where you are</a:t>
            </a:r>
            <a:br>
              <a:rPr lang="en" sz="1400"/>
            </a:br>
            <a:r>
              <a:rPr lang="en" sz="1400"/>
              <a:t>– pop-up menus - actions for selected object</a:t>
            </a:r>
            <a:br>
              <a:rPr lang="en" sz="1400"/>
            </a:br>
            <a:r>
              <a:rPr lang="en" sz="1400"/>
              <a:t>– pie menus - arranged in a circle</a:t>
            </a:r>
            <a:endParaRPr sz="1400"/>
          </a:p>
          <a:p>
            <a:pPr indent="-203200" lvl="2" marL="1371600" rtl="0" algn="l">
              <a:spcBef>
                <a:spcPts val="0"/>
              </a:spcBef>
              <a:spcAft>
                <a:spcPts val="0"/>
              </a:spcAft>
              <a:buSzPts val="1400"/>
              <a:buChar char="■"/>
            </a:pPr>
            <a:r>
              <a:rPr lang="en" sz="1400"/>
              <a:t>easier to select item (larger target area)</a:t>
            </a:r>
            <a:endParaRPr sz="1400"/>
          </a:p>
          <a:p>
            <a:pPr indent="-203200" lvl="2" marL="1371600" rtl="0" algn="l">
              <a:spcBef>
                <a:spcPts val="0"/>
              </a:spcBef>
              <a:spcAft>
                <a:spcPts val="0"/>
              </a:spcAft>
              <a:buSzPts val="1400"/>
              <a:buChar char="■"/>
            </a:pPr>
            <a:r>
              <a:rPr lang="en" sz="1400"/>
              <a:t>quicker (same distance to any option)</a:t>
            </a:r>
            <a:endParaRPr sz="1400"/>
          </a:p>
        </p:txBody>
      </p:sp>
      <p:sp>
        <p:nvSpPr>
          <p:cNvPr id="4258" name="Google Shape;4258;p94">
            <a:hlinkClick action="ppaction://hlinksldjump" r:id="rId3"/>
          </p:cNvPr>
          <p:cNvSpPr txBox="1"/>
          <p:nvPr>
            <p:ph idx="4294967295" type="subTitle"/>
          </p:nvPr>
        </p:nvSpPr>
        <p:spPr>
          <a:xfrm flipH="1">
            <a:off x="492875" y="0"/>
            <a:ext cx="745200" cy="510900"/>
          </a:xfrm>
          <a:prstGeom prst="rect">
            <a:avLst/>
          </a:prstGeom>
        </p:spPr>
        <p:txBody>
          <a:bodyPr anchorCtr="0" anchor="ctr" bIns="91425" lIns="91425" spcFirstLastPara="1" rIns="91425" wrap="square" tIns="91425">
            <a:noAutofit/>
          </a:bodyPr>
          <a:lstStyle/>
          <a:p>
            <a:pPr indent="0" lvl="0" marL="0" rtl="0" algn="l">
              <a:spcBef>
                <a:spcPts val="0"/>
              </a:spcBef>
              <a:spcAft>
                <a:spcPts val="1000"/>
              </a:spcAft>
              <a:buNone/>
            </a:pPr>
            <a:r>
              <a:rPr lang="en" sz="1400"/>
              <a:t>Back</a:t>
            </a:r>
            <a:endParaRPr sz="1400"/>
          </a:p>
        </p:txBody>
      </p:sp>
      <p:sp>
        <p:nvSpPr>
          <p:cNvPr id="4259" name="Google Shape;4259;p94">
            <a:hlinkClick action="ppaction://hlinksldjump" r:id="rId4"/>
          </p:cNvPr>
          <p:cNvSpPr/>
          <p:nvPr/>
        </p:nvSpPr>
        <p:spPr>
          <a:xfrm rot="10800000">
            <a:off x="120370" y="162108"/>
            <a:ext cx="268248" cy="186674"/>
          </a:xfrm>
          <a:custGeom>
            <a:rect b="b" l="l" r="r" t="t"/>
            <a:pathLst>
              <a:path extrusionOk="0" h="1918" w="2756">
                <a:moveTo>
                  <a:pt x="1757" y="0"/>
                </a:moveTo>
                <a:cubicBezTo>
                  <a:pt x="1693" y="0"/>
                  <a:pt x="1630" y="25"/>
                  <a:pt x="1580" y="75"/>
                </a:cubicBezTo>
                <a:cubicBezTo>
                  <a:pt x="1479" y="176"/>
                  <a:pt x="1479" y="335"/>
                  <a:pt x="1580" y="436"/>
                </a:cubicBezTo>
                <a:lnTo>
                  <a:pt x="1768" y="623"/>
                </a:lnTo>
                <a:cubicBezTo>
                  <a:pt x="1797" y="652"/>
                  <a:pt x="1775" y="702"/>
                  <a:pt x="1739" y="702"/>
                </a:cubicBezTo>
                <a:lnTo>
                  <a:pt x="253" y="702"/>
                </a:lnTo>
                <a:cubicBezTo>
                  <a:pt x="116" y="702"/>
                  <a:pt x="1" y="818"/>
                  <a:pt x="1" y="962"/>
                </a:cubicBezTo>
                <a:cubicBezTo>
                  <a:pt x="1" y="1099"/>
                  <a:pt x="116" y="1215"/>
                  <a:pt x="253" y="1215"/>
                </a:cubicBezTo>
                <a:lnTo>
                  <a:pt x="1739" y="1215"/>
                </a:lnTo>
                <a:cubicBezTo>
                  <a:pt x="1775" y="1215"/>
                  <a:pt x="1797" y="1265"/>
                  <a:pt x="1768" y="1294"/>
                </a:cubicBezTo>
                <a:lnTo>
                  <a:pt x="1580" y="1481"/>
                </a:lnTo>
                <a:cubicBezTo>
                  <a:pt x="1479" y="1582"/>
                  <a:pt x="1479" y="1741"/>
                  <a:pt x="1580" y="1842"/>
                </a:cubicBezTo>
                <a:cubicBezTo>
                  <a:pt x="1631" y="1892"/>
                  <a:pt x="1696" y="1918"/>
                  <a:pt x="1760" y="1918"/>
                </a:cubicBezTo>
                <a:cubicBezTo>
                  <a:pt x="1825" y="1918"/>
                  <a:pt x="1890" y="1892"/>
                  <a:pt x="1941" y="1842"/>
                </a:cubicBezTo>
                <a:lnTo>
                  <a:pt x="2676" y="1106"/>
                </a:lnTo>
                <a:cubicBezTo>
                  <a:pt x="2756" y="1027"/>
                  <a:pt x="2756" y="897"/>
                  <a:pt x="2676" y="811"/>
                </a:cubicBezTo>
                <a:lnTo>
                  <a:pt x="1941" y="82"/>
                </a:lnTo>
                <a:cubicBezTo>
                  <a:pt x="1889" y="27"/>
                  <a:pt x="1823" y="0"/>
                  <a:pt x="175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4" name="Shape 4264"/>
        <p:cNvGrpSpPr/>
        <p:nvPr/>
      </p:nvGrpSpPr>
      <p:grpSpPr>
        <a:xfrm>
          <a:off x="0" y="0"/>
          <a:ext cx="0" cy="0"/>
          <a:chOff x="0" y="0"/>
          <a:chExt cx="0" cy="0"/>
        </a:xfrm>
      </p:grpSpPr>
      <p:sp>
        <p:nvSpPr>
          <p:cNvPr id="4265" name="Google Shape;4265;p95"/>
          <p:cNvSpPr txBox="1"/>
          <p:nvPr>
            <p:ph type="ctrTitle"/>
          </p:nvPr>
        </p:nvSpPr>
        <p:spPr>
          <a:xfrm>
            <a:off x="6018275" y="1951175"/>
            <a:ext cx="2152500" cy="12414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None/>
            </a:pPr>
            <a:r>
              <a:rPr lang="en" sz="2400"/>
              <a:t>ELEMENTS OF THE WIMP INTERFACE</a:t>
            </a:r>
            <a:endParaRPr sz="2400"/>
          </a:p>
        </p:txBody>
      </p:sp>
      <p:sp>
        <p:nvSpPr>
          <p:cNvPr id="4266" name="Google Shape;4266;p95"/>
          <p:cNvSpPr txBox="1"/>
          <p:nvPr>
            <p:ph idx="4294967295" type="subTitle"/>
          </p:nvPr>
        </p:nvSpPr>
        <p:spPr>
          <a:xfrm flipH="1">
            <a:off x="493025" y="0"/>
            <a:ext cx="4884000" cy="51435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SzPts val="1800"/>
              <a:buChar char="●"/>
            </a:pPr>
            <a:r>
              <a:rPr b="1" lang="en" sz="1800"/>
              <a:t>Menu - </a:t>
            </a:r>
            <a:r>
              <a:rPr b="1" lang="en" sz="1800"/>
              <a:t>Menus extras</a:t>
            </a:r>
            <a:endParaRPr b="1" sz="1800"/>
          </a:p>
          <a:p>
            <a:pPr indent="-317500" lvl="1" marL="914400" rtl="0" algn="l">
              <a:spcBef>
                <a:spcPts val="1000"/>
              </a:spcBef>
              <a:spcAft>
                <a:spcPts val="0"/>
              </a:spcAft>
              <a:buSzPts val="1400"/>
              <a:buChar char="○"/>
            </a:pPr>
            <a:r>
              <a:rPr lang="en" sz="1400"/>
              <a:t>Cascading menus</a:t>
            </a:r>
            <a:br>
              <a:rPr lang="en" sz="1400"/>
            </a:br>
            <a:r>
              <a:rPr lang="en" sz="1400"/>
              <a:t>– hierarchical menu structure</a:t>
            </a:r>
            <a:br>
              <a:rPr lang="en" sz="1400"/>
            </a:br>
            <a:r>
              <a:rPr lang="en" sz="1400"/>
              <a:t>– menu selection opens new menu</a:t>
            </a:r>
            <a:br>
              <a:rPr lang="en" sz="1400"/>
            </a:br>
            <a:r>
              <a:rPr lang="en" sz="1400"/>
              <a:t>– and so in ad infinitum</a:t>
            </a:r>
            <a:endParaRPr sz="1400"/>
          </a:p>
          <a:p>
            <a:pPr indent="-317500" lvl="1" marL="914400" rtl="0" algn="l">
              <a:spcBef>
                <a:spcPts val="1000"/>
              </a:spcBef>
              <a:spcAft>
                <a:spcPts val="0"/>
              </a:spcAft>
              <a:buSzPts val="1400"/>
              <a:buChar char="○"/>
            </a:pPr>
            <a:r>
              <a:rPr lang="en" sz="1400"/>
              <a:t>Keyboard accelerators</a:t>
            </a:r>
            <a:br>
              <a:rPr lang="en" sz="1400"/>
            </a:br>
            <a:r>
              <a:rPr lang="en" sz="1400"/>
              <a:t>– key combinations - same effect as menu item</a:t>
            </a:r>
            <a:br>
              <a:rPr lang="en" sz="1400"/>
            </a:br>
            <a:r>
              <a:rPr lang="en" sz="1400"/>
              <a:t>– two kinds</a:t>
            </a:r>
            <a:endParaRPr sz="1400"/>
          </a:p>
          <a:p>
            <a:pPr indent="-203200" lvl="2" marL="1371600" rtl="0" algn="l">
              <a:spcBef>
                <a:spcPts val="0"/>
              </a:spcBef>
              <a:spcAft>
                <a:spcPts val="0"/>
              </a:spcAft>
              <a:buSzPts val="1400"/>
              <a:buChar char="■"/>
            </a:pPr>
            <a:r>
              <a:rPr lang="en" sz="1400"/>
              <a:t>active when menu open – usually first letter</a:t>
            </a:r>
            <a:endParaRPr sz="1400"/>
          </a:p>
          <a:p>
            <a:pPr indent="-203200" lvl="2" marL="1371600" rtl="0" algn="l">
              <a:spcBef>
                <a:spcPts val="0"/>
              </a:spcBef>
              <a:spcAft>
                <a:spcPts val="0"/>
              </a:spcAft>
              <a:buSzPts val="1400"/>
              <a:buChar char="■"/>
            </a:pPr>
            <a:r>
              <a:rPr lang="en" sz="1400"/>
              <a:t>active when menu closed – usually Ctrl + letter</a:t>
            </a:r>
            <a:endParaRPr sz="1400"/>
          </a:p>
          <a:p>
            <a:pPr indent="0" lvl="0" marL="914400" rtl="0" algn="l">
              <a:spcBef>
                <a:spcPts val="0"/>
              </a:spcBef>
              <a:spcAft>
                <a:spcPts val="0"/>
              </a:spcAft>
              <a:buNone/>
            </a:pPr>
            <a:r>
              <a:rPr lang="en" sz="1400"/>
              <a:t>usually different !!!</a:t>
            </a:r>
            <a:endParaRPr sz="1400"/>
          </a:p>
        </p:txBody>
      </p:sp>
      <p:sp>
        <p:nvSpPr>
          <p:cNvPr id="4267" name="Google Shape;4267;p95">
            <a:hlinkClick action="ppaction://hlinksldjump" r:id="rId3"/>
          </p:cNvPr>
          <p:cNvSpPr txBox="1"/>
          <p:nvPr>
            <p:ph idx="4294967295" type="subTitle"/>
          </p:nvPr>
        </p:nvSpPr>
        <p:spPr>
          <a:xfrm flipH="1">
            <a:off x="492875" y="0"/>
            <a:ext cx="745200" cy="510900"/>
          </a:xfrm>
          <a:prstGeom prst="rect">
            <a:avLst/>
          </a:prstGeom>
        </p:spPr>
        <p:txBody>
          <a:bodyPr anchorCtr="0" anchor="ctr" bIns="91425" lIns="91425" spcFirstLastPara="1" rIns="91425" wrap="square" tIns="91425">
            <a:noAutofit/>
          </a:bodyPr>
          <a:lstStyle/>
          <a:p>
            <a:pPr indent="0" lvl="0" marL="0" rtl="0" algn="l">
              <a:spcBef>
                <a:spcPts val="0"/>
              </a:spcBef>
              <a:spcAft>
                <a:spcPts val="1000"/>
              </a:spcAft>
              <a:buNone/>
            </a:pPr>
            <a:r>
              <a:rPr lang="en" sz="1400"/>
              <a:t>Back</a:t>
            </a:r>
            <a:endParaRPr sz="1400"/>
          </a:p>
        </p:txBody>
      </p:sp>
      <p:sp>
        <p:nvSpPr>
          <p:cNvPr id="4268" name="Google Shape;4268;p95">
            <a:hlinkClick action="ppaction://hlinksldjump" r:id="rId4"/>
          </p:cNvPr>
          <p:cNvSpPr/>
          <p:nvPr/>
        </p:nvSpPr>
        <p:spPr>
          <a:xfrm rot="10800000">
            <a:off x="120370" y="162108"/>
            <a:ext cx="268248" cy="186674"/>
          </a:xfrm>
          <a:custGeom>
            <a:rect b="b" l="l" r="r" t="t"/>
            <a:pathLst>
              <a:path extrusionOk="0" h="1918" w="2756">
                <a:moveTo>
                  <a:pt x="1757" y="0"/>
                </a:moveTo>
                <a:cubicBezTo>
                  <a:pt x="1693" y="0"/>
                  <a:pt x="1630" y="25"/>
                  <a:pt x="1580" y="75"/>
                </a:cubicBezTo>
                <a:cubicBezTo>
                  <a:pt x="1479" y="176"/>
                  <a:pt x="1479" y="335"/>
                  <a:pt x="1580" y="436"/>
                </a:cubicBezTo>
                <a:lnTo>
                  <a:pt x="1768" y="623"/>
                </a:lnTo>
                <a:cubicBezTo>
                  <a:pt x="1797" y="652"/>
                  <a:pt x="1775" y="702"/>
                  <a:pt x="1739" y="702"/>
                </a:cubicBezTo>
                <a:lnTo>
                  <a:pt x="253" y="702"/>
                </a:lnTo>
                <a:cubicBezTo>
                  <a:pt x="116" y="702"/>
                  <a:pt x="1" y="818"/>
                  <a:pt x="1" y="962"/>
                </a:cubicBezTo>
                <a:cubicBezTo>
                  <a:pt x="1" y="1099"/>
                  <a:pt x="116" y="1215"/>
                  <a:pt x="253" y="1215"/>
                </a:cubicBezTo>
                <a:lnTo>
                  <a:pt x="1739" y="1215"/>
                </a:lnTo>
                <a:cubicBezTo>
                  <a:pt x="1775" y="1215"/>
                  <a:pt x="1797" y="1265"/>
                  <a:pt x="1768" y="1294"/>
                </a:cubicBezTo>
                <a:lnTo>
                  <a:pt x="1580" y="1481"/>
                </a:lnTo>
                <a:cubicBezTo>
                  <a:pt x="1479" y="1582"/>
                  <a:pt x="1479" y="1741"/>
                  <a:pt x="1580" y="1842"/>
                </a:cubicBezTo>
                <a:cubicBezTo>
                  <a:pt x="1631" y="1892"/>
                  <a:pt x="1696" y="1918"/>
                  <a:pt x="1760" y="1918"/>
                </a:cubicBezTo>
                <a:cubicBezTo>
                  <a:pt x="1825" y="1918"/>
                  <a:pt x="1890" y="1892"/>
                  <a:pt x="1941" y="1842"/>
                </a:cubicBezTo>
                <a:lnTo>
                  <a:pt x="2676" y="1106"/>
                </a:lnTo>
                <a:cubicBezTo>
                  <a:pt x="2756" y="1027"/>
                  <a:pt x="2756" y="897"/>
                  <a:pt x="2676" y="811"/>
                </a:cubicBezTo>
                <a:lnTo>
                  <a:pt x="1941" y="82"/>
                </a:lnTo>
                <a:cubicBezTo>
                  <a:pt x="1889" y="27"/>
                  <a:pt x="1823" y="0"/>
                  <a:pt x="175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3" name="Shape 4273"/>
        <p:cNvGrpSpPr/>
        <p:nvPr/>
      </p:nvGrpSpPr>
      <p:grpSpPr>
        <a:xfrm>
          <a:off x="0" y="0"/>
          <a:ext cx="0" cy="0"/>
          <a:chOff x="0" y="0"/>
          <a:chExt cx="0" cy="0"/>
        </a:xfrm>
      </p:grpSpPr>
      <p:sp>
        <p:nvSpPr>
          <p:cNvPr id="4274" name="Google Shape;4274;p96"/>
          <p:cNvSpPr txBox="1"/>
          <p:nvPr>
            <p:ph type="ctrTitle"/>
          </p:nvPr>
        </p:nvSpPr>
        <p:spPr>
          <a:xfrm>
            <a:off x="6018275" y="1951175"/>
            <a:ext cx="2152500" cy="12414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None/>
            </a:pPr>
            <a:r>
              <a:rPr lang="en" sz="2400"/>
              <a:t>ELEMENTS OF THE WIMP INTERFACE</a:t>
            </a:r>
            <a:endParaRPr sz="2400"/>
          </a:p>
        </p:txBody>
      </p:sp>
      <p:sp>
        <p:nvSpPr>
          <p:cNvPr id="4275" name="Google Shape;4275;p96"/>
          <p:cNvSpPr txBox="1"/>
          <p:nvPr>
            <p:ph idx="4294967295" type="subTitle"/>
          </p:nvPr>
        </p:nvSpPr>
        <p:spPr>
          <a:xfrm flipH="1">
            <a:off x="493025" y="0"/>
            <a:ext cx="4884000" cy="51435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SzPts val="1800"/>
              <a:buChar char="●"/>
            </a:pPr>
            <a:r>
              <a:rPr b="1" lang="en" sz="1800"/>
              <a:t>Menu - </a:t>
            </a:r>
            <a:r>
              <a:rPr b="1" lang="en" sz="1800"/>
              <a:t>Menus design issues</a:t>
            </a:r>
            <a:endParaRPr b="1" sz="1800"/>
          </a:p>
          <a:p>
            <a:pPr indent="-317500" lvl="1" marL="914400" rtl="0" algn="l">
              <a:spcBef>
                <a:spcPts val="1000"/>
              </a:spcBef>
              <a:spcAft>
                <a:spcPts val="0"/>
              </a:spcAft>
              <a:buSzPts val="1400"/>
              <a:buChar char="○"/>
            </a:pPr>
            <a:r>
              <a:rPr lang="en" sz="1400"/>
              <a:t>Which kind to use</a:t>
            </a:r>
            <a:endParaRPr sz="1400"/>
          </a:p>
          <a:p>
            <a:pPr indent="-317500" lvl="1" marL="914400" rtl="0" algn="l">
              <a:spcBef>
                <a:spcPts val="1000"/>
              </a:spcBef>
              <a:spcAft>
                <a:spcPts val="0"/>
              </a:spcAft>
              <a:buSzPts val="1400"/>
              <a:buChar char="○"/>
            </a:pPr>
            <a:r>
              <a:rPr lang="en" sz="1400"/>
              <a:t>What to include in menus at all</a:t>
            </a:r>
            <a:endParaRPr sz="1400"/>
          </a:p>
          <a:p>
            <a:pPr indent="-317500" lvl="1" marL="914400" rtl="0" algn="l">
              <a:spcBef>
                <a:spcPts val="1000"/>
              </a:spcBef>
              <a:spcAft>
                <a:spcPts val="0"/>
              </a:spcAft>
              <a:buSzPts val="1400"/>
              <a:buChar char="○"/>
            </a:pPr>
            <a:r>
              <a:rPr lang="en" sz="1400"/>
              <a:t>Words to use (action or description)</a:t>
            </a:r>
            <a:endParaRPr sz="1400"/>
          </a:p>
          <a:p>
            <a:pPr indent="-317500" lvl="1" marL="914400" rtl="0" algn="l">
              <a:spcBef>
                <a:spcPts val="1000"/>
              </a:spcBef>
              <a:spcAft>
                <a:spcPts val="0"/>
              </a:spcAft>
              <a:buSzPts val="1400"/>
              <a:buChar char="○"/>
            </a:pPr>
            <a:r>
              <a:rPr lang="en" sz="1400"/>
              <a:t>How to group items</a:t>
            </a:r>
            <a:endParaRPr sz="1400"/>
          </a:p>
          <a:p>
            <a:pPr indent="-317500" lvl="1" marL="914400" rtl="0" algn="l">
              <a:spcBef>
                <a:spcPts val="1000"/>
              </a:spcBef>
              <a:spcAft>
                <a:spcPts val="0"/>
              </a:spcAft>
              <a:buSzPts val="1400"/>
              <a:buChar char="○"/>
            </a:pPr>
            <a:r>
              <a:rPr lang="en" sz="1400"/>
              <a:t>Choice of keyboard accelerators</a:t>
            </a:r>
            <a:endParaRPr sz="1400"/>
          </a:p>
        </p:txBody>
      </p:sp>
      <p:sp>
        <p:nvSpPr>
          <p:cNvPr id="4276" name="Google Shape;4276;p96">
            <a:hlinkClick action="ppaction://hlinksldjump" r:id="rId3"/>
          </p:cNvPr>
          <p:cNvSpPr txBox="1"/>
          <p:nvPr>
            <p:ph idx="4294967295" type="subTitle"/>
          </p:nvPr>
        </p:nvSpPr>
        <p:spPr>
          <a:xfrm flipH="1">
            <a:off x="492875" y="0"/>
            <a:ext cx="745200" cy="510900"/>
          </a:xfrm>
          <a:prstGeom prst="rect">
            <a:avLst/>
          </a:prstGeom>
        </p:spPr>
        <p:txBody>
          <a:bodyPr anchorCtr="0" anchor="ctr" bIns="91425" lIns="91425" spcFirstLastPara="1" rIns="91425" wrap="square" tIns="91425">
            <a:noAutofit/>
          </a:bodyPr>
          <a:lstStyle/>
          <a:p>
            <a:pPr indent="0" lvl="0" marL="0" rtl="0" algn="l">
              <a:spcBef>
                <a:spcPts val="0"/>
              </a:spcBef>
              <a:spcAft>
                <a:spcPts val="1000"/>
              </a:spcAft>
              <a:buNone/>
            </a:pPr>
            <a:r>
              <a:rPr lang="en" sz="1400"/>
              <a:t>Back</a:t>
            </a:r>
            <a:endParaRPr sz="1400"/>
          </a:p>
        </p:txBody>
      </p:sp>
      <p:sp>
        <p:nvSpPr>
          <p:cNvPr id="4277" name="Google Shape;4277;p96">
            <a:hlinkClick action="ppaction://hlinksldjump" r:id="rId4"/>
          </p:cNvPr>
          <p:cNvSpPr/>
          <p:nvPr/>
        </p:nvSpPr>
        <p:spPr>
          <a:xfrm rot="10800000">
            <a:off x="120370" y="162108"/>
            <a:ext cx="268248" cy="186674"/>
          </a:xfrm>
          <a:custGeom>
            <a:rect b="b" l="l" r="r" t="t"/>
            <a:pathLst>
              <a:path extrusionOk="0" h="1918" w="2756">
                <a:moveTo>
                  <a:pt x="1757" y="0"/>
                </a:moveTo>
                <a:cubicBezTo>
                  <a:pt x="1693" y="0"/>
                  <a:pt x="1630" y="25"/>
                  <a:pt x="1580" y="75"/>
                </a:cubicBezTo>
                <a:cubicBezTo>
                  <a:pt x="1479" y="176"/>
                  <a:pt x="1479" y="335"/>
                  <a:pt x="1580" y="436"/>
                </a:cubicBezTo>
                <a:lnTo>
                  <a:pt x="1768" y="623"/>
                </a:lnTo>
                <a:cubicBezTo>
                  <a:pt x="1797" y="652"/>
                  <a:pt x="1775" y="702"/>
                  <a:pt x="1739" y="702"/>
                </a:cubicBezTo>
                <a:lnTo>
                  <a:pt x="253" y="702"/>
                </a:lnTo>
                <a:cubicBezTo>
                  <a:pt x="116" y="702"/>
                  <a:pt x="1" y="818"/>
                  <a:pt x="1" y="962"/>
                </a:cubicBezTo>
                <a:cubicBezTo>
                  <a:pt x="1" y="1099"/>
                  <a:pt x="116" y="1215"/>
                  <a:pt x="253" y="1215"/>
                </a:cubicBezTo>
                <a:lnTo>
                  <a:pt x="1739" y="1215"/>
                </a:lnTo>
                <a:cubicBezTo>
                  <a:pt x="1775" y="1215"/>
                  <a:pt x="1797" y="1265"/>
                  <a:pt x="1768" y="1294"/>
                </a:cubicBezTo>
                <a:lnTo>
                  <a:pt x="1580" y="1481"/>
                </a:lnTo>
                <a:cubicBezTo>
                  <a:pt x="1479" y="1582"/>
                  <a:pt x="1479" y="1741"/>
                  <a:pt x="1580" y="1842"/>
                </a:cubicBezTo>
                <a:cubicBezTo>
                  <a:pt x="1631" y="1892"/>
                  <a:pt x="1696" y="1918"/>
                  <a:pt x="1760" y="1918"/>
                </a:cubicBezTo>
                <a:cubicBezTo>
                  <a:pt x="1825" y="1918"/>
                  <a:pt x="1890" y="1892"/>
                  <a:pt x="1941" y="1842"/>
                </a:cubicBezTo>
                <a:lnTo>
                  <a:pt x="2676" y="1106"/>
                </a:lnTo>
                <a:cubicBezTo>
                  <a:pt x="2756" y="1027"/>
                  <a:pt x="2756" y="897"/>
                  <a:pt x="2676" y="811"/>
                </a:cubicBezTo>
                <a:lnTo>
                  <a:pt x="1941" y="82"/>
                </a:lnTo>
                <a:cubicBezTo>
                  <a:pt x="1889" y="27"/>
                  <a:pt x="1823" y="0"/>
                  <a:pt x="175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2" name="Shape 4282"/>
        <p:cNvGrpSpPr/>
        <p:nvPr/>
      </p:nvGrpSpPr>
      <p:grpSpPr>
        <a:xfrm>
          <a:off x="0" y="0"/>
          <a:ext cx="0" cy="0"/>
          <a:chOff x="0" y="0"/>
          <a:chExt cx="0" cy="0"/>
        </a:xfrm>
      </p:grpSpPr>
      <p:sp>
        <p:nvSpPr>
          <p:cNvPr id="4283" name="Google Shape;4283;p97"/>
          <p:cNvSpPr txBox="1"/>
          <p:nvPr>
            <p:ph type="ctrTitle"/>
          </p:nvPr>
        </p:nvSpPr>
        <p:spPr>
          <a:xfrm>
            <a:off x="6018275" y="1951175"/>
            <a:ext cx="2152500" cy="12414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None/>
            </a:pPr>
            <a:r>
              <a:rPr lang="en" sz="2400"/>
              <a:t>ELEMENTS OF THE WIMP INTERFACE</a:t>
            </a:r>
            <a:endParaRPr sz="2400"/>
          </a:p>
        </p:txBody>
      </p:sp>
      <p:sp>
        <p:nvSpPr>
          <p:cNvPr id="4284" name="Google Shape;4284;p97"/>
          <p:cNvSpPr txBox="1"/>
          <p:nvPr>
            <p:ph idx="4294967295" type="subTitle"/>
          </p:nvPr>
        </p:nvSpPr>
        <p:spPr>
          <a:xfrm flipH="1">
            <a:off x="493025" y="0"/>
            <a:ext cx="4884000" cy="51435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SzPts val="1800"/>
              <a:buChar char="●"/>
            </a:pPr>
            <a:r>
              <a:rPr b="1" lang="en" sz="1800"/>
              <a:t>Buttons</a:t>
            </a:r>
            <a:endParaRPr b="1" sz="1800"/>
          </a:p>
          <a:p>
            <a:pPr indent="-317500" lvl="1" marL="914400" rtl="0" algn="l">
              <a:spcBef>
                <a:spcPts val="1000"/>
              </a:spcBef>
              <a:spcAft>
                <a:spcPts val="0"/>
              </a:spcAft>
              <a:buSzPts val="1400"/>
              <a:buChar char="○"/>
            </a:pPr>
            <a:r>
              <a:rPr lang="en" sz="1400"/>
              <a:t>Individual and isolated regions within a display that can be selected to invoke an action</a:t>
            </a:r>
            <a:endParaRPr sz="1400"/>
          </a:p>
          <a:p>
            <a:pPr indent="-317500" lvl="1" marL="914400" rtl="0" algn="l">
              <a:spcBef>
                <a:spcPts val="1000"/>
              </a:spcBef>
              <a:spcAft>
                <a:spcPts val="0"/>
              </a:spcAft>
              <a:buSzPts val="1400"/>
              <a:buChar char="○"/>
            </a:pPr>
            <a:r>
              <a:rPr lang="en" sz="1400"/>
              <a:t>Special kinds</a:t>
            </a:r>
            <a:br>
              <a:rPr lang="en" sz="1400"/>
            </a:br>
            <a:r>
              <a:rPr lang="en" sz="1400"/>
              <a:t>– radio buttons</a:t>
            </a:r>
            <a:br>
              <a:rPr lang="en" sz="1400"/>
            </a:br>
            <a:r>
              <a:rPr lang="en" sz="1400"/>
              <a:t>– set of mutually exclusive choices</a:t>
            </a:r>
            <a:br>
              <a:rPr lang="en" sz="1400"/>
            </a:br>
            <a:r>
              <a:rPr lang="en" sz="1400"/>
              <a:t>– check boxes</a:t>
            </a:r>
            <a:br>
              <a:rPr lang="en" sz="1400"/>
            </a:br>
            <a:r>
              <a:rPr lang="en" sz="1400"/>
              <a:t>– set of non-exclusive choices</a:t>
            </a:r>
            <a:endParaRPr sz="1400"/>
          </a:p>
        </p:txBody>
      </p:sp>
      <p:sp>
        <p:nvSpPr>
          <p:cNvPr id="4285" name="Google Shape;4285;p97">
            <a:hlinkClick action="ppaction://hlinksldjump" r:id="rId3"/>
          </p:cNvPr>
          <p:cNvSpPr txBox="1"/>
          <p:nvPr>
            <p:ph idx="4294967295" type="subTitle"/>
          </p:nvPr>
        </p:nvSpPr>
        <p:spPr>
          <a:xfrm flipH="1">
            <a:off x="492875" y="0"/>
            <a:ext cx="745200" cy="510900"/>
          </a:xfrm>
          <a:prstGeom prst="rect">
            <a:avLst/>
          </a:prstGeom>
        </p:spPr>
        <p:txBody>
          <a:bodyPr anchorCtr="0" anchor="ctr" bIns="91425" lIns="91425" spcFirstLastPara="1" rIns="91425" wrap="square" tIns="91425">
            <a:noAutofit/>
          </a:bodyPr>
          <a:lstStyle/>
          <a:p>
            <a:pPr indent="0" lvl="0" marL="0" rtl="0" algn="l">
              <a:spcBef>
                <a:spcPts val="0"/>
              </a:spcBef>
              <a:spcAft>
                <a:spcPts val="1000"/>
              </a:spcAft>
              <a:buNone/>
            </a:pPr>
            <a:r>
              <a:rPr lang="en" sz="1400"/>
              <a:t>Back</a:t>
            </a:r>
            <a:endParaRPr sz="1400"/>
          </a:p>
        </p:txBody>
      </p:sp>
      <p:sp>
        <p:nvSpPr>
          <p:cNvPr id="4286" name="Google Shape;4286;p97">
            <a:hlinkClick action="ppaction://hlinksldjump" r:id="rId4"/>
          </p:cNvPr>
          <p:cNvSpPr/>
          <p:nvPr/>
        </p:nvSpPr>
        <p:spPr>
          <a:xfrm rot="10800000">
            <a:off x="120370" y="162108"/>
            <a:ext cx="268248" cy="186674"/>
          </a:xfrm>
          <a:custGeom>
            <a:rect b="b" l="l" r="r" t="t"/>
            <a:pathLst>
              <a:path extrusionOk="0" h="1918" w="2756">
                <a:moveTo>
                  <a:pt x="1757" y="0"/>
                </a:moveTo>
                <a:cubicBezTo>
                  <a:pt x="1693" y="0"/>
                  <a:pt x="1630" y="25"/>
                  <a:pt x="1580" y="75"/>
                </a:cubicBezTo>
                <a:cubicBezTo>
                  <a:pt x="1479" y="176"/>
                  <a:pt x="1479" y="335"/>
                  <a:pt x="1580" y="436"/>
                </a:cubicBezTo>
                <a:lnTo>
                  <a:pt x="1768" y="623"/>
                </a:lnTo>
                <a:cubicBezTo>
                  <a:pt x="1797" y="652"/>
                  <a:pt x="1775" y="702"/>
                  <a:pt x="1739" y="702"/>
                </a:cubicBezTo>
                <a:lnTo>
                  <a:pt x="253" y="702"/>
                </a:lnTo>
                <a:cubicBezTo>
                  <a:pt x="116" y="702"/>
                  <a:pt x="1" y="818"/>
                  <a:pt x="1" y="962"/>
                </a:cubicBezTo>
                <a:cubicBezTo>
                  <a:pt x="1" y="1099"/>
                  <a:pt x="116" y="1215"/>
                  <a:pt x="253" y="1215"/>
                </a:cubicBezTo>
                <a:lnTo>
                  <a:pt x="1739" y="1215"/>
                </a:lnTo>
                <a:cubicBezTo>
                  <a:pt x="1775" y="1215"/>
                  <a:pt x="1797" y="1265"/>
                  <a:pt x="1768" y="1294"/>
                </a:cubicBezTo>
                <a:lnTo>
                  <a:pt x="1580" y="1481"/>
                </a:lnTo>
                <a:cubicBezTo>
                  <a:pt x="1479" y="1582"/>
                  <a:pt x="1479" y="1741"/>
                  <a:pt x="1580" y="1842"/>
                </a:cubicBezTo>
                <a:cubicBezTo>
                  <a:pt x="1631" y="1892"/>
                  <a:pt x="1696" y="1918"/>
                  <a:pt x="1760" y="1918"/>
                </a:cubicBezTo>
                <a:cubicBezTo>
                  <a:pt x="1825" y="1918"/>
                  <a:pt x="1890" y="1892"/>
                  <a:pt x="1941" y="1842"/>
                </a:cubicBezTo>
                <a:lnTo>
                  <a:pt x="2676" y="1106"/>
                </a:lnTo>
                <a:cubicBezTo>
                  <a:pt x="2756" y="1027"/>
                  <a:pt x="2756" y="897"/>
                  <a:pt x="2676" y="811"/>
                </a:cubicBezTo>
                <a:lnTo>
                  <a:pt x="1941" y="82"/>
                </a:lnTo>
                <a:cubicBezTo>
                  <a:pt x="1889" y="27"/>
                  <a:pt x="1823" y="0"/>
                  <a:pt x="175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287" name="Google Shape;4287;p97"/>
          <p:cNvPicPr preferRelativeResize="0"/>
          <p:nvPr/>
        </p:nvPicPr>
        <p:blipFill>
          <a:blip r:embed="rId5">
            <a:alphaModFix/>
          </a:blip>
          <a:stretch>
            <a:fillRect/>
          </a:stretch>
        </p:blipFill>
        <p:spPr>
          <a:xfrm>
            <a:off x="4630025" y="3583475"/>
            <a:ext cx="3462175" cy="1027239"/>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2" name="Shape 4292"/>
        <p:cNvGrpSpPr/>
        <p:nvPr/>
      </p:nvGrpSpPr>
      <p:grpSpPr>
        <a:xfrm>
          <a:off x="0" y="0"/>
          <a:ext cx="0" cy="0"/>
          <a:chOff x="0" y="0"/>
          <a:chExt cx="0" cy="0"/>
        </a:xfrm>
      </p:grpSpPr>
      <p:sp>
        <p:nvSpPr>
          <p:cNvPr id="4293" name="Google Shape;4293;p98"/>
          <p:cNvSpPr txBox="1"/>
          <p:nvPr>
            <p:ph type="ctrTitle"/>
          </p:nvPr>
        </p:nvSpPr>
        <p:spPr>
          <a:xfrm>
            <a:off x="6018275" y="1951175"/>
            <a:ext cx="2152500" cy="12414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None/>
            </a:pPr>
            <a:r>
              <a:rPr lang="en" sz="2400"/>
              <a:t>ELEMENTS OF THE WIMP INTERFACE</a:t>
            </a:r>
            <a:endParaRPr sz="2400"/>
          </a:p>
        </p:txBody>
      </p:sp>
      <p:sp>
        <p:nvSpPr>
          <p:cNvPr id="4294" name="Google Shape;4294;p98"/>
          <p:cNvSpPr txBox="1"/>
          <p:nvPr>
            <p:ph idx="4294967295" type="subTitle"/>
          </p:nvPr>
        </p:nvSpPr>
        <p:spPr>
          <a:xfrm flipH="1">
            <a:off x="493025" y="0"/>
            <a:ext cx="4884000" cy="51435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SzPts val="1800"/>
              <a:buChar char="●"/>
            </a:pPr>
            <a:r>
              <a:rPr b="1" lang="en" sz="1800"/>
              <a:t>Toolbars</a:t>
            </a:r>
            <a:endParaRPr b="1" sz="1800"/>
          </a:p>
          <a:p>
            <a:pPr indent="-317500" lvl="1" marL="914400" rtl="0" algn="l">
              <a:spcBef>
                <a:spcPts val="1000"/>
              </a:spcBef>
              <a:spcAft>
                <a:spcPts val="0"/>
              </a:spcAft>
              <a:buSzPts val="1400"/>
              <a:buChar char="○"/>
            </a:pPr>
            <a:r>
              <a:rPr lang="en" sz="1400"/>
              <a:t>Long lines of icons …</a:t>
            </a:r>
            <a:br>
              <a:rPr lang="en" sz="1400"/>
            </a:br>
            <a:r>
              <a:rPr lang="en" sz="1400"/>
              <a:t>… but what do they do?</a:t>
            </a:r>
            <a:endParaRPr sz="1400"/>
          </a:p>
          <a:p>
            <a:pPr indent="-317500" lvl="1" marL="914400" rtl="0" algn="l">
              <a:spcBef>
                <a:spcPts val="1000"/>
              </a:spcBef>
              <a:spcAft>
                <a:spcPts val="0"/>
              </a:spcAft>
              <a:buSzPts val="1400"/>
              <a:buChar char="○"/>
            </a:pPr>
            <a:r>
              <a:rPr lang="en" sz="1400"/>
              <a:t>Fast access to common actions</a:t>
            </a:r>
            <a:endParaRPr sz="1400"/>
          </a:p>
          <a:p>
            <a:pPr indent="-317500" lvl="1" marL="914400" rtl="0" algn="l">
              <a:spcBef>
                <a:spcPts val="1000"/>
              </a:spcBef>
              <a:spcAft>
                <a:spcPts val="0"/>
              </a:spcAft>
              <a:buSzPts val="1400"/>
              <a:buChar char="○"/>
            </a:pPr>
            <a:r>
              <a:rPr lang="en" sz="1400"/>
              <a:t>Often customizable:</a:t>
            </a:r>
            <a:br>
              <a:rPr lang="en" sz="1400"/>
            </a:br>
            <a:r>
              <a:rPr lang="en" sz="1400"/>
              <a:t>– choose which toolbars to see</a:t>
            </a:r>
            <a:br>
              <a:rPr lang="en" sz="1400"/>
            </a:br>
            <a:r>
              <a:rPr lang="en" sz="1400"/>
              <a:t>– choose what options are on it</a:t>
            </a:r>
            <a:endParaRPr sz="1400"/>
          </a:p>
        </p:txBody>
      </p:sp>
      <p:sp>
        <p:nvSpPr>
          <p:cNvPr id="4295" name="Google Shape;4295;p98">
            <a:hlinkClick action="ppaction://hlinksldjump" r:id="rId3"/>
          </p:cNvPr>
          <p:cNvSpPr txBox="1"/>
          <p:nvPr>
            <p:ph idx="4294967295" type="subTitle"/>
          </p:nvPr>
        </p:nvSpPr>
        <p:spPr>
          <a:xfrm flipH="1">
            <a:off x="492875" y="0"/>
            <a:ext cx="745200" cy="510900"/>
          </a:xfrm>
          <a:prstGeom prst="rect">
            <a:avLst/>
          </a:prstGeom>
        </p:spPr>
        <p:txBody>
          <a:bodyPr anchorCtr="0" anchor="ctr" bIns="91425" lIns="91425" spcFirstLastPara="1" rIns="91425" wrap="square" tIns="91425">
            <a:noAutofit/>
          </a:bodyPr>
          <a:lstStyle/>
          <a:p>
            <a:pPr indent="0" lvl="0" marL="0" rtl="0" algn="l">
              <a:spcBef>
                <a:spcPts val="0"/>
              </a:spcBef>
              <a:spcAft>
                <a:spcPts val="1000"/>
              </a:spcAft>
              <a:buNone/>
            </a:pPr>
            <a:r>
              <a:rPr lang="en" sz="1400"/>
              <a:t>Back</a:t>
            </a:r>
            <a:endParaRPr sz="1400"/>
          </a:p>
        </p:txBody>
      </p:sp>
      <p:sp>
        <p:nvSpPr>
          <p:cNvPr id="4296" name="Google Shape;4296;p98">
            <a:hlinkClick action="ppaction://hlinksldjump" r:id="rId4"/>
          </p:cNvPr>
          <p:cNvSpPr/>
          <p:nvPr/>
        </p:nvSpPr>
        <p:spPr>
          <a:xfrm rot="10800000">
            <a:off x="120370" y="162108"/>
            <a:ext cx="268248" cy="186674"/>
          </a:xfrm>
          <a:custGeom>
            <a:rect b="b" l="l" r="r" t="t"/>
            <a:pathLst>
              <a:path extrusionOk="0" h="1918" w="2756">
                <a:moveTo>
                  <a:pt x="1757" y="0"/>
                </a:moveTo>
                <a:cubicBezTo>
                  <a:pt x="1693" y="0"/>
                  <a:pt x="1630" y="25"/>
                  <a:pt x="1580" y="75"/>
                </a:cubicBezTo>
                <a:cubicBezTo>
                  <a:pt x="1479" y="176"/>
                  <a:pt x="1479" y="335"/>
                  <a:pt x="1580" y="436"/>
                </a:cubicBezTo>
                <a:lnTo>
                  <a:pt x="1768" y="623"/>
                </a:lnTo>
                <a:cubicBezTo>
                  <a:pt x="1797" y="652"/>
                  <a:pt x="1775" y="702"/>
                  <a:pt x="1739" y="702"/>
                </a:cubicBezTo>
                <a:lnTo>
                  <a:pt x="253" y="702"/>
                </a:lnTo>
                <a:cubicBezTo>
                  <a:pt x="116" y="702"/>
                  <a:pt x="1" y="818"/>
                  <a:pt x="1" y="962"/>
                </a:cubicBezTo>
                <a:cubicBezTo>
                  <a:pt x="1" y="1099"/>
                  <a:pt x="116" y="1215"/>
                  <a:pt x="253" y="1215"/>
                </a:cubicBezTo>
                <a:lnTo>
                  <a:pt x="1739" y="1215"/>
                </a:lnTo>
                <a:cubicBezTo>
                  <a:pt x="1775" y="1215"/>
                  <a:pt x="1797" y="1265"/>
                  <a:pt x="1768" y="1294"/>
                </a:cubicBezTo>
                <a:lnTo>
                  <a:pt x="1580" y="1481"/>
                </a:lnTo>
                <a:cubicBezTo>
                  <a:pt x="1479" y="1582"/>
                  <a:pt x="1479" y="1741"/>
                  <a:pt x="1580" y="1842"/>
                </a:cubicBezTo>
                <a:cubicBezTo>
                  <a:pt x="1631" y="1892"/>
                  <a:pt x="1696" y="1918"/>
                  <a:pt x="1760" y="1918"/>
                </a:cubicBezTo>
                <a:cubicBezTo>
                  <a:pt x="1825" y="1918"/>
                  <a:pt x="1890" y="1892"/>
                  <a:pt x="1941" y="1842"/>
                </a:cubicBezTo>
                <a:lnTo>
                  <a:pt x="2676" y="1106"/>
                </a:lnTo>
                <a:cubicBezTo>
                  <a:pt x="2756" y="1027"/>
                  <a:pt x="2756" y="897"/>
                  <a:pt x="2676" y="811"/>
                </a:cubicBezTo>
                <a:lnTo>
                  <a:pt x="1941" y="82"/>
                </a:lnTo>
                <a:cubicBezTo>
                  <a:pt x="1889" y="27"/>
                  <a:pt x="1823" y="0"/>
                  <a:pt x="175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1" name="Shape 4301"/>
        <p:cNvGrpSpPr/>
        <p:nvPr/>
      </p:nvGrpSpPr>
      <p:grpSpPr>
        <a:xfrm>
          <a:off x="0" y="0"/>
          <a:ext cx="0" cy="0"/>
          <a:chOff x="0" y="0"/>
          <a:chExt cx="0" cy="0"/>
        </a:xfrm>
      </p:grpSpPr>
      <p:sp>
        <p:nvSpPr>
          <p:cNvPr id="4302" name="Google Shape;4302;p99"/>
          <p:cNvSpPr txBox="1"/>
          <p:nvPr>
            <p:ph idx="4294967295" type="subTitle"/>
          </p:nvPr>
        </p:nvSpPr>
        <p:spPr>
          <a:xfrm flipH="1">
            <a:off x="493025" y="0"/>
            <a:ext cx="4884000" cy="51435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SzPts val="1800"/>
              <a:buChar char="●"/>
            </a:pPr>
            <a:r>
              <a:rPr b="1" lang="en" sz="1800"/>
              <a:t>Palettes and tear-off menus</a:t>
            </a:r>
            <a:endParaRPr b="1" sz="1800"/>
          </a:p>
          <a:p>
            <a:pPr indent="-317500" lvl="1" marL="914400" rtl="0" algn="l">
              <a:spcBef>
                <a:spcPts val="1000"/>
              </a:spcBef>
              <a:spcAft>
                <a:spcPts val="0"/>
              </a:spcAft>
              <a:buSzPts val="1400"/>
              <a:buChar char="○"/>
            </a:pPr>
            <a:r>
              <a:rPr lang="en" sz="1400"/>
              <a:t>Problem</a:t>
            </a:r>
            <a:br>
              <a:rPr lang="en" sz="1400"/>
            </a:br>
            <a:r>
              <a:rPr lang="en" sz="1400"/>
              <a:t>menu not there when you want it</a:t>
            </a:r>
            <a:endParaRPr sz="1400"/>
          </a:p>
          <a:p>
            <a:pPr indent="-317500" lvl="1" marL="914400" rtl="0" algn="l">
              <a:spcBef>
                <a:spcPts val="1000"/>
              </a:spcBef>
              <a:spcAft>
                <a:spcPts val="0"/>
              </a:spcAft>
              <a:buSzPts val="1400"/>
              <a:buChar char="○"/>
            </a:pPr>
            <a:r>
              <a:rPr lang="en" sz="1400"/>
              <a:t>Solution</a:t>
            </a:r>
            <a:endParaRPr sz="1400"/>
          </a:p>
          <a:p>
            <a:pPr indent="-203200" lvl="2" marL="1371600" rtl="0" algn="l">
              <a:spcBef>
                <a:spcPts val="1000"/>
              </a:spcBef>
              <a:spcAft>
                <a:spcPts val="0"/>
              </a:spcAft>
              <a:buSzPts val="1400"/>
              <a:buChar char="■"/>
            </a:pPr>
            <a:r>
              <a:rPr lang="en" sz="1400"/>
              <a:t>palettes – little windows of actions</a:t>
            </a:r>
            <a:br>
              <a:rPr lang="en" sz="1400"/>
            </a:br>
            <a:r>
              <a:rPr lang="en" sz="1400"/>
              <a:t>– shown/hidden via menu option</a:t>
            </a:r>
            <a:br>
              <a:rPr lang="en" sz="1400"/>
            </a:br>
            <a:r>
              <a:rPr lang="en" sz="1400"/>
              <a:t>e.g. available shapes in drawing package</a:t>
            </a:r>
            <a:endParaRPr sz="1400"/>
          </a:p>
          <a:p>
            <a:pPr indent="-203200" lvl="2" marL="1371600" rtl="0" algn="l">
              <a:spcBef>
                <a:spcPts val="1000"/>
              </a:spcBef>
              <a:spcAft>
                <a:spcPts val="0"/>
              </a:spcAft>
              <a:buSzPts val="1400"/>
              <a:buChar char="■"/>
            </a:pPr>
            <a:r>
              <a:rPr lang="en" sz="1400"/>
              <a:t>tear-off and pin-up menus</a:t>
            </a:r>
            <a:br>
              <a:rPr lang="en" sz="1400"/>
            </a:br>
            <a:r>
              <a:rPr lang="en" sz="1400"/>
              <a:t>– menu ‘tears off’ to become palette</a:t>
            </a:r>
            <a:endParaRPr sz="1400"/>
          </a:p>
        </p:txBody>
      </p:sp>
      <p:sp>
        <p:nvSpPr>
          <p:cNvPr id="4303" name="Google Shape;4303;p99">
            <a:hlinkClick action="ppaction://hlinksldjump" r:id="rId3"/>
          </p:cNvPr>
          <p:cNvSpPr txBox="1"/>
          <p:nvPr>
            <p:ph idx="4294967295" type="subTitle"/>
          </p:nvPr>
        </p:nvSpPr>
        <p:spPr>
          <a:xfrm flipH="1">
            <a:off x="492875" y="0"/>
            <a:ext cx="745200" cy="510900"/>
          </a:xfrm>
          <a:prstGeom prst="rect">
            <a:avLst/>
          </a:prstGeom>
        </p:spPr>
        <p:txBody>
          <a:bodyPr anchorCtr="0" anchor="ctr" bIns="91425" lIns="91425" spcFirstLastPara="1" rIns="91425" wrap="square" tIns="91425">
            <a:noAutofit/>
          </a:bodyPr>
          <a:lstStyle/>
          <a:p>
            <a:pPr indent="0" lvl="0" marL="0" rtl="0" algn="l">
              <a:spcBef>
                <a:spcPts val="0"/>
              </a:spcBef>
              <a:spcAft>
                <a:spcPts val="1000"/>
              </a:spcAft>
              <a:buNone/>
            </a:pPr>
            <a:r>
              <a:rPr lang="en" sz="1400"/>
              <a:t>Back</a:t>
            </a:r>
            <a:endParaRPr sz="1400"/>
          </a:p>
        </p:txBody>
      </p:sp>
      <p:sp>
        <p:nvSpPr>
          <p:cNvPr id="4304" name="Google Shape;4304;p99">
            <a:hlinkClick action="ppaction://hlinksldjump" r:id="rId4"/>
          </p:cNvPr>
          <p:cNvSpPr/>
          <p:nvPr/>
        </p:nvSpPr>
        <p:spPr>
          <a:xfrm rot="10800000">
            <a:off x="120370" y="162108"/>
            <a:ext cx="268248" cy="186674"/>
          </a:xfrm>
          <a:custGeom>
            <a:rect b="b" l="l" r="r" t="t"/>
            <a:pathLst>
              <a:path extrusionOk="0" h="1918" w="2756">
                <a:moveTo>
                  <a:pt x="1757" y="0"/>
                </a:moveTo>
                <a:cubicBezTo>
                  <a:pt x="1693" y="0"/>
                  <a:pt x="1630" y="25"/>
                  <a:pt x="1580" y="75"/>
                </a:cubicBezTo>
                <a:cubicBezTo>
                  <a:pt x="1479" y="176"/>
                  <a:pt x="1479" y="335"/>
                  <a:pt x="1580" y="436"/>
                </a:cubicBezTo>
                <a:lnTo>
                  <a:pt x="1768" y="623"/>
                </a:lnTo>
                <a:cubicBezTo>
                  <a:pt x="1797" y="652"/>
                  <a:pt x="1775" y="702"/>
                  <a:pt x="1739" y="702"/>
                </a:cubicBezTo>
                <a:lnTo>
                  <a:pt x="253" y="702"/>
                </a:lnTo>
                <a:cubicBezTo>
                  <a:pt x="116" y="702"/>
                  <a:pt x="1" y="818"/>
                  <a:pt x="1" y="962"/>
                </a:cubicBezTo>
                <a:cubicBezTo>
                  <a:pt x="1" y="1099"/>
                  <a:pt x="116" y="1215"/>
                  <a:pt x="253" y="1215"/>
                </a:cubicBezTo>
                <a:lnTo>
                  <a:pt x="1739" y="1215"/>
                </a:lnTo>
                <a:cubicBezTo>
                  <a:pt x="1775" y="1215"/>
                  <a:pt x="1797" y="1265"/>
                  <a:pt x="1768" y="1294"/>
                </a:cubicBezTo>
                <a:lnTo>
                  <a:pt x="1580" y="1481"/>
                </a:lnTo>
                <a:cubicBezTo>
                  <a:pt x="1479" y="1582"/>
                  <a:pt x="1479" y="1741"/>
                  <a:pt x="1580" y="1842"/>
                </a:cubicBezTo>
                <a:cubicBezTo>
                  <a:pt x="1631" y="1892"/>
                  <a:pt x="1696" y="1918"/>
                  <a:pt x="1760" y="1918"/>
                </a:cubicBezTo>
                <a:cubicBezTo>
                  <a:pt x="1825" y="1918"/>
                  <a:pt x="1890" y="1892"/>
                  <a:pt x="1941" y="1842"/>
                </a:cubicBezTo>
                <a:lnTo>
                  <a:pt x="2676" y="1106"/>
                </a:lnTo>
                <a:cubicBezTo>
                  <a:pt x="2756" y="1027"/>
                  <a:pt x="2756" y="897"/>
                  <a:pt x="2676" y="811"/>
                </a:cubicBezTo>
                <a:lnTo>
                  <a:pt x="1941" y="82"/>
                </a:lnTo>
                <a:cubicBezTo>
                  <a:pt x="1889" y="27"/>
                  <a:pt x="1823" y="0"/>
                  <a:pt x="175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05" name="Google Shape;4305;p99"/>
          <p:cNvPicPr preferRelativeResize="0"/>
          <p:nvPr/>
        </p:nvPicPr>
        <p:blipFill rotWithShape="1">
          <a:blip r:embed="rId5">
            <a:alphaModFix/>
          </a:blip>
          <a:srcRect b="12654" l="17901" r="15079" t="29247"/>
          <a:stretch/>
        </p:blipFill>
        <p:spPr>
          <a:xfrm>
            <a:off x="5466750" y="1376350"/>
            <a:ext cx="3677251" cy="2390789"/>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0" name="Shape 4310"/>
        <p:cNvGrpSpPr/>
        <p:nvPr/>
      </p:nvGrpSpPr>
      <p:grpSpPr>
        <a:xfrm>
          <a:off x="0" y="0"/>
          <a:ext cx="0" cy="0"/>
          <a:chOff x="0" y="0"/>
          <a:chExt cx="0" cy="0"/>
        </a:xfrm>
      </p:grpSpPr>
      <p:sp>
        <p:nvSpPr>
          <p:cNvPr id="4311" name="Google Shape;4311;p100"/>
          <p:cNvSpPr txBox="1"/>
          <p:nvPr>
            <p:ph type="ctrTitle"/>
          </p:nvPr>
        </p:nvSpPr>
        <p:spPr>
          <a:xfrm>
            <a:off x="6018275" y="1951175"/>
            <a:ext cx="2152500" cy="12414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None/>
            </a:pPr>
            <a:r>
              <a:rPr lang="en" sz="2400"/>
              <a:t>ELEMENTS OF THE WIMP INTERFACE</a:t>
            </a:r>
            <a:endParaRPr sz="2400"/>
          </a:p>
        </p:txBody>
      </p:sp>
      <p:sp>
        <p:nvSpPr>
          <p:cNvPr id="4312" name="Google Shape;4312;p100"/>
          <p:cNvSpPr txBox="1"/>
          <p:nvPr>
            <p:ph idx="4294967295" type="subTitle"/>
          </p:nvPr>
        </p:nvSpPr>
        <p:spPr>
          <a:xfrm flipH="1">
            <a:off x="493025" y="0"/>
            <a:ext cx="4884000" cy="51435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SzPts val="1800"/>
              <a:buChar char="●"/>
            </a:pPr>
            <a:r>
              <a:rPr b="1" lang="en" sz="1800"/>
              <a:t>Dialogue boxes</a:t>
            </a:r>
            <a:endParaRPr b="1" sz="1800"/>
          </a:p>
          <a:p>
            <a:pPr indent="-317500" lvl="1" marL="914400" rtl="0" algn="l">
              <a:spcBef>
                <a:spcPts val="1000"/>
              </a:spcBef>
              <a:spcAft>
                <a:spcPts val="0"/>
              </a:spcAft>
              <a:buSzPts val="1400"/>
              <a:buChar char="○"/>
            </a:pPr>
            <a:r>
              <a:rPr lang="en" sz="1400"/>
              <a:t>Information windows that pop up to inform of an important event or request information.</a:t>
            </a:r>
            <a:br>
              <a:rPr lang="en" sz="1400"/>
            </a:br>
            <a:br>
              <a:rPr lang="en" sz="1400"/>
            </a:br>
            <a:r>
              <a:rPr lang="en" sz="1400"/>
              <a:t>e.g: when saving a file, a dialogue box is displayed to allow the user to specify the filename and location. Once the file is saved, the box disappears.</a:t>
            </a:r>
            <a:endParaRPr sz="1400"/>
          </a:p>
        </p:txBody>
      </p:sp>
      <p:sp>
        <p:nvSpPr>
          <p:cNvPr id="4313" name="Google Shape;4313;p100">
            <a:hlinkClick action="ppaction://hlinksldjump" r:id="rId3"/>
          </p:cNvPr>
          <p:cNvSpPr txBox="1"/>
          <p:nvPr>
            <p:ph idx="4294967295" type="subTitle"/>
          </p:nvPr>
        </p:nvSpPr>
        <p:spPr>
          <a:xfrm flipH="1">
            <a:off x="492875" y="0"/>
            <a:ext cx="745200" cy="510900"/>
          </a:xfrm>
          <a:prstGeom prst="rect">
            <a:avLst/>
          </a:prstGeom>
        </p:spPr>
        <p:txBody>
          <a:bodyPr anchorCtr="0" anchor="ctr" bIns="91425" lIns="91425" spcFirstLastPara="1" rIns="91425" wrap="square" tIns="91425">
            <a:noAutofit/>
          </a:bodyPr>
          <a:lstStyle/>
          <a:p>
            <a:pPr indent="0" lvl="0" marL="0" rtl="0" algn="l">
              <a:spcBef>
                <a:spcPts val="0"/>
              </a:spcBef>
              <a:spcAft>
                <a:spcPts val="1000"/>
              </a:spcAft>
              <a:buNone/>
            </a:pPr>
            <a:r>
              <a:rPr lang="en" sz="1400"/>
              <a:t>Back</a:t>
            </a:r>
            <a:endParaRPr sz="1400"/>
          </a:p>
        </p:txBody>
      </p:sp>
      <p:sp>
        <p:nvSpPr>
          <p:cNvPr id="4314" name="Google Shape;4314;p100">
            <a:hlinkClick action="ppaction://hlinksldjump" r:id="rId4"/>
          </p:cNvPr>
          <p:cNvSpPr/>
          <p:nvPr/>
        </p:nvSpPr>
        <p:spPr>
          <a:xfrm rot="10800000">
            <a:off x="120370" y="162108"/>
            <a:ext cx="268248" cy="186674"/>
          </a:xfrm>
          <a:custGeom>
            <a:rect b="b" l="l" r="r" t="t"/>
            <a:pathLst>
              <a:path extrusionOk="0" h="1918" w="2756">
                <a:moveTo>
                  <a:pt x="1757" y="0"/>
                </a:moveTo>
                <a:cubicBezTo>
                  <a:pt x="1693" y="0"/>
                  <a:pt x="1630" y="25"/>
                  <a:pt x="1580" y="75"/>
                </a:cubicBezTo>
                <a:cubicBezTo>
                  <a:pt x="1479" y="176"/>
                  <a:pt x="1479" y="335"/>
                  <a:pt x="1580" y="436"/>
                </a:cubicBezTo>
                <a:lnTo>
                  <a:pt x="1768" y="623"/>
                </a:lnTo>
                <a:cubicBezTo>
                  <a:pt x="1797" y="652"/>
                  <a:pt x="1775" y="702"/>
                  <a:pt x="1739" y="702"/>
                </a:cubicBezTo>
                <a:lnTo>
                  <a:pt x="253" y="702"/>
                </a:lnTo>
                <a:cubicBezTo>
                  <a:pt x="116" y="702"/>
                  <a:pt x="1" y="818"/>
                  <a:pt x="1" y="962"/>
                </a:cubicBezTo>
                <a:cubicBezTo>
                  <a:pt x="1" y="1099"/>
                  <a:pt x="116" y="1215"/>
                  <a:pt x="253" y="1215"/>
                </a:cubicBezTo>
                <a:lnTo>
                  <a:pt x="1739" y="1215"/>
                </a:lnTo>
                <a:cubicBezTo>
                  <a:pt x="1775" y="1215"/>
                  <a:pt x="1797" y="1265"/>
                  <a:pt x="1768" y="1294"/>
                </a:cubicBezTo>
                <a:lnTo>
                  <a:pt x="1580" y="1481"/>
                </a:lnTo>
                <a:cubicBezTo>
                  <a:pt x="1479" y="1582"/>
                  <a:pt x="1479" y="1741"/>
                  <a:pt x="1580" y="1842"/>
                </a:cubicBezTo>
                <a:cubicBezTo>
                  <a:pt x="1631" y="1892"/>
                  <a:pt x="1696" y="1918"/>
                  <a:pt x="1760" y="1918"/>
                </a:cubicBezTo>
                <a:cubicBezTo>
                  <a:pt x="1825" y="1918"/>
                  <a:pt x="1890" y="1892"/>
                  <a:pt x="1941" y="1842"/>
                </a:cubicBezTo>
                <a:lnTo>
                  <a:pt x="2676" y="1106"/>
                </a:lnTo>
                <a:cubicBezTo>
                  <a:pt x="2756" y="1027"/>
                  <a:pt x="2756" y="897"/>
                  <a:pt x="2676" y="811"/>
                </a:cubicBezTo>
                <a:lnTo>
                  <a:pt x="1941" y="82"/>
                </a:lnTo>
                <a:cubicBezTo>
                  <a:pt x="1889" y="27"/>
                  <a:pt x="1823" y="0"/>
                  <a:pt x="175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9" name="Shape 4319"/>
        <p:cNvGrpSpPr/>
        <p:nvPr/>
      </p:nvGrpSpPr>
      <p:grpSpPr>
        <a:xfrm>
          <a:off x="0" y="0"/>
          <a:ext cx="0" cy="0"/>
          <a:chOff x="0" y="0"/>
          <a:chExt cx="0" cy="0"/>
        </a:xfrm>
      </p:grpSpPr>
      <p:sp>
        <p:nvSpPr>
          <p:cNvPr id="4320" name="Google Shape;4320;p101"/>
          <p:cNvSpPr txBox="1"/>
          <p:nvPr>
            <p:ph type="ctrTitle"/>
          </p:nvPr>
        </p:nvSpPr>
        <p:spPr>
          <a:xfrm>
            <a:off x="917900" y="0"/>
            <a:ext cx="7479600" cy="15786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a:t>INTERACTIVITY</a:t>
            </a:r>
            <a:endParaRPr/>
          </a:p>
        </p:txBody>
      </p:sp>
      <p:grpSp>
        <p:nvGrpSpPr>
          <p:cNvPr id="4321" name="Google Shape;4321;p101"/>
          <p:cNvGrpSpPr/>
          <p:nvPr/>
        </p:nvGrpSpPr>
        <p:grpSpPr>
          <a:xfrm>
            <a:off x="1784273" y="1321034"/>
            <a:ext cx="5575443" cy="3401418"/>
            <a:chOff x="2811275" y="2753300"/>
            <a:chExt cx="3322276" cy="2026825"/>
          </a:xfrm>
        </p:grpSpPr>
        <p:sp>
          <p:nvSpPr>
            <p:cNvPr id="4322" name="Google Shape;4322;p101"/>
            <p:cNvSpPr/>
            <p:nvPr/>
          </p:nvSpPr>
          <p:spPr>
            <a:xfrm>
              <a:off x="4655750" y="3239464"/>
              <a:ext cx="947575" cy="1535475"/>
            </a:xfrm>
            <a:custGeom>
              <a:rect b="b" l="l" r="r" t="t"/>
              <a:pathLst>
                <a:path extrusionOk="0" h="61419" w="37903">
                  <a:moveTo>
                    <a:pt x="34985" y="1"/>
                  </a:moveTo>
                  <a:cubicBezTo>
                    <a:pt x="32160" y="1"/>
                    <a:pt x="27829" y="713"/>
                    <a:pt x="24516" y="4443"/>
                  </a:cubicBezTo>
                  <a:cubicBezTo>
                    <a:pt x="17530" y="12323"/>
                    <a:pt x="20524" y="18038"/>
                    <a:pt x="14745" y="20631"/>
                  </a:cubicBezTo>
                  <a:cubicBezTo>
                    <a:pt x="8637" y="23375"/>
                    <a:pt x="1" y="31734"/>
                    <a:pt x="2936" y="45220"/>
                  </a:cubicBezTo>
                  <a:cubicBezTo>
                    <a:pt x="4398" y="51947"/>
                    <a:pt x="6404" y="57521"/>
                    <a:pt x="8041" y="61419"/>
                  </a:cubicBezTo>
                  <a:lnTo>
                    <a:pt x="26399" y="61419"/>
                  </a:lnTo>
                  <a:cubicBezTo>
                    <a:pt x="27579" y="59231"/>
                    <a:pt x="30410" y="52763"/>
                    <a:pt x="26239" y="47130"/>
                  </a:cubicBezTo>
                  <a:cubicBezTo>
                    <a:pt x="21125" y="40220"/>
                    <a:pt x="17803" y="30020"/>
                    <a:pt x="26663" y="26115"/>
                  </a:cubicBezTo>
                  <a:cubicBezTo>
                    <a:pt x="35528" y="22213"/>
                    <a:pt x="26832" y="15158"/>
                    <a:pt x="27511" y="8969"/>
                  </a:cubicBezTo>
                  <a:cubicBezTo>
                    <a:pt x="28195" y="2774"/>
                    <a:pt x="37903" y="273"/>
                    <a:pt x="37903" y="273"/>
                  </a:cubicBezTo>
                  <a:cubicBezTo>
                    <a:pt x="37903" y="273"/>
                    <a:pt x="36731" y="1"/>
                    <a:pt x="34985"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3" name="Google Shape;4323;p101"/>
            <p:cNvSpPr/>
            <p:nvPr/>
          </p:nvSpPr>
          <p:spPr>
            <a:xfrm>
              <a:off x="4893325" y="3250425"/>
              <a:ext cx="710125" cy="1527200"/>
            </a:xfrm>
            <a:custGeom>
              <a:rect b="b" l="l" r="r" t="t"/>
              <a:pathLst>
                <a:path extrusionOk="0" h="61088" w="28405">
                  <a:moveTo>
                    <a:pt x="28359" y="0"/>
                  </a:moveTo>
                  <a:cubicBezTo>
                    <a:pt x="27574" y="0"/>
                    <a:pt x="16983" y="189"/>
                    <a:pt x="15497" y="8081"/>
                  </a:cubicBezTo>
                  <a:cubicBezTo>
                    <a:pt x="15055" y="10415"/>
                    <a:pt x="15000" y="12557"/>
                    <a:pt x="14945" y="14631"/>
                  </a:cubicBezTo>
                  <a:cubicBezTo>
                    <a:pt x="14813" y="19686"/>
                    <a:pt x="14708" y="23678"/>
                    <a:pt x="8738" y="26390"/>
                  </a:cubicBezTo>
                  <a:cubicBezTo>
                    <a:pt x="4968" y="28103"/>
                    <a:pt x="2289" y="31348"/>
                    <a:pt x="1203" y="35528"/>
                  </a:cubicBezTo>
                  <a:cubicBezTo>
                    <a:pt x="0" y="40145"/>
                    <a:pt x="976" y="45208"/>
                    <a:pt x="3820" y="49069"/>
                  </a:cubicBezTo>
                  <a:cubicBezTo>
                    <a:pt x="9234" y="56420"/>
                    <a:pt x="8441" y="61000"/>
                    <a:pt x="8432" y="61046"/>
                  </a:cubicBezTo>
                  <a:lnTo>
                    <a:pt x="8637" y="61088"/>
                  </a:lnTo>
                  <a:cubicBezTo>
                    <a:pt x="8646" y="61042"/>
                    <a:pt x="9462" y="56379"/>
                    <a:pt x="3988" y="48946"/>
                  </a:cubicBezTo>
                  <a:cubicBezTo>
                    <a:pt x="1180" y="45135"/>
                    <a:pt x="215" y="40141"/>
                    <a:pt x="1404" y="35582"/>
                  </a:cubicBezTo>
                  <a:cubicBezTo>
                    <a:pt x="2476" y="31462"/>
                    <a:pt x="5114" y="28267"/>
                    <a:pt x="8824" y="26581"/>
                  </a:cubicBezTo>
                  <a:cubicBezTo>
                    <a:pt x="14913" y="23815"/>
                    <a:pt x="15018" y="19762"/>
                    <a:pt x="15154" y="14635"/>
                  </a:cubicBezTo>
                  <a:cubicBezTo>
                    <a:pt x="15205" y="12570"/>
                    <a:pt x="15264" y="10437"/>
                    <a:pt x="15701" y="8118"/>
                  </a:cubicBezTo>
                  <a:cubicBezTo>
                    <a:pt x="17179" y="279"/>
                    <a:pt x="27904" y="210"/>
                    <a:pt x="28384" y="210"/>
                  </a:cubicBezTo>
                  <a:cubicBezTo>
                    <a:pt x="28392" y="210"/>
                    <a:pt x="28398" y="210"/>
                    <a:pt x="28400" y="210"/>
                  </a:cubicBezTo>
                  <a:lnTo>
                    <a:pt x="28404" y="1"/>
                  </a:lnTo>
                  <a:cubicBezTo>
                    <a:pt x="28400" y="1"/>
                    <a:pt x="28385" y="0"/>
                    <a:pt x="28359" y="0"/>
                  </a:cubicBez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4" name="Google Shape;4324;p101"/>
            <p:cNvSpPr/>
            <p:nvPr/>
          </p:nvSpPr>
          <p:spPr>
            <a:xfrm>
              <a:off x="4948125" y="4173000"/>
              <a:ext cx="244450" cy="246150"/>
            </a:xfrm>
            <a:custGeom>
              <a:rect b="b" l="l" r="r" t="t"/>
              <a:pathLst>
                <a:path extrusionOk="0" h="9846" w="9778">
                  <a:moveTo>
                    <a:pt x="9773" y="1"/>
                  </a:moveTo>
                  <a:cubicBezTo>
                    <a:pt x="278" y="215"/>
                    <a:pt x="0" y="9746"/>
                    <a:pt x="0" y="9841"/>
                  </a:cubicBezTo>
                  <a:lnTo>
                    <a:pt x="206" y="9845"/>
                  </a:lnTo>
                  <a:cubicBezTo>
                    <a:pt x="210" y="9750"/>
                    <a:pt x="484" y="421"/>
                    <a:pt x="9777" y="211"/>
                  </a:cubicBezTo>
                  <a:lnTo>
                    <a:pt x="9773" y="1"/>
                  </a:ln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5" name="Google Shape;4325;p101"/>
            <p:cNvSpPr/>
            <p:nvPr/>
          </p:nvSpPr>
          <p:spPr>
            <a:xfrm>
              <a:off x="4953250" y="3925875"/>
              <a:ext cx="305850" cy="138700"/>
            </a:xfrm>
            <a:custGeom>
              <a:rect b="b" l="l" r="r" t="t"/>
              <a:pathLst>
                <a:path extrusionOk="0" h="5548" w="12234">
                  <a:moveTo>
                    <a:pt x="9957" y="0"/>
                  </a:moveTo>
                  <a:cubicBezTo>
                    <a:pt x="4896" y="0"/>
                    <a:pt x="56" y="5346"/>
                    <a:pt x="1" y="5405"/>
                  </a:cubicBezTo>
                  <a:lnTo>
                    <a:pt x="155" y="5548"/>
                  </a:lnTo>
                  <a:cubicBezTo>
                    <a:pt x="211" y="5484"/>
                    <a:pt x="4989" y="208"/>
                    <a:pt x="9953" y="208"/>
                  </a:cubicBezTo>
                  <a:cubicBezTo>
                    <a:pt x="10692" y="208"/>
                    <a:pt x="11434" y="325"/>
                    <a:pt x="12166" y="593"/>
                  </a:cubicBezTo>
                  <a:lnTo>
                    <a:pt x="12233" y="397"/>
                  </a:lnTo>
                  <a:cubicBezTo>
                    <a:pt x="11480" y="120"/>
                    <a:pt x="10716" y="0"/>
                    <a:pt x="9957" y="0"/>
                  </a:cubicBez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6" name="Google Shape;4326;p101"/>
            <p:cNvSpPr/>
            <p:nvPr/>
          </p:nvSpPr>
          <p:spPr>
            <a:xfrm>
              <a:off x="5130775" y="3616975"/>
              <a:ext cx="109975" cy="187825"/>
            </a:xfrm>
            <a:custGeom>
              <a:rect b="b" l="l" r="r" t="t"/>
              <a:pathLst>
                <a:path extrusionOk="0" h="7513" w="4399">
                  <a:moveTo>
                    <a:pt x="101" y="1"/>
                  </a:moveTo>
                  <a:lnTo>
                    <a:pt x="0" y="188"/>
                  </a:lnTo>
                  <a:cubicBezTo>
                    <a:pt x="2781" y="1646"/>
                    <a:pt x="4184" y="7457"/>
                    <a:pt x="4198" y="7512"/>
                  </a:cubicBezTo>
                  <a:lnTo>
                    <a:pt x="4398" y="7466"/>
                  </a:lnTo>
                  <a:cubicBezTo>
                    <a:pt x="4344" y="7224"/>
                    <a:pt x="2963" y="1505"/>
                    <a:pt x="101" y="1"/>
                  </a:cubicBez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7" name="Google Shape;4327;p101"/>
            <p:cNvSpPr/>
            <p:nvPr/>
          </p:nvSpPr>
          <p:spPr>
            <a:xfrm>
              <a:off x="2812175" y="3367125"/>
              <a:ext cx="1247900" cy="1410050"/>
            </a:xfrm>
            <a:custGeom>
              <a:rect b="b" l="l" r="r" t="t"/>
              <a:pathLst>
                <a:path extrusionOk="0" h="56402" w="49916">
                  <a:moveTo>
                    <a:pt x="7818" y="0"/>
                  </a:moveTo>
                  <a:cubicBezTo>
                    <a:pt x="3373" y="0"/>
                    <a:pt x="0" y="2178"/>
                    <a:pt x="0" y="2178"/>
                  </a:cubicBezTo>
                  <a:cubicBezTo>
                    <a:pt x="0" y="2178"/>
                    <a:pt x="622" y="2120"/>
                    <a:pt x="1597" y="2120"/>
                  </a:cubicBezTo>
                  <a:cubicBezTo>
                    <a:pt x="4530" y="2120"/>
                    <a:pt x="10665" y="2644"/>
                    <a:pt x="12721" y="6841"/>
                  </a:cubicBezTo>
                  <a:cubicBezTo>
                    <a:pt x="15455" y="12437"/>
                    <a:pt x="9662" y="22018"/>
                    <a:pt x="19320" y="22692"/>
                  </a:cubicBezTo>
                  <a:cubicBezTo>
                    <a:pt x="28983" y="23371"/>
                    <a:pt x="29307" y="34095"/>
                    <a:pt x="26831" y="42322"/>
                  </a:cubicBezTo>
                  <a:cubicBezTo>
                    <a:pt x="24357" y="50553"/>
                    <a:pt x="32200" y="56401"/>
                    <a:pt x="32200" y="56401"/>
                  </a:cubicBezTo>
                  <a:lnTo>
                    <a:pt x="48111" y="56401"/>
                  </a:lnTo>
                  <a:cubicBezTo>
                    <a:pt x="48111" y="56401"/>
                    <a:pt x="49916" y="46333"/>
                    <a:pt x="48111" y="32646"/>
                  </a:cubicBezTo>
                  <a:cubicBezTo>
                    <a:pt x="46310" y="18960"/>
                    <a:pt x="35354" y="14015"/>
                    <a:pt x="28682" y="13499"/>
                  </a:cubicBezTo>
                  <a:cubicBezTo>
                    <a:pt x="22365" y="13016"/>
                    <a:pt x="23253" y="6622"/>
                    <a:pt x="14006" y="1576"/>
                  </a:cubicBezTo>
                  <a:cubicBezTo>
                    <a:pt x="11867" y="408"/>
                    <a:pt x="9742" y="0"/>
                    <a:pt x="7818" y="0"/>
                  </a:cubicBez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8" name="Google Shape;4328;p101"/>
            <p:cNvSpPr/>
            <p:nvPr/>
          </p:nvSpPr>
          <p:spPr>
            <a:xfrm>
              <a:off x="2811275" y="3392000"/>
              <a:ext cx="1027550" cy="1386175"/>
            </a:xfrm>
            <a:custGeom>
              <a:rect b="b" l="l" r="r" t="t"/>
              <a:pathLst>
                <a:path extrusionOk="0" h="55447" w="41102">
                  <a:moveTo>
                    <a:pt x="6314" y="1"/>
                  </a:moveTo>
                  <a:cubicBezTo>
                    <a:pt x="2954" y="1"/>
                    <a:pt x="54" y="1066"/>
                    <a:pt x="0" y="1088"/>
                  </a:cubicBezTo>
                  <a:lnTo>
                    <a:pt x="72" y="1284"/>
                  </a:lnTo>
                  <a:cubicBezTo>
                    <a:pt x="127" y="1262"/>
                    <a:pt x="2996" y="208"/>
                    <a:pt x="6311" y="208"/>
                  </a:cubicBezTo>
                  <a:cubicBezTo>
                    <a:pt x="9336" y="208"/>
                    <a:pt x="12732" y="1086"/>
                    <a:pt x="14698" y="4429"/>
                  </a:cubicBezTo>
                  <a:cubicBezTo>
                    <a:pt x="15897" y="6461"/>
                    <a:pt x="16671" y="8453"/>
                    <a:pt x="17420" y="10376"/>
                  </a:cubicBezTo>
                  <a:cubicBezTo>
                    <a:pt x="19279" y="15153"/>
                    <a:pt x="20750" y="18931"/>
                    <a:pt x="27414" y="19473"/>
                  </a:cubicBezTo>
                  <a:cubicBezTo>
                    <a:pt x="31480" y="19801"/>
                    <a:pt x="35039" y="21920"/>
                    <a:pt x="37446" y="25430"/>
                  </a:cubicBezTo>
                  <a:cubicBezTo>
                    <a:pt x="40103" y="29318"/>
                    <a:pt x="40883" y="34345"/>
                    <a:pt x="39533" y="38880"/>
                  </a:cubicBezTo>
                  <a:cubicBezTo>
                    <a:pt x="36899" y="47722"/>
                    <a:pt x="40254" y="55370"/>
                    <a:pt x="40290" y="55447"/>
                  </a:cubicBezTo>
                  <a:lnTo>
                    <a:pt x="40477" y="55360"/>
                  </a:lnTo>
                  <a:cubicBezTo>
                    <a:pt x="40445" y="55288"/>
                    <a:pt x="37122" y="47708"/>
                    <a:pt x="39734" y="38939"/>
                  </a:cubicBezTo>
                  <a:cubicBezTo>
                    <a:pt x="41101" y="34345"/>
                    <a:pt x="40308" y="29249"/>
                    <a:pt x="37614" y="25317"/>
                  </a:cubicBezTo>
                  <a:cubicBezTo>
                    <a:pt x="35176" y="21747"/>
                    <a:pt x="31562" y="19601"/>
                    <a:pt x="27433" y="19263"/>
                  </a:cubicBezTo>
                  <a:cubicBezTo>
                    <a:pt x="20897" y="18731"/>
                    <a:pt x="19448" y="15011"/>
                    <a:pt x="17615" y="10298"/>
                  </a:cubicBezTo>
                  <a:cubicBezTo>
                    <a:pt x="16863" y="8366"/>
                    <a:pt x="16084" y="6370"/>
                    <a:pt x="14881" y="4319"/>
                  </a:cubicBezTo>
                  <a:cubicBezTo>
                    <a:pt x="12866" y="897"/>
                    <a:pt x="9396" y="1"/>
                    <a:pt x="631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9" name="Google Shape;4329;p101"/>
            <p:cNvSpPr/>
            <p:nvPr/>
          </p:nvSpPr>
          <p:spPr>
            <a:xfrm>
              <a:off x="3510175" y="4132700"/>
              <a:ext cx="313150" cy="166225"/>
            </a:xfrm>
            <a:custGeom>
              <a:rect b="b" l="l" r="r" t="t"/>
              <a:pathLst>
                <a:path extrusionOk="0" h="6649" w="12526">
                  <a:moveTo>
                    <a:pt x="3576" y="0"/>
                  </a:moveTo>
                  <a:cubicBezTo>
                    <a:pt x="2496" y="0"/>
                    <a:pt x="1307" y="187"/>
                    <a:pt x="1" y="624"/>
                  </a:cubicBezTo>
                  <a:lnTo>
                    <a:pt x="64" y="820"/>
                  </a:lnTo>
                  <a:cubicBezTo>
                    <a:pt x="1340" y="394"/>
                    <a:pt x="2502" y="211"/>
                    <a:pt x="3558" y="211"/>
                  </a:cubicBezTo>
                  <a:cubicBezTo>
                    <a:pt x="9794" y="211"/>
                    <a:pt x="12302" y="6575"/>
                    <a:pt x="12329" y="6649"/>
                  </a:cubicBezTo>
                  <a:lnTo>
                    <a:pt x="12525" y="6577"/>
                  </a:lnTo>
                  <a:cubicBezTo>
                    <a:pt x="12494" y="6498"/>
                    <a:pt x="9944" y="0"/>
                    <a:pt x="357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0" name="Google Shape;4330;p101"/>
            <p:cNvSpPr/>
            <p:nvPr/>
          </p:nvSpPr>
          <p:spPr>
            <a:xfrm>
              <a:off x="3367075" y="3906850"/>
              <a:ext cx="330225" cy="59725"/>
            </a:xfrm>
            <a:custGeom>
              <a:rect b="b" l="l" r="r" t="t"/>
              <a:pathLst>
                <a:path extrusionOk="0" h="2389" w="13209">
                  <a:moveTo>
                    <a:pt x="5015" y="1"/>
                  </a:moveTo>
                  <a:cubicBezTo>
                    <a:pt x="3229" y="1"/>
                    <a:pt x="1443" y="421"/>
                    <a:pt x="1" y="1627"/>
                  </a:cubicBezTo>
                  <a:lnTo>
                    <a:pt x="132" y="1787"/>
                  </a:lnTo>
                  <a:cubicBezTo>
                    <a:pt x="1534" y="615"/>
                    <a:pt x="3273" y="206"/>
                    <a:pt x="5018" y="206"/>
                  </a:cubicBezTo>
                  <a:cubicBezTo>
                    <a:pt x="9020" y="206"/>
                    <a:pt x="13051" y="2357"/>
                    <a:pt x="13108" y="2388"/>
                  </a:cubicBezTo>
                  <a:lnTo>
                    <a:pt x="13209" y="2207"/>
                  </a:lnTo>
                  <a:cubicBezTo>
                    <a:pt x="13152" y="2175"/>
                    <a:pt x="9080" y="1"/>
                    <a:pt x="50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1" name="Google Shape;4331;p101"/>
            <p:cNvSpPr/>
            <p:nvPr/>
          </p:nvSpPr>
          <p:spPr>
            <a:xfrm>
              <a:off x="3322975" y="3605000"/>
              <a:ext cx="58600" cy="211950"/>
            </a:xfrm>
            <a:custGeom>
              <a:rect b="b" l="l" r="r" t="t"/>
              <a:pathLst>
                <a:path extrusionOk="0" h="8478" w="2344">
                  <a:moveTo>
                    <a:pt x="2188" y="1"/>
                  </a:moveTo>
                  <a:cubicBezTo>
                    <a:pt x="0" y="2385"/>
                    <a:pt x="638" y="8232"/>
                    <a:pt x="665" y="8478"/>
                  </a:cubicBezTo>
                  <a:lnTo>
                    <a:pt x="875" y="8456"/>
                  </a:lnTo>
                  <a:cubicBezTo>
                    <a:pt x="867" y="8396"/>
                    <a:pt x="219" y="2453"/>
                    <a:pt x="2343" y="143"/>
                  </a:cubicBezTo>
                  <a:lnTo>
                    <a:pt x="218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2" name="Google Shape;4332;p101"/>
            <p:cNvSpPr/>
            <p:nvPr/>
          </p:nvSpPr>
          <p:spPr>
            <a:xfrm>
              <a:off x="3921375" y="2856300"/>
              <a:ext cx="1352975" cy="1920875"/>
            </a:xfrm>
            <a:custGeom>
              <a:rect b="b" l="l" r="r" t="t"/>
              <a:pathLst>
                <a:path extrusionOk="0" h="76835" w="54119">
                  <a:moveTo>
                    <a:pt x="50696" y="0"/>
                  </a:moveTo>
                  <a:lnTo>
                    <a:pt x="50696" y="0"/>
                  </a:lnTo>
                  <a:cubicBezTo>
                    <a:pt x="50696" y="0"/>
                    <a:pt x="37178" y="949"/>
                    <a:pt x="33181" y="12183"/>
                  </a:cubicBezTo>
                  <a:cubicBezTo>
                    <a:pt x="29185" y="23413"/>
                    <a:pt x="27088" y="28554"/>
                    <a:pt x="19854" y="33312"/>
                  </a:cubicBezTo>
                  <a:cubicBezTo>
                    <a:pt x="12622" y="38070"/>
                    <a:pt x="1" y="59050"/>
                    <a:pt x="10024" y="76834"/>
                  </a:cubicBezTo>
                  <a:lnTo>
                    <a:pt x="29412" y="76834"/>
                  </a:lnTo>
                  <a:cubicBezTo>
                    <a:pt x="29412" y="76834"/>
                    <a:pt x="36987" y="66630"/>
                    <a:pt x="33373" y="57683"/>
                  </a:cubicBezTo>
                  <a:cubicBezTo>
                    <a:pt x="29753" y="48735"/>
                    <a:pt x="28993" y="32935"/>
                    <a:pt x="41558" y="27985"/>
                  </a:cubicBezTo>
                  <a:cubicBezTo>
                    <a:pt x="54119" y="23036"/>
                    <a:pt x="42889" y="6664"/>
                    <a:pt x="50696" y="0"/>
                  </a:cubicBez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3" name="Google Shape;4333;p101"/>
            <p:cNvSpPr/>
            <p:nvPr/>
          </p:nvSpPr>
          <p:spPr>
            <a:xfrm>
              <a:off x="4372475" y="2853675"/>
              <a:ext cx="816675" cy="1923700"/>
            </a:xfrm>
            <a:custGeom>
              <a:rect b="b" l="l" r="r" t="t"/>
              <a:pathLst>
                <a:path extrusionOk="0" h="76948" w="32667">
                  <a:moveTo>
                    <a:pt x="32635" y="0"/>
                  </a:moveTo>
                  <a:cubicBezTo>
                    <a:pt x="32602" y="6"/>
                    <a:pt x="29389" y="507"/>
                    <a:pt x="26126" y="2804"/>
                  </a:cubicBezTo>
                  <a:cubicBezTo>
                    <a:pt x="23113" y="4923"/>
                    <a:pt x="19435" y="9047"/>
                    <a:pt x="19029" y="16659"/>
                  </a:cubicBezTo>
                  <a:cubicBezTo>
                    <a:pt x="18665" y="23555"/>
                    <a:pt x="14759" y="27301"/>
                    <a:pt x="10625" y="31267"/>
                  </a:cubicBezTo>
                  <a:cubicBezTo>
                    <a:pt x="5972" y="35733"/>
                    <a:pt x="1159" y="40350"/>
                    <a:pt x="753" y="49875"/>
                  </a:cubicBezTo>
                  <a:cubicBezTo>
                    <a:pt x="1" y="67673"/>
                    <a:pt x="749" y="76857"/>
                    <a:pt x="753" y="76948"/>
                  </a:cubicBezTo>
                  <a:lnTo>
                    <a:pt x="962" y="76930"/>
                  </a:lnTo>
                  <a:cubicBezTo>
                    <a:pt x="954" y="76838"/>
                    <a:pt x="211" y="67664"/>
                    <a:pt x="962" y="49885"/>
                  </a:cubicBezTo>
                  <a:cubicBezTo>
                    <a:pt x="1364" y="40441"/>
                    <a:pt x="6145" y="35851"/>
                    <a:pt x="10771" y="31417"/>
                  </a:cubicBezTo>
                  <a:cubicBezTo>
                    <a:pt x="14932" y="27420"/>
                    <a:pt x="18865" y="23646"/>
                    <a:pt x="19239" y="16673"/>
                  </a:cubicBezTo>
                  <a:cubicBezTo>
                    <a:pt x="19640" y="9144"/>
                    <a:pt x="23264" y="5069"/>
                    <a:pt x="26236" y="2977"/>
                  </a:cubicBezTo>
                  <a:cubicBezTo>
                    <a:pt x="29462" y="707"/>
                    <a:pt x="32635" y="210"/>
                    <a:pt x="32666" y="206"/>
                  </a:cubicBezTo>
                  <a:lnTo>
                    <a:pt x="3263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4" name="Google Shape;4334;p101"/>
            <p:cNvSpPr/>
            <p:nvPr/>
          </p:nvSpPr>
          <p:spPr>
            <a:xfrm>
              <a:off x="4849000" y="3144525"/>
              <a:ext cx="266200" cy="127700"/>
            </a:xfrm>
            <a:custGeom>
              <a:rect b="b" l="l" r="r" t="t"/>
              <a:pathLst>
                <a:path extrusionOk="0" h="5108" w="10648">
                  <a:moveTo>
                    <a:pt x="10111" y="1"/>
                  </a:moveTo>
                  <a:cubicBezTo>
                    <a:pt x="5244" y="1"/>
                    <a:pt x="53" y="4904"/>
                    <a:pt x="0" y="4957"/>
                  </a:cubicBezTo>
                  <a:lnTo>
                    <a:pt x="147" y="5108"/>
                  </a:lnTo>
                  <a:cubicBezTo>
                    <a:pt x="199" y="5059"/>
                    <a:pt x="5332" y="210"/>
                    <a:pt x="10100" y="210"/>
                  </a:cubicBezTo>
                  <a:cubicBezTo>
                    <a:pt x="10277" y="210"/>
                    <a:pt x="10453" y="216"/>
                    <a:pt x="10629" y="230"/>
                  </a:cubicBezTo>
                  <a:lnTo>
                    <a:pt x="10648" y="21"/>
                  </a:lnTo>
                  <a:cubicBezTo>
                    <a:pt x="10469" y="7"/>
                    <a:pt x="10290" y="1"/>
                    <a:pt x="1011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5" name="Google Shape;4335;p101"/>
            <p:cNvSpPr/>
            <p:nvPr/>
          </p:nvSpPr>
          <p:spPr>
            <a:xfrm>
              <a:off x="4704050" y="3501125"/>
              <a:ext cx="330600" cy="73950"/>
            </a:xfrm>
            <a:custGeom>
              <a:rect b="b" l="l" r="r" t="t"/>
              <a:pathLst>
                <a:path extrusionOk="0" h="2958" w="13224">
                  <a:moveTo>
                    <a:pt x="10287" y="0"/>
                  </a:moveTo>
                  <a:cubicBezTo>
                    <a:pt x="5438" y="0"/>
                    <a:pt x="68" y="2740"/>
                    <a:pt x="1" y="2771"/>
                  </a:cubicBezTo>
                  <a:lnTo>
                    <a:pt x="97" y="2958"/>
                  </a:lnTo>
                  <a:cubicBezTo>
                    <a:pt x="165" y="2923"/>
                    <a:pt x="5491" y="209"/>
                    <a:pt x="10278" y="209"/>
                  </a:cubicBezTo>
                  <a:cubicBezTo>
                    <a:pt x="11279" y="209"/>
                    <a:pt x="12257" y="328"/>
                    <a:pt x="13159" y="615"/>
                  </a:cubicBezTo>
                  <a:lnTo>
                    <a:pt x="13223" y="415"/>
                  </a:lnTo>
                  <a:cubicBezTo>
                    <a:pt x="12303" y="122"/>
                    <a:pt x="11307" y="0"/>
                    <a:pt x="1028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6" name="Google Shape;4336;p101"/>
            <p:cNvSpPr/>
            <p:nvPr/>
          </p:nvSpPr>
          <p:spPr>
            <a:xfrm>
              <a:off x="4408150" y="3873575"/>
              <a:ext cx="297550" cy="110325"/>
            </a:xfrm>
            <a:custGeom>
              <a:rect b="b" l="l" r="r" t="t"/>
              <a:pathLst>
                <a:path extrusionOk="0" h="4413" w="11902">
                  <a:moveTo>
                    <a:pt x="10377" y="0"/>
                  </a:moveTo>
                  <a:cubicBezTo>
                    <a:pt x="4721" y="0"/>
                    <a:pt x="50" y="4211"/>
                    <a:pt x="0" y="4257"/>
                  </a:cubicBezTo>
                  <a:lnTo>
                    <a:pt x="142" y="4413"/>
                  </a:lnTo>
                  <a:cubicBezTo>
                    <a:pt x="188" y="4367"/>
                    <a:pt x="4796" y="212"/>
                    <a:pt x="10373" y="212"/>
                  </a:cubicBezTo>
                  <a:cubicBezTo>
                    <a:pt x="10867" y="212"/>
                    <a:pt x="11368" y="245"/>
                    <a:pt x="11874" y="315"/>
                  </a:cubicBezTo>
                  <a:lnTo>
                    <a:pt x="11901" y="105"/>
                  </a:lnTo>
                  <a:cubicBezTo>
                    <a:pt x="11387" y="33"/>
                    <a:pt x="10878" y="0"/>
                    <a:pt x="1037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7" name="Google Shape;4337;p101"/>
            <p:cNvSpPr/>
            <p:nvPr/>
          </p:nvSpPr>
          <p:spPr>
            <a:xfrm>
              <a:off x="4615750" y="3478525"/>
              <a:ext cx="35125" cy="180300"/>
            </a:xfrm>
            <a:custGeom>
              <a:rect b="b" l="l" r="r" t="t"/>
              <a:pathLst>
                <a:path extrusionOk="0" h="7212" w="1405">
                  <a:moveTo>
                    <a:pt x="201" y="1"/>
                  </a:moveTo>
                  <a:lnTo>
                    <a:pt x="5" y="69"/>
                  </a:lnTo>
                  <a:cubicBezTo>
                    <a:pt x="1185" y="3414"/>
                    <a:pt x="15" y="7111"/>
                    <a:pt x="1" y="7148"/>
                  </a:cubicBezTo>
                  <a:lnTo>
                    <a:pt x="201" y="7211"/>
                  </a:lnTo>
                  <a:cubicBezTo>
                    <a:pt x="215" y="7175"/>
                    <a:pt x="1404" y="3414"/>
                    <a:pt x="20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8" name="Google Shape;4338;p101"/>
            <p:cNvSpPr/>
            <p:nvPr/>
          </p:nvSpPr>
          <p:spPr>
            <a:xfrm>
              <a:off x="4781388" y="2855480"/>
              <a:ext cx="1352163" cy="1919673"/>
            </a:xfrm>
            <a:custGeom>
              <a:rect b="b" l="l" r="r" t="t"/>
              <a:pathLst>
                <a:path extrusionOk="0" h="76833" w="54119">
                  <a:moveTo>
                    <a:pt x="50691" y="0"/>
                  </a:moveTo>
                  <a:cubicBezTo>
                    <a:pt x="50690" y="0"/>
                    <a:pt x="37172" y="953"/>
                    <a:pt x="33175" y="12182"/>
                  </a:cubicBezTo>
                  <a:cubicBezTo>
                    <a:pt x="29178" y="23417"/>
                    <a:pt x="27081" y="28554"/>
                    <a:pt x="19849" y="33316"/>
                  </a:cubicBezTo>
                  <a:cubicBezTo>
                    <a:pt x="12615" y="38075"/>
                    <a:pt x="0" y="59054"/>
                    <a:pt x="10018" y="76833"/>
                  </a:cubicBezTo>
                  <a:lnTo>
                    <a:pt x="29411" y="76833"/>
                  </a:lnTo>
                  <a:cubicBezTo>
                    <a:pt x="29411" y="76833"/>
                    <a:pt x="36981" y="66628"/>
                    <a:pt x="33367" y="57682"/>
                  </a:cubicBezTo>
                  <a:cubicBezTo>
                    <a:pt x="29748" y="48735"/>
                    <a:pt x="28987" y="32934"/>
                    <a:pt x="41553" y="27984"/>
                  </a:cubicBezTo>
                  <a:cubicBezTo>
                    <a:pt x="54118" y="23034"/>
                    <a:pt x="42883" y="6663"/>
                    <a:pt x="50691" y="0"/>
                  </a:cubicBez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9" name="Google Shape;4339;p101"/>
            <p:cNvSpPr/>
            <p:nvPr/>
          </p:nvSpPr>
          <p:spPr>
            <a:xfrm>
              <a:off x="5231500" y="2852007"/>
              <a:ext cx="816650" cy="1923700"/>
            </a:xfrm>
            <a:custGeom>
              <a:rect b="b" l="l" r="r" t="t"/>
              <a:pathLst>
                <a:path extrusionOk="0" h="76948" w="32666">
                  <a:moveTo>
                    <a:pt x="32638" y="0"/>
                  </a:moveTo>
                  <a:cubicBezTo>
                    <a:pt x="32602" y="5"/>
                    <a:pt x="29388" y="505"/>
                    <a:pt x="26125" y="2803"/>
                  </a:cubicBezTo>
                  <a:cubicBezTo>
                    <a:pt x="23113" y="4922"/>
                    <a:pt x="19434" y="9047"/>
                    <a:pt x="19029" y="16663"/>
                  </a:cubicBezTo>
                  <a:cubicBezTo>
                    <a:pt x="18664" y="23554"/>
                    <a:pt x="14758" y="27300"/>
                    <a:pt x="10624" y="31265"/>
                  </a:cubicBezTo>
                  <a:cubicBezTo>
                    <a:pt x="5971" y="35733"/>
                    <a:pt x="1158" y="40349"/>
                    <a:pt x="752" y="49875"/>
                  </a:cubicBezTo>
                  <a:cubicBezTo>
                    <a:pt x="1" y="67673"/>
                    <a:pt x="748" y="76856"/>
                    <a:pt x="757" y="76948"/>
                  </a:cubicBezTo>
                  <a:lnTo>
                    <a:pt x="962" y="76929"/>
                  </a:lnTo>
                  <a:cubicBezTo>
                    <a:pt x="958" y="76838"/>
                    <a:pt x="210" y="67668"/>
                    <a:pt x="962" y="49884"/>
                  </a:cubicBezTo>
                  <a:cubicBezTo>
                    <a:pt x="1364" y="40445"/>
                    <a:pt x="6144" y="35855"/>
                    <a:pt x="10771" y="31416"/>
                  </a:cubicBezTo>
                  <a:cubicBezTo>
                    <a:pt x="14936" y="27424"/>
                    <a:pt x="18870" y="23650"/>
                    <a:pt x="19238" y="16673"/>
                  </a:cubicBezTo>
                  <a:cubicBezTo>
                    <a:pt x="19640" y="9147"/>
                    <a:pt x="23268" y="5072"/>
                    <a:pt x="26239" y="2981"/>
                  </a:cubicBezTo>
                  <a:cubicBezTo>
                    <a:pt x="29461" y="707"/>
                    <a:pt x="32633" y="215"/>
                    <a:pt x="32665" y="210"/>
                  </a:cubicBezTo>
                  <a:lnTo>
                    <a:pt x="3263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0" name="Google Shape;4340;p101"/>
            <p:cNvSpPr/>
            <p:nvPr/>
          </p:nvSpPr>
          <p:spPr>
            <a:xfrm>
              <a:off x="5708000" y="3146325"/>
              <a:ext cx="266200" cy="127700"/>
            </a:xfrm>
            <a:custGeom>
              <a:rect b="b" l="l" r="r" t="t"/>
              <a:pathLst>
                <a:path extrusionOk="0" h="5108" w="10648">
                  <a:moveTo>
                    <a:pt x="10108" y="1"/>
                  </a:moveTo>
                  <a:cubicBezTo>
                    <a:pt x="5246" y="1"/>
                    <a:pt x="58" y="4905"/>
                    <a:pt x="1" y="4953"/>
                  </a:cubicBezTo>
                  <a:lnTo>
                    <a:pt x="146" y="5108"/>
                  </a:lnTo>
                  <a:cubicBezTo>
                    <a:pt x="199" y="5055"/>
                    <a:pt x="5336" y="207"/>
                    <a:pt x="10110" y="207"/>
                  </a:cubicBezTo>
                  <a:cubicBezTo>
                    <a:pt x="10285" y="207"/>
                    <a:pt x="10460" y="213"/>
                    <a:pt x="10634" y="227"/>
                  </a:cubicBezTo>
                  <a:lnTo>
                    <a:pt x="10647" y="21"/>
                  </a:lnTo>
                  <a:cubicBezTo>
                    <a:pt x="10468" y="7"/>
                    <a:pt x="10288" y="1"/>
                    <a:pt x="1010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1" name="Google Shape;4341;p101"/>
            <p:cNvSpPr/>
            <p:nvPr/>
          </p:nvSpPr>
          <p:spPr>
            <a:xfrm>
              <a:off x="5563175" y="3502925"/>
              <a:ext cx="330450" cy="73975"/>
            </a:xfrm>
            <a:custGeom>
              <a:rect b="b" l="l" r="r" t="t"/>
              <a:pathLst>
                <a:path extrusionOk="0" h="2959" w="13218">
                  <a:moveTo>
                    <a:pt x="10281" y="1"/>
                  </a:moveTo>
                  <a:cubicBezTo>
                    <a:pt x="5433" y="1"/>
                    <a:pt x="65" y="2738"/>
                    <a:pt x="1" y="2771"/>
                  </a:cubicBezTo>
                  <a:lnTo>
                    <a:pt x="96" y="2958"/>
                  </a:lnTo>
                  <a:cubicBezTo>
                    <a:pt x="160" y="2925"/>
                    <a:pt x="5489" y="205"/>
                    <a:pt x="10277" y="205"/>
                  </a:cubicBezTo>
                  <a:cubicBezTo>
                    <a:pt x="11278" y="205"/>
                    <a:pt x="12254" y="324"/>
                    <a:pt x="13154" y="611"/>
                  </a:cubicBezTo>
                  <a:lnTo>
                    <a:pt x="13218" y="415"/>
                  </a:lnTo>
                  <a:cubicBezTo>
                    <a:pt x="12298" y="122"/>
                    <a:pt x="11301" y="1"/>
                    <a:pt x="1028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2" name="Google Shape;4342;p101"/>
            <p:cNvSpPr/>
            <p:nvPr/>
          </p:nvSpPr>
          <p:spPr>
            <a:xfrm>
              <a:off x="5267175" y="3875400"/>
              <a:ext cx="297525" cy="110325"/>
            </a:xfrm>
            <a:custGeom>
              <a:rect b="b" l="l" r="r" t="t"/>
              <a:pathLst>
                <a:path extrusionOk="0" h="4413" w="11901">
                  <a:moveTo>
                    <a:pt x="10375" y="0"/>
                  </a:moveTo>
                  <a:cubicBezTo>
                    <a:pt x="4722" y="0"/>
                    <a:pt x="50" y="4212"/>
                    <a:pt x="0" y="4258"/>
                  </a:cubicBezTo>
                  <a:lnTo>
                    <a:pt x="141" y="4412"/>
                  </a:lnTo>
                  <a:cubicBezTo>
                    <a:pt x="191" y="4366"/>
                    <a:pt x="4801" y="207"/>
                    <a:pt x="10375" y="207"/>
                  </a:cubicBezTo>
                  <a:cubicBezTo>
                    <a:pt x="10867" y="207"/>
                    <a:pt x="11367" y="239"/>
                    <a:pt x="11873" y="310"/>
                  </a:cubicBezTo>
                  <a:lnTo>
                    <a:pt x="11900" y="106"/>
                  </a:lnTo>
                  <a:cubicBezTo>
                    <a:pt x="11386" y="33"/>
                    <a:pt x="10877" y="0"/>
                    <a:pt x="1037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3" name="Google Shape;4343;p101"/>
            <p:cNvSpPr/>
            <p:nvPr/>
          </p:nvSpPr>
          <p:spPr>
            <a:xfrm>
              <a:off x="5474875" y="3480250"/>
              <a:ext cx="35000" cy="180300"/>
            </a:xfrm>
            <a:custGeom>
              <a:rect b="b" l="l" r="r" t="t"/>
              <a:pathLst>
                <a:path extrusionOk="0" h="7212" w="1400">
                  <a:moveTo>
                    <a:pt x="197" y="0"/>
                  </a:moveTo>
                  <a:lnTo>
                    <a:pt x="1" y="68"/>
                  </a:lnTo>
                  <a:cubicBezTo>
                    <a:pt x="1181" y="3419"/>
                    <a:pt x="10" y="7110"/>
                    <a:pt x="1" y="7147"/>
                  </a:cubicBezTo>
                  <a:lnTo>
                    <a:pt x="197" y="7211"/>
                  </a:lnTo>
                  <a:cubicBezTo>
                    <a:pt x="210" y="7174"/>
                    <a:pt x="1400" y="3414"/>
                    <a:pt x="19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4" name="Google Shape;4344;p101"/>
            <p:cNvSpPr/>
            <p:nvPr/>
          </p:nvSpPr>
          <p:spPr>
            <a:xfrm>
              <a:off x="3117075" y="3015575"/>
              <a:ext cx="1489500" cy="1761600"/>
            </a:xfrm>
            <a:custGeom>
              <a:rect b="b" l="l" r="r" t="t"/>
              <a:pathLst>
                <a:path extrusionOk="0" h="70464" w="59580">
                  <a:moveTo>
                    <a:pt x="1" y="1"/>
                  </a:moveTo>
                  <a:cubicBezTo>
                    <a:pt x="1" y="1"/>
                    <a:pt x="7024" y="4681"/>
                    <a:pt x="6810" y="10430"/>
                  </a:cubicBezTo>
                  <a:cubicBezTo>
                    <a:pt x="6595" y="16172"/>
                    <a:pt x="7876" y="26600"/>
                    <a:pt x="20004" y="29581"/>
                  </a:cubicBezTo>
                  <a:cubicBezTo>
                    <a:pt x="32132" y="32557"/>
                    <a:pt x="32556" y="38186"/>
                    <a:pt x="29789" y="48140"/>
                  </a:cubicBezTo>
                  <a:cubicBezTo>
                    <a:pt x="27023" y="58094"/>
                    <a:pt x="30641" y="70463"/>
                    <a:pt x="30641" y="70463"/>
                  </a:cubicBezTo>
                  <a:lnTo>
                    <a:pt x="59579" y="70463"/>
                  </a:lnTo>
                  <a:cubicBezTo>
                    <a:pt x="59579" y="70463"/>
                    <a:pt x="57665" y="48071"/>
                    <a:pt x="45536" y="41271"/>
                  </a:cubicBezTo>
                  <a:cubicBezTo>
                    <a:pt x="33409" y="34471"/>
                    <a:pt x="36598" y="25962"/>
                    <a:pt x="29580" y="17239"/>
                  </a:cubicBezTo>
                  <a:cubicBezTo>
                    <a:pt x="22557" y="8515"/>
                    <a:pt x="14681" y="12557"/>
                    <a:pt x="11276" y="6387"/>
                  </a:cubicBezTo>
                  <a:cubicBezTo>
                    <a:pt x="7876" y="215"/>
                    <a:pt x="1" y="1"/>
                    <a:pt x="1"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5" name="Google Shape;4345;p101"/>
            <p:cNvSpPr/>
            <p:nvPr/>
          </p:nvSpPr>
          <p:spPr>
            <a:xfrm>
              <a:off x="3116975" y="3012900"/>
              <a:ext cx="1219300" cy="1765850"/>
            </a:xfrm>
            <a:custGeom>
              <a:rect b="b" l="l" r="r" t="t"/>
              <a:pathLst>
                <a:path extrusionOk="0" h="70634" w="48772">
                  <a:moveTo>
                    <a:pt x="113" y="1"/>
                  </a:moveTo>
                  <a:cubicBezTo>
                    <a:pt x="44" y="1"/>
                    <a:pt x="5" y="3"/>
                    <a:pt x="0" y="3"/>
                  </a:cubicBezTo>
                  <a:lnTo>
                    <a:pt x="13" y="213"/>
                  </a:lnTo>
                  <a:cubicBezTo>
                    <a:pt x="18" y="213"/>
                    <a:pt x="55" y="211"/>
                    <a:pt x="121" y="211"/>
                  </a:cubicBezTo>
                  <a:cubicBezTo>
                    <a:pt x="1055" y="211"/>
                    <a:pt x="7827" y="559"/>
                    <a:pt x="11467" y="10331"/>
                  </a:cubicBezTo>
                  <a:cubicBezTo>
                    <a:pt x="15396" y="20873"/>
                    <a:pt x="21763" y="23603"/>
                    <a:pt x="26881" y="25796"/>
                  </a:cubicBezTo>
                  <a:lnTo>
                    <a:pt x="27128" y="25900"/>
                  </a:lnTo>
                  <a:cubicBezTo>
                    <a:pt x="32368" y="28147"/>
                    <a:pt x="40681" y="36200"/>
                    <a:pt x="40681" y="48247"/>
                  </a:cubicBezTo>
                  <a:cubicBezTo>
                    <a:pt x="40681" y="60292"/>
                    <a:pt x="48530" y="70529"/>
                    <a:pt x="48607" y="70634"/>
                  </a:cubicBezTo>
                  <a:lnTo>
                    <a:pt x="48771" y="70507"/>
                  </a:lnTo>
                  <a:cubicBezTo>
                    <a:pt x="48694" y="70402"/>
                    <a:pt x="40891" y="60219"/>
                    <a:pt x="40891" y="48247"/>
                  </a:cubicBezTo>
                  <a:cubicBezTo>
                    <a:pt x="40891" y="36100"/>
                    <a:pt x="32501" y="27978"/>
                    <a:pt x="27210" y="25708"/>
                  </a:cubicBezTo>
                  <a:lnTo>
                    <a:pt x="26964" y="25604"/>
                  </a:lnTo>
                  <a:cubicBezTo>
                    <a:pt x="21882" y="23425"/>
                    <a:pt x="15560" y="20718"/>
                    <a:pt x="11663" y="10263"/>
                  </a:cubicBezTo>
                  <a:cubicBezTo>
                    <a:pt x="7977" y="359"/>
                    <a:pt x="1081" y="1"/>
                    <a:pt x="113" y="1"/>
                  </a:cubicBez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6" name="Google Shape;4346;p101"/>
            <p:cNvSpPr/>
            <p:nvPr/>
          </p:nvSpPr>
          <p:spPr>
            <a:xfrm rot="5400000">
              <a:off x="3511910" y="3024401"/>
              <a:ext cx="2025516" cy="1483314"/>
            </a:xfrm>
            <a:custGeom>
              <a:rect b="b" l="l" r="r" t="t"/>
              <a:pathLst>
                <a:path extrusionOk="0" h="54750" w="74639">
                  <a:moveTo>
                    <a:pt x="4296" y="1"/>
                  </a:moveTo>
                  <a:cubicBezTo>
                    <a:pt x="1925" y="1"/>
                    <a:pt x="0" y="1926"/>
                    <a:pt x="0" y="4300"/>
                  </a:cubicBezTo>
                  <a:lnTo>
                    <a:pt x="0" y="50450"/>
                  </a:lnTo>
                  <a:cubicBezTo>
                    <a:pt x="0" y="52825"/>
                    <a:pt x="1925" y="54750"/>
                    <a:pt x="4296" y="54750"/>
                  </a:cubicBezTo>
                  <a:lnTo>
                    <a:pt x="70339" y="54750"/>
                  </a:lnTo>
                  <a:cubicBezTo>
                    <a:pt x="72714" y="54750"/>
                    <a:pt x="74639" y="52825"/>
                    <a:pt x="74639" y="50450"/>
                  </a:cubicBezTo>
                  <a:lnTo>
                    <a:pt x="74639" y="4300"/>
                  </a:lnTo>
                  <a:cubicBezTo>
                    <a:pt x="74639" y="1926"/>
                    <a:pt x="72714" y="1"/>
                    <a:pt x="70339" y="1"/>
                  </a:cubicBezTo>
                  <a:close/>
                </a:path>
              </a:pathLst>
            </a:custGeom>
            <a:solidFill>
              <a:srgbClr val="5C25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7" name="Google Shape;4347;p101"/>
            <p:cNvSpPr/>
            <p:nvPr/>
          </p:nvSpPr>
          <p:spPr>
            <a:xfrm>
              <a:off x="4095175" y="4102375"/>
              <a:ext cx="240200" cy="389700"/>
            </a:xfrm>
            <a:custGeom>
              <a:rect b="b" l="l" r="r" t="t"/>
              <a:pathLst>
                <a:path extrusionOk="0" h="15588" w="9608">
                  <a:moveTo>
                    <a:pt x="9517" y="0"/>
                  </a:moveTo>
                  <a:cubicBezTo>
                    <a:pt x="0" y="4544"/>
                    <a:pt x="3468" y="15478"/>
                    <a:pt x="3505" y="15588"/>
                  </a:cubicBezTo>
                  <a:lnTo>
                    <a:pt x="3705" y="15524"/>
                  </a:lnTo>
                  <a:cubicBezTo>
                    <a:pt x="3669" y="15415"/>
                    <a:pt x="255" y="4649"/>
                    <a:pt x="9607" y="188"/>
                  </a:cubicBezTo>
                  <a:lnTo>
                    <a:pt x="9517" y="0"/>
                  </a:ln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8" name="Google Shape;4348;p101"/>
            <p:cNvSpPr/>
            <p:nvPr/>
          </p:nvSpPr>
          <p:spPr>
            <a:xfrm>
              <a:off x="3896550" y="4027075"/>
              <a:ext cx="242250" cy="177650"/>
            </a:xfrm>
            <a:custGeom>
              <a:rect b="b" l="l" r="r" t="t"/>
              <a:pathLst>
                <a:path extrusionOk="0" h="7106" w="9690">
                  <a:moveTo>
                    <a:pt x="5" y="0"/>
                  </a:moveTo>
                  <a:lnTo>
                    <a:pt x="1" y="209"/>
                  </a:lnTo>
                  <a:cubicBezTo>
                    <a:pt x="5871" y="341"/>
                    <a:pt x="9471" y="7037"/>
                    <a:pt x="9504" y="7106"/>
                  </a:cubicBezTo>
                  <a:lnTo>
                    <a:pt x="9690" y="7009"/>
                  </a:lnTo>
                  <a:cubicBezTo>
                    <a:pt x="9654" y="6942"/>
                    <a:pt x="5998" y="137"/>
                    <a:pt x="5" y="0"/>
                  </a:cubicBez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9" name="Google Shape;4349;p101"/>
            <p:cNvSpPr/>
            <p:nvPr/>
          </p:nvSpPr>
          <p:spPr>
            <a:xfrm>
              <a:off x="3650325" y="3343625"/>
              <a:ext cx="147575" cy="316450"/>
            </a:xfrm>
            <a:custGeom>
              <a:rect b="b" l="l" r="r" t="t"/>
              <a:pathLst>
                <a:path extrusionOk="0" h="12658" w="5903">
                  <a:moveTo>
                    <a:pt x="3579" y="1"/>
                  </a:moveTo>
                  <a:lnTo>
                    <a:pt x="3579" y="1"/>
                  </a:lnTo>
                  <a:cubicBezTo>
                    <a:pt x="1" y="7754"/>
                    <a:pt x="5712" y="12607"/>
                    <a:pt x="5771" y="12658"/>
                  </a:cubicBezTo>
                  <a:lnTo>
                    <a:pt x="5903" y="12493"/>
                  </a:lnTo>
                  <a:cubicBezTo>
                    <a:pt x="5848" y="12447"/>
                    <a:pt x="260" y="7694"/>
                    <a:pt x="3766" y="87"/>
                  </a:cubicBezTo>
                  <a:lnTo>
                    <a:pt x="3579" y="1"/>
                  </a:ln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0" name="Google Shape;4350;p101"/>
            <p:cNvSpPr/>
            <p:nvPr/>
          </p:nvSpPr>
          <p:spPr>
            <a:xfrm>
              <a:off x="3299825" y="3419200"/>
              <a:ext cx="285475" cy="120775"/>
            </a:xfrm>
            <a:custGeom>
              <a:rect b="b" l="l" r="r" t="t"/>
              <a:pathLst>
                <a:path extrusionOk="0" h="4831" w="11419">
                  <a:moveTo>
                    <a:pt x="2652" y="0"/>
                  </a:moveTo>
                  <a:cubicBezTo>
                    <a:pt x="1745" y="0"/>
                    <a:pt x="847" y="209"/>
                    <a:pt x="1" y="715"/>
                  </a:cubicBezTo>
                  <a:lnTo>
                    <a:pt x="106" y="893"/>
                  </a:lnTo>
                  <a:cubicBezTo>
                    <a:pt x="919" y="407"/>
                    <a:pt x="1784" y="206"/>
                    <a:pt x="2659" y="206"/>
                  </a:cubicBezTo>
                  <a:cubicBezTo>
                    <a:pt x="6828" y="206"/>
                    <a:pt x="11215" y="4774"/>
                    <a:pt x="11267" y="4830"/>
                  </a:cubicBezTo>
                  <a:lnTo>
                    <a:pt x="11418" y="4689"/>
                  </a:lnTo>
                  <a:cubicBezTo>
                    <a:pt x="11365" y="4633"/>
                    <a:pt x="6919" y="0"/>
                    <a:pt x="2652" y="0"/>
                  </a:cubicBez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1" name="Google Shape;4351;p101"/>
            <p:cNvSpPr/>
            <p:nvPr/>
          </p:nvSpPr>
          <p:spPr>
            <a:xfrm>
              <a:off x="3783075" y="2753750"/>
              <a:ext cx="1487325" cy="2026375"/>
            </a:xfrm>
            <a:custGeom>
              <a:rect b="b" l="l" r="r" t="t"/>
              <a:pathLst>
                <a:path extrusionOk="0" h="81055" w="59493">
                  <a:moveTo>
                    <a:pt x="54505" y="124"/>
                  </a:moveTo>
                  <a:cubicBezTo>
                    <a:pt x="57185" y="124"/>
                    <a:pt x="59369" y="2302"/>
                    <a:pt x="59369" y="4987"/>
                  </a:cubicBezTo>
                  <a:lnTo>
                    <a:pt x="59369" y="76068"/>
                  </a:lnTo>
                  <a:cubicBezTo>
                    <a:pt x="59369" y="78748"/>
                    <a:pt x="57185" y="80932"/>
                    <a:pt x="54505" y="80932"/>
                  </a:cubicBezTo>
                  <a:lnTo>
                    <a:pt x="4991" y="80932"/>
                  </a:lnTo>
                  <a:cubicBezTo>
                    <a:pt x="2306" y="80932"/>
                    <a:pt x="124" y="78748"/>
                    <a:pt x="124" y="76068"/>
                  </a:cubicBezTo>
                  <a:lnTo>
                    <a:pt x="124" y="4987"/>
                  </a:lnTo>
                  <a:cubicBezTo>
                    <a:pt x="124" y="2302"/>
                    <a:pt x="2306" y="124"/>
                    <a:pt x="4991" y="124"/>
                  </a:cubicBezTo>
                  <a:close/>
                  <a:moveTo>
                    <a:pt x="4991" y="0"/>
                  </a:moveTo>
                  <a:cubicBezTo>
                    <a:pt x="2238" y="0"/>
                    <a:pt x="0" y="2234"/>
                    <a:pt x="0" y="4987"/>
                  </a:cubicBezTo>
                  <a:lnTo>
                    <a:pt x="0" y="76068"/>
                  </a:lnTo>
                  <a:cubicBezTo>
                    <a:pt x="0" y="78816"/>
                    <a:pt x="2238" y="81054"/>
                    <a:pt x="4991" y="81054"/>
                  </a:cubicBezTo>
                  <a:lnTo>
                    <a:pt x="54505" y="81054"/>
                  </a:lnTo>
                  <a:cubicBezTo>
                    <a:pt x="57254" y="81054"/>
                    <a:pt x="59492" y="78816"/>
                    <a:pt x="59492" y="76068"/>
                  </a:cubicBezTo>
                  <a:lnTo>
                    <a:pt x="59492" y="4987"/>
                  </a:lnTo>
                  <a:cubicBezTo>
                    <a:pt x="59492" y="2234"/>
                    <a:pt x="57254" y="0"/>
                    <a:pt x="54505" y="0"/>
                  </a:cubicBezTo>
                  <a:close/>
                </a:path>
              </a:pathLst>
            </a:custGeom>
            <a:solidFill>
              <a:srgbClr val="3515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2" name="Google Shape;4352;p101"/>
            <p:cNvSpPr/>
            <p:nvPr/>
          </p:nvSpPr>
          <p:spPr>
            <a:xfrm>
              <a:off x="3806675" y="2896050"/>
              <a:ext cx="1440125" cy="1724550"/>
            </a:xfrm>
            <a:custGeom>
              <a:rect b="b" l="l" r="r" t="t"/>
              <a:pathLst>
                <a:path extrusionOk="0" h="68982" w="57605">
                  <a:moveTo>
                    <a:pt x="0" y="1"/>
                  </a:moveTo>
                  <a:lnTo>
                    <a:pt x="0" y="68982"/>
                  </a:lnTo>
                  <a:lnTo>
                    <a:pt x="57604" y="68982"/>
                  </a:lnTo>
                  <a:lnTo>
                    <a:pt x="5760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3" name="Google Shape;4353;p101"/>
            <p:cNvSpPr/>
            <p:nvPr/>
          </p:nvSpPr>
          <p:spPr>
            <a:xfrm>
              <a:off x="4485075" y="4659075"/>
              <a:ext cx="83325" cy="83325"/>
            </a:xfrm>
            <a:custGeom>
              <a:rect b="b" l="l" r="r" t="t"/>
              <a:pathLst>
                <a:path extrusionOk="0" h="3333" w="3333">
                  <a:moveTo>
                    <a:pt x="1668" y="1"/>
                  </a:moveTo>
                  <a:cubicBezTo>
                    <a:pt x="747" y="1"/>
                    <a:pt x="0" y="749"/>
                    <a:pt x="0" y="1665"/>
                  </a:cubicBezTo>
                  <a:cubicBezTo>
                    <a:pt x="0" y="2586"/>
                    <a:pt x="747" y="3333"/>
                    <a:pt x="1668" y="3333"/>
                  </a:cubicBezTo>
                  <a:cubicBezTo>
                    <a:pt x="2589" y="3333"/>
                    <a:pt x="3332" y="2586"/>
                    <a:pt x="3332" y="1665"/>
                  </a:cubicBezTo>
                  <a:cubicBezTo>
                    <a:pt x="3332" y="749"/>
                    <a:pt x="2589" y="1"/>
                    <a:pt x="1668" y="1"/>
                  </a:cubicBezTo>
                  <a:close/>
                </a:path>
              </a:pathLst>
            </a:custGeom>
            <a:solidFill>
              <a:srgbClr val="71B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4" name="Google Shape;4354;p101"/>
            <p:cNvSpPr/>
            <p:nvPr/>
          </p:nvSpPr>
          <p:spPr>
            <a:xfrm>
              <a:off x="4393675" y="2810050"/>
              <a:ext cx="266075" cy="18825"/>
            </a:xfrm>
            <a:custGeom>
              <a:rect b="b" l="l" r="r" t="t"/>
              <a:pathLst>
                <a:path extrusionOk="0" h="753" w="10643">
                  <a:moveTo>
                    <a:pt x="379" y="1"/>
                  </a:moveTo>
                  <a:cubicBezTo>
                    <a:pt x="169" y="1"/>
                    <a:pt x="1" y="169"/>
                    <a:pt x="1" y="378"/>
                  </a:cubicBezTo>
                  <a:cubicBezTo>
                    <a:pt x="1" y="584"/>
                    <a:pt x="169" y="752"/>
                    <a:pt x="379" y="752"/>
                  </a:cubicBezTo>
                  <a:lnTo>
                    <a:pt x="10270" y="752"/>
                  </a:lnTo>
                  <a:cubicBezTo>
                    <a:pt x="10474" y="752"/>
                    <a:pt x="10643" y="584"/>
                    <a:pt x="10643" y="378"/>
                  </a:cubicBezTo>
                  <a:cubicBezTo>
                    <a:pt x="10643" y="169"/>
                    <a:pt x="10474" y="1"/>
                    <a:pt x="10270" y="1"/>
                  </a:cubicBezTo>
                  <a:close/>
                </a:path>
              </a:pathLst>
            </a:custGeom>
            <a:solidFill>
              <a:srgbClr val="71B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5" name="Google Shape;4355;p101"/>
            <p:cNvSpPr/>
            <p:nvPr/>
          </p:nvSpPr>
          <p:spPr>
            <a:xfrm>
              <a:off x="4855400" y="4216775"/>
              <a:ext cx="288725" cy="288750"/>
            </a:xfrm>
            <a:custGeom>
              <a:rect b="b" l="l" r="r" t="t"/>
              <a:pathLst>
                <a:path extrusionOk="0" h="11550" w="11549">
                  <a:moveTo>
                    <a:pt x="5774" y="0"/>
                  </a:moveTo>
                  <a:cubicBezTo>
                    <a:pt x="2584" y="0"/>
                    <a:pt x="0" y="2585"/>
                    <a:pt x="0" y="5774"/>
                  </a:cubicBezTo>
                  <a:cubicBezTo>
                    <a:pt x="0" y="8965"/>
                    <a:pt x="2584" y="11550"/>
                    <a:pt x="5774" y="11550"/>
                  </a:cubicBezTo>
                  <a:cubicBezTo>
                    <a:pt x="8964" y="11550"/>
                    <a:pt x="11549" y="8965"/>
                    <a:pt x="11549" y="5774"/>
                  </a:cubicBezTo>
                  <a:cubicBezTo>
                    <a:pt x="11549" y="2585"/>
                    <a:pt x="8964" y="0"/>
                    <a:pt x="5774" y="0"/>
                  </a:cubicBezTo>
                  <a:close/>
                </a:path>
              </a:pathLst>
            </a:custGeom>
            <a:solidFill>
              <a:srgbClr val="DBDB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6" name="Google Shape;4356;p101"/>
            <p:cNvSpPr/>
            <p:nvPr/>
          </p:nvSpPr>
          <p:spPr>
            <a:xfrm>
              <a:off x="3177925" y="4033550"/>
              <a:ext cx="308575" cy="224600"/>
            </a:xfrm>
            <a:custGeom>
              <a:rect b="b" l="l" r="r" t="t"/>
              <a:pathLst>
                <a:path extrusionOk="0" h="8984" w="12343">
                  <a:moveTo>
                    <a:pt x="4490" y="0"/>
                  </a:moveTo>
                  <a:cubicBezTo>
                    <a:pt x="2015" y="0"/>
                    <a:pt x="0" y="2015"/>
                    <a:pt x="0" y="4495"/>
                  </a:cubicBezTo>
                  <a:cubicBezTo>
                    <a:pt x="0" y="6969"/>
                    <a:pt x="2015" y="8984"/>
                    <a:pt x="4490" y="8984"/>
                  </a:cubicBezTo>
                  <a:lnTo>
                    <a:pt x="11399" y="8984"/>
                  </a:lnTo>
                  <a:cubicBezTo>
                    <a:pt x="11923" y="8984"/>
                    <a:pt x="12342" y="8560"/>
                    <a:pt x="12342" y="8040"/>
                  </a:cubicBezTo>
                  <a:cubicBezTo>
                    <a:pt x="12342" y="7520"/>
                    <a:pt x="11923" y="7097"/>
                    <a:pt x="11399" y="7097"/>
                  </a:cubicBezTo>
                  <a:lnTo>
                    <a:pt x="4490" y="7097"/>
                  </a:lnTo>
                  <a:cubicBezTo>
                    <a:pt x="3054" y="7097"/>
                    <a:pt x="1887" y="5930"/>
                    <a:pt x="1887" y="4495"/>
                  </a:cubicBezTo>
                  <a:cubicBezTo>
                    <a:pt x="1887" y="3059"/>
                    <a:pt x="3054" y="1887"/>
                    <a:pt x="4490" y="1887"/>
                  </a:cubicBezTo>
                  <a:lnTo>
                    <a:pt x="7643" y="1887"/>
                  </a:lnTo>
                  <a:cubicBezTo>
                    <a:pt x="8163" y="1887"/>
                    <a:pt x="8587" y="1468"/>
                    <a:pt x="8587" y="944"/>
                  </a:cubicBezTo>
                  <a:cubicBezTo>
                    <a:pt x="8587" y="425"/>
                    <a:pt x="8163" y="0"/>
                    <a:pt x="7643" y="0"/>
                  </a:cubicBezTo>
                  <a:close/>
                </a:path>
              </a:pathLst>
            </a:custGeom>
            <a:solidFill>
              <a:srgbClr val="5C25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7" name="Google Shape;4357;p101"/>
            <p:cNvSpPr/>
            <p:nvPr/>
          </p:nvSpPr>
          <p:spPr>
            <a:xfrm>
              <a:off x="3230900" y="4230550"/>
              <a:ext cx="453425" cy="61000"/>
            </a:xfrm>
            <a:custGeom>
              <a:rect b="b" l="l" r="r" t="t"/>
              <a:pathLst>
                <a:path extrusionOk="0" h="2440" w="18137">
                  <a:moveTo>
                    <a:pt x="1218" y="0"/>
                  </a:moveTo>
                  <a:cubicBezTo>
                    <a:pt x="547" y="0"/>
                    <a:pt x="0" y="547"/>
                    <a:pt x="0" y="1222"/>
                  </a:cubicBezTo>
                  <a:cubicBezTo>
                    <a:pt x="0" y="1893"/>
                    <a:pt x="547" y="2440"/>
                    <a:pt x="1218" y="2440"/>
                  </a:cubicBezTo>
                  <a:lnTo>
                    <a:pt x="16919" y="2440"/>
                  </a:lnTo>
                  <a:cubicBezTo>
                    <a:pt x="17589" y="2440"/>
                    <a:pt x="18136" y="1893"/>
                    <a:pt x="18136" y="1222"/>
                  </a:cubicBezTo>
                  <a:cubicBezTo>
                    <a:pt x="18136" y="547"/>
                    <a:pt x="17589" y="0"/>
                    <a:pt x="16919"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8" name="Google Shape;4358;p101"/>
            <p:cNvSpPr/>
            <p:nvPr/>
          </p:nvSpPr>
          <p:spPr>
            <a:xfrm>
              <a:off x="3449550" y="4291525"/>
              <a:ext cx="61125" cy="288400"/>
            </a:xfrm>
            <a:custGeom>
              <a:rect b="b" l="l" r="r" t="t"/>
              <a:pathLst>
                <a:path extrusionOk="0" h="11536" w="2445">
                  <a:moveTo>
                    <a:pt x="1" y="1"/>
                  </a:moveTo>
                  <a:lnTo>
                    <a:pt x="1" y="11535"/>
                  </a:lnTo>
                  <a:lnTo>
                    <a:pt x="2444" y="11535"/>
                  </a:lnTo>
                  <a:lnTo>
                    <a:pt x="2444" y="1"/>
                  </a:lnTo>
                  <a:close/>
                </a:path>
              </a:pathLst>
            </a:custGeom>
            <a:solidFill>
              <a:srgbClr val="5C25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9" name="Google Shape;4359;p101"/>
            <p:cNvSpPr/>
            <p:nvPr/>
          </p:nvSpPr>
          <p:spPr>
            <a:xfrm>
              <a:off x="3449550" y="4427575"/>
              <a:ext cx="61125" cy="16300"/>
            </a:xfrm>
            <a:custGeom>
              <a:rect b="b" l="l" r="r" t="t"/>
              <a:pathLst>
                <a:path extrusionOk="0" h="652" w="2445">
                  <a:moveTo>
                    <a:pt x="1" y="0"/>
                  </a:moveTo>
                  <a:lnTo>
                    <a:pt x="1" y="651"/>
                  </a:lnTo>
                  <a:lnTo>
                    <a:pt x="2444" y="651"/>
                  </a:lnTo>
                  <a:lnTo>
                    <a:pt x="2444" y="0"/>
                  </a:ln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0" name="Google Shape;4360;p101"/>
            <p:cNvSpPr/>
            <p:nvPr/>
          </p:nvSpPr>
          <p:spPr>
            <a:xfrm>
              <a:off x="3449550" y="4291525"/>
              <a:ext cx="61125" cy="33625"/>
            </a:xfrm>
            <a:custGeom>
              <a:rect b="b" l="l" r="r" t="t"/>
              <a:pathLst>
                <a:path extrusionOk="0" h="1345" w="2445">
                  <a:moveTo>
                    <a:pt x="1" y="1"/>
                  </a:moveTo>
                  <a:lnTo>
                    <a:pt x="1" y="1345"/>
                  </a:lnTo>
                  <a:lnTo>
                    <a:pt x="2444" y="1345"/>
                  </a:lnTo>
                  <a:lnTo>
                    <a:pt x="2444" y="1"/>
                  </a:ln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1" name="Google Shape;4361;p101"/>
            <p:cNvSpPr/>
            <p:nvPr/>
          </p:nvSpPr>
          <p:spPr>
            <a:xfrm>
              <a:off x="3468575" y="4580250"/>
              <a:ext cx="23050" cy="139700"/>
            </a:xfrm>
            <a:custGeom>
              <a:rect b="b" l="l" r="r" t="t"/>
              <a:pathLst>
                <a:path extrusionOk="0" h="5588" w="922">
                  <a:moveTo>
                    <a:pt x="1" y="0"/>
                  </a:moveTo>
                  <a:lnTo>
                    <a:pt x="1" y="5588"/>
                  </a:lnTo>
                  <a:lnTo>
                    <a:pt x="922" y="5588"/>
                  </a:lnTo>
                  <a:lnTo>
                    <a:pt x="922" y="0"/>
                  </a:ln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2" name="Google Shape;4362;p101"/>
            <p:cNvSpPr/>
            <p:nvPr/>
          </p:nvSpPr>
          <p:spPr>
            <a:xfrm>
              <a:off x="3222700" y="4710250"/>
              <a:ext cx="469825" cy="46875"/>
            </a:xfrm>
            <a:custGeom>
              <a:rect b="b" l="l" r="r" t="t"/>
              <a:pathLst>
                <a:path extrusionOk="0" h="1875" w="18793">
                  <a:moveTo>
                    <a:pt x="1546" y="1"/>
                  </a:moveTo>
                  <a:cubicBezTo>
                    <a:pt x="694" y="1"/>
                    <a:pt x="0" y="693"/>
                    <a:pt x="0" y="1546"/>
                  </a:cubicBezTo>
                  <a:cubicBezTo>
                    <a:pt x="0" y="1728"/>
                    <a:pt x="147" y="1874"/>
                    <a:pt x="328" y="1874"/>
                  </a:cubicBezTo>
                  <a:cubicBezTo>
                    <a:pt x="511" y="1874"/>
                    <a:pt x="656" y="1728"/>
                    <a:pt x="656" y="1546"/>
                  </a:cubicBezTo>
                  <a:cubicBezTo>
                    <a:pt x="656" y="1054"/>
                    <a:pt x="1058" y="657"/>
                    <a:pt x="1546" y="657"/>
                  </a:cubicBezTo>
                  <a:lnTo>
                    <a:pt x="17247" y="657"/>
                  </a:lnTo>
                  <a:cubicBezTo>
                    <a:pt x="17739" y="657"/>
                    <a:pt x="18136" y="1054"/>
                    <a:pt x="18136" y="1546"/>
                  </a:cubicBezTo>
                  <a:cubicBezTo>
                    <a:pt x="18136" y="1728"/>
                    <a:pt x="18281" y="1874"/>
                    <a:pt x="18464" y="1874"/>
                  </a:cubicBezTo>
                  <a:cubicBezTo>
                    <a:pt x="18646" y="1874"/>
                    <a:pt x="18792" y="1728"/>
                    <a:pt x="18792" y="1546"/>
                  </a:cubicBezTo>
                  <a:cubicBezTo>
                    <a:pt x="18792" y="693"/>
                    <a:pt x="18099" y="1"/>
                    <a:pt x="17247" y="1"/>
                  </a:cubicBezTo>
                  <a:close/>
                </a:path>
              </a:pathLst>
            </a:custGeom>
            <a:solidFill>
              <a:srgbClr val="5C25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3" name="Google Shape;4363;p101"/>
            <p:cNvSpPr/>
            <p:nvPr/>
          </p:nvSpPr>
          <p:spPr>
            <a:xfrm>
              <a:off x="3249250" y="4736800"/>
              <a:ext cx="42525" cy="42525"/>
            </a:xfrm>
            <a:custGeom>
              <a:rect b="b" l="l" r="r" t="t"/>
              <a:pathLst>
                <a:path extrusionOk="0" h="1701" w="1701">
                  <a:moveTo>
                    <a:pt x="848" y="1"/>
                  </a:moveTo>
                  <a:cubicBezTo>
                    <a:pt x="383" y="1"/>
                    <a:pt x="0" y="383"/>
                    <a:pt x="0" y="853"/>
                  </a:cubicBezTo>
                  <a:cubicBezTo>
                    <a:pt x="0" y="1318"/>
                    <a:pt x="383" y="1700"/>
                    <a:pt x="848" y="1700"/>
                  </a:cubicBezTo>
                  <a:cubicBezTo>
                    <a:pt x="1317" y="1700"/>
                    <a:pt x="1700" y="1318"/>
                    <a:pt x="1700" y="853"/>
                  </a:cubicBezTo>
                  <a:cubicBezTo>
                    <a:pt x="1700" y="383"/>
                    <a:pt x="1317" y="1"/>
                    <a:pt x="848"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4" name="Google Shape;4364;p101"/>
            <p:cNvSpPr/>
            <p:nvPr/>
          </p:nvSpPr>
          <p:spPr>
            <a:xfrm>
              <a:off x="3620025" y="4736800"/>
              <a:ext cx="42425" cy="42525"/>
            </a:xfrm>
            <a:custGeom>
              <a:rect b="b" l="l" r="r" t="t"/>
              <a:pathLst>
                <a:path extrusionOk="0" h="1701" w="1697">
                  <a:moveTo>
                    <a:pt x="848" y="1"/>
                  </a:moveTo>
                  <a:cubicBezTo>
                    <a:pt x="378" y="1"/>
                    <a:pt x="1" y="383"/>
                    <a:pt x="1" y="853"/>
                  </a:cubicBezTo>
                  <a:cubicBezTo>
                    <a:pt x="1" y="1318"/>
                    <a:pt x="378" y="1700"/>
                    <a:pt x="848" y="1700"/>
                  </a:cubicBezTo>
                  <a:cubicBezTo>
                    <a:pt x="1318" y="1700"/>
                    <a:pt x="1696" y="1318"/>
                    <a:pt x="1696" y="853"/>
                  </a:cubicBezTo>
                  <a:cubicBezTo>
                    <a:pt x="1696" y="383"/>
                    <a:pt x="1318" y="1"/>
                    <a:pt x="848"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5" name="Google Shape;4365;p101"/>
            <p:cNvSpPr/>
            <p:nvPr/>
          </p:nvSpPr>
          <p:spPr>
            <a:xfrm>
              <a:off x="3103525" y="3650950"/>
              <a:ext cx="457375" cy="356075"/>
            </a:xfrm>
            <a:custGeom>
              <a:rect b="b" l="l" r="r" t="t"/>
              <a:pathLst>
                <a:path extrusionOk="0" h="14243" w="18295">
                  <a:moveTo>
                    <a:pt x="328" y="0"/>
                  </a:moveTo>
                  <a:cubicBezTo>
                    <a:pt x="146" y="0"/>
                    <a:pt x="0" y="146"/>
                    <a:pt x="0" y="328"/>
                  </a:cubicBezTo>
                  <a:lnTo>
                    <a:pt x="0" y="13914"/>
                  </a:lnTo>
                  <a:cubicBezTo>
                    <a:pt x="0" y="14097"/>
                    <a:pt x="146" y="14242"/>
                    <a:pt x="328" y="14242"/>
                  </a:cubicBezTo>
                  <a:lnTo>
                    <a:pt x="17966" y="14242"/>
                  </a:lnTo>
                  <a:cubicBezTo>
                    <a:pt x="18149" y="14242"/>
                    <a:pt x="18295" y="14097"/>
                    <a:pt x="18295" y="13914"/>
                  </a:cubicBezTo>
                  <a:lnTo>
                    <a:pt x="18295" y="328"/>
                  </a:lnTo>
                  <a:cubicBezTo>
                    <a:pt x="18295" y="146"/>
                    <a:pt x="18149" y="0"/>
                    <a:pt x="17966" y="0"/>
                  </a:cubicBezTo>
                  <a:close/>
                </a:path>
              </a:pathLst>
            </a:custGeom>
            <a:solidFill>
              <a:srgbClr val="5C25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6" name="Google Shape;4366;p101"/>
            <p:cNvSpPr/>
            <p:nvPr/>
          </p:nvSpPr>
          <p:spPr>
            <a:xfrm>
              <a:off x="3132575" y="3650950"/>
              <a:ext cx="457500" cy="356075"/>
            </a:xfrm>
            <a:custGeom>
              <a:rect b="b" l="l" r="r" t="t"/>
              <a:pathLst>
                <a:path extrusionOk="0" h="14243" w="18300">
                  <a:moveTo>
                    <a:pt x="329" y="0"/>
                  </a:moveTo>
                  <a:cubicBezTo>
                    <a:pt x="151" y="0"/>
                    <a:pt x="1" y="146"/>
                    <a:pt x="1" y="328"/>
                  </a:cubicBezTo>
                  <a:lnTo>
                    <a:pt x="1" y="13914"/>
                  </a:lnTo>
                  <a:cubicBezTo>
                    <a:pt x="1" y="14097"/>
                    <a:pt x="151" y="14242"/>
                    <a:pt x="329" y="14242"/>
                  </a:cubicBezTo>
                  <a:lnTo>
                    <a:pt x="17972" y="14242"/>
                  </a:lnTo>
                  <a:cubicBezTo>
                    <a:pt x="18149" y="14242"/>
                    <a:pt x="18300" y="14097"/>
                    <a:pt x="18300" y="13914"/>
                  </a:cubicBezTo>
                  <a:lnTo>
                    <a:pt x="18300" y="328"/>
                  </a:lnTo>
                  <a:cubicBezTo>
                    <a:pt x="18300" y="146"/>
                    <a:pt x="18149" y="0"/>
                    <a:pt x="17972"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7" name="Google Shape;4367;p101"/>
            <p:cNvSpPr/>
            <p:nvPr/>
          </p:nvSpPr>
          <p:spPr>
            <a:xfrm>
              <a:off x="3307700" y="4007000"/>
              <a:ext cx="58350" cy="25775"/>
            </a:xfrm>
            <a:custGeom>
              <a:rect b="b" l="l" r="r" t="t"/>
              <a:pathLst>
                <a:path extrusionOk="0" h="1031" w="2334">
                  <a:moveTo>
                    <a:pt x="1" y="0"/>
                  </a:moveTo>
                  <a:lnTo>
                    <a:pt x="1" y="1031"/>
                  </a:lnTo>
                  <a:lnTo>
                    <a:pt x="2334" y="1031"/>
                  </a:lnTo>
                  <a:lnTo>
                    <a:pt x="2334" y="0"/>
                  </a:ln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8" name="Google Shape;4368;p101"/>
            <p:cNvSpPr/>
            <p:nvPr/>
          </p:nvSpPr>
          <p:spPr>
            <a:xfrm>
              <a:off x="3898150" y="4232600"/>
              <a:ext cx="288750" cy="288875"/>
            </a:xfrm>
            <a:custGeom>
              <a:rect b="b" l="l" r="r" t="t"/>
              <a:pathLst>
                <a:path extrusionOk="0" h="11555" w="11550">
                  <a:moveTo>
                    <a:pt x="5776" y="0"/>
                  </a:moveTo>
                  <a:cubicBezTo>
                    <a:pt x="2585" y="0"/>
                    <a:pt x="0" y="2589"/>
                    <a:pt x="0" y="5780"/>
                  </a:cubicBezTo>
                  <a:cubicBezTo>
                    <a:pt x="0" y="8965"/>
                    <a:pt x="2585" y="11555"/>
                    <a:pt x="5776" y="11555"/>
                  </a:cubicBezTo>
                  <a:cubicBezTo>
                    <a:pt x="8965" y="11555"/>
                    <a:pt x="11550" y="8965"/>
                    <a:pt x="11550" y="5780"/>
                  </a:cubicBezTo>
                  <a:cubicBezTo>
                    <a:pt x="11550" y="2589"/>
                    <a:pt x="8965" y="0"/>
                    <a:pt x="5776" y="0"/>
                  </a:cubicBezTo>
                  <a:close/>
                </a:path>
              </a:pathLst>
            </a:custGeom>
            <a:solidFill>
              <a:srgbClr val="DBDB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9" name="Google Shape;4369;p101"/>
            <p:cNvSpPr/>
            <p:nvPr/>
          </p:nvSpPr>
          <p:spPr>
            <a:xfrm>
              <a:off x="3948625" y="4338125"/>
              <a:ext cx="86150" cy="86175"/>
            </a:xfrm>
            <a:custGeom>
              <a:rect b="b" l="l" r="r" t="t"/>
              <a:pathLst>
                <a:path extrusionOk="0" h="3447" w="3446">
                  <a:moveTo>
                    <a:pt x="1723" y="232"/>
                  </a:moveTo>
                  <a:cubicBezTo>
                    <a:pt x="2543" y="232"/>
                    <a:pt x="3214" y="903"/>
                    <a:pt x="3214" y="1723"/>
                  </a:cubicBezTo>
                  <a:cubicBezTo>
                    <a:pt x="3214" y="2548"/>
                    <a:pt x="2543" y="3217"/>
                    <a:pt x="1723" y="3217"/>
                  </a:cubicBezTo>
                  <a:cubicBezTo>
                    <a:pt x="898" y="3217"/>
                    <a:pt x="229" y="2548"/>
                    <a:pt x="229" y="1723"/>
                  </a:cubicBezTo>
                  <a:cubicBezTo>
                    <a:pt x="229" y="903"/>
                    <a:pt x="898" y="232"/>
                    <a:pt x="1723" y="232"/>
                  </a:cubicBezTo>
                  <a:close/>
                  <a:moveTo>
                    <a:pt x="1723" y="0"/>
                  </a:moveTo>
                  <a:cubicBezTo>
                    <a:pt x="770" y="0"/>
                    <a:pt x="0" y="775"/>
                    <a:pt x="0" y="1723"/>
                  </a:cubicBezTo>
                  <a:cubicBezTo>
                    <a:pt x="0" y="2676"/>
                    <a:pt x="770" y="3446"/>
                    <a:pt x="1723" y="3446"/>
                  </a:cubicBezTo>
                  <a:cubicBezTo>
                    <a:pt x="2671" y="3446"/>
                    <a:pt x="3446" y="2676"/>
                    <a:pt x="3446" y="1723"/>
                  </a:cubicBezTo>
                  <a:cubicBezTo>
                    <a:pt x="3446" y="775"/>
                    <a:pt x="2671" y="0"/>
                    <a:pt x="1723"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0" name="Google Shape;4370;p101"/>
            <p:cNvSpPr/>
            <p:nvPr/>
          </p:nvSpPr>
          <p:spPr>
            <a:xfrm>
              <a:off x="4055375" y="4338125"/>
              <a:ext cx="86175" cy="86175"/>
            </a:xfrm>
            <a:custGeom>
              <a:rect b="b" l="l" r="r" t="t"/>
              <a:pathLst>
                <a:path extrusionOk="0" h="3447" w="3447">
                  <a:moveTo>
                    <a:pt x="1723" y="232"/>
                  </a:moveTo>
                  <a:cubicBezTo>
                    <a:pt x="2544" y="232"/>
                    <a:pt x="3214" y="903"/>
                    <a:pt x="3214" y="1723"/>
                  </a:cubicBezTo>
                  <a:cubicBezTo>
                    <a:pt x="3214" y="2548"/>
                    <a:pt x="2544" y="3217"/>
                    <a:pt x="1723" y="3217"/>
                  </a:cubicBezTo>
                  <a:cubicBezTo>
                    <a:pt x="899" y="3217"/>
                    <a:pt x="229" y="2548"/>
                    <a:pt x="229" y="1723"/>
                  </a:cubicBezTo>
                  <a:cubicBezTo>
                    <a:pt x="229" y="903"/>
                    <a:pt x="899" y="232"/>
                    <a:pt x="1723" y="232"/>
                  </a:cubicBezTo>
                  <a:close/>
                  <a:moveTo>
                    <a:pt x="1723" y="0"/>
                  </a:moveTo>
                  <a:cubicBezTo>
                    <a:pt x="772" y="0"/>
                    <a:pt x="1" y="775"/>
                    <a:pt x="1" y="1723"/>
                  </a:cubicBezTo>
                  <a:cubicBezTo>
                    <a:pt x="1" y="2676"/>
                    <a:pt x="772" y="3446"/>
                    <a:pt x="1723" y="3446"/>
                  </a:cubicBezTo>
                  <a:cubicBezTo>
                    <a:pt x="2672" y="3446"/>
                    <a:pt x="3446" y="2676"/>
                    <a:pt x="3446" y="1723"/>
                  </a:cubicBezTo>
                  <a:cubicBezTo>
                    <a:pt x="3446" y="775"/>
                    <a:pt x="2672" y="0"/>
                    <a:pt x="1723"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1" name="Google Shape;4371;p101"/>
            <p:cNvSpPr/>
            <p:nvPr/>
          </p:nvSpPr>
          <p:spPr>
            <a:xfrm>
              <a:off x="4031800" y="4382675"/>
              <a:ext cx="26475" cy="5825"/>
            </a:xfrm>
            <a:custGeom>
              <a:rect b="b" l="l" r="r" t="t"/>
              <a:pathLst>
                <a:path extrusionOk="0" h="233" w="1059">
                  <a:moveTo>
                    <a:pt x="1" y="0"/>
                  </a:moveTo>
                  <a:lnTo>
                    <a:pt x="1" y="232"/>
                  </a:lnTo>
                  <a:lnTo>
                    <a:pt x="1058" y="232"/>
                  </a:lnTo>
                  <a:lnTo>
                    <a:pt x="1058" y="0"/>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2" name="Google Shape;4372;p101"/>
            <p:cNvSpPr/>
            <p:nvPr/>
          </p:nvSpPr>
          <p:spPr>
            <a:xfrm>
              <a:off x="4858125" y="3884400"/>
              <a:ext cx="288750" cy="288750"/>
            </a:xfrm>
            <a:custGeom>
              <a:rect b="b" l="l" r="r" t="t"/>
              <a:pathLst>
                <a:path extrusionOk="0" h="11550" w="11550">
                  <a:moveTo>
                    <a:pt x="5775" y="0"/>
                  </a:moveTo>
                  <a:cubicBezTo>
                    <a:pt x="2584" y="0"/>
                    <a:pt x="0" y="2585"/>
                    <a:pt x="0" y="5775"/>
                  </a:cubicBezTo>
                  <a:cubicBezTo>
                    <a:pt x="0" y="8966"/>
                    <a:pt x="2584" y="11549"/>
                    <a:pt x="5775" y="11549"/>
                  </a:cubicBezTo>
                  <a:cubicBezTo>
                    <a:pt x="8964" y="11549"/>
                    <a:pt x="11549" y="8966"/>
                    <a:pt x="11549" y="5775"/>
                  </a:cubicBezTo>
                  <a:cubicBezTo>
                    <a:pt x="11549" y="2585"/>
                    <a:pt x="8964" y="0"/>
                    <a:pt x="5775" y="0"/>
                  </a:cubicBezTo>
                  <a:close/>
                </a:path>
              </a:pathLst>
            </a:custGeom>
            <a:solidFill>
              <a:srgbClr val="DBDB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3" name="Google Shape;4373;p101"/>
            <p:cNvSpPr/>
            <p:nvPr/>
          </p:nvSpPr>
          <p:spPr>
            <a:xfrm>
              <a:off x="4955075" y="4011775"/>
              <a:ext cx="87650" cy="87675"/>
            </a:xfrm>
            <a:custGeom>
              <a:rect b="b" l="l" r="r" t="t"/>
              <a:pathLst>
                <a:path extrusionOk="0" h="3507" w="3506">
                  <a:moveTo>
                    <a:pt x="3273" y="234"/>
                  </a:moveTo>
                  <a:lnTo>
                    <a:pt x="3273" y="1906"/>
                  </a:lnTo>
                  <a:cubicBezTo>
                    <a:pt x="3273" y="2659"/>
                    <a:pt x="2658" y="3273"/>
                    <a:pt x="1901" y="3273"/>
                  </a:cubicBezTo>
                  <a:lnTo>
                    <a:pt x="1600" y="3273"/>
                  </a:lnTo>
                  <a:cubicBezTo>
                    <a:pt x="843" y="3273"/>
                    <a:pt x="229" y="2659"/>
                    <a:pt x="229" y="1906"/>
                  </a:cubicBezTo>
                  <a:lnTo>
                    <a:pt x="229" y="234"/>
                  </a:lnTo>
                  <a:close/>
                  <a:moveTo>
                    <a:pt x="0" y="1"/>
                  </a:moveTo>
                  <a:lnTo>
                    <a:pt x="0" y="1906"/>
                  </a:lnTo>
                  <a:cubicBezTo>
                    <a:pt x="0" y="2785"/>
                    <a:pt x="717" y="3506"/>
                    <a:pt x="1600" y="3506"/>
                  </a:cubicBezTo>
                  <a:lnTo>
                    <a:pt x="1901" y="3506"/>
                  </a:lnTo>
                  <a:cubicBezTo>
                    <a:pt x="2785" y="3506"/>
                    <a:pt x="3506" y="2785"/>
                    <a:pt x="3506" y="1906"/>
                  </a:cubicBezTo>
                  <a:lnTo>
                    <a:pt x="3506" y="1"/>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4" name="Google Shape;4374;p101"/>
            <p:cNvSpPr/>
            <p:nvPr/>
          </p:nvSpPr>
          <p:spPr>
            <a:xfrm>
              <a:off x="4997025" y="3965750"/>
              <a:ext cx="5800" cy="48925"/>
            </a:xfrm>
            <a:custGeom>
              <a:rect b="b" l="l" r="r" t="t"/>
              <a:pathLst>
                <a:path extrusionOk="0" h="1957" w="232">
                  <a:moveTo>
                    <a:pt x="0" y="1"/>
                  </a:moveTo>
                  <a:lnTo>
                    <a:pt x="0" y="1956"/>
                  </a:lnTo>
                  <a:lnTo>
                    <a:pt x="232" y="1956"/>
                  </a:lnTo>
                  <a:lnTo>
                    <a:pt x="232" y="1"/>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5" name="Google Shape;4375;p101"/>
            <p:cNvSpPr/>
            <p:nvPr/>
          </p:nvSpPr>
          <p:spPr>
            <a:xfrm>
              <a:off x="4997700" y="3967750"/>
              <a:ext cx="49250" cy="34050"/>
            </a:xfrm>
            <a:custGeom>
              <a:rect b="b" l="l" r="r" t="t"/>
              <a:pathLst>
                <a:path extrusionOk="0" h="1362" w="1970">
                  <a:moveTo>
                    <a:pt x="1340" y="230"/>
                  </a:moveTo>
                  <a:cubicBezTo>
                    <a:pt x="1381" y="230"/>
                    <a:pt x="1422" y="236"/>
                    <a:pt x="1463" y="240"/>
                  </a:cubicBezTo>
                  <a:cubicBezTo>
                    <a:pt x="1568" y="258"/>
                    <a:pt x="1741" y="299"/>
                    <a:pt x="1732" y="408"/>
                  </a:cubicBezTo>
                  <a:cubicBezTo>
                    <a:pt x="1709" y="655"/>
                    <a:pt x="1071" y="1101"/>
                    <a:pt x="324" y="1128"/>
                  </a:cubicBezTo>
                  <a:cubicBezTo>
                    <a:pt x="442" y="842"/>
                    <a:pt x="766" y="230"/>
                    <a:pt x="1340" y="230"/>
                  </a:cubicBezTo>
                  <a:close/>
                  <a:moveTo>
                    <a:pt x="1346" y="0"/>
                  </a:moveTo>
                  <a:cubicBezTo>
                    <a:pt x="614" y="0"/>
                    <a:pt x="178" y="775"/>
                    <a:pt x="45" y="1210"/>
                  </a:cubicBezTo>
                  <a:lnTo>
                    <a:pt x="0" y="1357"/>
                  </a:lnTo>
                  <a:lnTo>
                    <a:pt x="150" y="1361"/>
                  </a:lnTo>
                  <a:lnTo>
                    <a:pt x="247" y="1361"/>
                  </a:lnTo>
                  <a:cubicBezTo>
                    <a:pt x="1117" y="1361"/>
                    <a:pt x="1923" y="855"/>
                    <a:pt x="1959" y="427"/>
                  </a:cubicBezTo>
                  <a:cubicBezTo>
                    <a:pt x="1969" y="326"/>
                    <a:pt x="1946" y="76"/>
                    <a:pt x="1500" y="11"/>
                  </a:cubicBezTo>
                  <a:cubicBezTo>
                    <a:pt x="1447" y="4"/>
                    <a:pt x="1396" y="0"/>
                    <a:pt x="1346"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6" name="Google Shape;4376;p101"/>
            <p:cNvSpPr/>
            <p:nvPr/>
          </p:nvSpPr>
          <p:spPr>
            <a:xfrm>
              <a:off x="4949950" y="3936925"/>
              <a:ext cx="53350" cy="32850"/>
            </a:xfrm>
            <a:custGeom>
              <a:rect b="b" l="l" r="r" t="t"/>
              <a:pathLst>
                <a:path extrusionOk="0" h="1314" w="2134">
                  <a:moveTo>
                    <a:pt x="520" y="233"/>
                  </a:moveTo>
                  <a:cubicBezTo>
                    <a:pt x="817" y="233"/>
                    <a:pt x="1400" y="520"/>
                    <a:pt x="1769" y="1040"/>
                  </a:cubicBezTo>
                  <a:cubicBezTo>
                    <a:pt x="1667" y="1058"/>
                    <a:pt x="1523" y="1077"/>
                    <a:pt x="1365" y="1077"/>
                  </a:cubicBezTo>
                  <a:cubicBezTo>
                    <a:pt x="1013" y="1077"/>
                    <a:pt x="591" y="982"/>
                    <a:pt x="402" y="571"/>
                  </a:cubicBezTo>
                  <a:cubicBezTo>
                    <a:pt x="356" y="474"/>
                    <a:pt x="297" y="306"/>
                    <a:pt x="392" y="256"/>
                  </a:cubicBezTo>
                  <a:cubicBezTo>
                    <a:pt x="424" y="238"/>
                    <a:pt x="470" y="233"/>
                    <a:pt x="520" y="233"/>
                  </a:cubicBezTo>
                  <a:close/>
                  <a:moveTo>
                    <a:pt x="523" y="0"/>
                  </a:moveTo>
                  <a:cubicBezTo>
                    <a:pt x="433" y="0"/>
                    <a:pt x="353" y="17"/>
                    <a:pt x="287" y="51"/>
                  </a:cubicBezTo>
                  <a:cubicBezTo>
                    <a:pt x="196" y="101"/>
                    <a:pt x="1" y="256"/>
                    <a:pt x="192" y="666"/>
                  </a:cubicBezTo>
                  <a:cubicBezTo>
                    <a:pt x="424" y="1168"/>
                    <a:pt x="930" y="1313"/>
                    <a:pt x="1386" y="1313"/>
                  </a:cubicBezTo>
                  <a:cubicBezTo>
                    <a:pt x="1614" y="1313"/>
                    <a:pt x="1833" y="1277"/>
                    <a:pt x="1992" y="1227"/>
                  </a:cubicBezTo>
                  <a:lnTo>
                    <a:pt x="2134" y="1185"/>
                  </a:lnTo>
                  <a:lnTo>
                    <a:pt x="2056" y="1058"/>
                  </a:lnTo>
                  <a:cubicBezTo>
                    <a:pt x="1669" y="409"/>
                    <a:pt x="972" y="0"/>
                    <a:pt x="523"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7" name="Google Shape;4377;p101"/>
            <p:cNvSpPr/>
            <p:nvPr/>
          </p:nvSpPr>
          <p:spPr>
            <a:xfrm>
              <a:off x="4379425" y="3892375"/>
              <a:ext cx="288875" cy="288750"/>
            </a:xfrm>
            <a:custGeom>
              <a:rect b="b" l="l" r="r" t="t"/>
              <a:pathLst>
                <a:path extrusionOk="0" h="11550" w="11555">
                  <a:moveTo>
                    <a:pt x="5776" y="1"/>
                  </a:moveTo>
                  <a:cubicBezTo>
                    <a:pt x="2590" y="1"/>
                    <a:pt x="1" y="2584"/>
                    <a:pt x="1" y="5775"/>
                  </a:cubicBezTo>
                  <a:cubicBezTo>
                    <a:pt x="1" y="8966"/>
                    <a:pt x="2590" y="11550"/>
                    <a:pt x="5776" y="11550"/>
                  </a:cubicBezTo>
                  <a:cubicBezTo>
                    <a:pt x="8966" y="11550"/>
                    <a:pt x="11555" y="8966"/>
                    <a:pt x="11555" y="5775"/>
                  </a:cubicBezTo>
                  <a:cubicBezTo>
                    <a:pt x="11555" y="2584"/>
                    <a:pt x="8966" y="1"/>
                    <a:pt x="5776" y="1"/>
                  </a:cubicBezTo>
                  <a:close/>
                </a:path>
              </a:pathLst>
            </a:custGeom>
            <a:solidFill>
              <a:srgbClr val="DBDB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8" name="Google Shape;4378;p101"/>
            <p:cNvSpPr/>
            <p:nvPr/>
          </p:nvSpPr>
          <p:spPr>
            <a:xfrm>
              <a:off x="4447675" y="3981825"/>
              <a:ext cx="118100" cy="109850"/>
            </a:xfrm>
            <a:custGeom>
              <a:rect b="b" l="l" r="r" t="t"/>
              <a:pathLst>
                <a:path extrusionOk="0" h="4394" w="4724">
                  <a:moveTo>
                    <a:pt x="3888" y="233"/>
                  </a:moveTo>
                  <a:cubicBezTo>
                    <a:pt x="4222" y="233"/>
                    <a:pt x="4496" y="502"/>
                    <a:pt x="4496" y="839"/>
                  </a:cubicBezTo>
                  <a:lnTo>
                    <a:pt x="4496" y="3556"/>
                  </a:lnTo>
                  <a:cubicBezTo>
                    <a:pt x="4496" y="3893"/>
                    <a:pt x="4222" y="4162"/>
                    <a:pt x="3888" y="4162"/>
                  </a:cubicBezTo>
                  <a:lnTo>
                    <a:pt x="840" y="4162"/>
                  </a:lnTo>
                  <a:cubicBezTo>
                    <a:pt x="507" y="4162"/>
                    <a:pt x="234" y="3893"/>
                    <a:pt x="234" y="3556"/>
                  </a:cubicBezTo>
                  <a:lnTo>
                    <a:pt x="234" y="839"/>
                  </a:lnTo>
                  <a:cubicBezTo>
                    <a:pt x="234" y="502"/>
                    <a:pt x="507" y="233"/>
                    <a:pt x="840" y="233"/>
                  </a:cubicBezTo>
                  <a:close/>
                  <a:moveTo>
                    <a:pt x="840" y="1"/>
                  </a:moveTo>
                  <a:cubicBezTo>
                    <a:pt x="379" y="1"/>
                    <a:pt x="1" y="374"/>
                    <a:pt x="1" y="839"/>
                  </a:cubicBezTo>
                  <a:lnTo>
                    <a:pt x="1" y="3556"/>
                  </a:lnTo>
                  <a:cubicBezTo>
                    <a:pt x="1" y="4021"/>
                    <a:pt x="379" y="4394"/>
                    <a:pt x="840" y="4394"/>
                  </a:cubicBezTo>
                  <a:lnTo>
                    <a:pt x="3888" y="4394"/>
                  </a:lnTo>
                  <a:cubicBezTo>
                    <a:pt x="4349" y="4394"/>
                    <a:pt x="4723" y="4021"/>
                    <a:pt x="4723" y="3556"/>
                  </a:cubicBezTo>
                  <a:lnTo>
                    <a:pt x="4723" y="839"/>
                  </a:lnTo>
                  <a:cubicBezTo>
                    <a:pt x="4723" y="374"/>
                    <a:pt x="4349" y="1"/>
                    <a:pt x="3888" y="1"/>
                  </a:cubicBezTo>
                  <a:close/>
                </a:path>
              </a:pathLst>
            </a:custGeom>
            <a:solidFill>
              <a:srgbClr val="BCB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9" name="Google Shape;4379;p101"/>
            <p:cNvSpPr/>
            <p:nvPr/>
          </p:nvSpPr>
          <p:spPr>
            <a:xfrm>
              <a:off x="4561175" y="3997800"/>
              <a:ext cx="38875" cy="77925"/>
            </a:xfrm>
            <a:custGeom>
              <a:rect b="b" l="l" r="r" t="t"/>
              <a:pathLst>
                <a:path extrusionOk="0" h="3117" w="1555">
                  <a:moveTo>
                    <a:pt x="1157" y="233"/>
                  </a:moveTo>
                  <a:cubicBezTo>
                    <a:pt x="1187" y="233"/>
                    <a:pt x="1211" y="241"/>
                    <a:pt x="1222" y="246"/>
                  </a:cubicBezTo>
                  <a:cubicBezTo>
                    <a:pt x="1245" y="254"/>
                    <a:pt x="1323" y="296"/>
                    <a:pt x="1323" y="395"/>
                  </a:cubicBezTo>
                  <a:lnTo>
                    <a:pt x="1323" y="2720"/>
                  </a:lnTo>
                  <a:cubicBezTo>
                    <a:pt x="1323" y="2821"/>
                    <a:pt x="1245" y="2862"/>
                    <a:pt x="1222" y="2871"/>
                  </a:cubicBezTo>
                  <a:cubicBezTo>
                    <a:pt x="1211" y="2875"/>
                    <a:pt x="1186" y="2884"/>
                    <a:pt x="1155" y="2884"/>
                  </a:cubicBezTo>
                  <a:cubicBezTo>
                    <a:pt x="1122" y="2884"/>
                    <a:pt x="1082" y="2874"/>
                    <a:pt x="1044" y="2839"/>
                  </a:cubicBezTo>
                  <a:lnTo>
                    <a:pt x="233" y="2023"/>
                  </a:lnTo>
                  <a:lnTo>
                    <a:pt x="233" y="1093"/>
                  </a:lnTo>
                  <a:lnTo>
                    <a:pt x="1044" y="282"/>
                  </a:lnTo>
                  <a:cubicBezTo>
                    <a:pt x="1083" y="244"/>
                    <a:pt x="1124" y="233"/>
                    <a:pt x="1157" y="233"/>
                  </a:cubicBezTo>
                  <a:close/>
                  <a:moveTo>
                    <a:pt x="1159" y="0"/>
                  </a:moveTo>
                  <a:cubicBezTo>
                    <a:pt x="1058" y="0"/>
                    <a:pt x="957" y="41"/>
                    <a:pt x="880" y="118"/>
                  </a:cubicBezTo>
                  <a:lnTo>
                    <a:pt x="0" y="997"/>
                  </a:lnTo>
                  <a:lnTo>
                    <a:pt x="0" y="2124"/>
                  </a:lnTo>
                  <a:lnTo>
                    <a:pt x="880" y="2999"/>
                  </a:lnTo>
                  <a:cubicBezTo>
                    <a:pt x="957" y="3075"/>
                    <a:pt x="1058" y="3117"/>
                    <a:pt x="1159" y="3117"/>
                  </a:cubicBezTo>
                  <a:cubicBezTo>
                    <a:pt x="1208" y="3117"/>
                    <a:pt x="1258" y="3108"/>
                    <a:pt x="1309" y="3085"/>
                  </a:cubicBezTo>
                  <a:cubicBezTo>
                    <a:pt x="1460" y="3026"/>
                    <a:pt x="1555" y="2884"/>
                    <a:pt x="1555" y="2720"/>
                  </a:cubicBezTo>
                  <a:lnTo>
                    <a:pt x="1555" y="395"/>
                  </a:lnTo>
                  <a:cubicBezTo>
                    <a:pt x="1555" y="231"/>
                    <a:pt x="1460" y="95"/>
                    <a:pt x="1309" y="31"/>
                  </a:cubicBezTo>
                  <a:cubicBezTo>
                    <a:pt x="1260" y="10"/>
                    <a:pt x="1210" y="0"/>
                    <a:pt x="1159" y="0"/>
                  </a:cubicBezTo>
                  <a:close/>
                </a:path>
              </a:pathLst>
            </a:custGeom>
            <a:solidFill>
              <a:srgbClr val="BCB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0" name="Google Shape;4380;p101"/>
            <p:cNvSpPr/>
            <p:nvPr/>
          </p:nvSpPr>
          <p:spPr>
            <a:xfrm>
              <a:off x="4464100" y="4027975"/>
              <a:ext cx="33525" cy="33625"/>
            </a:xfrm>
            <a:custGeom>
              <a:rect b="b" l="l" r="r" t="t"/>
              <a:pathLst>
                <a:path extrusionOk="0" h="1345" w="1341">
                  <a:moveTo>
                    <a:pt x="671" y="118"/>
                  </a:moveTo>
                  <a:cubicBezTo>
                    <a:pt x="976" y="118"/>
                    <a:pt x="1226" y="364"/>
                    <a:pt x="1226" y="675"/>
                  </a:cubicBezTo>
                  <a:cubicBezTo>
                    <a:pt x="1226" y="980"/>
                    <a:pt x="976" y="1231"/>
                    <a:pt x="671" y="1231"/>
                  </a:cubicBezTo>
                  <a:cubicBezTo>
                    <a:pt x="366" y="1231"/>
                    <a:pt x="114" y="980"/>
                    <a:pt x="114" y="675"/>
                  </a:cubicBezTo>
                  <a:cubicBezTo>
                    <a:pt x="114" y="364"/>
                    <a:pt x="366" y="118"/>
                    <a:pt x="671" y="118"/>
                  </a:cubicBezTo>
                  <a:close/>
                  <a:moveTo>
                    <a:pt x="671" y="0"/>
                  </a:moveTo>
                  <a:cubicBezTo>
                    <a:pt x="301" y="0"/>
                    <a:pt x="0" y="301"/>
                    <a:pt x="0" y="675"/>
                  </a:cubicBezTo>
                  <a:cubicBezTo>
                    <a:pt x="0" y="1044"/>
                    <a:pt x="301" y="1344"/>
                    <a:pt x="671" y="1344"/>
                  </a:cubicBezTo>
                  <a:cubicBezTo>
                    <a:pt x="1039" y="1344"/>
                    <a:pt x="1340" y="1044"/>
                    <a:pt x="1340" y="675"/>
                  </a:cubicBezTo>
                  <a:cubicBezTo>
                    <a:pt x="1340" y="301"/>
                    <a:pt x="1039" y="0"/>
                    <a:pt x="671" y="0"/>
                  </a:cubicBezTo>
                  <a:close/>
                </a:path>
              </a:pathLst>
            </a:custGeom>
            <a:solidFill>
              <a:srgbClr val="BCB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1" name="Google Shape;4381;p101"/>
            <p:cNvSpPr/>
            <p:nvPr/>
          </p:nvSpPr>
          <p:spPr>
            <a:xfrm>
              <a:off x="4472750" y="4036750"/>
              <a:ext cx="16225" cy="16200"/>
            </a:xfrm>
            <a:custGeom>
              <a:rect b="b" l="l" r="r" t="t"/>
              <a:pathLst>
                <a:path extrusionOk="0" h="648" w="649">
                  <a:moveTo>
                    <a:pt x="325" y="114"/>
                  </a:moveTo>
                  <a:cubicBezTo>
                    <a:pt x="438" y="114"/>
                    <a:pt x="529" y="205"/>
                    <a:pt x="529" y="324"/>
                  </a:cubicBezTo>
                  <a:cubicBezTo>
                    <a:pt x="529" y="438"/>
                    <a:pt x="438" y="529"/>
                    <a:pt x="325" y="529"/>
                  </a:cubicBezTo>
                  <a:cubicBezTo>
                    <a:pt x="211" y="529"/>
                    <a:pt x="115" y="438"/>
                    <a:pt x="115" y="324"/>
                  </a:cubicBezTo>
                  <a:cubicBezTo>
                    <a:pt x="115" y="205"/>
                    <a:pt x="211" y="114"/>
                    <a:pt x="325" y="114"/>
                  </a:cubicBezTo>
                  <a:close/>
                  <a:moveTo>
                    <a:pt x="325" y="0"/>
                  </a:moveTo>
                  <a:cubicBezTo>
                    <a:pt x="146" y="0"/>
                    <a:pt x="1" y="141"/>
                    <a:pt x="1" y="324"/>
                  </a:cubicBezTo>
                  <a:cubicBezTo>
                    <a:pt x="1" y="501"/>
                    <a:pt x="146" y="648"/>
                    <a:pt x="325" y="648"/>
                  </a:cubicBezTo>
                  <a:cubicBezTo>
                    <a:pt x="502" y="648"/>
                    <a:pt x="649" y="501"/>
                    <a:pt x="649" y="324"/>
                  </a:cubicBezTo>
                  <a:cubicBezTo>
                    <a:pt x="649" y="141"/>
                    <a:pt x="502" y="0"/>
                    <a:pt x="325" y="0"/>
                  </a:cubicBezTo>
                  <a:close/>
                </a:path>
              </a:pathLst>
            </a:custGeom>
            <a:solidFill>
              <a:srgbClr val="BCB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2" name="Google Shape;4382;p101"/>
            <p:cNvSpPr/>
            <p:nvPr/>
          </p:nvSpPr>
          <p:spPr>
            <a:xfrm>
              <a:off x="4506950" y="4027975"/>
              <a:ext cx="33525" cy="33625"/>
            </a:xfrm>
            <a:custGeom>
              <a:rect b="b" l="l" r="r" t="t"/>
              <a:pathLst>
                <a:path extrusionOk="0" h="1345" w="1341">
                  <a:moveTo>
                    <a:pt x="670" y="118"/>
                  </a:moveTo>
                  <a:cubicBezTo>
                    <a:pt x="976" y="118"/>
                    <a:pt x="1226" y="364"/>
                    <a:pt x="1226" y="675"/>
                  </a:cubicBezTo>
                  <a:cubicBezTo>
                    <a:pt x="1226" y="980"/>
                    <a:pt x="976" y="1231"/>
                    <a:pt x="670" y="1231"/>
                  </a:cubicBezTo>
                  <a:cubicBezTo>
                    <a:pt x="365" y="1231"/>
                    <a:pt x="114" y="980"/>
                    <a:pt x="114" y="675"/>
                  </a:cubicBezTo>
                  <a:cubicBezTo>
                    <a:pt x="114" y="364"/>
                    <a:pt x="365" y="118"/>
                    <a:pt x="670" y="118"/>
                  </a:cubicBezTo>
                  <a:close/>
                  <a:moveTo>
                    <a:pt x="670" y="0"/>
                  </a:moveTo>
                  <a:cubicBezTo>
                    <a:pt x="301" y="0"/>
                    <a:pt x="0" y="301"/>
                    <a:pt x="0" y="675"/>
                  </a:cubicBezTo>
                  <a:cubicBezTo>
                    <a:pt x="0" y="1044"/>
                    <a:pt x="301" y="1344"/>
                    <a:pt x="670" y="1344"/>
                  </a:cubicBezTo>
                  <a:cubicBezTo>
                    <a:pt x="1039" y="1344"/>
                    <a:pt x="1340" y="1044"/>
                    <a:pt x="1340" y="675"/>
                  </a:cubicBezTo>
                  <a:cubicBezTo>
                    <a:pt x="1340" y="301"/>
                    <a:pt x="1039" y="0"/>
                    <a:pt x="670" y="0"/>
                  </a:cubicBezTo>
                  <a:close/>
                </a:path>
              </a:pathLst>
            </a:custGeom>
            <a:solidFill>
              <a:srgbClr val="BCB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3" name="Google Shape;4383;p101"/>
            <p:cNvSpPr/>
            <p:nvPr/>
          </p:nvSpPr>
          <p:spPr>
            <a:xfrm>
              <a:off x="4515625" y="4036750"/>
              <a:ext cx="16175" cy="16200"/>
            </a:xfrm>
            <a:custGeom>
              <a:rect b="b" l="l" r="r" t="t"/>
              <a:pathLst>
                <a:path extrusionOk="0" h="648" w="647">
                  <a:moveTo>
                    <a:pt x="323" y="114"/>
                  </a:moveTo>
                  <a:cubicBezTo>
                    <a:pt x="438" y="114"/>
                    <a:pt x="533" y="205"/>
                    <a:pt x="533" y="324"/>
                  </a:cubicBezTo>
                  <a:cubicBezTo>
                    <a:pt x="533" y="438"/>
                    <a:pt x="438" y="529"/>
                    <a:pt x="323" y="529"/>
                  </a:cubicBezTo>
                  <a:cubicBezTo>
                    <a:pt x="209" y="529"/>
                    <a:pt x="114" y="438"/>
                    <a:pt x="114" y="324"/>
                  </a:cubicBezTo>
                  <a:cubicBezTo>
                    <a:pt x="114" y="205"/>
                    <a:pt x="209" y="114"/>
                    <a:pt x="323" y="114"/>
                  </a:cubicBezTo>
                  <a:close/>
                  <a:moveTo>
                    <a:pt x="323" y="0"/>
                  </a:moveTo>
                  <a:cubicBezTo>
                    <a:pt x="145" y="0"/>
                    <a:pt x="0" y="141"/>
                    <a:pt x="0" y="324"/>
                  </a:cubicBezTo>
                  <a:cubicBezTo>
                    <a:pt x="0" y="501"/>
                    <a:pt x="145" y="648"/>
                    <a:pt x="323" y="648"/>
                  </a:cubicBezTo>
                  <a:cubicBezTo>
                    <a:pt x="501" y="648"/>
                    <a:pt x="646" y="501"/>
                    <a:pt x="646" y="324"/>
                  </a:cubicBezTo>
                  <a:cubicBezTo>
                    <a:pt x="646" y="141"/>
                    <a:pt x="501" y="0"/>
                    <a:pt x="323" y="0"/>
                  </a:cubicBezTo>
                  <a:close/>
                </a:path>
              </a:pathLst>
            </a:custGeom>
            <a:solidFill>
              <a:srgbClr val="BCB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4" name="Google Shape;4384;p101"/>
            <p:cNvSpPr/>
            <p:nvPr/>
          </p:nvSpPr>
          <p:spPr>
            <a:xfrm>
              <a:off x="4375575" y="4224750"/>
              <a:ext cx="288750" cy="288750"/>
            </a:xfrm>
            <a:custGeom>
              <a:rect b="b" l="l" r="r" t="t"/>
              <a:pathLst>
                <a:path extrusionOk="0" h="11550" w="11550">
                  <a:moveTo>
                    <a:pt x="5775" y="0"/>
                  </a:moveTo>
                  <a:cubicBezTo>
                    <a:pt x="2584" y="0"/>
                    <a:pt x="0" y="2584"/>
                    <a:pt x="0" y="5775"/>
                  </a:cubicBezTo>
                  <a:cubicBezTo>
                    <a:pt x="0" y="8966"/>
                    <a:pt x="2584" y="11549"/>
                    <a:pt x="5775" y="11549"/>
                  </a:cubicBezTo>
                  <a:cubicBezTo>
                    <a:pt x="8966" y="11549"/>
                    <a:pt x="11549" y="8966"/>
                    <a:pt x="11549" y="5775"/>
                  </a:cubicBezTo>
                  <a:cubicBezTo>
                    <a:pt x="11549" y="2584"/>
                    <a:pt x="8966" y="0"/>
                    <a:pt x="5775" y="0"/>
                  </a:cubicBezTo>
                  <a:close/>
                </a:path>
              </a:pathLst>
            </a:custGeom>
            <a:solidFill>
              <a:srgbClr val="DBDB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5" name="Google Shape;4385;p101"/>
            <p:cNvSpPr/>
            <p:nvPr/>
          </p:nvSpPr>
          <p:spPr>
            <a:xfrm>
              <a:off x="4455675" y="4304850"/>
              <a:ext cx="128550" cy="128550"/>
            </a:xfrm>
            <a:custGeom>
              <a:rect b="b" l="l" r="r" t="t"/>
              <a:pathLst>
                <a:path extrusionOk="0" h="5142" w="5142">
                  <a:moveTo>
                    <a:pt x="2571" y="228"/>
                  </a:moveTo>
                  <a:cubicBezTo>
                    <a:pt x="3860" y="228"/>
                    <a:pt x="4908" y="1281"/>
                    <a:pt x="4908" y="2571"/>
                  </a:cubicBezTo>
                  <a:cubicBezTo>
                    <a:pt x="4908" y="3860"/>
                    <a:pt x="3860" y="4909"/>
                    <a:pt x="2571" y="4909"/>
                  </a:cubicBezTo>
                  <a:cubicBezTo>
                    <a:pt x="1281" y="4909"/>
                    <a:pt x="232" y="3860"/>
                    <a:pt x="232" y="2571"/>
                  </a:cubicBezTo>
                  <a:cubicBezTo>
                    <a:pt x="232" y="1281"/>
                    <a:pt x="1281" y="228"/>
                    <a:pt x="2571" y="228"/>
                  </a:cubicBezTo>
                  <a:close/>
                  <a:moveTo>
                    <a:pt x="2571" y="0"/>
                  </a:moveTo>
                  <a:cubicBezTo>
                    <a:pt x="1153" y="0"/>
                    <a:pt x="0" y="1153"/>
                    <a:pt x="0" y="2571"/>
                  </a:cubicBezTo>
                  <a:cubicBezTo>
                    <a:pt x="0" y="3988"/>
                    <a:pt x="1153" y="5141"/>
                    <a:pt x="2571" y="5141"/>
                  </a:cubicBezTo>
                  <a:cubicBezTo>
                    <a:pt x="3988" y="5141"/>
                    <a:pt x="5141" y="3988"/>
                    <a:pt x="5141" y="2571"/>
                  </a:cubicBezTo>
                  <a:cubicBezTo>
                    <a:pt x="5141" y="1153"/>
                    <a:pt x="3988" y="0"/>
                    <a:pt x="2571" y="0"/>
                  </a:cubicBezTo>
                  <a:close/>
                </a:path>
              </a:pathLst>
            </a:custGeom>
            <a:solidFill>
              <a:srgbClr val="BCB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6" name="Google Shape;4386;p101"/>
            <p:cNvSpPr/>
            <p:nvPr/>
          </p:nvSpPr>
          <p:spPr>
            <a:xfrm>
              <a:off x="4514000" y="4333450"/>
              <a:ext cx="5750" cy="41725"/>
            </a:xfrm>
            <a:custGeom>
              <a:rect b="b" l="l" r="r" t="t"/>
              <a:pathLst>
                <a:path extrusionOk="0" h="1669" w="230">
                  <a:moveTo>
                    <a:pt x="0" y="0"/>
                  </a:moveTo>
                  <a:lnTo>
                    <a:pt x="0" y="1669"/>
                  </a:lnTo>
                  <a:lnTo>
                    <a:pt x="229" y="1669"/>
                  </a:lnTo>
                  <a:lnTo>
                    <a:pt x="229" y="0"/>
                  </a:lnTo>
                  <a:close/>
                </a:path>
              </a:pathLst>
            </a:custGeom>
            <a:solidFill>
              <a:srgbClr val="BCB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7" name="Google Shape;4387;p101"/>
            <p:cNvSpPr/>
            <p:nvPr/>
          </p:nvSpPr>
          <p:spPr>
            <a:xfrm>
              <a:off x="4516850" y="4372300"/>
              <a:ext cx="35825" cy="5725"/>
            </a:xfrm>
            <a:custGeom>
              <a:rect b="b" l="l" r="r" t="t"/>
              <a:pathLst>
                <a:path extrusionOk="0" h="229" w="1433">
                  <a:moveTo>
                    <a:pt x="0" y="1"/>
                  </a:moveTo>
                  <a:lnTo>
                    <a:pt x="0" y="228"/>
                  </a:lnTo>
                  <a:lnTo>
                    <a:pt x="1432" y="228"/>
                  </a:lnTo>
                  <a:lnTo>
                    <a:pt x="1432" y="1"/>
                  </a:lnTo>
                  <a:close/>
                </a:path>
              </a:pathLst>
            </a:custGeom>
            <a:solidFill>
              <a:srgbClr val="BCB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8" name="Google Shape;4388;p101"/>
            <p:cNvSpPr/>
            <p:nvPr/>
          </p:nvSpPr>
          <p:spPr>
            <a:xfrm>
              <a:off x="3900875" y="3900350"/>
              <a:ext cx="288775" cy="288775"/>
            </a:xfrm>
            <a:custGeom>
              <a:rect b="b" l="l" r="r" t="t"/>
              <a:pathLst>
                <a:path extrusionOk="0" h="11551" w="11551">
                  <a:moveTo>
                    <a:pt x="5776" y="0"/>
                  </a:moveTo>
                  <a:cubicBezTo>
                    <a:pt x="2585" y="0"/>
                    <a:pt x="0" y="2585"/>
                    <a:pt x="0" y="5776"/>
                  </a:cubicBezTo>
                  <a:cubicBezTo>
                    <a:pt x="0" y="8965"/>
                    <a:pt x="2585" y="11550"/>
                    <a:pt x="5776" y="11550"/>
                  </a:cubicBezTo>
                  <a:cubicBezTo>
                    <a:pt x="8966" y="11550"/>
                    <a:pt x="11550" y="8965"/>
                    <a:pt x="11550" y="5776"/>
                  </a:cubicBezTo>
                  <a:cubicBezTo>
                    <a:pt x="11550" y="2585"/>
                    <a:pt x="8966" y="0"/>
                    <a:pt x="5776" y="0"/>
                  </a:cubicBezTo>
                  <a:close/>
                </a:path>
              </a:pathLst>
            </a:custGeom>
            <a:solidFill>
              <a:srgbClr val="DBDB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9" name="Google Shape;4389;p101"/>
            <p:cNvSpPr/>
            <p:nvPr/>
          </p:nvSpPr>
          <p:spPr>
            <a:xfrm>
              <a:off x="4017450" y="4021125"/>
              <a:ext cx="55625" cy="13475"/>
            </a:xfrm>
            <a:custGeom>
              <a:rect b="b" l="l" r="r" t="t"/>
              <a:pathLst>
                <a:path extrusionOk="0" h="539" w="2225">
                  <a:moveTo>
                    <a:pt x="1992" y="160"/>
                  </a:moveTo>
                  <a:cubicBezTo>
                    <a:pt x="1915" y="224"/>
                    <a:pt x="1856" y="293"/>
                    <a:pt x="1818" y="375"/>
                  </a:cubicBezTo>
                  <a:lnTo>
                    <a:pt x="406" y="375"/>
                  </a:lnTo>
                  <a:cubicBezTo>
                    <a:pt x="369" y="293"/>
                    <a:pt x="310" y="224"/>
                    <a:pt x="232" y="160"/>
                  </a:cubicBezTo>
                  <a:close/>
                  <a:moveTo>
                    <a:pt x="150" y="1"/>
                  </a:moveTo>
                  <a:cubicBezTo>
                    <a:pt x="87" y="1"/>
                    <a:pt x="37" y="42"/>
                    <a:pt x="19" y="101"/>
                  </a:cubicBezTo>
                  <a:cubicBezTo>
                    <a:pt x="0" y="160"/>
                    <a:pt x="28" y="224"/>
                    <a:pt x="82" y="256"/>
                  </a:cubicBezTo>
                  <a:cubicBezTo>
                    <a:pt x="183" y="316"/>
                    <a:pt x="247" y="392"/>
                    <a:pt x="274" y="480"/>
                  </a:cubicBezTo>
                  <a:lnTo>
                    <a:pt x="293" y="539"/>
                  </a:lnTo>
                  <a:lnTo>
                    <a:pt x="1938" y="539"/>
                  </a:lnTo>
                  <a:lnTo>
                    <a:pt x="1951" y="480"/>
                  </a:lnTo>
                  <a:cubicBezTo>
                    <a:pt x="1978" y="392"/>
                    <a:pt x="2047" y="316"/>
                    <a:pt x="2147" y="256"/>
                  </a:cubicBezTo>
                  <a:cubicBezTo>
                    <a:pt x="2201" y="224"/>
                    <a:pt x="2224" y="160"/>
                    <a:pt x="2207" y="101"/>
                  </a:cubicBezTo>
                  <a:cubicBezTo>
                    <a:pt x="2193" y="42"/>
                    <a:pt x="2138" y="1"/>
                    <a:pt x="2074" y="1"/>
                  </a:cubicBezTo>
                  <a:close/>
                </a:path>
              </a:pathLst>
            </a:custGeom>
            <a:solidFill>
              <a:srgbClr val="BCB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0" name="Google Shape;4390;p101"/>
            <p:cNvSpPr/>
            <p:nvPr/>
          </p:nvSpPr>
          <p:spPr>
            <a:xfrm>
              <a:off x="4023500" y="4030475"/>
              <a:ext cx="43525" cy="7875"/>
            </a:xfrm>
            <a:custGeom>
              <a:rect b="b" l="l" r="r" t="t"/>
              <a:pathLst>
                <a:path extrusionOk="0" h="315" w="1741">
                  <a:moveTo>
                    <a:pt x="0" y="1"/>
                  </a:moveTo>
                  <a:lnTo>
                    <a:pt x="32" y="106"/>
                  </a:lnTo>
                  <a:cubicBezTo>
                    <a:pt x="41" y="146"/>
                    <a:pt x="45" y="188"/>
                    <a:pt x="45" y="233"/>
                  </a:cubicBezTo>
                  <a:lnTo>
                    <a:pt x="41" y="315"/>
                  </a:lnTo>
                  <a:lnTo>
                    <a:pt x="1700" y="315"/>
                  </a:lnTo>
                  <a:lnTo>
                    <a:pt x="1696" y="233"/>
                  </a:lnTo>
                  <a:cubicBezTo>
                    <a:pt x="1696" y="188"/>
                    <a:pt x="1700" y="146"/>
                    <a:pt x="1709" y="106"/>
                  </a:cubicBezTo>
                  <a:lnTo>
                    <a:pt x="1740" y="1"/>
                  </a:lnTo>
                  <a:close/>
                </a:path>
              </a:pathLst>
            </a:custGeom>
            <a:solidFill>
              <a:srgbClr val="BCB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1" name="Google Shape;4391;p101"/>
            <p:cNvSpPr/>
            <p:nvPr/>
          </p:nvSpPr>
          <p:spPr>
            <a:xfrm>
              <a:off x="3984050" y="4034325"/>
              <a:ext cx="122525" cy="83125"/>
            </a:xfrm>
            <a:custGeom>
              <a:rect b="b" l="l" r="r" t="t"/>
              <a:pathLst>
                <a:path extrusionOk="0" h="3325" w="4901">
                  <a:moveTo>
                    <a:pt x="3123" y="161"/>
                  </a:moveTo>
                  <a:cubicBezTo>
                    <a:pt x="3146" y="284"/>
                    <a:pt x="3200" y="421"/>
                    <a:pt x="3297" y="562"/>
                  </a:cubicBezTo>
                  <a:cubicBezTo>
                    <a:pt x="3356" y="653"/>
                    <a:pt x="3438" y="762"/>
                    <a:pt x="3529" y="882"/>
                  </a:cubicBezTo>
                  <a:cubicBezTo>
                    <a:pt x="3985" y="1501"/>
                    <a:pt x="4673" y="2426"/>
                    <a:pt x="4052" y="3160"/>
                  </a:cubicBezTo>
                  <a:lnTo>
                    <a:pt x="844" y="3160"/>
                  </a:lnTo>
                  <a:cubicBezTo>
                    <a:pt x="224" y="2426"/>
                    <a:pt x="912" y="1501"/>
                    <a:pt x="1373" y="882"/>
                  </a:cubicBezTo>
                  <a:cubicBezTo>
                    <a:pt x="1459" y="762"/>
                    <a:pt x="1541" y="653"/>
                    <a:pt x="1606" y="562"/>
                  </a:cubicBezTo>
                  <a:cubicBezTo>
                    <a:pt x="1696" y="421"/>
                    <a:pt x="1755" y="284"/>
                    <a:pt x="1774" y="161"/>
                  </a:cubicBezTo>
                  <a:close/>
                  <a:moveTo>
                    <a:pt x="1629" y="1"/>
                  </a:moveTo>
                  <a:lnTo>
                    <a:pt x="1623" y="79"/>
                  </a:lnTo>
                  <a:cubicBezTo>
                    <a:pt x="1619" y="192"/>
                    <a:pt x="1564" y="325"/>
                    <a:pt x="1469" y="471"/>
                  </a:cubicBezTo>
                  <a:cubicBezTo>
                    <a:pt x="1410" y="562"/>
                    <a:pt x="1328" y="671"/>
                    <a:pt x="1240" y="785"/>
                  </a:cubicBezTo>
                  <a:cubicBezTo>
                    <a:pt x="748" y="1456"/>
                    <a:pt x="1" y="2462"/>
                    <a:pt x="748" y="3297"/>
                  </a:cubicBezTo>
                  <a:lnTo>
                    <a:pt x="771" y="3324"/>
                  </a:lnTo>
                  <a:lnTo>
                    <a:pt x="4126" y="3324"/>
                  </a:lnTo>
                  <a:lnTo>
                    <a:pt x="4149" y="3297"/>
                  </a:lnTo>
                  <a:cubicBezTo>
                    <a:pt x="4900" y="2462"/>
                    <a:pt x="4153" y="1450"/>
                    <a:pt x="3656" y="785"/>
                  </a:cubicBezTo>
                  <a:cubicBezTo>
                    <a:pt x="3570" y="671"/>
                    <a:pt x="3492" y="562"/>
                    <a:pt x="3433" y="471"/>
                  </a:cubicBezTo>
                  <a:cubicBezTo>
                    <a:pt x="3333" y="325"/>
                    <a:pt x="3282" y="192"/>
                    <a:pt x="3274" y="79"/>
                  </a:cubicBezTo>
                  <a:lnTo>
                    <a:pt x="3269" y="1"/>
                  </a:lnTo>
                  <a:close/>
                </a:path>
              </a:pathLst>
            </a:custGeom>
            <a:solidFill>
              <a:srgbClr val="BCB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2" name="Google Shape;4392;p101"/>
            <p:cNvSpPr/>
            <p:nvPr/>
          </p:nvSpPr>
          <p:spPr>
            <a:xfrm>
              <a:off x="3999675" y="4113300"/>
              <a:ext cx="91175" cy="5725"/>
            </a:xfrm>
            <a:custGeom>
              <a:rect b="b" l="l" r="r" t="t"/>
              <a:pathLst>
                <a:path extrusionOk="0" h="229" w="3647">
                  <a:moveTo>
                    <a:pt x="0" y="1"/>
                  </a:moveTo>
                  <a:lnTo>
                    <a:pt x="123" y="138"/>
                  </a:lnTo>
                  <a:cubicBezTo>
                    <a:pt x="142" y="161"/>
                    <a:pt x="165" y="184"/>
                    <a:pt x="187" y="201"/>
                  </a:cubicBezTo>
                  <a:lnTo>
                    <a:pt x="210" y="229"/>
                  </a:lnTo>
                  <a:lnTo>
                    <a:pt x="3437" y="229"/>
                  </a:lnTo>
                  <a:lnTo>
                    <a:pt x="3465" y="201"/>
                  </a:lnTo>
                  <a:cubicBezTo>
                    <a:pt x="3482" y="184"/>
                    <a:pt x="3505" y="161"/>
                    <a:pt x="3524" y="138"/>
                  </a:cubicBezTo>
                  <a:lnTo>
                    <a:pt x="3646" y="1"/>
                  </a:lnTo>
                  <a:close/>
                </a:path>
              </a:pathLst>
            </a:custGeom>
            <a:solidFill>
              <a:srgbClr val="BCB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3" name="Google Shape;4393;p101"/>
            <p:cNvSpPr/>
            <p:nvPr/>
          </p:nvSpPr>
          <p:spPr>
            <a:xfrm>
              <a:off x="4000825" y="4114900"/>
              <a:ext cx="88900" cy="14375"/>
            </a:xfrm>
            <a:custGeom>
              <a:rect b="b" l="l" r="r" t="t"/>
              <a:pathLst>
                <a:path extrusionOk="0" h="575" w="3556">
                  <a:moveTo>
                    <a:pt x="3140" y="165"/>
                  </a:moveTo>
                  <a:cubicBezTo>
                    <a:pt x="3026" y="251"/>
                    <a:pt x="2889" y="333"/>
                    <a:pt x="2735" y="411"/>
                  </a:cubicBezTo>
                  <a:lnTo>
                    <a:pt x="825" y="411"/>
                  </a:lnTo>
                  <a:cubicBezTo>
                    <a:pt x="670" y="333"/>
                    <a:pt x="529" y="251"/>
                    <a:pt x="415" y="165"/>
                  </a:cubicBezTo>
                  <a:close/>
                  <a:moveTo>
                    <a:pt x="0" y="0"/>
                  </a:moveTo>
                  <a:lnTo>
                    <a:pt x="141" y="137"/>
                  </a:lnTo>
                  <a:cubicBezTo>
                    <a:pt x="301" y="297"/>
                    <a:pt x="510" y="438"/>
                    <a:pt x="770" y="566"/>
                  </a:cubicBezTo>
                  <a:lnTo>
                    <a:pt x="2771" y="575"/>
                  </a:lnTo>
                  <a:lnTo>
                    <a:pt x="2784" y="566"/>
                  </a:lnTo>
                  <a:cubicBezTo>
                    <a:pt x="3045" y="438"/>
                    <a:pt x="3259" y="297"/>
                    <a:pt x="3413" y="137"/>
                  </a:cubicBezTo>
                  <a:lnTo>
                    <a:pt x="3555" y="0"/>
                  </a:lnTo>
                  <a:close/>
                </a:path>
              </a:pathLst>
            </a:custGeom>
            <a:solidFill>
              <a:srgbClr val="BCB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4" name="Google Shape;4394;p101"/>
            <p:cNvSpPr/>
            <p:nvPr/>
          </p:nvSpPr>
          <p:spPr>
            <a:xfrm>
              <a:off x="3984050" y="4034325"/>
              <a:ext cx="122525" cy="83125"/>
            </a:xfrm>
            <a:custGeom>
              <a:rect b="b" l="l" r="r" t="t"/>
              <a:pathLst>
                <a:path extrusionOk="0" h="3325" w="4901">
                  <a:moveTo>
                    <a:pt x="3123" y="161"/>
                  </a:moveTo>
                  <a:cubicBezTo>
                    <a:pt x="3146" y="284"/>
                    <a:pt x="3200" y="421"/>
                    <a:pt x="3297" y="562"/>
                  </a:cubicBezTo>
                  <a:cubicBezTo>
                    <a:pt x="3356" y="653"/>
                    <a:pt x="3438" y="762"/>
                    <a:pt x="3529" y="882"/>
                  </a:cubicBezTo>
                  <a:cubicBezTo>
                    <a:pt x="3985" y="1501"/>
                    <a:pt x="4673" y="2426"/>
                    <a:pt x="4052" y="3160"/>
                  </a:cubicBezTo>
                  <a:lnTo>
                    <a:pt x="844" y="3160"/>
                  </a:lnTo>
                  <a:cubicBezTo>
                    <a:pt x="224" y="2426"/>
                    <a:pt x="912" y="1501"/>
                    <a:pt x="1373" y="882"/>
                  </a:cubicBezTo>
                  <a:cubicBezTo>
                    <a:pt x="1459" y="762"/>
                    <a:pt x="1541" y="653"/>
                    <a:pt x="1606" y="562"/>
                  </a:cubicBezTo>
                  <a:cubicBezTo>
                    <a:pt x="1696" y="421"/>
                    <a:pt x="1755" y="284"/>
                    <a:pt x="1774" y="161"/>
                  </a:cubicBezTo>
                  <a:close/>
                  <a:moveTo>
                    <a:pt x="1629" y="1"/>
                  </a:moveTo>
                  <a:lnTo>
                    <a:pt x="1623" y="79"/>
                  </a:lnTo>
                  <a:cubicBezTo>
                    <a:pt x="1619" y="192"/>
                    <a:pt x="1564" y="325"/>
                    <a:pt x="1469" y="471"/>
                  </a:cubicBezTo>
                  <a:cubicBezTo>
                    <a:pt x="1410" y="562"/>
                    <a:pt x="1328" y="671"/>
                    <a:pt x="1240" y="785"/>
                  </a:cubicBezTo>
                  <a:cubicBezTo>
                    <a:pt x="748" y="1456"/>
                    <a:pt x="1" y="2462"/>
                    <a:pt x="748" y="3297"/>
                  </a:cubicBezTo>
                  <a:lnTo>
                    <a:pt x="771" y="3324"/>
                  </a:lnTo>
                  <a:lnTo>
                    <a:pt x="4126" y="3324"/>
                  </a:lnTo>
                  <a:lnTo>
                    <a:pt x="4149" y="3297"/>
                  </a:lnTo>
                  <a:cubicBezTo>
                    <a:pt x="4900" y="2462"/>
                    <a:pt x="4153" y="1450"/>
                    <a:pt x="3656" y="785"/>
                  </a:cubicBezTo>
                  <a:cubicBezTo>
                    <a:pt x="3570" y="671"/>
                    <a:pt x="3492" y="562"/>
                    <a:pt x="3433" y="471"/>
                  </a:cubicBezTo>
                  <a:cubicBezTo>
                    <a:pt x="3333" y="325"/>
                    <a:pt x="3282" y="192"/>
                    <a:pt x="3274" y="79"/>
                  </a:cubicBezTo>
                  <a:lnTo>
                    <a:pt x="3269" y="1"/>
                  </a:lnTo>
                  <a:close/>
                </a:path>
              </a:pathLst>
            </a:custGeom>
            <a:solidFill>
              <a:srgbClr val="BCB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5" name="Google Shape;4395;p101"/>
            <p:cNvSpPr/>
            <p:nvPr/>
          </p:nvSpPr>
          <p:spPr>
            <a:xfrm>
              <a:off x="3985325" y="4052475"/>
              <a:ext cx="119875" cy="49575"/>
            </a:xfrm>
            <a:custGeom>
              <a:rect b="b" l="l" r="r" t="t"/>
              <a:pathLst>
                <a:path extrusionOk="0" h="1983" w="4795">
                  <a:moveTo>
                    <a:pt x="4285" y="228"/>
                  </a:moveTo>
                  <a:lnTo>
                    <a:pt x="4567" y="511"/>
                  </a:lnTo>
                  <a:lnTo>
                    <a:pt x="3341" y="1742"/>
                  </a:lnTo>
                  <a:lnTo>
                    <a:pt x="3328" y="1727"/>
                  </a:lnTo>
                  <a:lnTo>
                    <a:pt x="3067" y="1468"/>
                  </a:lnTo>
                  <a:lnTo>
                    <a:pt x="2398" y="798"/>
                  </a:lnTo>
                  <a:lnTo>
                    <a:pt x="1468" y="1727"/>
                  </a:lnTo>
                  <a:lnTo>
                    <a:pt x="1454" y="1742"/>
                  </a:lnTo>
                  <a:lnTo>
                    <a:pt x="1185" y="1468"/>
                  </a:lnTo>
                  <a:lnTo>
                    <a:pt x="228" y="511"/>
                  </a:lnTo>
                  <a:lnTo>
                    <a:pt x="515" y="228"/>
                  </a:lnTo>
                  <a:lnTo>
                    <a:pt x="1454" y="1172"/>
                  </a:lnTo>
                  <a:lnTo>
                    <a:pt x="2398" y="228"/>
                  </a:lnTo>
                  <a:lnTo>
                    <a:pt x="3341" y="1172"/>
                  </a:lnTo>
                  <a:lnTo>
                    <a:pt x="4285" y="228"/>
                  </a:lnTo>
                  <a:close/>
                  <a:moveTo>
                    <a:pt x="515" y="0"/>
                  </a:moveTo>
                  <a:lnTo>
                    <a:pt x="0" y="511"/>
                  </a:lnTo>
                  <a:lnTo>
                    <a:pt x="930" y="1441"/>
                  </a:lnTo>
                  <a:lnTo>
                    <a:pt x="930" y="1445"/>
                  </a:lnTo>
                  <a:lnTo>
                    <a:pt x="1395" y="1910"/>
                  </a:lnTo>
                  <a:lnTo>
                    <a:pt x="1445" y="1982"/>
                  </a:lnTo>
                  <a:lnTo>
                    <a:pt x="2398" y="1025"/>
                  </a:lnTo>
                  <a:lnTo>
                    <a:pt x="2817" y="1441"/>
                  </a:lnTo>
                  <a:lnTo>
                    <a:pt x="2812" y="1445"/>
                  </a:lnTo>
                  <a:lnTo>
                    <a:pt x="3355" y="1978"/>
                  </a:lnTo>
                  <a:lnTo>
                    <a:pt x="3400" y="1910"/>
                  </a:lnTo>
                  <a:lnTo>
                    <a:pt x="4794" y="511"/>
                  </a:lnTo>
                  <a:lnTo>
                    <a:pt x="4285" y="0"/>
                  </a:lnTo>
                  <a:lnTo>
                    <a:pt x="3341" y="943"/>
                  </a:lnTo>
                  <a:lnTo>
                    <a:pt x="2457" y="55"/>
                  </a:lnTo>
                  <a:lnTo>
                    <a:pt x="2430" y="32"/>
                  </a:lnTo>
                  <a:lnTo>
                    <a:pt x="2365" y="32"/>
                  </a:lnTo>
                  <a:lnTo>
                    <a:pt x="1454" y="943"/>
                  </a:lnTo>
                  <a:lnTo>
                    <a:pt x="515" y="0"/>
                  </a:lnTo>
                  <a:close/>
                </a:path>
              </a:pathLst>
            </a:custGeom>
            <a:solidFill>
              <a:srgbClr val="BCB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6" name="Google Shape;4396;p101"/>
            <p:cNvSpPr/>
            <p:nvPr/>
          </p:nvSpPr>
          <p:spPr>
            <a:xfrm>
              <a:off x="4046725" y="3975675"/>
              <a:ext cx="20300" cy="49475"/>
            </a:xfrm>
            <a:custGeom>
              <a:rect b="b" l="l" r="r" t="t"/>
              <a:pathLst>
                <a:path extrusionOk="0" h="1979" w="812">
                  <a:moveTo>
                    <a:pt x="548" y="1"/>
                  </a:moveTo>
                  <a:lnTo>
                    <a:pt x="1" y="1978"/>
                  </a:lnTo>
                  <a:lnTo>
                    <a:pt x="265" y="1978"/>
                  </a:lnTo>
                  <a:lnTo>
                    <a:pt x="811" y="1"/>
                  </a:lnTo>
                  <a:close/>
                </a:path>
              </a:pathLst>
            </a:custGeom>
            <a:solidFill>
              <a:srgbClr val="BCB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7" name="Google Shape;4397;p101"/>
            <p:cNvSpPr/>
            <p:nvPr/>
          </p:nvSpPr>
          <p:spPr>
            <a:xfrm>
              <a:off x="4039325" y="3985125"/>
              <a:ext cx="6400" cy="40025"/>
            </a:xfrm>
            <a:custGeom>
              <a:rect b="b" l="l" r="r" t="t"/>
              <a:pathLst>
                <a:path extrusionOk="0" h="1601" w="256">
                  <a:moveTo>
                    <a:pt x="1" y="0"/>
                  </a:moveTo>
                  <a:lnTo>
                    <a:pt x="1" y="1600"/>
                  </a:lnTo>
                  <a:lnTo>
                    <a:pt x="255" y="1600"/>
                  </a:lnTo>
                  <a:lnTo>
                    <a:pt x="255" y="0"/>
                  </a:lnTo>
                  <a:close/>
                </a:path>
              </a:pathLst>
            </a:custGeom>
            <a:solidFill>
              <a:srgbClr val="BCB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8" name="Google Shape;4398;p101"/>
            <p:cNvSpPr/>
            <p:nvPr/>
          </p:nvSpPr>
          <p:spPr>
            <a:xfrm>
              <a:off x="4032950" y="3969525"/>
              <a:ext cx="19275" cy="19275"/>
            </a:xfrm>
            <a:custGeom>
              <a:rect b="b" l="l" r="r" t="t"/>
              <a:pathLst>
                <a:path extrusionOk="0" h="771" w="771">
                  <a:moveTo>
                    <a:pt x="384" y="159"/>
                  </a:moveTo>
                  <a:cubicBezTo>
                    <a:pt x="506" y="159"/>
                    <a:pt x="607" y="260"/>
                    <a:pt x="607" y="383"/>
                  </a:cubicBezTo>
                  <a:cubicBezTo>
                    <a:pt x="607" y="506"/>
                    <a:pt x="506" y="611"/>
                    <a:pt x="384" y="611"/>
                  </a:cubicBezTo>
                  <a:cubicBezTo>
                    <a:pt x="260" y="611"/>
                    <a:pt x="159" y="506"/>
                    <a:pt x="159" y="383"/>
                  </a:cubicBezTo>
                  <a:cubicBezTo>
                    <a:pt x="159" y="260"/>
                    <a:pt x="260" y="159"/>
                    <a:pt x="384" y="159"/>
                  </a:cubicBezTo>
                  <a:close/>
                  <a:moveTo>
                    <a:pt x="384" y="1"/>
                  </a:moveTo>
                  <a:cubicBezTo>
                    <a:pt x="169" y="1"/>
                    <a:pt x="1" y="173"/>
                    <a:pt x="1" y="383"/>
                  </a:cubicBezTo>
                  <a:cubicBezTo>
                    <a:pt x="1" y="597"/>
                    <a:pt x="169" y="771"/>
                    <a:pt x="384" y="771"/>
                  </a:cubicBezTo>
                  <a:cubicBezTo>
                    <a:pt x="597" y="771"/>
                    <a:pt x="771" y="597"/>
                    <a:pt x="771" y="383"/>
                  </a:cubicBezTo>
                  <a:cubicBezTo>
                    <a:pt x="771" y="173"/>
                    <a:pt x="597" y="1"/>
                    <a:pt x="384" y="1"/>
                  </a:cubicBezTo>
                  <a:close/>
                </a:path>
              </a:pathLst>
            </a:custGeom>
            <a:solidFill>
              <a:srgbClr val="BCB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9" name="Google Shape;4399;p101"/>
            <p:cNvSpPr/>
            <p:nvPr/>
          </p:nvSpPr>
          <p:spPr>
            <a:xfrm>
              <a:off x="4054700" y="3960175"/>
              <a:ext cx="19300" cy="19275"/>
            </a:xfrm>
            <a:custGeom>
              <a:rect b="b" l="l" r="r" t="t"/>
              <a:pathLst>
                <a:path extrusionOk="0" h="771" w="772">
                  <a:moveTo>
                    <a:pt x="383" y="160"/>
                  </a:moveTo>
                  <a:cubicBezTo>
                    <a:pt x="511" y="160"/>
                    <a:pt x="612" y="260"/>
                    <a:pt x="612" y="383"/>
                  </a:cubicBezTo>
                  <a:cubicBezTo>
                    <a:pt x="612" y="506"/>
                    <a:pt x="511" y="611"/>
                    <a:pt x="383" y="611"/>
                  </a:cubicBezTo>
                  <a:cubicBezTo>
                    <a:pt x="261" y="611"/>
                    <a:pt x="160" y="506"/>
                    <a:pt x="160" y="383"/>
                  </a:cubicBezTo>
                  <a:cubicBezTo>
                    <a:pt x="160" y="260"/>
                    <a:pt x="261" y="160"/>
                    <a:pt x="383" y="160"/>
                  </a:cubicBezTo>
                  <a:close/>
                  <a:moveTo>
                    <a:pt x="383" y="0"/>
                  </a:moveTo>
                  <a:cubicBezTo>
                    <a:pt x="174" y="0"/>
                    <a:pt x="0" y="173"/>
                    <a:pt x="0" y="383"/>
                  </a:cubicBezTo>
                  <a:cubicBezTo>
                    <a:pt x="0" y="598"/>
                    <a:pt x="174" y="771"/>
                    <a:pt x="383" y="771"/>
                  </a:cubicBezTo>
                  <a:cubicBezTo>
                    <a:pt x="598" y="771"/>
                    <a:pt x="771" y="598"/>
                    <a:pt x="771" y="383"/>
                  </a:cubicBezTo>
                  <a:cubicBezTo>
                    <a:pt x="771" y="173"/>
                    <a:pt x="598" y="0"/>
                    <a:pt x="383" y="0"/>
                  </a:cubicBezTo>
                  <a:close/>
                </a:path>
              </a:pathLst>
            </a:custGeom>
            <a:solidFill>
              <a:srgbClr val="BCB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0" name="Google Shape;4400;p101"/>
            <p:cNvSpPr/>
            <p:nvPr/>
          </p:nvSpPr>
          <p:spPr>
            <a:xfrm>
              <a:off x="4922600" y="4379025"/>
              <a:ext cx="144275" cy="23400"/>
            </a:xfrm>
            <a:custGeom>
              <a:rect b="b" l="l" r="r" t="t"/>
              <a:pathLst>
                <a:path extrusionOk="0" h="936" w="5771">
                  <a:moveTo>
                    <a:pt x="5538" y="233"/>
                  </a:moveTo>
                  <a:lnTo>
                    <a:pt x="5538" y="702"/>
                  </a:lnTo>
                  <a:lnTo>
                    <a:pt x="293" y="702"/>
                  </a:lnTo>
                  <a:cubicBezTo>
                    <a:pt x="310" y="611"/>
                    <a:pt x="338" y="466"/>
                    <a:pt x="379" y="233"/>
                  </a:cubicBezTo>
                  <a:close/>
                  <a:moveTo>
                    <a:pt x="183" y="1"/>
                  </a:moveTo>
                  <a:lnTo>
                    <a:pt x="169" y="96"/>
                  </a:lnTo>
                  <a:cubicBezTo>
                    <a:pt x="64" y="698"/>
                    <a:pt x="41" y="784"/>
                    <a:pt x="41" y="788"/>
                  </a:cubicBezTo>
                  <a:lnTo>
                    <a:pt x="1" y="935"/>
                  </a:lnTo>
                  <a:lnTo>
                    <a:pt x="5771" y="935"/>
                  </a:lnTo>
                  <a:lnTo>
                    <a:pt x="5771" y="1"/>
                  </a:lnTo>
                  <a:close/>
                </a:path>
              </a:pathLst>
            </a:custGeom>
            <a:solidFill>
              <a:srgbClr val="BCB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1" name="Google Shape;4401;p101"/>
            <p:cNvSpPr/>
            <p:nvPr/>
          </p:nvSpPr>
          <p:spPr>
            <a:xfrm>
              <a:off x="4926125" y="4315325"/>
              <a:ext cx="140750" cy="69525"/>
            </a:xfrm>
            <a:custGeom>
              <a:rect b="b" l="l" r="r" t="t"/>
              <a:pathLst>
                <a:path extrusionOk="0" h="2781" w="5630">
                  <a:moveTo>
                    <a:pt x="5397" y="233"/>
                  </a:moveTo>
                  <a:lnTo>
                    <a:pt x="5397" y="2549"/>
                  </a:lnTo>
                  <a:lnTo>
                    <a:pt x="297" y="2549"/>
                  </a:lnTo>
                  <a:cubicBezTo>
                    <a:pt x="566" y="2070"/>
                    <a:pt x="2188" y="1914"/>
                    <a:pt x="3082" y="1828"/>
                  </a:cubicBezTo>
                  <a:lnTo>
                    <a:pt x="3215" y="1815"/>
                  </a:lnTo>
                  <a:cubicBezTo>
                    <a:pt x="3520" y="1788"/>
                    <a:pt x="3770" y="1660"/>
                    <a:pt x="3947" y="1436"/>
                  </a:cubicBezTo>
                  <a:cubicBezTo>
                    <a:pt x="4262" y="1049"/>
                    <a:pt x="4290" y="484"/>
                    <a:pt x="4281" y="233"/>
                  </a:cubicBezTo>
                  <a:close/>
                  <a:moveTo>
                    <a:pt x="4029" y="0"/>
                  </a:moveTo>
                  <a:lnTo>
                    <a:pt x="4044" y="128"/>
                  </a:lnTo>
                  <a:cubicBezTo>
                    <a:pt x="4044" y="137"/>
                    <a:pt x="4117" y="862"/>
                    <a:pt x="3770" y="1291"/>
                  </a:cubicBezTo>
                  <a:cubicBezTo>
                    <a:pt x="3629" y="1464"/>
                    <a:pt x="3433" y="1559"/>
                    <a:pt x="3192" y="1586"/>
                  </a:cubicBezTo>
                  <a:lnTo>
                    <a:pt x="3064" y="1596"/>
                  </a:lnTo>
                  <a:cubicBezTo>
                    <a:pt x="1837" y="1714"/>
                    <a:pt x="160" y="1874"/>
                    <a:pt x="33" y="2604"/>
                  </a:cubicBezTo>
                  <a:lnTo>
                    <a:pt x="1" y="2781"/>
                  </a:lnTo>
                  <a:lnTo>
                    <a:pt x="5630" y="2781"/>
                  </a:lnTo>
                  <a:lnTo>
                    <a:pt x="5630" y="0"/>
                  </a:lnTo>
                  <a:close/>
                </a:path>
              </a:pathLst>
            </a:custGeom>
            <a:solidFill>
              <a:srgbClr val="BCB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2" name="Google Shape;4402;p101"/>
            <p:cNvSpPr/>
            <p:nvPr/>
          </p:nvSpPr>
          <p:spPr>
            <a:xfrm>
              <a:off x="4939925" y="4365150"/>
              <a:ext cx="63850" cy="17875"/>
            </a:xfrm>
            <a:custGeom>
              <a:rect b="b" l="l" r="r" t="t"/>
              <a:pathLst>
                <a:path extrusionOk="0" h="715" w="2554">
                  <a:moveTo>
                    <a:pt x="826" y="0"/>
                  </a:moveTo>
                  <a:cubicBezTo>
                    <a:pt x="384" y="0"/>
                    <a:pt x="6" y="13"/>
                    <a:pt x="0" y="13"/>
                  </a:cubicBezTo>
                  <a:lnTo>
                    <a:pt x="10" y="245"/>
                  </a:lnTo>
                  <a:cubicBezTo>
                    <a:pt x="16" y="245"/>
                    <a:pt x="423" y="231"/>
                    <a:pt x="884" y="231"/>
                  </a:cubicBezTo>
                  <a:cubicBezTo>
                    <a:pt x="1114" y="231"/>
                    <a:pt x="1359" y="235"/>
                    <a:pt x="1573" y="245"/>
                  </a:cubicBezTo>
                  <a:cubicBezTo>
                    <a:pt x="2143" y="273"/>
                    <a:pt x="2329" y="697"/>
                    <a:pt x="2339" y="714"/>
                  </a:cubicBezTo>
                  <a:lnTo>
                    <a:pt x="2553" y="624"/>
                  </a:lnTo>
                  <a:cubicBezTo>
                    <a:pt x="2543" y="601"/>
                    <a:pt x="2307" y="49"/>
                    <a:pt x="1586" y="18"/>
                  </a:cubicBezTo>
                  <a:cubicBezTo>
                    <a:pt x="1350" y="5"/>
                    <a:pt x="1078" y="0"/>
                    <a:pt x="826" y="0"/>
                  </a:cubicBezTo>
                  <a:close/>
                </a:path>
              </a:pathLst>
            </a:custGeom>
            <a:solidFill>
              <a:srgbClr val="BCB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3" name="Google Shape;4403;p101"/>
            <p:cNvSpPr/>
            <p:nvPr/>
          </p:nvSpPr>
          <p:spPr>
            <a:xfrm>
              <a:off x="4999975" y="4318200"/>
              <a:ext cx="49825" cy="47050"/>
            </a:xfrm>
            <a:custGeom>
              <a:rect b="b" l="l" r="r" t="t"/>
              <a:pathLst>
                <a:path extrusionOk="0" h="1882" w="1993">
                  <a:moveTo>
                    <a:pt x="1988" y="0"/>
                  </a:moveTo>
                  <a:lnTo>
                    <a:pt x="1755" y="4"/>
                  </a:lnTo>
                  <a:cubicBezTo>
                    <a:pt x="1765" y="551"/>
                    <a:pt x="1641" y="1467"/>
                    <a:pt x="1294" y="1591"/>
                  </a:cubicBezTo>
                  <a:cubicBezTo>
                    <a:pt x="1169" y="1634"/>
                    <a:pt x="1032" y="1651"/>
                    <a:pt x="897" y="1651"/>
                  </a:cubicBezTo>
                  <a:cubicBezTo>
                    <a:pt x="486" y="1651"/>
                    <a:pt x="90" y="1499"/>
                    <a:pt x="87" y="1499"/>
                  </a:cubicBezTo>
                  <a:lnTo>
                    <a:pt x="0" y="1713"/>
                  </a:lnTo>
                  <a:cubicBezTo>
                    <a:pt x="23" y="1723"/>
                    <a:pt x="438" y="1881"/>
                    <a:pt x="894" y="1881"/>
                  </a:cubicBezTo>
                  <a:cubicBezTo>
                    <a:pt x="1054" y="1881"/>
                    <a:pt x="1218" y="1864"/>
                    <a:pt x="1372" y="1809"/>
                  </a:cubicBezTo>
                  <a:cubicBezTo>
                    <a:pt x="1988" y="1591"/>
                    <a:pt x="1992" y="164"/>
                    <a:pt x="1988" y="0"/>
                  </a:cubicBezTo>
                  <a:close/>
                </a:path>
              </a:pathLst>
            </a:custGeom>
            <a:solidFill>
              <a:srgbClr val="BCB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4" name="Google Shape;4404;p101"/>
            <p:cNvSpPr/>
            <p:nvPr/>
          </p:nvSpPr>
          <p:spPr>
            <a:xfrm>
              <a:off x="5027425" y="4320675"/>
              <a:ext cx="21000" cy="16550"/>
            </a:xfrm>
            <a:custGeom>
              <a:rect b="b" l="l" r="r" t="t"/>
              <a:pathLst>
                <a:path extrusionOk="0" h="662" w="840">
                  <a:moveTo>
                    <a:pt x="711" y="1"/>
                  </a:moveTo>
                  <a:lnTo>
                    <a:pt x="0" y="470"/>
                  </a:lnTo>
                  <a:lnTo>
                    <a:pt x="128" y="661"/>
                  </a:lnTo>
                  <a:lnTo>
                    <a:pt x="839" y="192"/>
                  </a:lnTo>
                  <a:lnTo>
                    <a:pt x="711" y="1"/>
                  </a:lnTo>
                  <a:close/>
                </a:path>
              </a:pathLst>
            </a:custGeom>
            <a:solidFill>
              <a:srgbClr val="BCB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5" name="Google Shape;4405;p101"/>
            <p:cNvSpPr/>
            <p:nvPr/>
          </p:nvSpPr>
          <p:spPr>
            <a:xfrm>
              <a:off x="5028800" y="4323775"/>
              <a:ext cx="18250" cy="13575"/>
            </a:xfrm>
            <a:custGeom>
              <a:rect b="b" l="l" r="r" t="t"/>
              <a:pathLst>
                <a:path extrusionOk="0" h="543" w="730">
                  <a:moveTo>
                    <a:pt x="109" y="0"/>
                  </a:moveTo>
                  <a:lnTo>
                    <a:pt x="0" y="205"/>
                  </a:lnTo>
                  <a:lnTo>
                    <a:pt x="620" y="543"/>
                  </a:lnTo>
                  <a:lnTo>
                    <a:pt x="730" y="337"/>
                  </a:lnTo>
                  <a:lnTo>
                    <a:pt x="109" y="0"/>
                  </a:lnTo>
                  <a:close/>
                </a:path>
              </a:pathLst>
            </a:custGeom>
            <a:solidFill>
              <a:srgbClr val="BCB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6" name="Google Shape;4406;p101"/>
            <p:cNvSpPr/>
            <p:nvPr/>
          </p:nvSpPr>
          <p:spPr>
            <a:xfrm>
              <a:off x="5023000" y="4337550"/>
              <a:ext cx="22800" cy="12800"/>
            </a:xfrm>
            <a:custGeom>
              <a:rect b="b" l="l" r="r" t="t"/>
              <a:pathLst>
                <a:path extrusionOk="0" h="512" w="912">
                  <a:moveTo>
                    <a:pt x="834" y="1"/>
                  </a:moveTo>
                  <a:lnTo>
                    <a:pt x="0" y="297"/>
                  </a:lnTo>
                  <a:lnTo>
                    <a:pt x="78" y="511"/>
                  </a:lnTo>
                  <a:lnTo>
                    <a:pt x="911" y="219"/>
                  </a:lnTo>
                  <a:lnTo>
                    <a:pt x="834" y="1"/>
                  </a:lnTo>
                  <a:close/>
                </a:path>
              </a:pathLst>
            </a:custGeom>
            <a:solidFill>
              <a:srgbClr val="BCB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7" name="Google Shape;4407;p101"/>
            <p:cNvSpPr/>
            <p:nvPr/>
          </p:nvSpPr>
          <p:spPr>
            <a:xfrm>
              <a:off x="5025950" y="4337875"/>
              <a:ext cx="17800" cy="14625"/>
            </a:xfrm>
            <a:custGeom>
              <a:rect b="b" l="l" r="r" t="t"/>
              <a:pathLst>
                <a:path extrusionOk="0" h="585" w="712">
                  <a:moveTo>
                    <a:pt x="128" y="1"/>
                  </a:moveTo>
                  <a:lnTo>
                    <a:pt x="0" y="192"/>
                  </a:lnTo>
                  <a:lnTo>
                    <a:pt x="579" y="585"/>
                  </a:lnTo>
                  <a:lnTo>
                    <a:pt x="711" y="393"/>
                  </a:lnTo>
                  <a:lnTo>
                    <a:pt x="128" y="1"/>
                  </a:lnTo>
                  <a:close/>
                </a:path>
              </a:pathLst>
            </a:custGeom>
            <a:solidFill>
              <a:srgbClr val="BCB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8" name="Google Shape;4408;p101"/>
            <p:cNvSpPr/>
            <p:nvPr/>
          </p:nvSpPr>
          <p:spPr>
            <a:xfrm>
              <a:off x="5222375" y="3621875"/>
              <a:ext cx="311225" cy="249325"/>
            </a:xfrm>
            <a:custGeom>
              <a:rect b="b" l="l" r="r" t="t"/>
              <a:pathLst>
                <a:path extrusionOk="0" h="9973" w="12449">
                  <a:moveTo>
                    <a:pt x="8686" y="0"/>
                  </a:moveTo>
                  <a:cubicBezTo>
                    <a:pt x="7883" y="0"/>
                    <a:pt x="6853" y="267"/>
                    <a:pt x="5816" y="1267"/>
                  </a:cubicBezTo>
                  <a:cubicBezTo>
                    <a:pt x="3597" y="3410"/>
                    <a:pt x="0" y="8459"/>
                    <a:pt x="639" y="9439"/>
                  </a:cubicBezTo>
                  <a:cubicBezTo>
                    <a:pt x="875" y="9802"/>
                    <a:pt x="1170" y="9973"/>
                    <a:pt x="1551" y="9973"/>
                  </a:cubicBezTo>
                  <a:cubicBezTo>
                    <a:pt x="2197" y="9973"/>
                    <a:pt x="3091" y="9480"/>
                    <a:pt x="4363" y="8601"/>
                  </a:cubicBezTo>
                  <a:cubicBezTo>
                    <a:pt x="6382" y="7201"/>
                    <a:pt x="12448" y="3023"/>
                    <a:pt x="10223" y="347"/>
                  </a:cubicBezTo>
                  <a:cubicBezTo>
                    <a:pt x="10223" y="347"/>
                    <a:pt x="9602" y="0"/>
                    <a:pt x="8686" y="0"/>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9" name="Google Shape;4409;p101"/>
            <p:cNvSpPr/>
            <p:nvPr/>
          </p:nvSpPr>
          <p:spPr>
            <a:xfrm>
              <a:off x="5101050" y="3765875"/>
              <a:ext cx="204075" cy="250950"/>
            </a:xfrm>
            <a:custGeom>
              <a:rect b="b" l="l" r="r" t="t"/>
              <a:pathLst>
                <a:path extrusionOk="0" h="10038" w="8163">
                  <a:moveTo>
                    <a:pt x="7031" y="1"/>
                  </a:moveTo>
                  <a:cubicBezTo>
                    <a:pt x="7029" y="1"/>
                    <a:pt x="7029" y="1"/>
                    <a:pt x="7028" y="2"/>
                  </a:cubicBezTo>
                  <a:cubicBezTo>
                    <a:pt x="7009" y="29"/>
                    <a:pt x="2466" y="5680"/>
                    <a:pt x="0" y="8753"/>
                  </a:cubicBezTo>
                  <a:lnTo>
                    <a:pt x="1313" y="10038"/>
                  </a:lnTo>
                  <a:cubicBezTo>
                    <a:pt x="2903" y="8574"/>
                    <a:pt x="5141" y="6523"/>
                    <a:pt x="6275" y="5475"/>
                  </a:cubicBezTo>
                  <a:cubicBezTo>
                    <a:pt x="8162" y="3734"/>
                    <a:pt x="7871" y="2463"/>
                    <a:pt x="7871" y="2463"/>
                  </a:cubicBezTo>
                  <a:cubicBezTo>
                    <a:pt x="7942" y="1028"/>
                    <a:pt x="7089" y="1"/>
                    <a:pt x="7031" y="1"/>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0" name="Google Shape;4410;p101"/>
            <p:cNvSpPr/>
            <p:nvPr/>
          </p:nvSpPr>
          <p:spPr>
            <a:xfrm>
              <a:off x="5062175" y="3984675"/>
              <a:ext cx="71700" cy="73850"/>
            </a:xfrm>
            <a:custGeom>
              <a:rect b="b" l="l" r="r" t="t"/>
              <a:pathLst>
                <a:path extrusionOk="0" h="2954" w="2868">
                  <a:moveTo>
                    <a:pt x="1555" y="1"/>
                  </a:moveTo>
                  <a:cubicBezTo>
                    <a:pt x="634" y="1145"/>
                    <a:pt x="1" y="1932"/>
                    <a:pt x="1" y="1932"/>
                  </a:cubicBezTo>
                  <a:lnTo>
                    <a:pt x="1044" y="2954"/>
                  </a:lnTo>
                  <a:cubicBezTo>
                    <a:pt x="1044" y="2954"/>
                    <a:pt x="1820" y="2247"/>
                    <a:pt x="2868" y="1286"/>
                  </a:cubicBezTo>
                  <a:lnTo>
                    <a:pt x="1555" y="1"/>
                  </a:lnTo>
                  <a:close/>
                </a:path>
              </a:pathLst>
            </a:custGeom>
            <a:solidFill>
              <a:srgbClr val="1E17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1" name="Google Shape;4411;p101"/>
            <p:cNvSpPr/>
            <p:nvPr/>
          </p:nvSpPr>
          <p:spPr>
            <a:xfrm>
              <a:off x="5024350" y="4032975"/>
              <a:ext cx="84925" cy="89500"/>
            </a:xfrm>
            <a:custGeom>
              <a:rect b="b" l="l" r="r" t="t"/>
              <a:pathLst>
                <a:path extrusionOk="0" h="3580" w="3397">
                  <a:moveTo>
                    <a:pt x="1514" y="0"/>
                  </a:moveTo>
                  <a:cubicBezTo>
                    <a:pt x="1514" y="0"/>
                    <a:pt x="456" y="1710"/>
                    <a:pt x="228" y="2275"/>
                  </a:cubicBezTo>
                  <a:cubicBezTo>
                    <a:pt x="1" y="2840"/>
                    <a:pt x="73" y="3460"/>
                    <a:pt x="237" y="3574"/>
                  </a:cubicBezTo>
                  <a:cubicBezTo>
                    <a:pt x="242" y="3577"/>
                    <a:pt x="249" y="3579"/>
                    <a:pt x="257" y="3579"/>
                  </a:cubicBezTo>
                  <a:cubicBezTo>
                    <a:pt x="489" y="3579"/>
                    <a:pt x="1827" y="2009"/>
                    <a:pt x="2016" y="2009"/>
                  </a:cubicBezTo>
                  <a:cubicBezTo>
                    <a:pt x="2019" y="2009"/>
                    <a:pt x="2022" y="2010"/>
                    <a:pt x="2024" y="2011"/>
                  </a:cubicBezTo>
                  <a:cubicBezTo>
                    <a:pt x="2179" y="2070"/>
                    <a:pt x="1933" y="2758"/>
                    <a:pt x="1924" y="2941"/>
                  </a:cubicBezTo>
                  <a:cubicBezTo>
                    <a:pt x="1922" y="2971"/>
                    <a:pt x="1939" y="2986"/>
                    <a:pt x="1970" y="2986"/>
                  </a:cubicBezTo>
                  <a:cubicBezTo>
                    <a:pt x="2118" y="2986"/>
                    <a:pt x="2589" y="2659"/>
                    <a:pt x="2954" y="2207"/>
                  </a:cubicBezTo>
                  <a:cubicBezTo>
                    <a:pt x="3396" y="1660"/>
                    <a:pt x="2557" y="1022"/>
                    <a:pt x="2557" y="1022"/>
                  </a:cubicBezTo>
                  <a:lnTo>
                    <a:pt x="1514" y="0"/>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2" name="Google Shape;4412;p101"/>
            <p:cNvSpPr/>
            <p:nvPr/>
          </p:nvSpPr>
          <p:spPr>
            <a:xfrm>
              <a:off x="5498250" y="3476150"/>
              <a:ext cx="179700" cy="173025"/>
            </a:xfrm>
            <a:custGeom>
              <a:rect b="b" l="l" r="r" t="t"/>
              <a:pathLst>
                <a:path extrusionOk="0" h="6921" w="7188">
                  <a:moveTo>
                    <a:pt x="4580" y="0"/>
                  </a:moveTo>
                  <a:lnTo>
                    <a:pt x="2935" y="1277"/>
                  </a:lnTo>
                  <a:cubicBezTo>
                    <a:pt x="2935" y="1277"/>
                    <a:pt x="2890" y="4394"/>
                    <a:pt x="0" y="5465"/>
                  </a:cubicBezTo>
                  <a:cubicBezTo>
                    <a:pt x="0" y="5465"/>
                    <a:pt x="1527" y="6921"/>
                    <a:pt x="3494" y="6921"/>
                  </a:cubicBezTo>
                  <a:cubicBezTo>
                    <a:pt x="3684" y="6921"/>
                    <a:pt x="3878" y="6907"/>
                    <a:pt x="4075" y="6877"/>
                  </a:cubicBezTo>
                  <a:cubicBezTo>
                    <a:pt x="6313" y="6541"/>
                    <a:pt x="7188" y="5779"/>
                    <a:pt x="7188" y="5779"/>
                  </a:cubicBezTo>
                  <a:cubicBezTo>
                    <a:pt x="7188" y="5779"/>
                    <a:pt x="5989" y="5756"/>
                    <a:pt x="5333" y="4193"/>
                  </a:cubicBezTo>
                  <a:cubicBezTo>
                    <a:pt x="4676" y="2626"/>
                    <a:pt x="4580" y="0"/>
                    <a:pt x="4580"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3" name="Google Shape;4413;p101"/>
            <p:cNvSpPr/>
            <p:nvPr/>
          </p:nvSpPr>
          <p:spPr>
            <a:xfrm>
              <a:off x="5566600" y="3485025"/>
              <a:ext cx="33850" cy="52100"/>
            </a:xfrm>
            <a:custGeom>
              <a:rect b="b" l="l" r="r" t="t"/>
              <a:pathLst>
                <a:path extrusionOk="0" h="2084" w="1354">
                  <a:moveTo>
                    <a:pt x="1354" y="1"/>
                  </a:moveTo>
                  <a:lnTo>
                    <a:pt x="201" y="922"/>
                  </a:lnTo>
                  <a:lnTo>
                    <a:pt x="192" y="971"/>
                  </a:lnTo>
                  <a:lnTo>
                    <a:pt x="1" y="2084"/>
                  </a:lnTo>
                  <a:cubicBezTo>
                    <a:pt x="1" y="2084"/>
                    <a:pt x="789" y="1496"/>
                    <a:pt x="1044" y="922"/>
                  </a:cubicBezTo>
                  <a:cubicBezTo>
                    <a:pt x="1305" y="342"/>
                    <a:pt x="1354" y="1"/>
                    <a:pt x="1354" y="1"/>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4" name="Google Shape;4414;p101"/>
            <p:cNvSpPr/>
            <p:nvPr/>
          </p:nvSpPr>
          <p:spPr>
            <a:xfrm>
              <a:off x="5527175" y="3400175"/>
              <a:ext cx="107250" cy="112300"/>
            </a:xfrm>
            <a:custGeom>
              <a:rect b="b" l="l" r="r" t="t"/>
              <a:pathLst>
                <a:path extrusionOk="0" h="4492" w="4290">
                  <a:moveTo>
                    <a:pt x="1912" y="0"/>
                  </a:moveTo>
                  <a:cubicBezTo>
                    <a:pt x="1548" y="0"/>
                    <a:pt x="1210" y="77"/>
                    <a:pt x="1008" y="241"/>
                  </a:cubicBezTo>
                  <a:cubicBezTo>
                    <a:pt x="411" y="719"/>
                    <a:pt x="0" y="3955"/>
                    <a:pt x="120" y="4320"/>
                  </a:cubicBezTo>
                  <a:cubicBezTo>
                    <a:pt x="157" y="4439"/>
                    <a:pt x="365" y="4491"/>
                    <a:pt x="653" y="4491"/>
                  </a:cubicBezTo>
                  <a:cubicBezTo>
                    <a:pt x="1250" y="4491"/>
                    <a:pt x="2187" y="4265"/>
                    <a:pt x="2640" y="3933"/>
                  </a:cubicBezTo>
                  <a:cubicBezTo>
                    <a:pt x="3305" y="3441"/>
                    <a:pt x="3423" y="3039"/>
                    <a:pt x="3423" y="3039"/>
                  </a:cubicBezTo>
                  <a:cubicBezTo>
                    <a:pt x="3423" y="3039"/>
                    <a:pt x="3537" y="3110"/>
                    <a:pt x="3689" y="3110"/>
                  </a:cubicBezTo>
                  <a:cubicBezTo>
                    <a:pt x="3787" y="3110"/>
                    <a:pt x="3901" y="3081"/>
                    <a:pt x="4012" y="2985"/>
                  </a:cubicBezTo>
                  <a:cubicBezTo>
                    <a:pt x="4289" y="2739"/>
                    <a:pt x="4176" y="2150"/>
                    <a:pt x="3952" y="2023"/>
                  </a:cubicBezTo>
                  <a:cubicBezTo>
                    <a:pt x="3888" y="1985"/>
                    <a:pt x="3833" y="1972"/>
                    <a:pt x="3786" y="1972"/>
                  </a:cubicBezTo>
                  <a:cubicBezTo>
                    <a:pt x="3671" y="1972"/>
                    <a:pt x="3610" y="2055"/>
                    <a:pt x="3610" y="2055"/>
                  </a:cubicBezTo>
                  <a:cubicBezTo>
                    <a:pt x="3610" y="2055"/>
                    <a:pt x="3683" y="1599"/>
                    <a:pt x="3528" y="816"/>
                  </a:cubicBezTo>
                  <a:cubicBezTo>
                    <a:pt x="3429" y="294"/>
                    <a:pt x="2621" y="0"/>
                    <a:pt x="1912"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5" name="Google Shape;4415;p101"/>
            <p:cNvSpPr/>
            <p:nvPr/>
          </p:nvSpPr>
          <p:spPr>
            <a:xfrm>
              <a:off x="5526600" y="3391450"/>
              <a:ext cx="98150" cy="62825"/>
            </a:xfrm>
            <a:custGeom>
              <a:rect b="b" l="l" r="r" t="t"/>
              <a:pathLst>
                <a:path extrusionOk="0" h="2513" w="3926">
                  <a:moveTo>
                    <a:pt x="1574" y="0"/>
                  </a:moveTo>
                  <a:cubicBezTo>
                    <a:pt x="1236" y="0"/>
                    <a:pt x="943" y="49"/>
                    <a:pt x="780" y="153"/>
                  </a:cubicBezTo>
                  <a:cubicBezTo>
                    <a:pt x="379" y="408"/>
                    <a:pt x="711" y="462"/>
                    <a:pt x="711" y="462"/>
                  </a:cubicBezTo>
                  <a:cubicBezTo>
                    <a:pt x="711" y="462"/>
                    <a:pt x="0" y="663"/>
                    <a:pt x="247" y="978"/>
                  </a:cubicBezTo>
                  <a:cubicBezTo>
                    <a:pt x="377" y="1141"/>
                    <a:pt x="732" y="1180"/>
                    <a:pt x="1110" y="1180"/>
                  </a:cubicBezTo>
                  <a:cubicBezTo>
                    <a:pt x="1460" y="1180"/>
                    <a:pt x="1831" y="1146"/>
                    <a:pt x="2061" y="1146"/>
                  </a:cubicBezTo>
                  <a:cubicBezTo>
                    <a:pt x="2539" y="1146"/>
                    <a:pt x="3145" y="1456"/>
                    <a:pt x="3141" y="1689"/>
                  </a:cubicBezTo>
                  <a:cubicBezTo>
                    <a:pt x="3132" y="1916"/>
                    <a:pt x="2913" y="2417"/>
                    <a:pt x="3187" y="2495"/>
                  </a:cubicBezTo>
                  <a:cubicBezTo>
                    <a:pt x="3230" y="2507"/>
                    <a:pt x="3271" y="2512"/>
                    <a:pt x="3311" y="2512"/>
                  </a:cubicBezTo>
                  <a:cubicBezTo>
                    <a:pt x="3520" y="2512"/>
                    <a:pt x="3675" y="2368"/>
                    <a:pt x="3675" y="2368"/>
                  </a:cubicBezTo>
                  <a:cubicBezTo>
                    <a:pt x="3675" y="2368"/>
                    <a:pt x="3788" y="1712"/>
                    <a:pt x="3856" y="1401"/>
                  </a:cubicBezTo>
                  <a:cubicBezTo>
                    <a:pt x="3925" y="1091"/>
                    <a:pt x="3825" y="622"/>
                    <a:pt x="3100" y="298"/>
                  </a:cubicBezTo>
                  <a:cubicBezTo>
                    <a:pt x="2669" y="106"/>
                    <a:pt x="2072" y="0"/>
                    <a:pt x="1574"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6" name="Google Shape;4416;p101"/>
            <p:cNvSpPr/>
            <p:nvPr/>
          </p:nvSpPr>
          <p:spPr>
            <a:xfrm>
              <a:off x="5575825" y="3438900"/>
              <a:ext cx="19625" cy="8000"/>
            </a:xfrm>
            <a:custGeom>
              <a:rect b="b" l="l" r="r" t="t"/>
              <a:pathLst>
                <a:path extrusionOk="0" h="320" w="785">
                  <a:moveTo>
                    <a:pt x="380" y="0"/>
                  </a:moveTo>
                  <a:cubicBezTo>
                    <a:pt x="291" y="0"/>
                    <a:pt x="212" y="6"/>
                    <a:pt x="179" y="22"/>
                  </a:cubicBezTo>
                  <a:cubicBezTo>
                    <a:pt x="74" y="68"/>
                    <a:pt x="0" y="283"/>
                    <a:pt x="0" y="283"/>
                  </a:cubicBezTo>
                  <a:cubicBezTo>
                    <a:pt x="0" y="283"/>
                    <a:pt x="191" y="319"/>
                    <a:pt x="356" y="319"/>
                  </a:cubicBezTo>
                  <a:cubicBezTo>
                    <a:pt x="438" y="319"/>
                    <a:pt x="514" y="310"/>
                    <a:pt x="557" y="283"/>
                  </a:cubicBezTo>
                  <a:cubicBezTo>
                    <a:pt x="684" y="196"/>
                    <a:pt x="785" y="22"/>
                    <a:pt x="785" y="22"/>
                  </a:cubicBezTo>
                  <a:cubicBezTo>
                    <a:pt x="785" y="22"/>
                    <a:pt x="560" y="0"/>
                    <a:pt x="38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7" name="Google Shape;4417;p101"/>
            <p:cNvSpPr/>
            <p:nvPr/>
          </p:nvSpPr>
          <p:spPr>
            <a:xfrm>
              <a:off x="5543700" y="3432050"/>
              <a:ext cx="12900" cy="12575"/>
            </a:xfrm>
            <a:custGeom>
              <a:rect b="b" l="l" r="r" t="t"/>
              <a:pathLst>
                <a:path extrusionOk="0" h="503" w="516">
                  <a:moveTo>
                    <a:pt x="27" y="0"/>
                  </a:moveTo>
                  <a:cubicBezTo>
                    <a:pt x="27" y="0"/>
                    <a:pt x="0" y="42"/>
                    <a:pt x="96" y="206"/>
                  </a:cubicBezTo>
                  <a:cubicBezTo>
                    <a:pt x="192" y="374"/>
                    <a:pt x="492" y="502"/>
                    <a:pt x="492" y="502"/>
                  </a:cubicBezTo>
                  <a:cubicBezTo>
                    <a:pt x="492" y="502"/>
                    <a:pt x="515" y="269"/>
                    <a:pt x="416" y="164"/>
                  </a:cubicBezTo>
                  <a:cubicBezTo>
                    <a:pt x="319" y="60"/>
                    <a:pt x="27" y="0"/>
                    <a:pt x="2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8" name="Google Shape;4418;p101"/>
            <p:cNvSpPr/>
            <p:nvPr/>
          </p:nvSpPr>
          <p:spPr>
            <a:xfrm>
              <a:off x="5544375" y="3432000"/>
              <a:ext cx="13250" cy="12625"/>
            </a:xfrm>
            <a:custGeom>
              <a:rect b="b" l="l" r="r" t="t"/>
              <a:pathLst>
                <a:path extrusionOk="0" h="505" w="530">
                  <a:moveTo>
                    <a:pt x="52" y="0"/>
                  </a:moveTo>
                  <a:cubicBezTo>
                    <a:pt x="20" y="0"/>
                    <a:pt x="0" y="2"/>
                    <a:pt x="0" y="2"/>
                  </a:cubicBezTo>
                  <a:cubicBezTo>
                    <a:pt x="0" y="2"/>
                    <a:pt x="311" y="67"/>
                    <a:pt x="389" y="189"/>
                  </a:cubicBezTo>
                  <a:cubicBezTo>
                    <a:pt x="471" y="317"/>
                    <a:pt x="465" y="504"/>
                    <a:pt x="465" y="504"/>
                  </a:cubicBezTo>
                  <a:cubicBezTo>
                    <a:pt x="465" y="504"/>
                    <a:pt x="530" y="285"/>
                    <a:pt x="411" y="130"/>
                  </a:cubicBezTo>
                  <a:cubicBezTo>
                    <a:pt x="323" y="15"/>
                    <a:pt x="141" y="0"/>
                    <a:pt x="52"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9" name="Google Shape;4419;p101"/>
            <p:cNvSpPr/>
            <p:nvPr/>
          </p:nvSpPr>
          <p:spPr>
            <a:xfrm>
              <a:off x="5545875" y="3422950"/>
              <a:ext cx="13700" cy="7525"/>
            </a:xfrm>
            <a:custGeom>
              <a:rect b="b" l="l" r="r" t="t"/>
              <a:pathLst>
                <a:path extrusionOk="0" h="301" w="548">
                  <a:moveTo>
                    <a:pt x="217" y="1"/>
                  </a:moveTo>
                  <a:cubicBezTo>
                    <a:pt x="99" y="1"/>
                    <a:pt x="1" y="50"/>
                    <a:pt x="1" y="50"/>
                  </a:cubicBezTo>
                  <a:cubicBezTo>
                    <a:pt x="1" y="50"/>
                    <a:pt x="32" y="46"/>
                    <a:pt x="82" y="46"/>
                  </a:cubicBezTo>
                  <a:cubicBezTo>
                    <a:pt x="137" y="46"/>
                    <a:pt x="215" y="51"/>
                    <a:pt x="296" y="73"/>
                  </a:cubicBezTo>
                  <a:cubicBezTo>
                    <a:pt x="447" y="114"/>
                    <a:pt x="548" y="301"/>
                    <a:pt x="548" y="301"/>
                  </a:cubicBezTo>
                  <a:cubicBezTo>
                    <a:pt x="548" y="301"/>
                    <a:pt x="542" y="123"/>
                    <a:pt x="374" y="36"/>
                  </a:cubicBezTo>
                  <a:cubicBezTo>
                    <a:pt x="322" y="10"/>
                    <a:pt x="267" y="1"/>
                    <a:pt x="217"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0" name="Google Shape;4420;p101"/>
            <p:cNvSpPr/>
            <p:nvPr/>
          </p:nvSpPr>
          <p:spPr>
            <a:xfrm>
              <a:off x="5575825" y="3438200"/>
              <a:ext cx="19625" cy="7775"/>
            </a:xfrm>
            <a:custGeom>
              <a:rect b="b" l="l" r="r" t="t"/>
              <a:pathLst>
                <a:path extrusionOk="0" h="311" w="785">
                  <a:moveTo>
                    <a:pt x="393" y="0"/>
                  </a:moveTo>
                  <a:cubicBezTo>
                    <a:pt x="302" y="0"/>
                    <a:pt x="218" y="8"/>
                    <a:pt x="174" y="28"/>
                  </a:cubicBezTo>
                  <a:cubicBezTo>
                    <a:pt x="55" y="82"/>
                    <a:pt x="0" y="311"/>
                    <a:pt x="0" y="311"/>
                  </a:cubicBezTo>
                  <a:cubicBezTo>
                    <a:pt x="0" y="311"/>
                    <a:pt x="110" y="105"/>
                    <a:pt x="242" y="69"/>
                  </a:cubicBezTo>
                  <a:cubicBezTo>
                    <a:pt x="312" y="51"/>
                    <a:pt x="450" y="46"/>
                    <a:pt x="570" y="46"/>
                  </a:cubicBezTo>
                  <a:cubicBezTo>
                    <a:pt x="686" y="46"/>
                    <a:pt x="785" y="50"/>
                    <a:pt x="785" y="50"/>
                  </a:cubicBezTo>
                  <a:cubicBezTo>
                    <a:pt x="744" y="25"/>
                    <a:pt x="556" y="0"/>
                    <a:pt x="393"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1" name="Google Shape;4421;p101"/>
            <p:cNvSpPr/>
            <p:nvPr/>
          </p:nvSpPr>
          <p:spPr>
            <a:xfrm>
              <a:off x="5576650" y="3428875"/>
              <a:ext cx="21075" cy="5125"/>
            </a:xfrm>
            <a:custGeom>
              <a:rect b="b" l="l" r="r" t="t"/>
              <a:pathLst>
                <a:path extrusionOk="0" h="205" w="843">
                  <a:moveTo>
                    <a:pt x="401" y="1"/>
                  </a:moveTo>
                  <a:cubicBezTo>
                    <a:pt x="362" y="1"/>
                    <a:pt x="323" y="4"/>
                    <a:pt x="287" y="9"/>
                  </a:cubicBezTo>
                  <a:cubicBezTo>
                    <a:pt x="72" y="45"/>
                    <a:pt x="0" y="205"/>
                    <a:pt x="0" y="205"/>
                  </a:cubicBezTo>
                  <a:cubicBezTo>
                    <a:pt x="0" y="205"/>
                    <a:pt x="95" y="82"/>
                    <a:pt x="360" y="64"/>
                  </a:cubicBezTo>
                  <a:cubicBezTo>
                    <a:pt x="373" y="63"/>
                    <a:pt x="386" y="63"/>
                    <a:pt x="399" y="63"/>
                  </a:cubicBezTo>
                  <a:cubicBezTo>
                    <a:pt x="645" y="63"/>
                    <a:pt x="842" y="177"/>
                    <a:pt x="842" y="177"/>
                  </a:cubicBezTo>
                  <a:cubicBezTo>
                    <a:pt x="802" y="64"/>
                    <a:pt x="593" y="1"/>
                    <a:pt x="401"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2" name="Google Shape;4422;p101"/>
            <p:cNvSpPr/>
            <p:nvPr/>
          </p:nvSpPr>
          <p:spPr>
            <a:xfrm>
              <a:off x="5581525" y="3439700"/>
              <a:ext cx="5050" cy="6400"/>
            </a:xfrm>
            <a:custGeom>
              <a:rect b="b" l="l" r="r" t="t"/>
              <a:pathLst>
                <a:path extrusionOk="0" h="256" w="202">
                  <a:moveTo>
                    <a:pt x="101" y="0"/>
                  </a:moveTo>
                  <a:cubicBezTo>
                    <a:pt x="46" y="0"/>
                    <a:pt x="1" y="55"/>
                    <a:pt x="1" y="127"/>
                  </a:cubicBezTo>
                  <a:cubicBezTo>
                    <a:pt x="1" y="200"/>
                    <a:pt x="46" y="255"/>
                    <a:pt x="101" y="255"/>
                  </a:cubicBezTo>
                  <a:cubicBezTo>
                    <a:pt x="155" y="255"/>
                    <a:pt x="201" y="200"/>
                    <a:pt x="201" y="127"/>
                  </a:cubicBezTo>
                  <a:cubicBezTo>
                    <a:pt x="201" y="55"/>
                    <a:pt x="155" y="0"/>
                    <a:pt x="101"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3" name="Google Shape;4423;p101"/>
            <p:cNvSpPr/>
            <p:nvPr/>
          </p:nvSpPr>
          <p:spPr>
            <a:xfrm>
              <a:off x="5548950" y="3435000"/>
              <a:ext cx="5475" cy="6450"/>
            </a:xfrm>
            <a:custGeom>
              <a:rect b="b" l="l" r="r" t="t"/>
              <a:pathLst>
                <a:path extrusionOk="0" h="258" w="219">
                  <a:moveTo>
                    <a:pt x="113" y="0"/>
                  </a:moveTo>
                  <a:cubicBezTo>
                    <a:pt x="61" y="0"/>
                    <a:pt x="18" y="48"/>
                    <a:pt x="9" y="115"/>
                  </a:cubicBezTo>
                  <a:cubicBezTo>
                    <a:pt x="0" y="183"/>
                    <a:pt x="36" y="247"/>
                    <a:pt x="91" y="256"/>
                  </a:cubicBezTo>
                  <a:cubicBezTo>
                    <a:pt x="95" y="257"/>
                    <a:pt x="99" y="257"/>
                    <a:pt x="103" y="257"/>
                  </a:cubicBezTo>
                  <a:cubicBezTo>
                    <a:pt x="153" y="257"/>
                    <a:pt x="201" y="205"/>
                    <a:pt x="210" y="142"/>
                  </a:cubicBezTo>
                  <a:cubicBezTo>
                    <a:pt x="219" y="69"/>
                    <a:pt x="183" y="10"/>
                    <a:pt x="128" y="1"/>
                  </a:cubicBezTo>
                  <a:cubicBezTo>
                    <a:pt x="123" y="0"/>
                    <a:pt x="118" y="0"/>
                    <a:pt x="113"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4" name="Google Shape;4424;p101"/>
            <p:cNvSpPr/>
            <p:nvPr/>
          </p:nvSpPr>
          <p:spPr>
            <a:xfrm>
              <a:off x="5555200" y="3436150"/>
              <a:ext cx="12450" cy="27600"/>
            </a:xfrm>
            <a:custGeom>
              <a:rect b="b" l="l" r="r" t="t"/>
              <a:pathLst>
                <a:path extrusionOk="0" h="1104" w="498">
                  <a:moveTo>
                    <a:pt x="448" y="0"/>
                  </a:moveTo>
                  <a:lnTo>
                    <a:pt x="1" y="1104"/>
                  </a:lnTo>
                  <a:lnTo>
                    <a:pt x="480" y="930"/>
                  </a:lnTo>
                  <a:lnTo>
                    <a:pt x="461" y="881"/>
                  </a:lnTo>
                  <a:lnTo>
                    <a:pt x="97" y="1012"/>
                  </a:lnTo>
                  <a:lnTo>
                    <a:pt x="497" y="19"/>
                  </a:lnTo>
                  <a:lnTo>
                    <a:pt x="448" y="0"/>
                  </a:ln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5" name="Google Shape;4425;p101"/>
            <p:cNvSpPr/>
            <p:nvPr/>
          </p:nvSpPr>
          <p:spPr>
            <a:xfrm>
              <a:off x="5614250" y="3457125"/>
              <a:ext cx="9225" cy="6950"/>
            </a:xfrm>
            <a:custGeom>
              <a:rect b="b" l="l" r="r" t="t"/>
              <a:pathLst>
                <a:path extrusionOk="0" h="278" w="369">
                  <a:moveTo>
                    <a:pt x="366" y="0"/>
                  </a:moveTo>
                  <a:cubicBezTo>
                    <a:pt x="335" y="0"/>
                    <a:pt x="77" y="8"/>
                    <a:pt x="0" y="260"/>
                  </a:cubicBezTo>
                  <a:lnTo>
                    <a:pt x="49" y="278"/>
                  </a:lnTo>
                  <a:cubicBezTo>
                    <a:pt x="120" y="59"/>
                    <a:pt x="343" y="55"/>
                    <a:pt x="367" y="55"/>
                  </a:cubicBezTo>
                  <a:cubicBezTo>
                    <a:pt x="368" y="55"/>
                    <a:pt x="369" y="55"/>
                    <a:pt x="369" y="55"/>
                  </a:cubicBezTo>
                  <a:lnTo>
                    <a:pt x="369" y="0"/>
                  </a:lnTo>
                  <a:cubicBezTo>
                    <a:pt x="369" y="0"/>
                    <a:pt x="368" y="0"/>
                    <a:pt x="366" y="0"/>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6" name="Google Shape;4426;p101"/>
            <p:cNvSpPr/>
            <p:nvPr/>
          </p:nvSpPr>
          <p:spPr>
            <a:xfrm>
              <a:off x="5552825" y="3466875"/>
              <a:ext cx="29425" cy="12825"/>
            </a:xfrm>
            <a:custGeom>
              <a:rect b="b" l="l" r="r" t="t"/>
              <a:pathLst>
                <a:path extrusionOk="0" h="513" w="1177">
                  <a:moveTo>
                    <a:pt x="1151" y="1"/>
                  </a:moveTo>
                  <a:cubicBezTo>
                    <a:pt x="1140" y="1"/>
                    <a:pt x="1129" y="9"/>
                    <a:pt x="1122" y="20"/>
                  </a:cubicBezTo>
                  <a:cubicBezTo>
                    <a:pt x="1122" y="25"/>
                    <a:pt x="935" y="449"/>
                    <a:pt x="28" y="458"/>
                  </a:cubicBezTo>
                  <a:cubicBezTo>
                    <a:pt x="14" y="458"/>
                    <a:pt x="0" y="472"/>
                    <a:pt x="0" y="485"/>
                  </a:cubicBezTo>
                  <a:cubicBezTo>
                    <a:pt x="0" y="499"/>
                    <a:pt x="14" y="513"/>
                    <a:pt x="28" y="513"/>
                  </a:cubicBezTo>
                  <a:cubicBezTo>
                    <a:pt x="971" y="499"/>
                    <a:pt x="1162" y="56"/>
                    <a:pt x="1172" y="39"/>
                  </a:cubicBezTo>
                  <a:cubicBezTo>
                    <a:pt x="1176" y="25"/>
                    <a:pt x="1172" y="12"/>
                    <a:pt x="1158" y="2"/>
                  </a:cubicBezTo>
                  <a:cubicBezTo>
                    <a:pt x="1156" y="1"/>
                    <a:pt x="1153" y="1"/>
                    <a:pt x="1151"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7" name="Google Shape;4427;p101"/>
            <p:cNvSpPr/>
            <p:nvPr/>
          </p:nvSpPr>
          <p:spPr>
            <a:xfrm>
              <a:off x="5473625" y="3983200"/>
              <a:ext cx="64750" cy="364750"/>
            </a:xfrm>
            <a:custGeom>
              <a:rect b="b" l="l" r="r" t="t"/>
              <a:pathLst>
                <a:path extrusionOk="0" h="14590" w="2590">
                  <a:moveTo>
                    <a:pt x="87" y="0"/>
                  </a:moveTo>
                  <a:cubicBezTo>
                    <a:pt x="41" y="0"/>
                    <a:pt x="1" y="37"/>
                    <a:pt x="1" y="83"/>
                  </a:cubicBezTo>
                  <a:lnTo>
                    <a:pt x="1" y="14503"/>
                  </a:lnTo>
                  <a:cubicBezTo>
                    <a:pt x="1" y="14549"/>
                    <a:pt x="41" y="14589"/>
                    <a:pt x="87" y="14589"/>
                  </a:cubicBezTo>
                  <a:lnTo>
                    <a:pt x="2508" y="14589"/>
                  </a:lnTo>
                  <a:cubicBezTo>
                    <a:pt x="2553" y="14589"/>
                    <a:pt x="2590" y="14549"/>
                    <a:pt x="2590" y="14503"/>
                  </a:cubicBezTo>
                  <a:lnTo>
                    <a:pt x="2590" y="83"/>
                  </a:lnTo>
                  <a:cubicBezTo>
                    <a:pt x="2590" y="37"/>
                    <a:pt x="2553" y="0"/>
                    <a:pt x="2508" y="0"/>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8" name="Google Shape;4428;p101"/>
            <p:cNvSpPr/>
            <p:nvPr/>
          </p:nvSpPr>
          <p:spPr>
            <a:xfrm>
              <a:off x="5485150" y="4354750"/>
              <a:ext cx="30325" cy="328525"/>
            </a:xfrm>
            <a:custGeom>
              <a:rect b="b" l="l" r="r" t="t"/>
              <a:pathLst>
                <a:path extrusionOk="0" h="13141" w="1213">
                  <a:moveTo>
                    <a:pt x="0" y="1"/>
                  </a:moveTo>
                  <a:lnTo>
                    <a:pt x="0" y="13141"/>
                  </a:lnTo>
                  <a:lnTo>
                    <a:pt x="1212" y="13141"/>
                  </a:lnTo>
                  <a:lnTo>
                    <a:pt x="1212" y="1"/>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9" name="Google Shape;4429;p101"/>
            <p:cNvSpPr/>
            <p:nvPr/>
          </p:nvSpPr>
          <p:spPr>
            <a:xfrm>
              <a:off x="5473625" y="4572625"/>
              <a:ext cx="64750" cy="43200"/>
            </a:xfrm>
            <a:custGeom>
              <a:rect b="b" l="l" r="r" t="t"/>
              <a:pathLst>
                <a:path extrusionOk="0" h="1728" w="2590">
                  <a:moveTo>
                    <a:pt x="1" y="0"/>
                  </a:moveTo>
                  <a:lnTo>
                    <a:pt x="1" y="1727"/>
                  </a:lnTo>
                  <a:lnTo>
                    <a:pt x="2590" y="1727"/>
                  </a:lnTo>
                  <a:lnTo>
                    <a:pt x="2590"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0" name="Google Shape;4430;p101"/>
            <p:cNvSpPr/>
            <p:nvPr/>
          </p:nvSpPr>
          <p:spPr>
            <a:xfrm>
              <a:off x="5473625" y="4292650"/>
              <a:ext cx="64750" cy="280000"/>
            </a:xfrm>
            <a:custGeom>
              <a:rect b="b" l="l" r="r" t="t"/>
              <a:pathLst>
                <a:path extrusionOk="0" h="11200" w="2590">
                  <a:moveTo>
                    <a:pt x="1058" y="0"/>
                  </a:moveTo>
                  <a:cubicBezTo>
                    <a:pt x="479" y="0"/>
                    <a:pt x="1" y="475"/>
                    <a:pt x="1" y="1058"/>
                  </a:cubicBezTo>
                  <a:lnTo>
                    <a:pt x="1" y="11199"/>
                  </a:lnTo>
                  <a:lnTo>
                    <a:pt x="2590" y="11199"/>
                  </a:lnTo>
                  <a:lnTo>
                    <a:pt x="2590" y="1058"/>
                  </a:lnTo>
                  <a:cubicBezTo>
                    <a:pt x="2590" y="475"/>
                    <a:pt x="2115" y="0"/>
                    <a:pt x="1532" y="0"/>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1" name="Google Shape;4431;p101"/>
            <p:cNvSpPr/>
            <p:nvPr/>
          </p:nvSpPr>
          <p:spPr>
            <a:xfrm>
              <a:off x="5341000" y="4750475"/>
              <a:ext cx="174475" cy="22375"/>
            </a:xfrm>
            <a:custGeom>
              <a:rect b="b" l="l" r="r" t="t"/>
              <a:pathLst>
                <a:path extrusionOk="0" h="895" w="6979">
                  <a:moveTo>
                    <a:pt x="165" y="1"/>
                  </a:moveTo>
                  <a:cubicBezTo>
                    <a:pt x="28" y="802"/>
                    <a:pt x="1" y="894"/>
                    <a:pt x="1" y="894"/>
                  </a:cubicBezTo>
                  <a:lnTo>
                    <a:pt x="6978" y="894"/>
                  </a:lnTo>
                  <a:lnTo>
                    <a:pt x="6978" y="1"/>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2" name="Google Shape;4432;p101"/>
            <p:cNvSpPr/>
            <p:nvPr/>
          </p:nvSpPr>
          <p:spPr>
            <a:xfrm>
              <a:off x="5345100" y="4669700"/>
              <a:ext cx="170375" cy="80800"/>
            </a:xfrm>
            <a:custGeom>
              <a:rect b="b" l="l" r="r" t="t"/>
              <a:pathLst>
                <a:path extrusionOk="0" h="3232" w="6815">
                  <a:moveTo>
                    <a:pt x="5096" y="0"/>
                  </a:moveTo>
                  <a:cubicBezTo>
                    <a:pt x="5096" y="0"/>
                    <a:pt x="5297" y="1873"/>
                    <a:pt x="3884" y="2010"/>
                  </a:cubicBezTo>
                  <a:cubicBezTo>
                    <a:pt x="2470" y="2146"/>
                    <a:pt x="156" y="2334"/>
                    <a:pt x="9" y="3181"/>
                  </a:cubicBezTo>
                  <a:cubicBezTo>
                    <a:pt x="9" y="3200"/>
                    <a:pt x="5" y="3213"/>
                    <a:pt x="1" y="3232"/>
                  </a:cubicBezTo>
                  <a:lnTo>
                    <a:pt x="6814" y="3232"/>
                  </a:lnTo>
                  <a:lnTo>
                    <a:pt x="6814" y="0"/>
                  </a:ln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3" name="Google Shape;4433;p101"/>
            <p:cNvSpPr/>
            <p:nvPr/>
          </p:nvSpPr>
          <p:spPr>
            <a:xfrm>
              <a:off x="5358300" y="4732350"/>
              <a:ext cx="77850" cy="18375"/>
            </a:xfrm>
            <a:custGeom>
              <a:rect b="b" l="l" r="r" t="t"/>
              <a:pathLst>
                <a:path extrusionOk="0" h="735" w="3114">
                  <a:moveTo>
                    <a:pt x="1118" y="1"/>
                  </a:moveTo>
                  <a:cubicBezTo>
                    <a:pt x="528" y="1"/>
                    <a:pt x="7" y="19"/>
                    <a:pt x="1" y="19"/>
                  </a:cubicBezTo>
                  <a:lnTo>
                    <a:pt x="1" y="65"/>
                  </a:lnTo>
                  <a:cubicBezTo>
                    <a:pt x="10" y="65"/>
                    <a:pt x="530" y="46"/>
                    <a:pt x="1118" y="46"/>
                  </a:cubicBezTo>
                  <a:cubicBezTo>
                    <a:pt x="1412" y="46"/>
                    <a:pt x="1724" y="51"/>
                    <a:pt x="1997" y="65"/>
                  </a:cubicBezTo>
                  <a:cubicBezTo>
                    <a:pt x="2804" y="105"/>
                    <a:pt x="3074" y="726"/>
                    <a:pt x="3074" y="734"/>
                  </a:cubicBezTo>
                  <a:lnTo>
                    <a:pt x="3114" y="717"/>
                  </a:lnTo>
                  <a:cubicBezTo>
                    <a:pt x="3114" y="711"/>
                    <a:pt x="2832" y="61"/>
                    <a:pt x="2002" y="19"/>
                  </a:cubicBezTo>
                  <a:cubicBezTo>
                    <a:pt x="1727" y="5"/>
                    <a:pt x="1414" y="1"/>
                    <a:pt x="11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4" name="Google Shape;4434;p101"/>
            <p:cNvSpPr/>
            <p:nvPr/>
          </p:nvSpPr>
          <p:spPr>
            <a:xfrm>
              <a:off x="5435450" y="4669700"/>
              <a:ext cx="59175" cy="56525"/>
            </a:xfrm>
            <a:custGeom>
              <a:rect b="b" l="l" r="r" t="t"/>
              <a:pathLst>
                <a:path extrusionOk="0" h="2261" w="2367">
                  <a:moveTo>
                    <a:pt x="2306" y="0"/>
                  </a:moveTo>
                  <a:cubicBezTo>
                    <a:pt x="2306" y="23"/>
                    <a:pt x="2321" y="1892"/>
                    <a:pt x="1641" y="2133"/>
                  </a:cubicBezTo>
                  <a:cubicBezTo>
                    <a:pt x="1467" y="2195"/>
                    <a:pt x="1278" y="2217"/>
                    <a:pt x="1092" y="2217"/>
                  </a:cubicBezTo>
                  <a:cubicBezTo>
                    <a:pt x="543" y="2217"/>
                    <a:pt x="26" y="2018"/>
                    <a:pt x="19" y="2014"/>
                  </a:cubicBezTo>
                  <a:lnTo>
                    <a:pt x="1" y="2056"/>
                  </a:lnTo>
                  <a:cubicBezTo>
                    <a:pt x="5" y="2060"/>
                    <a:pt x="534" y="2260"/>
                    <a:pt x="1090" y="2260"/>
                  </a:cubicBezTo>
                  <a:cubicBezTo>
                    <a:pt x="1282" y="2260"/>
                    <a:pt x="1477" y="2238"/>
                    <a:pt x="1656" y="2174"/>
                  </a:cubicBezTo>
                  <a:cubicBezTo>
                    <a:pt x="2367" y="1923"/>
                    <a:pt x="2352" y="82"/>
                    <a:pt x="235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5" name="Google Shape;4435;p101"/>
            <p:cNvSpPr/>
            <p:nvPr/>
          </p:nvSpPr>
          <p:spPr>
            <a:xfrm>
              <a:off x="5470900" y="4675375"/>
              <a:ext cx="23150" cy="15875"/>
            </a:xfrm>
            <a:custGeom>
              <a:rect b="b" l="l" r="r" t="t"/>
              <a:pathLst>
                <a:path extrusionOk="0" h="635" w="926">
                  <a:moveTo>
                    <a:pt x="898" y="1"/>
                  </a:moveTo>
                  <a:lnTo>
                    <a:pt x="0" y="598"/>
                  </a:lnTo>
                  <a:lnTo>
                    <a:pt x="28" y="634"/>
                  </a:lnTo>
                  <a:lnTo>
                    <a:pt x="926" y="37"/>
                  </a:lnTo>
                  <a:lnTo>
                    <a:pt x="89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6" name="Google Shape;4436;p101"/>
            <p:cNvSpPr/>
            <p:nvPr/>
          </p:nvSpPr>
          <p:spPr>
            <a:xfrm>
              <a:off x="5472375" y="4679475"/>
              <a:ext cx="20200" cy="11775"/>
            </a:xfrm>
            <a:custGeom>
              <a:rect b="b" l="l" r="r" t="t"/>
              <a:pathLst>
                <a:path extrusionOk="0" h="471" w="808">
                  <a:moveTo>
                    <a:pt x="19" y="1"/>
                  </a:moveTo>
                  <a:lnTo>
                    <a:pt x="0" y="43"/>
                  </a:lnTo>
                  <a:lnTo>
                    <a:pt x="785" y="470"/>
                  </a:lnTo>
                  <a:lnTo>
                    <a:pt x="808" y="430"/>
                  </a:lnTo>
                  <a:lnTo>
                    <a:pt x="1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7" name="Google Shape;4437;p101"/>
            <p:cNvSpPr/>
            <p:nvPr/>
          </p:nvSpPr>
          <p:spPr>
            <a:xfrm>
              <a:off x="5464525" y="4697150"/>
              <a:ext cx="26800" cy="10400"/>
            </a:xfrm>
            <a:custGeom>
              <a:rect b="b" l="l" r="r" t="t"/>
              <a:pathLst>
                <a:path extrusionOk="0" h="416" w="1072">
                  <a:moveTo>
                    <a:pt x="1057" y="1"/>
                  </a:moveTo>
                  <a:lnTo>
                    <a:pt x="0" y="375"/>
                  </a:lnTo>
                  <a:lnTo>
                    <a:pt x="14" y="415"/>
                  </a:lnTo>
                  <a:lnTo>
                    <a:pt x="1071" y="47"/>
                  </a:lnTo>
                  <a:lnTo>
                    <a:pt x="105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8" name="Google Shape;4438;p101"/>
            <p:cNvSpPr/>
            <p:nvPr/>
          </p:nvSpPr>
          <p:spPr>
            <a:xfrm>
              <a:off x="5468950" y="4697250"/>
              <a:ext cx="19050" cy="13375"/>
            </a:xfrm>
            <a:custGeom>
              <a:rect b="b" l="l" r="r" t="t"/>
              <a:pathLst>
                <a:path extrusionOk="0" h="535" w="762">
                  <a:moveTo>
                    <a:pt x="28" y="1"/>
                  </a:moveTo>
                  <a:lnTo>
                    <a:pt x="1" y="37"/>
                  </a:lnTo>
                  <a:lnTo>
                    <a:pt x="739" y="535"/>
                  </a:lnTo>
                  <a:lnTo>
                    <a:pt x="762" y="498"/>
                  </a:lnTo>
                  <a:lnTo>
                    <a:pt x="2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9" name="Google Shape;4439;p101"/>
            <p:cNvSpPr/>
            <p:nvPr/>
          </p:nvSpPr>
          <p:spPr>
            <a:xfrm>
              <a:off x="5564200" y="3983200"/>
              <a:ext cx="64650" cy="364750"/>
            </a:xfrm>
            <a:custGeom>
              <a:rect b="b" l="l" r="r" t="t"/>
              <a:pathLst>
                <a:path extrusionOk="0" h="14590" w="2586">
                  <a:moveTo>
                    <a:pt x="83" y="0"/>
                  </a:moveTo>
                  <a:cubicBezTo>
                    <a:pt x="38" y="0"/>
                    <a:pt x="0" y="37"/>
                    <a:pt x="0" y="83"/>
                  </a:cubicBezTo>
                  <a:lnTo>
                    <a:pt x="0" y="14503"/>
                  </a:lnTo>
                  <a:cubicBezTo>
                    <a:pt x="0" y="14549"/>
                    <a:pt x="38" y="14589"/>
                    <a:pt x="83" y="14589"/>
                  </a:cubicBezTo>
                  <a:lnTo>
                    <a:pt x="2503" y="14589"/>
                  </a:lnTo>
                  <a:cubicBezTo>
                    <a:pt x="2549" y="14589"/>
                    <a:pt x="2585" y="14549"/>
                    <a:pt x="2585" y="14503"/>
                  </a:cubicBezTo>
                  <a:lnTo>
                    <a:pt x="2585" y="83"/>
                  </a:lnTo>
                  <a:cubicBezTo>
                    <a:pt x="2585" y="37"/>
                    <a:pt x="2549" y="0"/>
                    <a:pt x="2503" y="0"/>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0" name="Google Shape;4440;p101"/>
            <p:cNvSpPr/>
            <p:nvPr/>
          </p:nvSpPr>
          <p:spPr>
            <a:xfrm>
              <a:off x="5578325" y="4354750"/>
              <a:ext cx="30325" cy="328525"/>
            </a:xfrm>
            <a:custGeom>
              <a:rect b="b" l="l" r="r" t="t"/>
              <a:pathLst>
                <a:path extrusionOk="0" h="13141" w="1213">
                  <a:moveTo>
                    <a:pt x="1" y="1"/>
                  </a:moveTo>
                  <a:lnTo>
                    <a:pt x="1" y="13141"/>
                  </a:lnTo>
                  <a:lnTo>
                    <a:pt x="1213" y="13141"/>
                  </a:lnTo>
                  <a:lnTo>
                    <a:pt x="1213" y="1"/>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1" name="Google Shape;4441;p101"/>
            <p:cNvSpPr/>
            <p:nvPr/>
          </p:nvSpPr>
          <p:spPr>
            <a:xfrm>
              <a:off x="5564200" y="4292650"/>
              <a:ext cx="64650" cy="280000"/>
            </a:xfrm>
            <a:custGeom>
              <a:rect b="b" l="l" r="r" t="t"/>
              <a:pathLst>
                <a:path extrusionOk="0" h="11200" w="2586">
                  <a:moveTo>
                    <a:pt x="1054" y="0"/>
                  </a:moveTo>
                  <a:cubicBezTo>
                    <a:pt x="475" y="0"/>
                    <a:pt x="0" y="475"/>
                    <a:pt x="0" y="1058"/>
                  </a:cubicBezTo>
                  <a:lnTo>
                    <a:pt x="0" y="11199"/>
                  </a:lnTo>
                  <a:lnTo>
                    <a:pt x="2585" y="11199"/>
                  </a:lnTo>
                  <a:lnTo>
                    <a:pt x="2585" y="1058"/>
                  </a:lnTo>
                  <a:cubicBezTo>
                    <a:pt x="2585" y="475"/>
                    <a:pt x="2112" y="0"/>
                    <a:pt x="1527" y="0"/>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2" name="Google Shape;4442;p101"/>
            <p:cNvSpPr/>
            <p:nvPr/>
          </p:nvSpPr>
          <p:spPr>
            <a:xfrm>
              <a:off x="5564200" y="4572625"/>
              <a:ext cx="64650" cy="43200"/>
            </a:xfrm>
            <a:custGeom>
              <a:rect b="b" l="l" r="r" t="t"/>
              <a:pathLst>
                <a:path extrusionOk="0" h="1728" w="2586">
                  <a:moveTo>
                    <a:pt x="0" y="0"/>
                  </a:moveTo>
                  <a:lnTo>
                    <a:pt x="0" y="1727"/>
                  </a:lnTo>
                  <a:lnTo>
                    <a:pt x="2585" y="1727"/>
                  </a:lnTo>
                  <a:lnTo>
                    <a:pt x="2585"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3" name="Google Shape;4443;p101"/>
            <p:cNvSpPr/>
            <p:nvPr/>
          </p:nvSpPr>
          <p:spPr>
            <a:xfrm>
              <a:off x="5439450" y="4750475"/>
              <a:ext cx="174350" cy="22375"/>
            </a:xfrm>
            <a:custGeom>
              <a:rect b="b" l="l" r="r" t="t"/>
              <a:pathLst>
                <a:path extrusionOk="0" h="895" w="6974">
                  <a:moveTo>
                    <a:pt x="164" y="1"/>
                  </a:moveTo>
                  <a:cubicBezTo>
                    <a:pt x="28" y="802"/>
                    <a:pt x="0" y="894"/>
                    <a:pt x="0" y="894"/>
                  </a:cubicBezTo>
                  <a:lnTo>
                    <a:pt x="6974" y="894"/>
                  </a:lnTo>
                  <a:lnTo>
                    <a:pt x="6974" y="1"/>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4" name="Google Shape;4444;p101"/>
            <p:cNvSpPr/>
            <p:nvPr/>
          </p:nvSpPr>
          <p:spPr>
            <a:xfrm>
              <a:off x="5443550" y="4669700"/>
              <a:ext cx="170250" cy="80800"/>
            </a:xfrm>
            <a:custGeom>
              <a:rect b="b" l="l" r="r" t="t"/>
              <a:pathLst>
                <a:path extrusionOk="0" h="3232" w="6810">
                  <a:moveTo>
                    <a:pt x="5096" y="0"/>
                  </a:moveTo>
                  <a:cubicBezTo>
                    <a:pt x="5096" y="0"/>
                    <a:pt x="5291" y="1873"/>
                    <a:pt x="3879" y="2010"/>
                  </a:cubicBezTo>
                  <a:cubicBezTo>
                    <a:pt x="2470" y="2146"/>
                    <a:pt x="156" y="2334"/>
                    <a:pt x="9" y="3181"/>
                  </a:cubicBezTo>
                  <a:cubicBezTo>
                    <a:pt x="5" y="3200"/>
                    <a:pt x="5" y="3213"/>
                    <a:pt x="0" y="3232"/>
                  </a:cubicBezTo>
                  <a:lnTo>
                    <a:pt x="6810" y="3232"/>
                  </a:lnTo>
                  <a:lnTo>
                    <a:pt x="6810" y="0"/>
                  </a:ln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5" name="Google Shape;4445;p101"/>
            <p:cNvSpPr/>
            <p:nvPr/>
          </p:nvSpPr>
          <p:spPr>
            <a:xfrm>
              <a:off x="5456650" y="4732350"/>
              <a:ext cx="77950" cy="18375"/>
            </a:xfrm>
            <a:custGeom>
              <a:rect b="b" l="l" r="r" t="t"/>
              <a:pathLst>
                <a:path extrusionOk="0" h="735" w="3118">
                  <a:moveTo>
                    <a:pt x="1121" y="1"/>
                  </a:moveTo>
                  <a:cubicBezTo>
                    <a:pt x="531" y="1"/>
                    <a:pt x="10" y="19"/>
                    <a:pt x="0" y="19"/>
                  </a:cubicBezTo>
                  <a:lnTo>
                    <a:pt x="5" y="65"/>
                  </a:lnTo>
                  <a:cubicBezTo>
                    <a:pt x="11" y="65"/>
                    <a:pt x="532" y="46"/>
                    <a:pt x="1121" y="46"/>
                  </a:cubicBezTo>
                  <a:cubicBezTo>
                    <a:pt x="1416" y="46"/>
                    <a:pt x="1728" y="51"/>
                    <a:pt x="2001" y="65"/>
                  </a:cubicBezTo>
                  <a:cubicBezTo>
                    <a:pt x="2804" y="105"/>
                    <a:pt x="3072" y="726"/>
                    <a:pt x="3077" y="734"/>
                  </a:cubicBezTo>
                  <a:lnTo>
                    <a:pt x="3118" y="717"/>
                  </a:lnTo>
                  <a:cubicBezTo>
                    <a:pt x="3113" y="711"/>
                    <a:pt x="2836" y="61"/>
                    <a:pt x="2001" y="19"/>
                  </a:cubicBezTo>
                  <a:cubicBezTo>
                    <a:pt x="1728" y="5"/>
                    <a:pt x="1416" y="1"/>
                    <a:pt x="112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6" name="Google Shape;4446;p101"/>
            <p:cNvSpPr/>
            <p:nvPr/>
          </p:nvSpPr>
          <p:spPr>
            <a:xfrm>
              <a:off x="5533900" y="4669700"/>
              <a:ext cx="59025" cy="56525"/>
            </a:xfrm>
            <a:custGeom>
              <a:rect b="b" l="l" r="r" t="t"/>
              <a:pathLst>
                <a:path extrusionOk="0" h="2261" w="2361">
                  <a:moveTo>
                    <a:pt x="2306" y="0"/>
                  </a:moveTo>
                  <a:cubicBezTo>
                    <a:pt x="2306" y="23"/>
                    <a:pt x="2321" y="1892"/>
                    <a:pt x="1637" y="2133"/>
                  </a:cubicBezTo>
                  <a:cubicBezTo>
                    <a:pt x="1464" y="2195"/>
                    <a:pt x="1275" y="2217"/>
                    <a:pt x="1089" y="2217"/>
                  </a:cubicBezTo>
                  <a:cubicBezTo>
                    <a:pt x="541" y="2217"/>
                    <a:pt x="21" y="2018"/>
                    <a:pt x="15" y="2014"/>
                  </a:cubicBezTo>
                  <a:lnTo>
                    <a:pt x="0" y="2056"/>
                  </a:lnTo>
                  <a:cubicBezTo>
                    <a:pt x="5" y="2060"/>
                    <a:pt x="534" y="2260"/>
                    <a:pt x="1090" y="2260"/>
                  </a:cubicBezTo>
                  <a:cubicBezTo>
                    <a:pt x="1281" y="2260"/>
                    <a:pt x="1477" y="2238"/>
                    <a:pt x="1655" y="2174"/>
                  </a:cubicBezTo>
                  <a:cubicBezTo>
                    <a:pt x="2361" y="1923"/>
                    <a:pt x="2352" y="82"/>
                    <a:pt x="235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7" name="Google Shape;4447;p101"/>
            <p:cNvSpPr/>
            <p:nvPr/>
          </p:nvSpPr>
          <p:spPr>
            <a:xfrm>
              <a:off x="5569350" y="4675375"/>
              <a:ext cx="23150" cy="15875"/>
            </a:xfrm>
            <a:custGeom>
              <a:rect b="b" l="l" r="r" t="t"/>
              <a:pathLst>
                <a:path extrusionOk="0" h="635" w="926">
                  <a:moveTo>
                    <a:pt x="898" y="1"/>
                  </a:moveTo>
                  <a:lnTo>
                    <a:pt x="0" y="598"/>
                  </a:lnTo>
                  <a:lnTo>
                    <a:pt x="23" y="634"/>
                  </a:lnTo>
                  <a:lnTo>
                    <a:pt x="926" y="37"/>
                  </a:lnTo>
                  <a:lnTo>
                    <a:pt x="89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8" name="Google Shape;4448;p101"/>
            <p:cNvSpPr/>
            <p:nvPr/>
          </p:nvSpPr>
          <p:spPr>
            <a:xfrm>
              <a:off x="5570825" y="4679475"/>
              <a:ext cx="20200" cy="11775"/>
            </a:xfrm>
            <a:custGeom>
              <a:rect b="b" l="l" r="r" t="t"/>
              <a:pathLst>
                <a:path extrusionOk="0" h="471" w="808">
                  <a:moveTo>
                    <a:pt x="19" y="1"/>
                  </a:moveTo>
                  <a:lnTo>
                    <a:pt x="0" y="43"/>
                  </a:lnTo>
                  <a:lnTo>
                    <a:pt x="784" y="470"/>
                  </a:lnTo>
                  <a:lnTo>
                    <a:pt x="807" y="430"/>
                  </a:lnTo>
                  <a:lnTo>
                    <a:pt x="1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9" name="Google Shape;4449;p101"/>
            <p:cNvSpPr/>
            <p:nvPr/>
          </p:nvSpPr>
          <p:spPr>
            <a:xfrm>
              <a:off x="5562975" y="4697150"/>
              <a:ext cx="26800" cy="10400"/>
            </a:xfrm>
            <a:custGeom>
              <a:rect b="b" l="l" r="r" t="t"/>
              <a:pathLst>
                <a:path extrusionOk="0" h="416" w="1072">
                  <a:moveTo>
                    <a:pt x="1057" y="1"/>
                  </a:moveTo>
                  <a:lnTo>
                    <a:pt x="0" y="375"/>
                  </a:lnTo>
                  <a:lnTo>
                    <a:pt x="13" y="415"/>
                  </a:lnTo>
                  <a:lnTo>
                    <a:pt x="1071" y="47"/>
                  </a:lnTo>
                  <a:lnTo>
                    <a:pt x="105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0" name="Google Shape;4450;p101"/>
            <p:cNvSpPr/>
            <p:nvPr/>
          </p:nvSpPr>
          <p:spPr>
            <a:xfrm>
              <a:off x="5567400" y="4697250"/>
              <a:ext cx="19050" cy="13375"/>
            </a:xfrm>
            <a:custGeom>
              <a:rect b="b" l="l" r="r" t="t"/>
              <a:pathLst>
                <a:path extrusionOk="0" h="535" w="762">
                  <a:moveTo>
                    <a:pt x="23" y="1"/>
                  </a:moveTo>
                  <a:lnTo>
                    <a:pt x="0" y="37"/>
                  </a:lnTo>
                  <a:lnTo>
                    <a:pt x="739" y="535"/>
                  </a:lnTo>
                  <a:lnTo>
                    <a:pt x="762" y="498"/>
                  </a:lnTo>
                  <a:lnTo>
                    <a:pt x="23"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1" name="Google Shape;4451;p101"/>
            <p:cNvSpPr/>
            <p:nvPr/>
          </p:nvSpPr>
          <p:spPr>
            <a:xfrm>
              <a:off x="5364475" y="3608300"/>
              <a:ext cx="414550" cy="389375"/>
            </a:xfrm>
            <a:custGeom>
              <a:rect b="b" l="l" r="r" t="t"/>
              <a:pathLst>
                <a:path extrusionOk="0" h="15575" w="16582">
                  <a:moveTo>
                    <a:pt x="5702" y="1"/>
                  </a:moveTo>
                  <a:cubicBezTo>
                    <a:pt x="5702" y="1"/>
                    <a:pt x="1208" y="548"/>
                    <a:pt x="606" y="1255"/>
                  </a:cubicBezTo>
                  <a:cubicBezTo>
                    <a:pt x="0" y="1961"/>
                    <a:pt x="1946" y="14166"/>
                    <a:pt x="2821" y="14905"/>
                  </a:cubicBezTo>
                  <a:cubicBezTo>
                    <a:pt x="3340" y="15345"/>
                    <a:pt x="6507" y="15574"/>
                    <a:pt x="9095" y="15574"/>
                  </a:cubicBezTo>
                  <a:cubicBezTo>
                    <a:pt x="10850" y="15574"/>
                    <a:pt x="12339" y="15469"/>
                    <a:pt x="12556" y="15251"/>
                  </a:cubicBezTo>
                  <a:cubicBezTo>
                    <a:pt x="13090" y="14713"/>
                    <a:pt x="16517" y="3839"/>
                    <a:pt x="16549" y="2394"/>
                  </a:cubicBezTo>
                  <a:cubicBezTo>
                    <a:pt x="16582" y="954"/>
                    <a:pt x="14963" y="649"/>
                    <a:pt x="12884" y="312"/>
                  </a:cubicBezTo>
                  <a:lnTo>
                    <a:pt x="5702" y="1"/>
                  </a:ln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2" name="Google Shape;4452;p101"/>
            <p:cNvSpPr/>
            <p:nvPr/>
          </p:nvSpPr>
          <p:spPr>
            <a:xfrm>
              <a:off x="5435000" y="3980900"/>
              <a:ext cx="239875" cy="85950"/>
            </a:xfrm>
            <a:custGeom>
              <a:rect b="b" l="l" r="r" t="t"/>
              <a:pathLst>
                <a:path extrusionOk="0" h="3438" w="9595">
                  <a:moveTo>
                    <a:pt x="0" y="1"/>
                  </a:moveTo>
                  <a:lnTo>
                    <a:pt x="963" y="3437"/>
                  </a:lnTo>
                  <a:lnTo>
                    <a:pt x="9061" y="3437"/>
                  </a:lnTo>
                  <a:lnTo>
                    <a:pt x="9594" y="425"/>
                  </a:lnTo>
                  <a:lnTo>
                    <a:pt x="0" y="1"/>
                  </a:lnTo>
                  <a:close/>
                </a:path>
              </a:pathLst>
            </a:custGeom>
            <a:solidFill>
              <a:srgbClr val="2A21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3" name="Google Shape;4453;p101"/>
            <p:cNvSpPr/>
            <p:nvPr/>
          </p:nvSpPr>
          <p:spPr>
            <a:xfrm>
              <a:off x="5571850" y="3570825"/>
              <a:ext cx="129450" cy="67325"/>
            </a:xfrm>
            <a:custGeom>
              <a:rect b="b" l="l" r="r" t="t"/>
              <a:pathLst>
                <a:path extrusionOk="0" h="2693" w="5178">
                  <a:moveTo>
                    <a:pt x="2238" y="0"/>
                  </a:moveTo>
                  <a:cubicBezTo>
                    <a:pt x="2238" y="721"/>
                    <a:pt x="1" y="2471"/>
                    <a:pt x="1" y="2471"/>
                  </a:cubicBezTo>
                  <a:cubicBezTo>
                    <a:pt x="1" y="2471"/>
                    <a:pt x="165" y="2594"/>
                    <a:pt x="1259" y="2686"/>
                  </a:cubicBezTo>
                  <a:cubicBezTo>
                    <a:pt x="1316" y="2691"/>
                    <a:pt x="1377" y="2693"/>
                    <a:pt x="1443" y="2693"/>
                  </a:cubicBezTo>
                  <a:cubicBezTo>
                    <a:pt x="2642" y="2693"/>
                    <a:pt x="5178" y="1910"/>
                    <a:pt x="5178" y="1910"/>
                  </a:cubicBezTo>
                  <a:cubicBezTo>
                    <a:pt x="4786" y="82"/>
                    <a:pt x="2238" y="0"/>
                    <a:pt x="2238"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4" name="Google Shape;4454;p101"/>
            <p:cNvSpPr/>
            <p:nvPr/>
          </p:nvSpPr>
          <p:spPr>
            <a:xfrm>
              <a:off x="5477950" y="3570825"/>
              <a:ext cx="129475" cy="67325"/>
            </a:xfrm>
            <a:custGeom>
              <a:rect b="b" l="l" r="r" t="t"/>
              <a:pathLst>
                <a:path extrusionOk="0" h="2693" w="5179">
                  <a:moveTo>
                    <a:pt x="2941" y="0"/>
                  </a:moveTo>
                  <a:cubicBezTo>
                    <a:pt x="2941" y="0"/>
                    <a:pt x="393" y="82"/>
                    <a:pt x="0" y="1910"/>
                  </a:cubicBezTo>
                  <a:cubicBezTo>
                    <a:pt x="0" y="1910"/>
                    <a:pt x="2537" y="2693"/>
                    <a:pt x="3737" y="2693"/>
                  </a:cubicBezTo>
                  <a:cubicBezTo>
                    <a:pt x="3802" y="2693"/>
                    <a:pt x="3864" y="2691"/>
                    <a:pt x="3921" y="2686"/>
                  </a:cubicBezTo>
                  <a:cubicBezTo>
                    <a:pt x="5015" y="2594"/>
                    <a:pt x="5179" y="2471"/>
                    <a:pt x="5179" y="2471"/>
                  </a:cubicBezTo>
                  <a:cubicBezTo>
                    <a:pt x="5179" y="2471"/>
                    <a:pt x="2941" y="721"/>
                    <a:pt x="2941"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5" name="Google Shape;4455;p101"/>
            <p:cNvSpPr/>
            <p:nvPr/>
          </p:nvSpPr>
          <p:spPr>
            <a:xfrm>
              <a:off x="5563525" y="3636700"/>
              <a:ext cx="25200" cy="354150"/>
            </a:xfrm>
            <a:custGeom>
              <a:rect b="b" l="l" r="r" t="t"/>
              <a:pathLst>
                <a:path extrusionOk="0" h="14166" w="1008">
                  <a:moveTo>
                    <a:pt x="953" y="0"/>
                  </a:moveTo>
                  <a:lnTo>
                    <a:pt x="0" y="14161"/>
                  </a:lnTo>
                  <a:lnTo>
                    <a:pt x="50" y="14166"/>
                  </a:lnTo>
                  <a:lnTo>
                    <a:pt x="1008" y="5"/>
                  </a:lnTo>
                  <a:lnTo>
                    <a:pt x="953"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6" name="Google Shape;4456;p101"/>
            <p:cNvSpPr/>
            <p:nvPr/>
          </p:nvSpPr>
          <p:spPr>
            <a:xfrm>
              <a:off x="5376075" y="3710275"/>
              <a:ext cx="77175" cy="333900"/>
            </a:xfrm>
            <a:custGeom>
              <a:rect b="b" l="l" r="r" t="t"/>
              <a:pathLst>
                <a:path extrusionOk="0" h="13356" w="3087">
                  <a:moveTo>
                    <a:pt x="51" y="1"/>
                  </a:moveTo>
                  <a:lnTo>
                    <a:pt x="1" y="6"/>
                  </a:lnTo>
                  <a:cubicBezTo>
                    <a:pt x="5" y="42"/>
                    <a:pt x="356" y="3538"/>
                    <a:pt x="749" y="5489"/>
                  </a:cubicBezTo>
                  <a:cubicBezTo>
                    <a:pt x="1168" y="7567"/>
                    <a:pt x="3019" y="13297"/>
                    <a:pt x="3036" y="13356"/>
                  </a:cubicBezTo>
                  <a:lnTo>
                    <a:pt x="3087" y="13337"/>
                  </a:lnTo>
                  <a:cubicBezTo>
                    <a:pt x="3068" y="13278"/>
                    <a:pt x="1218" y="7554"/>
                    <a:pt x="804" y="5480"/>
                  </a:cubicBezTo>
                  <a:cubicBezTo>
                    <a:pt x="411" y="3529"/>
                    <a:pt x="56" y="38"/>
                    <a:pt x="51"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7" name="Google Shape;4457;p101"/>
            <p:cNvSpPr/>
            <p:nvPr/>
          </p:nvSpPr>
          <p:spPr>
            <a:xfrm>
              <a:off x="5644750" y="3990575"/>
              <a:ext cx="14400" cy="76375"/>
            </a:xfrm>
            <a:custGeom>
              <a:rect b="b" l="l" r="r" t="t"/>
              <a:pathLst>
                <a:path extrusionOk="0" h="3055" w="576">
                  <a:moveTo>
                    <a:pt x="521" y="1"/>
                  </a:moveTo>
                  <a:lnTo>
                    <a:pt x="1" y="3046"/>
                  </a:lnTo>
                  <a:lnTo>
                    <a:pt x="56" y="3055"/>
                  </a:lnTo>
                  <a:lnTo>
                    <a:pt x="575" y="11"/>
                  </a:lnTo>
                  <a:lnTo>
                    <a:pt x="521"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8" name="Google Shape;4458;p101"/>
            <p:cNvSpPr/>
            <p:nvPr/>
          </p:nvSpPr>
          <p:spPr>
            <a:xfrm>
              <a:off x="5625050" y="3990725"/>
              <a:ext cx="11200" cy="76225"/>
            </a:xfrm>
            <a:custGeom>
              <a:rect b="b" l="l" r="r" t="t"/>
              <a:pathLst>
                <a:path extrusionOk="0" h="3049" w="448">
                  <a:moveTo>
                    <a:pt x="397" y="0"/>
                  </a:moveTo>
                  <a:lnTo>
                    <a:pt x="0" y="3044"/>
                  </a:lnTo>
                  <a:lnTo>
                    <a:pt x="51" y="3049"/>
                  </a:lnTo>
                  <a:lnTo>
                    <a:pt x="448" y="5"/>
                  </a:lnTo>
                  <a:lnTo>
                    <a:pt x="397"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9" name="Google Shape;4459;p101"/>
            <p:cNvSpPr/>
            <p:nvPr/>
          </p:nvSpPr>
          <p:spPr>
            <a:xfrm>
              <a:off x="5604900" y="3988525"/>
              <a:ext cx="3750" cy="78425"/>
            </a:xfrm>
            <a:custGeom>
              <a:rect b="b" l="l" r="r" t="t"/>
              <a:pathLst>
                <a:path extrusionOk="0" h="3137" w="150">
                  <a:moveTo>
                    <a:pt x="95" y="1"/>
                  </a:moveTo>
                  <a:lnTo>
                    <a:pt x="0" y="3132"/>
                  </a:lnTo>
                  <a:lnTo>
                    <a:pt x="50" y="3137"/>
                  </a:lnTo>
                  <a:lnTo>
                    <a:pt x="150"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0" name="Google Shape;4460;p101"/>
            <p:cNvSpPr/>
            <p:nvPr/>
          </p:nvSpPr>
          <p:spPr>
            <a:xfrm>
              <a:off x="5582650" y="3987400"/>
              <a:ext cx="1300" cy="79450"/>
            </a:xfrm>
            <a:custGeom>
              <a:rect b="b" l="l" r="r" t="t"/>
              <a:pathLst>
                <a:path extrusionOk="0" h="3178" w="52">
                  <a:moveTo>
                    <a:pt x="1" y="1"/>
                  </a:moveTo>
                  <a:lnTo>
                    <a:pt x="1" y="3177"/>
                  </a:lnTo>
                  <a:lnTo>
                    <a:pt x="51" y="3177"/>
                  </a:lnTo>
                  <a:lnTo>
                    <a:pt x="51"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1" name="Google Shape;4461;p101"/>
            <p:cNvSpPr/>
            <p:nvPr/>
          </p:nvSpPr>
          <p:spPr>
            <a:xfrm>
              <a:off x="5549050" y="3987400"/>
              <a:ext cx="6525" cy="79550"/>
            </a:xfrm>
            <a:custGeom>
              <a:rect b="b" l="l" r="r" t="t"/>
              <a:pathLst>
                <a:path extrusionOk="0" h="3182" w="261">
                  <a:moveTo>
                    <a:pt x="55" y="1"/>
                  </a:moveTo>
                  <a:lnTo>
                    <a:pt x="0" y="5"/>
                  </a:lnTo>
                  <a:lnTo>
                    <a:pt x="210" y="3182"/>
                  </a:lnTo>
                  <a:lnTo>
                    <a:pt x="261" y="3177"/>
                  </a:lnTo>
                  <a:lnTo>
                    <a:pt x="55"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2" name="Google Shape;4462;p101"/>
            <p:cNvSpPr/>
            <p:nvPr/>
          </p:nvSpPr>
          <p:spPr>
            <a:xfrm>
              <a:off x="5515225" y="3984325"/>
              <a:ext cx="14600" cy="82625"/>
            </a:xfrm>
            <a:custGeom>
              <a:rect b="b" l="l" r="r" t="t"/>
              <a:pathLst>
                <a:path extrusionOk="0" h="3305" w="584">
                  <a:moveTo>
                    <a:pt x="51" y="0"/>
                  </a:moveTo>
                  <a:lnTo>
                    <a:pt x="0" y="10"/>
                  </a:lnTo>
                  <a:lnTo>
                    <a:pt x="533" y="3305"/>
                  </a:lnTo>
                  <a:lnTo>
                    <a:pt x="583" y="3296"/>
                  </a:lnTo>
                  <a:lnTo>
                    <a:pt x="51"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3" name="Google Shape;4463;p101"/>
            <p:cNvSpPr/>
            <p:nvPr/>
          </p:nvSpPr>
          <p:spPr>
            <a:xfrm>
              <a:off x="5482525" y="3984325"/>
              <a:ext cx="16650" cy="82625"/>
            </a:xfrm>
            <a:custGeom>
              <a:rect b="b" l="l" r="r" t="t"/>
              <a:pathLst>
                <a:path extrusionOk="0" h="3305" w="666">
                  <a:moveTo>
                    <a:pt x="50" y="0"/>
                  </a:moveTo>
                  <a:lnTo>
                    <a:pt x="0" y="10"/>
                  </a:lnTo>
                  <a:lnTo>
                    <a:pt x="611" y="3305"/>
                  </a:lnTo>
                  <a:lnTo>
                    <a:pt x="665" y="3296"/>
                  </a:lnTo>
                  <a:lnTo>
                    <a:pt x="50"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4" name="Google Shape;4464;p101"/>
            <p:cNvSpPr/>
            <p:nvPr/>
          </p:nvSpPr>
          <p:spPr>
            <a:xfrm>
              <a:off x="5667325" y="3632600"/>
              <a:ext cx="151225" cy="331025"/>
            </a:xfrm>
            <a:custGeom>
              <a:rect b="b" l="l" r="r" t="t"/>
              <a:pathLst>
                <a:path extrusionOk="0" h="13241" w="6049">
                  <a:moveTo>
                    <a:pt x="3465" y="0"/>
                  </a:moveTo>
                  <a:cubicBezTo>
                    <a:pt x="0" y="351"/>
                    <a:pt x="1405" y="7584"/>
                    <a:pt x="1870" y="9995"/>
                  </a:cubicBezTo>
                  <a:cubicBezTo>
                    <a:pt x="2290" y="12174"/>
                    <a:pt x="2710" y="13240"/>
                    <a:pt x="3628" y="13240"/>
                  </a:cubicBezTo>
                  <a:cubicBezTo>
                    <a:pt x="3725" y="13240"/>
                    <a:pt x="3829" y="13228"/>
                    <a:pt x="3938" y="13204"/>
                  </a:cubicBezTo>
                  <a:cubicBezTo>
                    <a:pt x="5078" y="12948"/>
                    <a:pt x="6048" y="6823"/>
                    <a:pt x="5966" y="3742"/>
                  </a:cubicBezTo>
                  <a:cubicBezTo>
                    <a:pt x="5880" y="657"/>
                    <a:pt x="3465" y="0"/>
                    <a:pt x="3465" y="0"/>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5" name="Google Shape;4465;p101"/>
            <p:cNvSpPr/>
            <p:nvPr/>
          </p:nvSpPr>
          <p:spPr>
            <a:xfrm>
              <a:off x="5717225" y="3869850"/>
              <a:ext cx="85600" cy="279500"/>
            </a:xfrm>
            <a:custGeom>
              <a:rect b="b" l="l" r="r" t="t"/>
              <a:pathLst>
                <a:path extrusionOk="0" h="11180" w="3424">
                  <a:moveTo>
                    <a:pt x="3378" y="0"/>
                  </a:moveTo>
                  <a:cubicBezTo>
                    <a:pt x="3136" y="0"/>
                    <a:pt x="1964" y="202"/>
                    <a:pt x="1099" y="1180"/>
                  </a:cubicBezTo>
                  <a:cubicBezTo>
                    <a:pt x="1099" y="1180"/>
                    <a:pt x="1" y="1882"/>
                    <a:pt x="124" y="4443"/>
                  </a:cubicBezTo>
                  <a:cubicBezTo>
                    <a:pt x="202" y="5988"/>
                    <a:pt x="360" y="9019"/>
                    <a:pt x="475" y="11180"/>
                  </a:cubicBezTo>
                  <a:lnTo>
                    <a:pt x="2312" y="11180"/>
                  </a:lnTo>
                  <a:cubicBezTo>
                    <a:pt x="2699" y="7259"/>
                    <a:pt x="3415" y="40"/>
                    <a:pt x="3423" y="8"/>
                  </a:cubicBezTo>
                  <a:cubicBezTo>
                    <a:pt x="3424" y="3"/>
                    <a:pt x="3408" y="0"/>
                    <a:pt x="3378" y="0"/>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6" name="Google Shape;4466;p101"/>
            <p:cNvSpPr/>
            <p:nvPr/>
          </p:nvSpPr>
          <p:spPr>
            <a:xfrm>
              <a:off x="5729100" y="4149325"/>
              <a:ext cx="45925" cy="61675"/>
            </a:xfrm>
            <a:custGeom>
              <a:rect b="b" l="l" r="r" t="t"/>
              <a:pathLst>
                <a:path extrusionOk="0" h="2467" w="1837">
                  <a:moveTo>
                    <a:pt x="0" y="1"/>
                  </a:moveTo>
                  <a:cubicBezTo>
                    <a:pt x="77" y="1423"/>
                    <a:pt x="132" y="2466"/>
                    <a:pt x="132" y="2466"/>
                  </a:cubicBezTo>
                  <a:lnTo>
                    <a:pt x="1595" y="2466"/>
                  </a:lnTo>
                  <a:cubicBezTo>
                    <a:pt x="1595" y="2466"/>
                    <a:pt x="1696" y="1463"/>
                    <a:pt x="1837" y="1"/>
                  </a:cubicBezTo>
                  <a:close/>
                </a:path>
              </a:pathLst>
            </a:custGeom>
            <a:solidFill>
              <a:srgbClr val="1E17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7" name="Google Shape;4467;p101"/>
            <p:cNvSpPr/>
            <p:nvPr/>
          </p:nvSpPr>
          <p:spPr>
            <a:xfrm>
              <a:off x="5703025" y="4210725"/>
              <a:ext cx="65975" cy="86475"/>
            </a:xfrm>
            <a:custGeom>
              <a:rect b="b" l="l" r="r" t="t"/>
              <a:pathLst>
                <a:path extrusionOk="0" h="3459" w="2639">
                  <a:moveTo>
                    <a:pt x="981" y="0"/>
                  </a:moveTo>
                  <a:cubicBezTo>
                    <a:pt x="676" y="0"/>
                    <a:pt x="113" y="70"/>
                    <a:pt x="63" y="580"/>
                  </a:cubicBezTo>
                  <a:cubicBezTo>
                    <a:pt x="0" y="1216"/>
                    <a:pt x="140" y="1841"/>
                    <a:pt x="254" y="1841"/>
                  </a:cubicBezTo>
                  <a:cubicBezTo>
                    <a:pt x="265" y="1841"/>
                    <a:pt x="276" y="1836"/>
                    <a:pt x="286" y="1824"/>
                  </a:cubicBezTo>
                  <a:cubicBezTo>
                    <a:pt x="399" y="1694"/>
                    <a:pt x="681" y="1085"/>
                    <a:pt x="842" y="1085"/>
                  </a:cubicBezTo>
                  <a:cubicBezTo>
                    <a:pt x="850" y="1085"/>
                    <a:pt x="858" y="1086"/>
                    <a:pt x="865" y="1090"/>
                  </a:cubicBezTo>
                  <a:cubicBezTo>
                    <a:pt x="1020" y="1159"/>
                    <a:pt x="846" y="3424"/>
                    <a:pt x="1043" y="3456"/>
                  </a:cubicBezTo>
                  <a:cubicBezTo>
                    <a:pt x="1052" y="3457"/>
                    <a:pt x="1061" y="3458"/>
                    <a:pt x="1070" y="3458"/>
                  </a:cubicBezTo>
                  <a:cubicBezTo>
                    <a:pt x="1281" y="3458"/>
                    <a:pt x="1741" y="3076"/>
                    <a:pt x="1963" y="2539"/>
                  </a:cubicBezTo>
                  <a:cubicBezTo>
                    <a:pt x="2196" y="1975"/>
                    <a:pt x="2638" y="10"/>
                    <a:pt x="2638" y="10"/>
                  </a:cubicBezTo>
                  <a:lnTo>
                    <a:pt x="1175" y="10"/>
                  </a:lnTo>
                  <a:cubicBezTo>
                    <a:pt x="1175" y="10"/>
                    <a:pt x="1096" y="0"/>
                    <a:pt x="981"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8" name="Google Shape;4468;p101"/>
            <p:cNvSpPr/>
            <p:nvPr/>
          </p:nvSpPr>
          <p:spPr>
            <a:xfrm>
              <a:off x="3791725" y="4130175"/>
              <a:ext cx="280225" cy="225400"/>
            </a:xfrm>
            <a:custGeom>
              <a:rect b="b" l="l" r="r" t="t"/>
              <a:pathLst>
                <a:path extrusionOk="0" h="9016" w="11209">
                  <a:moveTo>
                    <a:pt x="146" y="1"/>
                  </a:moveTo>
                  <a:lnTo>
                    <a:pt x="1" y="182"/>
                  </a:lnTo>
                  <a:lnTo>
                    <a:pt x="11066" y="9015"/>
                  </a:lnTo>
                  <a:lnTo>
                    <a:pt x="11208" y="8834"/>
                  </a:lnTo>
                  <a:lnTo>
                    <a:pt x="146" y="1"/>
                  </a:ln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9" name="Google Shape;4469;p101"/>
            <p:cNvSpPr/>
            <p:nvPr/>
          </p:nvSpPr>
          <p:spPr>
            <a:xfrm>
              <a:off x="3254500" y="3542900"/>
              <a:ext cx="122500" cy="95975"/>
            </a:xfrm>
            <a:custGeom>
              <a:rect b="b" l="l" r="r" t="t"/>
              <a:pathLst>
                <a:path extrusionOk="0" h="3839" w="4900">
                  <a:moveTo>
                    <a:pt x="3414" y="1"/>
                  </a:moveTo>
                  <a:cubicBezTo>
                    <a:pt x="2788" y="1"/>
                    <a:pt x="2184" y="128"/>
                    <a:pt x="2184" y="128"/>
                  </a:cubicBezTo>
                  <a:cubicBezTo>
                    <a:pt x="2184" y="128"/>
                    <a:pt x="55" y="570"/>
                    <a:pt x="28" y="1514"/>
                  </a:cubicBezTo>
                  <a:cubicBezTo>
                    <a:pt x="1" y="2426"/>
                    <a:pt x="1412" y="3838"/>
                    <a:pt x="2411" y="3838"/>
                  </a:cubicBezTo>
                  <a:cubicBezTo>
                    <a:pt x="2440" y="3838"/>
                    <a:pt x="2469" y="3837"/>
                    <a:pt x="2497" y="3834"/>
                  </a:cubicBezTo>
                  <a:cubicBezTo>
                    <a:pt x="2917" y="3797"/>
                    <a:pt x="3505" y="3780"/>
                    <a:pt x="4061" y="3738"/>
                  </a:cubicBezTo>
                  <a:lnTo>
                    <a:pt x="4193" y="685"/>
                  </a:lnTo>
                  <a:lnTo>
                    <a:pt x="4900" y="717"/>
                  </a:lnTo>
                  <a:cubicBezTo>
                    <a:pt x="4744" y="461"/>
                    <a:pt x="4576" y="265"/>
                    <a:pt x="4407" y="179"/>
                  </a:cubicBezTo>
                  <a:cubicBezTo>
                    <a:pt x="4145" y="44"/>
                    <a:pt x="3776" y="1"/>
                    <a:pt x="3414" y="1"/>
                  </a:cubicBezTo>
                  <a:close/>
                </a:path>
              </a:pathLst>
            </a:custGeom>
            <a:solidFill>
              <a:srgbClr val="4715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0" name="Google Shape;4470;p101"/>
            <p:cNvSpPr/>
            <p:nvPr/>
          </p:nvSpPr>
          <p:spPr>
            <a:xfrm>
              <a:off x="3285250" y="3548500"/>
              <a:ext cx="42200" cy="69525"/>
            </a:xfrm>
            <a:custGeom>
              <a:rect b="b" l="l" r="r" t="t"/>
              <a:pathLst>
                <a:path extrusionOk="0" h="2781" w="1688">
                  <a:moveTo>
                    <a:pt x="525" y="1"/>
                  </a:moveTo>
                  <a:cubicBezTo>
                    <a:pt x="520" y="5"/>
                    <a:pt x="1" y="489"/>
                    <a:pt x="87" y="1149"/>
                  </a:cubicBezTo>
                  <a:cubicBezTo>
                    <a:pt x="169" y="1747"/>
                    <a:pt x="703" y="2293"/>
                    <a:pt x="1673" y="2780"/>
                  </a:cubicBezTo>
                  <a:lnTo>
                    <a:pt x="1687" y="2753"/>
                  </a:lnTo>
                  <a:cubicBezTo>
                    <a:pt x="730" y="2270"/>
                    <a:pt x="201" y="1728"/>
                    <a:pt x="119" y="1145"/>
                  </a:cubicBezTo>
                  <a:cubicBezTo>
                    <a:pt x="32" y="502"/>
                    <a:pt x="543" y="32"/>
                    <a:pt x="548" y="28"/>
                  </a:cubicBezTo>
                  <a:lnTo>
                    <a:pt x="525" y="1"/>
                  </a:lnTo>
                  <a:close/>
                </a:path>
              </a:pathLst>
            </a:custGeom>
            <a:solidFill>
              <a:srgbClr val="201F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1" name="Google Shape;4471;p101"/>
            <p:cNvSpPr/>
            <p:nvPr/>
          </p:nvSpPr>
          <p:spPr>
            <a:xfrm>
              <a:off x="3266900" y="3556350"/>
              <a:ext cx="51875" cy="82650"/>
            </a:xfrm>
            <a:custGeom>
              <a:rect b="b" l="l" r="r" t="t"/>
              <a:pathLst>
                <a:path extrusionOk="0" h="3306" w="2075">
                  <a:moveTo>
                    <a:pt x="425" y="1"/>
                  </a:moveTo>
                  <a:cubicBezTo>
                    <a:pt x="420" y="11"/>
                    <a:pt x="1" y="548"/>
                    <a:pt x="156" y="1290"/>
                  </a:cubicBezTo>
                  <a:cubicBezTo>
                    <a:pt x="310" y="2029"/>
                    <a:pt x="949" y="2708"/>
                    <a:pt x="2056" y="3305"/>
                  </a:cubicBezTo>
                  <a:lnTo>
                    <a:pt x="2075" y="3278"/>
                  </a:lnTo>
                  <a:cubicBezTo>
                    <a:pt x="972" y="2685"/>
                    <a:pt x="338" y="2016"/>
                    <a:pt x="188" y="1286"/>
                  </a:cubicBezTo>
                  <a:cubicBezTo>
                    <a:pt x="37" y="557"/>
                    <a:pt x="447" y="28"/>
                    <a:pt x="453" y="24"/>
                  </a:cubicBezTo>
                  <a:lnTo>
                    <a:pt x="425" y="1"/>
                  </a:lnTo>
                  <a:close/>
                </a:path>
              </a:pathLst>
            </a:custGeom>
            <a:solidFill>
              <a:srgbClr val="201F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2" name="Google Shape;4472;p101"/>
            <p:cNvSpPr/>
            <p:nvPr/>
          </p:nvSpPr>
          <p:spPr>
            <a:xfrm>
              <a:off x="3272375" y="3553175"/>
              <a:ext cx="54150" cy="75675"/>
            </a:xfrm>
            <a:custGeom>
              <a:rect b="b" l="l" r="r" t="t"/>
              <a:pathLst>
                <a:path extrusionOk="0" h="3027" w="2166">
                  <a:moveTo>
                    <a:pt x="502" y="1"/>
                  </a:moveTo>
                  <a:cubicBezTo>
                    <a:pt x="497" y="5"/>
                    <a:pt x="1" y="488"/>
                    <a:pt x="320" y="1432"/>
                  </a:cubicBezTo>
                  <a:cubicBezTo>
                    <a:pt x="634" y="2370"/>
                    <a:pt x="2138" y="3022"/>
                    <a:pt x="2152" y="3026"/>
                  </a:cubicBezTo>
                  <a:lnTo>
                    <a:pt x="2165" y="2995"/>
                  </a:lnTo>
                  <a:cubicBezTo>
                    <a:pt x="2152" y="2990"/>
                    <a:pt x="661" y="2347"/>
                    <a:pt x="352" y="1423"/>
                  </a:cubicBezTo>
                  <a:cubicBezTo>
                    <a:pt x="42" y="497"/>
                    <a:pt x="520" y="28"/>
                    <a:pt x="525" y="23"/>
                  </a:cubicBezTo>
                  <a:lnTo>
                    <a:pt x="502" y="1"/>
                  </a:lnTo>
                  <a:close/>
                </a:path>
              </a:pathLst>
            </a:custGeom>
            <a:solidFill>
              <a:srgbClr val="201F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3" name="Google Shape;4473;p101"/>
            <p:cNvSpPr/>
            <p:nvPr/>
          </p:nvSpPr>
          <p:spPr>
            <a:xfrm>
              <a:off x="3325125" y="4022825"/>
              <a:ext cx="365675" cy="181250"/>
            </a:xfrm>
            <a:custGeom>
              <a:rect b="b" l="l" r="r" t="t"/>
              <a:pathLst>
                <a:path extrusionOk="0" h="7250" w="14627">
                  <a:moveTo>
                    <a:pt x="3024" y="1"/>
                  </a:moveTo>
                  <a:cubicBezTo>
                    <a:pt x="3016" y="1"/>
                    <a:pt x="3008" y="1"/>
                    <a:pt x="3000" y="2"/>
                  </a:cubicBezTo>
                  <a:cubicBezTo>
                    <a:pt x="1961" y="51"/>
                    <a:pt x="1" y="402"/>
                    <a:pt x="1004" y="3014"/>
                  </a:cubicBezTo>
                  <a:cubicBezTo>
                    <a:pt x="1004" y="3014"/>
                    <a:pt x="2882" y="4550"/>
                    <a:pt x="6710" y="5493"/>
                  </a:cubicBezTo>
                  <a:cubicBezTo>
                    <a:pt x="9742" y="6243"/>
                    <a:pt x="11926" y="7250"/>
                    <a:pt x="13104" y="7250"/>
                  </a:cubicBezTo>
                  <a:cubicBezTo>
                    <a:pt x="13416" y="7250"/>
                    <a:pt x="13657" y="7179"/>
                    <a:pt x="13825" y="7015"/>
                  </a:cubicBezTo>
                  <a:cubicBezTo>
                    <a:pt x="14626" y="6236"/>
                    <a:pt x="13560" y="5133"/>
                    <a:pt x="12170" y="4226"/>
                  </a:cubicBezTo>
                  <a:cubicBezTo>
                    <a:pt x="10785" y="3326"/>
                    <a:pt x="4143" y="1"/>
                    <a:pt x="3024" y="1"/>
                  </a:cubicBezTo>
                  <a:close/>
                </a:path>
              </a:pathLst>
            </a:custGeom>
            <a:solidFill>
              <a:srgbClr val="FF78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4" name="Google Shape;4474;p101"/>
            <p:cNvSpPr/>
            <p:nvPr/>
          </p:nvSpPr>
          <p:spPr>
            <a:xfrm>
              <a:off x="3334350" y="4014825"/>
              <a:ext cx="427325" cy="252300"/>
            </a:xfrm>
            <a:custGeom>
              <a:rect b="b" l="l" r="r" t="t"/>
              <a:pathLst>
                <a:path extrusionOk="0" h="10092" w="17093">
                  <a:moveTo>
                    <a:pt x="2801" y="0"/>
                  </a:moveTo>
                  <a:cubicBezTo>
                    <a:pt x="2178" y="0"/>
                    <a:pt x="1" y="1339"/>
                    <a:pt x="1528" y="3803"/>
                  </a:cubicBezTo>
                  <a:cubicBezTo>
                    <a:pt x="1528" y="3803"/>
                    <a:pt x="3880" y="6237"/>
                    <a:pt x="7070" y="7194"/>
                  </a:cubicBezTo>
                  <a:cubicBezTo>
                    <a:pt x="10265" y="8156"/>
                    <a:pt x="11022" y="8252"/>
                    <a:pt x="12034" y="9131"/>
                  </a:cubicBezTo>
                  <a:cubicBezTo>
                    <a:pt x="12598" y="9622"/>
                    <a:pt x="13605" y="10092"/>
                    <a:pt x="14525" y="10092"/>
                  </a:cubicBezTo>
                  <a:cubicBezTo>
                    <a:pt x="15256" y="10092"/>
                    <a:pt x="15933" y="9795"/>
                    <a:pt x="16290" y="8976"/>
                  </a:cubicBezTo>
                  <a:cubicBezTo>
                    <a:pt x="17093" y="7125"/>
                    <a:pt x="15037" y="6041"/>
                    <a:pt x="13451" y="4874"/>
                  </a:cubicBezTo>
                  <a:cubicBezTo>
                    <a:pt x="11865" y="3707"/>
                    <a:pt x="3315" y="225"/>
                    <a:pt x="2909" y="21"/>
                  </a:cubicBezTo>
                  <a:cubicBezTo>
                    <a:pt x="2882" y="7"/>
                    <a:pt x="2846" y="0"/>
                    <a:pt x="2801" y="0"/>
                  </a:cubicBezTo>
                  <a:close/>
                </a:path>
              </a:pathLst>
            </a:custGeom>
            <a:solidFill>
              <a:srgbClr val="1513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5" name="Google Shape;4475;p101"/>
            <p:cNvSpPr/>
            <p:nvPr/>
          </p:nvSpPr>
          <p:spPr>
            <a:xfrm>
              <a:off x="3613875" y="4184225"/>
              <a:ext cx="121325" cy="493025"/>
            </a:xfrm>
            <a:custGeom>
              <a:rect b="b" l="l" r="r" t="t"/>
              <a:pathLst>
                <a:path extrusionOk="0" h="19721" w="4853">
                  <a:moveTo>
                    <a:pt x="3639" y="0"/>
                  </a:moveTo>
                  <a:cubicBezTo>
                    <a:pt x="3169" y="0"/>
                    <a:pt x="2675" y="296"/>
                    <a:pt x="2411" y="1052"/>
                  </a:cubicBezTo>
                  <a:cubicBezTo>
                    <a:pt x="2411" y="1052"/>
                    <a:pt x="1459" y="3500"/>
                    <a:pt x="729" y="6672"/>
                  </a:cubicBezTo>
                  <a:cubicBezTo>
                    <a:pt x="0" y="9844"/>
                    <a:pt x="150" y="18157"/>
                    <a:pt x="438" y="19136"/>
                  </a:cubicBezTo>
                  <a:cubicBezTo>
                    <a:pt x="516" y="19412"/>
                    <a:pt x="753" y="19720"/>
                    <a:pt x="990" y="19720"/>
                  </a:cubicBezTo>
                  <a:cubicBezTo>
                    <a:pt x="1152" y="19720"/>
                    <a:pt x="1313" y="19576"/>
                    <a:pt x="1422" y="19178"/>
                  </a:cubicBezTo>
                  <a:cubicBezTo>
                    <a:pt x="1686" y="18193"/>
                    <a:pt x="4699" y="2341"/>
                    <a:pt x="4795" y="1184"/>
                  </a:cubicBezTo>
                  <a:cubicBezTo>
                    <a:pt x="4852" y="525"/>
                    <a:pt x="4267" y="0"/>
                    <a:pt x="3639"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6" name="Google Shape;4476;p101"/>
            <p:cNvSpPr/>
            <p:nvPr/>
          </p:nvSpPr>
          <p:spPr>
            <a:xfrm>
              <a:off x="3598150" y="4178650"/>
              <a:ext cx="153000" cy="412550"/>
            </a:xfrm>
            <a:custGeom>
              <a:rect b="b" l="l" r="r" t="t"/>
              <a:pathLst>
                <a:path extrusionOk="0" h="16502" w="6120">
                  <a:moveTo>
                    <a:pt x="4042" y="0"/>
                  </a:moveTo>
                  <a:cubicBezTo>
                    <a:pt x="3760" y="0"/>
                    <a:pt x="3461" y="54"/>
                    <a:pt x="3154" y="168"/>
                  </a:cubicBezTo>
                  <a:cubicBezTo>
                    <a:pt x="1559" y="764"/>
                    <a:pt x="1686" y="2063"/>
                    <a:pt x="1686" y="2063"/>
                  </a:cubicBezTo>
                  <a:cubicBezTo>
                    <a:pt x="1686" y="2063"/>
                    <a:pt x="1408" y="4920"/>
                    <a:pt x="1408" y="5477"/>
                  </a:cubicBezTo>
                  <a:cubicBezTo>
                    <a:pt x="1408" y="6033"/>
                    <a:pt x="1" y="16502"/>
                    <a:pt x="1" y="16502"/>
                  </a:cubicBezTo>
                  <a:lnTo>
                    <a:pt x="4603" y="16502"/>
                  </a:lnTo>
                  <a:cubicBezTo>
                    <a:pt x="4603" y="16502"/>
                    <a:pt x="5419" y="11529"/>
                    <a:pt x="5643" y="9447"/>
                  </a:cubicBezTo>
                  <a:cubicBezTo>
                    <a:pt x="5866" y="7368"/>
                    <a:pt x="5957" y="2396"/>
                    <a:pt x="5957" y="2396"/>
                  </a:cubicBezTo>
                  <a:cubicBezTo>
                    <a:pt x="6119" y="955"/>
                    <a:pt x="5233" y="0"/>
                    <a:pt x="4042" y="0"/>
                  </a:cubicBezTo>
                  <a:close/>
                </a:path>
              </a:pathLst>
            </a:custGeom>
            <a:solidFill>
              <a:srgbClr val="1513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7" name="Google Shape;4477;p101"/>
            <p:cNvSpPr/>
            <p:nvPr/>
          </p:nvSpPr>
          <p:spPr>
            <a:xfrm>
              <a:off x="3604425" y="4543225"/>
              <a:ext cx="115775" cy="1500"/>
            </a:xfrm>
            <a:custGeom>
              <a:rect b="b" l="l" r="r" t="t"/>
              <a:pathLst>
                <a:path extrusionOk="0" h="60" w="4631">
                  <a:moveTo>
                    <a:pt x="0" y="0"/>
                  </a:moveTo>
                  <a:lnTo>
                    <a:pt x="0" y="55"/>
                  </a:lnTo>
                  <a:cubicBezTo>
                    <a:pt x="36" y="55"/>
                    <a:pt x="564" y="59"/>
                    <a:pt x="1254" y="59"/>
                  </a:cubicBezTo>
                  <a:cubicBezTo>
                    <a:pt x="2584" y="59"/>
                    <a:pt x="4512" y="55"/>
                    <a:pt x="4630" y="55"/>
                  </a:cubicBezTo>
                  <a:lnTo>
                    <a:pt x="4630" y="0"/>
                  </a:lnTo>
                  <a:cubicBezTo>
                    <a:pt x="4600" y="0"/>
                    <a:pt x="2599" y="2"/>
                    <a:pt x="1237" y="2"/>
                  </a:cubicBezTo>
                  <a:cubicBezTo>
                    <a:pt x="556" y="2"/>
                    <a:pt x="35" y="2"/>
                    <a:pt x="0" y="0"/>
                  </a:cubicBezTo>
                  <a:close/>
                </a:path>
              </a:pathLst>
            </a:custGeom>
            <a:solidFill>
              <a:srgbClr val="E344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8" name="Google Shape;4478;p101"/>
            <p:cNvSpPr/>
            <p:nvPr/>
          </p:nvSpPr>
          <p:spPr>
            <a:xfrm>
              <a:off x="3617400" y="4692375"/>
              <a:ext cx="179375" cy="22900"/>
            </a:xfrm>
            <a:custGeom>
              <a:rect b="b" l="l" r="r" t="t"/>
              <a:pathLst>
                <a:path extrusionOk="0" h="916" w="7175">
                  <a:moveTo>
                    <a:pt x="1" y="0"/>
                  </a:moveTo>
                  <a:lnTo>
                    <a:pt x="1" y="916"/>
                  </a:lnTo>
                  <a:lnTo>
                    <a:pt x="7174" y="916"/>
                  </a:lnTo>
                  <a:cubicBezTo>
                    <a:pt x="7174" y="916"/>
                    <a:pt x="7151" y="825"/>
                    <a:pt x="7010" y="0"/>
                  </a:cubicBezTo>
                  <a:close/>
                </a:path>
              </a:pathLst>
            </a:custGeom>
            <a:solidFill>
              <a:srgbClr val="1513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9" name="Google Shape;4479;p101"/>
            <p:cNvSpPr/>
            <p:nvPr/>
          </p:nvSpPr>
          <p:spPr>
            <a:xfrm>
              <a:off x="3617400" y="4609300"/>
              <a:ext cx="175250" cy="83100"/>
            </a:xfrm>
            <a:custGeom>
              <a:rect b="b" l="l" r="r" t="t"/>
              <a:pathLst>
                <a:path extrusionOk="0" h="3324" w="7010">
                  <a:moveTo>
                    <a:pt x="1" y="0"/>
                  </a:moveTo>
                  <a:lnTo>
                    <a:pt x="1" y="3323"/>
                  </a:lnTo>
                  <a:lnTo>
                    <a:pt x="7010" y="3323"/>
                  </a:lnTo>
                  <a:cubicBezTo>
                    <a:pt x="7006" y="3309"/>
                    <a:pt x="7001" y="3291"/>
                    <a:pt x="7001" y="3273"/>
                  </a:cubicBezTo>
                  <a:cubicBezTo>
                    <a:pt x="6850" y="2402"/>
                    <a:pt x="4471" y="2206"/>
                    <a:pt x="3017" y="2070"/>
                  </a:cubicBezTo>
                  <a:cubicBezTo>
                    <a:pt x="1564" y="1928"/>
                    <a:pt x="1768" y="0"/>
                    <a:pt x="1768" y="0"/>
                  </a:cubicBezTo>
                  <a:close/>
                </a:path>
              </a:pathLst>
            </a:custGeom>
            <a:solidFill>
              <a:srgbClr val="201F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0" name="Google Shape;4480;p101"/>
            <p:cNvSpPr/>
            <p:nvPr/>
          </p:nvSpPr>
          <p:spPr>
            <a:xfrm>
              <a:off x="3698975" y="4673775"/>
              <a:ext cx="80125" cy="18825"/>
            </a:xfrm>
            <a:custGeom>
              <a:rect b="b" l="l" r="r" t="t"/>
              <a:pathLst>
                <a:path extrusionOk="0" h="753" w="3205">
                  <a:moveTo>
                    <a:pt x="2053" y="1"/>
                  </a:moveTo>
                  <a:cubicBezTo>
                    <a:pt x="1749" y="1"/>
                    <a:pt x="1427" y="5"/>
                    <a:pt x="1145" y="19"/>
                  </a:cubicBezTo>
                  <a:cubicBezTo>
                    <a:pt x="288" y="60"/>
                    <a:pt x="1" y="730"/>
                    <a:pt x="1" y="735"/>
                  </a:cubicBezTo>
                  <a:lnTo>
                    <a:pt x="42" y="753"/>
                  </a:lnTo>
                  <a:cubicBezTo>
                    <a:pt x="46" y="749"/>
                    <a:pt x="320" y="106"/>
                    <a:pt x="1149" y="65"/>
                  </a:cubicBezTo>
                  <a:cubicBezTo>
                    <a:pt x="1430" y="51"/>
                    <a:pt x="1751" y="47"/>
                    <a:pt x="2054" y="47"/>
                  </a:cubicBezTo>
                  <a:cubicBezTo>
                    <a:pt x="2660" y="47"/>
                    <a:pt x="3196" y="65"/>
                    <a:pt x="3204" y="65"/>
                  </a:cubicBezTo>
                  <a:lnTo>
                    <a:pt x="3204" y="19"/>
                  </a:lnTo>
                  <a:cubicBezTo>
                    <a:pt x="3196" y="19"/>
                    <a:pt x="2660" y="1"/>
                    <a:pt x="205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1" name="Google Shape;4481;p101"/>
            <p:cNvSpPr/>
            <p:nvPr/>
          </p:nvSpPr>
          <p:spPr>
            <a:xfrm>
              <a:off x="3638925" y="4609300"/>
              <a:ext cx="60750" cy="58125"/>
            </a:xfrm>
            <a:custGeom>
              <a:rect b="b" l="l" r="r" t="t"/>
              <a:pathLst>
                <a:path extrusionOk="0" h="2325" w="2430">
                  <a:moveTo>
                    <a:pt x="10" y="0"/>
                  </a:moveTo>
                  <a:cubicBezTo>
                    <a:pt x="10" y="82"/>
                    <a:pt x="0" y="1979"/>
                    <a:pt x="730" y="2238"/>
                  </a:cubicBezTo>
                  <a:cubicBezTo>
                    <a:pt x="913" y="2303"/>
                    <a:pt x="1113" y="2324"/>
                    <a:pt x="1309" y="2324"/>
                  </a:cubicBezTo>
                  <a:cubicBezTo>
                    <a:pt x="1883" y="2324"/>
                    <a:pt x="2426" y="2120"/>
                    <a:pt x="2430" y="2116"/>
                  </a:cubicBezTo>
                  <a:lnTo>
                    <a:pt x="2417" y="2070"/>
                  </a:lnTo>
                  <a:cubicBezTo>
                    <a:pt x="2406" y="2073"/>
                    <a:pt x="1871" y="2280"/>
                    <a:pt x="1307" y="2280"/>
                  </a:cubicBezTo>
                  <a:cubicBezTo>
                    <a:pt x="1116" y="2280"/>
                    <a:pt x="922" y="2256"/>
                    <a:pt x="743" y="2193"/>
                  </a:cubicBezTo>
                  <a:cubicBezTo>
                    <a:pt x="46" y="1947"/>
                    <a:pt x="60" y="23"/>
                    <a:pt x="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2" name="Google Shape;4482;p101"/>
            <p:cNvSpPr/>
            <p:nvPr/>
          </p:nvSpPr>
          <p:spPr>
            <a:xfrm>
              <a:off x="3639500" y="4615225"/>
              <a:ext cx="23725" cy="16200"/>
            </a:xfrm>
            <a:custGeom>
              <a:rect b="b" l="l" r="r" t="t"/>
              <a:pathLst>
                <a:path extrusionOk="0" h="648" w="949">
                  <a:moveTo>
                    <a:pt x="23" y="0"/>
                  </a:moveTo>
                  <a:lnTo>
                    <a:pt x="0" y="37"/>
                  </a:lnTo>
                  <a:lnTo>
                    <a:pt x="926" y="648"/>
                  </a:lnTo>
                  <a:lnTo>
                    <a:pt x="949" y="611"/>
                  </a:lnTo>
                  <a:lnTo>
                    <a:pt x="2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3" name="Google Shape;4483;p101"/>
            <p:cNvSpPr/>
            <p:nvPr/>
          </p:nvSpPr>
          <p:spPr>
            <a:xfrm>
              <a:off x="3640975" y="4619425"/>
              <a:ext cx="20775" cy="12000"/>
            </a:xfrm>
            <a:custGeom>
              <a:rect b="b" l="l" r="r" t="t"/>
              <a:pathLst>
                <a:path extrusionOk="0" h="480" w="831">
                  <a:moveTo>
                    <a:pt x="808" y="1"/>
                  </a:moveTo>
                  <a:lnTo>
                    <a:pt x="0" y="443"/>
                  </a:lnTo>
                  <a:lnTo>
                    <a:pt x="23" y="480"/>
                  </a:lnTo>
                  <a:lnTo>
                    <a:pt x="831" y="42"/>
                  </a:lnTo>
                  <a:lnTo>
                    <a:pt x="80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4" name="Google Shape;4484;p101"/>
            <p:cNvSpPr/>
            <p:nvPr/>
          </p:nvSpPr>
          <p:spPr>
            <a:xfrm>
              <a:off x="3642225" y="4637575"/>
              <a:ext cx="27600" cy="10700"/>
            </a:xfrm>
            <a:custGeom>
              <a:rect b="b" l="l" r="r" t="t"/>
              <a:pathLst>
                <a:path extrusionOk="0" h="428" w="1104">
                  <a:moveTo>
                    <a:pt x="15" y="0"/>
                  </a:moveTo>
                  <a:lnTo>
                    <a:pt x="1" y="45"/>
                  </a:lnTo>
                  <a:lnTo>
                    <a:pt x="1090" y="428"/>
                  </a:lnTo>
                  <a:lnTo>
                    <a:pt x="1103" y="383"/>
                  </a:lnTo>
                  <a:lnTo>
                    <a:pt x="1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5" name="Google Shape;4485;p101"/>
            <p:cNvSpPr/>
            <p:nvPr/>
          </p:nvSpPr>
          <p:spPr>
            <a:xfrm>
              <a:off x="3645650" y="4637675"/>
              <a:ext cx="19625" cy="13700"/>
            </a:xfrm>
            <a:custGeom>
              <a:rect b="b" l="l" r="r" t="t"/>
              <a:pathLst>
                <a:path extrusionOk="0" h="548" w="785">
                  <a:moveTo>
                    <a:pt x="757" y="0"/>
                  </a:moveTo>
                  <a:lnTo>
                    <a:pt x="1" y="511"/>
                  </a:lnTo>
                  <a:lnTo>
                    <a:pt x="24" y="547"/>
                  </a:lnTo>
                  <a:lnTo>
                    <a:pt x="785" y="37"/>
                  </a:lnTo>
                  <a:lnTo>
                    <a:pt x="75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6" name="Google Shape;4486;p101"/>
            <p:cNvSpPr/>
            <p:nvPr/>
          </p:nvSpPr>
          <p:spPr>
            <a:xfrm>
              <a:off x="3404550" y="3710675"/>
              <a:ext cx="216550" cy="250775"/>
            </a:xfrm>
            <a:custGeom>
              <a:rect b="b" l="l" r="r" t="t"/>
              <a:pathLst>
                <a:path extrusionOk="0" h="10031" w="8662">
                  <a:moveTo>
                    <a:pt x="1462" y="1"/>
                  </a:moveTo>
                  <a:cubicBezTo>
                    <a:pt x="1167" y="1"/>
                    <a:pt x="882" y="112"/>
                    <a:pt x="666" y="418"/>
                  </a:cubicBezTo>
                  <a:cubicBezTo>
                    <a:pt x="0" y="1358"/>
                    <a:pt x="639" y="2324"/>
                    <a:pt x="816" y="2797"/>
                  </a:cubicBezTo>
                  <a:cubicBezTo>
                    <a:pt x="990" y="3272"/>
                    <a:pt x="5379" y="8832"/>
                    <a:pt x="6213" y="9583"/>
                  </a:cubicBezTo>
                  <a:cubicBezTo>
                    <a:pt x="6535" y="9874"/>
                    <a:pt x="6993" y="10031"/>
                    <a:pt x="7415" y="10031"/>
                  </a:cubicBezTo>
                  <a:cubicBezTo>
                    <a:pt x="8085" y="10031"/>
                    <a:pt x="8661" y="9634"/>
                    <a:pt x="8446" y="8750"/>
                  </a:cubicBezTo>
                  <a:cubicBezTo>
                    <a:pt x="8095" y="7309"/>
                    <a:pt x="2899" y="692"/>
                    <a:pt x="2899" y="692"/>
                  </a:cubicBezTo>
                  <a:cubicBezTo>
                    <a:pt x="2733" y="482"/>
                    <a:pt x="2076" y="1"/>
                    <a:pt x="1462"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7" name="Google Shape;4487;p101"/>
            <p:cNvSpPr/>
            <p:nvPr/>
          </p:nvSpPr>
          <p:spPr>
            <a:xfrm>
              <a:off x="3431875" y="3750775"/>
              <a:ext cx="99750" cy="135225"/>
            </a:xfrm>
            <a:custGeom>
              <a:rect b="b" l="l" r="r" t="t"/>
              <a:pathLst>
                <a:path extrusionOk="0" h="5409" w="3990">
                  <a:moveTo>
                    <a:pt x="1827" y="0"/>
                  </a:moveTo>
                  <a:cubicBezTo>
                    <a:pt x="1371" y="0"/>
                    <a:pt x="901" y="235"/>
                    <a:pt x="594" y="865"/>
                  </a:cubicBezTo>
                  <a:cubicBezTo>
                    <a:pt x="1" y="2078"/>
                    <a:pt x="1059" y="3048"/>
                    <a:pt x="1059" y="3048"/>
                  </a:cubicBezTo>
                  <a:lnTo>
                    <a:pt x="2918" y="5409"/>
                  </a:lnTo>
                  <a:lnTo>
                    <a:pt x="3989" y="1959"/>
                  </a:lnTo>
                  <a:cubicBezTo>
                    <a:pt x="3989" y="1959"/>
                    <a:pt x="3447" y="1025"/>
                    <a:pt x="2909" y="465"/>
                  </a:cubicBezTo>
                  <a:cubicBezTo>
                    <a:pt x="2650" y="197"/>
                    <a:pt x="2244" y="0"/>
                    <a:pt x="1827" y="0"/>
                  </a:cubicBezTo>
                  <a:close/>
                </a:path>
              </a:pathLst>
            </a:custGeom>
            <a:solidFill>
              <a:srgbClr val="4715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8" name="Google Shape;4488;p101"/>
            <p:cNvSpPr/>
            <p:nvPr/>
          </p:nvSpPr>
          <p:spPr>
            <a:xfrm>
              <a:off x="3378125" y="3680900"/>
              <a:ext cx="169575" cy="180175"/>
            </a:xfrm>
            <a:custGeom>
              <a:rect b="b" l="l" r="r" t="t"/>
              <a:pathLst>
                <a:path extrusionOk="0" h="7207" w="6783">
                  <a:moveTo>
                    <a:pt x="2236" y="1"/>
                  </a:moveTo>
                  <a:cubicBezTo>
                    <a:pt x="1581" y="1"/>
                    <a:pt x="1044" y="210"/>
                    <a:pt x="1044" y="210"/>
                  </a:cubicBezTo>
                  <a:cubicBezTo>
                    <a:pt x="0" y="1395"/>
                    <a:pt x="588" y="2229"/>
                    <a:pt x="1057" y="3159"/>
                  </a:cubicBezTo>
                  <a:cubicBezTo>
                    <a:pt x="1527" y="4089"/>
                    <a:pt x="4193" y="7206"/>
                    <a:pt x="4193" y="7206"/>
                  </a:cubicBezTo>
                  <a:lnTo>
                    <a:pt x="6782" y="3943"/>
                  </a:lnTo>
                  <a:cubicBezTo>
                    <a:pt x="6782" y="3943"/>
                    <a:pt x="4767" y="1500"/>
                    <a:pt x="3733" y="534"/>
                  </a:cubicBezTo>
                  <a:cubicBezTo>
                    <a:pt x="3287" y="119"/>
                    <a:pt x="2728" y="1"/>
                    <a:pt x="2236"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9" name="Google Shape;4489;p101"/>
            <p:cNvSpPr/>
            <p:nvPr/>
          </p:nvSpPr>
          <p:spPr>
            <a:xfrm>
              <a:off x="3544275" y="3898175"/>
              <a:ext cx="250350" cy="214450"/>
            </a:xfrm>
            <a:custGeom>
              <a:rect b="b" l="l" r="r" t="t"/>
              <a:pathLst>
                <a:path extrusionOk="0" h="8578" w="10014">
                  <a:moveTo>
                    <a:pt x="1216" y="0"/>
                  </a:moveTo>
                  <a:cubicBezTo>
                    <a:pt x="549" y="0"/>
                    <a:pt x="1" y="375"/>
                    <a:pt x="214" y="1423"/>
                  </a:cubicBezTo>
                  <a:cubicBezTo>
                    <a:pt x="546" y="3063"/>
                    <a:pt x="7875" y="7954"/>
                    <a:pt x="8946" y="8419"/>
                  </a:cubicBezTo>
                  <a:cubicBezTo>
                    <a:pt x="9204" y="8531"/>
                    <a:pt x="9402" y="8577"/>
                    <a:pt x="9550" y="8577"/>
                  </a:cubicBezTo>
                  <a:cubicBezTo>
                    <a:pt x="10013" y="8577"/>
                    <a:pt x="9971" y="8119"/>
                    <a:pt x="9693" y="7817"/>
                  </a:cubicBezTo>
                  <a:cubicBezTo>
                    <a:pt x="9693" y="7817"/>
                    <a:pt x="3285" y="821"/>
                    <a:pt x="2347" y="306"/>
                  </a:cubicBezTo>
                  <a:cubicBezTo>
                    <a:pt x="2009" y="120"/>
                    <a:pt x="1593" y="0"/>
                    <a:pt x="1216"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0" name="Google Shape;4490;p101"/>
            <p:cNvSpPr/>
            <p:nvPr/>
          </p:nvSpPr>
          <p:spPr>
            <a:xfrm>
              <a:off x="3746725" y="4079575"/>
              <a:ext cx="110775" cy="101375"/>
            </a:xfrm>
            <a:custGeom>
              <a:rect b="b" l="l" r="r" t="t"/>
              <a:pathLst>
                <a:path extrusionOk="0" h="4055" w="4431">
                  <a:moveTo>
                    <a:pt x="649" y="1"/>
                  </a:moveTo>
                  <a:cubicBezTo>
                    <a:pt x="576" y="1"/>
                    <a:pt x="514" y="15"/>
                    <a:pt x="465" y="46"/>
                  </a:cubicBezTo>
                  <a:cubicBezTo>
                    <a:pt x="0" y="338"/>
                    <a:pt x="1126" y="1619"/>
                    <a:pt x="1399" y="2166"/>
                  </a:cubicBezTo>
                  <a:cubicBezTo>
                    <a:pt x="1651" y="2662"/>
                    <a:pt x="2646" y="3619"/>
                    <a:pt x="2951" y="3619"/>
                  </a:cubicBezTo>
                  <a:cubicBezTo>
                    <a:pt x="2982" y="3619"/>
                    <a:pt x="3006" y="3609"/>
                    <a:pt x="3022" y="3588"/>
                  </a:cubicBezTo>
                  <a:cubicBezTo>
                    <a:pt x="3191" y="3359"/>
                    <a:pt x="2338" y="2753"/>
                    <a:pt x="2243" y="2499"/>
                  </a:cubicBezTo>
                  <a:cubicBezTo>
                    <a:pt x="2166" y="2286"/>
                    <a:pt x="2222" y="2172"/>
                    <a:pt x="2305" y="2172"/>
                  </a:cubicBezTo>
                  <a:cubicBezTo>
                    <a:pt x="2320" y="2172"/>
                    <a:pt x="2336" y="2176"/>
                    <a:pt x="2352" y="2184"/>
                  </a:cubicBezTo>
                  <a:cubicBezTo>
                    <a:pt x="2352" y="2184"/>
                    <a:pt x="2821" y="2371"/>
                    <a:pt x="3095" y="2722"/>
                  </a:cubicBezTo>
                  <a:cubicBezTo>
                    <a:pt x="3345" y="3042"/>
                    <a:pt x="4035" y="4054"/>
                    <a:pt x="4250" y="4054"/>
                  </a:cubicBezTo>
                  <a:cubicBezTo>
                    <a:pt x="4271" y="4054"/>
                    <a:pt x="4287" y="4045"/>
                    <a:pt x="4298" y="4026"/>
                  </a:cubicBezTo>
                  <a:cubicBezTo>
                    <a:pt x="4430" y="3793"/>
                    <a:pt x="3733" y="2471"/>
                    <a:pt x="3191" y="1728"/>
                  </a:cubicBezTo>
                  <a:cubicBezTo>
                    <a:pt x="2705" y="1058"/>
                    <a:pt x="1276" y="1"/>
                    <a:pt x="649"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1" name="Google Shape;4491;p101"/>
            <p:cNvSpPr/>
            <p:nvPr/>
          </p:nvSpPr>
          <p:spPr>
            <a:xfrm>
              <a:off x="3229775" y="3681275"/>
              <a:ext cx="256400" cy="283600"/>
            </a:xfrm>
            <a:custGeom>
              <a:rect b="b" l="l" r="r" t="t"/>
              <a:pathLst>
                <a:path extrusionOk="0" h="11344" w="10256">
                  <a:moveTo>
                    <a:pt x="7217" y="0"/>
                  </a:moveTo>
                  <a:cubicBezTo>
                    <a:pt x="6574" y="0"/>
                    <a:pt x="6012" y="45"/>
                    <a:pt x="6012" y="45"/>
                  </a:cubicBezTo>
                  <a:lnTo>
                    <a:pt x="4626" y="27"/>
                  </a:lnTo>
                  <a:cubicBezTo>
                    <a:pt x="4626" y="27"/>
                    <a:pt x="2156" y="291"/>
                    <a:pt x="1309" y="405"/>
                  </a:cubicBezTo>
                  <a:cubicBezTo>
                    <a:pt x="461" y="519"/>
                    <a:pt x="0" y="1508"/>
                    <a:pt x="100" y="2692"/>
                  </a:cubicBezTo>
                  <a:cubicBezTo>
                    <a:pt x="196" y="3874"/>
                    <a:pt x="1345" y="6043"/>
                    <a:pt x="1705" y="6813"/>
                  </a:cubicBezTo>
                  <a:cubicBezTo>
                    <a:pt x="2060" y="7583"/>
                    <a:pt x="2662" y="11142"/>
                    <a:pt x="2662" y="11142"/>
                  </a:cubicBezTo>
                  <a:lnTo>
                    <a:pt x="7302" y="11344"/>
                  </a:lnTo>
                  <a:cubicBezTo>
                    <a:pt x="7302" y="11344"/>
                    <a:pt x="7429" y="11197"/>
                    <a:pt x="7483" y="10445"/>
                  </a:cubicBezTo>
                  <a:cubicBezTo>
                    <a:pt x="7538" y="9693"/>
                    <a:pt x="8118" y="7875"/>
                    <a:pt x="9189" y="5505"/>
                  </a:cubicBezTo>
                  <a:cubicBezTo>
                    <a:pt x="10255" y="3140"/>
                    <a:pt x="9507" y="706"/>
                    <a:pt x="8983" y="277"/>
                  </a:cubicBezTo>
                  <a:cubicBezTo>
                    <a:pt x="8712" y="54"/>
                    <a:pt x="7916" y="0"/>
                    <a:pt x="7217"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2" name="Google Shape;4492;p101"/>
            <p:cNvSpPr/>
            <p:nvPr/>
          </p:nvSpPr>
          <p:spPr>
            <a:xfrm>
              <a:off x="3286625" y="3681250"/>
              <a:ext cx="138700" cy="46300"/>
            </a:xfrm>
            <a:custGeom>
              <a:rect b="b" l="l" r="r" t="t"/>
              <a:pathLst>
                <a:path extrusionOk="0" h="1852" w="5548">
                  <a:moveTo>
                    <a:pt x="5150" y="0"/>
                  </a:moveTo>
                  <a:cubicBezTo>
                    <a:pt x="5150" y="0"/>
                    <a:pt x="4822" y="1450"/>
                    <a:pt x="2912" y="1532"/>
                  </a:cubicBezTo>
                  <a:cubicBezTo>
                    <a:pt x="2859" y="1534"/>
                    <a:pt x="2807" y="1535"/>
                    <a:pt x="2756" y="1535"/>
                  </a:cubicBezTo>
                  <a:cubicBezTo>
                    <a:pt x="967" y="1535"/>
                    <a:pt x="337" y="246"/>
                    <a:pt x="337" y="246"/>
                  </a:cubicBezTo>
                  <a:lnTo>
                    <a:pt x="0" y="287"/>
                  </a:lnTo>
                  <a:cubicBezTo>
                    <a:pt x="1" y="287"/>
                    <a:pt x="1" y="287"/>
                    <a:pt x="1" y="287"/>
                  </a:cubicBezTo>
                  <a:cubicBezTo>
                    <a:pt x="43" y="287"/>
                    <a:pt x="706" y="1846"/>
                    <a:pt x="2867" y="1851"/>
                  </a:cubicBezTo>
                  <a:cubicBezTo>
                    <a:pt x="2870" y="1851"/>
                    <a:pt x="2873" y="1851"/>
                    <a:pt x="2875" y="1851"/>
                  </a:cubicBezTo>
                  <a:cubicBezTo>
                    <a:pt x="5033" y="1851"/>
                    <a:pt x="5547" y="19"/>
                    <a:pt x="5547" y="19"/>
                  </a:cubicBezTo>
                  <a:lnTo>
                    <a:pt x="5150" y="0"/>
                  </a:ln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3" name="Google Shape;4493;p101"/>
            <p:cNvSpPr/>
            <p:nvPr/>
          </p:nvSpPr>
          <p:spPr>
            <a:xfrm>
              <a:off x="3416050" y="3767375"/>
              <a:ext cx="57350" cy="175050"/>
            </a:xfrm>
            <a:custGeom>
              <a:rect b="b" l="l" r="r" t="t"/>
              <a:pathLst>
                <a:path extrusionOk="0" h="7002" w="2294">
                  <a:moveTo>
                    <a:pt x="2226" y="1"/>
                  </a:moveTo>
                  <a:cubicBezTo>
                    <a:pt x="2226" y="10"/>
                    <a:pt x="2220" y="1118"/>
                    <a:pt x="1601" y="2284"/>
                  </a:cubicBezTo>
                  <a:cubicBezTo>
                    <a:pt x="976" y="3460"/>
                    <a:pt x="47" y="6095"/>
                    <a:pt x="1" y="7001"/>
                  </a:cubicBezTo>
                  <a:lnTo>
                    <a:pt x="70" y="7001"/>
                  </a:lnTo>
                  <a:cubicBezTo>
                    <a:pt x="110" y="6108"/>
                    <a:pt x="1040" y="3483"/>
                    <a:pt x="1660" y="2317"/>
                  </a:cubicBezTo>
                  <a:cubicBezTo>
                    <a:pt x="2285" y="1135"/>
                    <a:pt x="2293" y="10"/>
                    <a:pt x="2293" y="1"/>
                  </a:cubicBezTo>
                  <a:close/>
                </a:path>
              </a:pathLst>
            </a:custGeom>
            <a:solidFill>
              <a:srgbClr val="201F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4" name="Google Shape;4494;p101"/>
            <p:cNvSpPr/>
            <p:nvPr/>
          </p:nvSpPr>
          <p:spPr>
            <a:xfrm>
              <a:off x="3321275" y="3568575"/>
              <a:ext cx="58000" cy="135025"/>
            </a:xfrm>
            <a:custGeom>
              <a:rect b="b" l="l" r="r" t="t"/>
              <a:pathLst>
                <a:path extrusionOk="0" h="5401" w="2320">
                  <a:moveTo>
                    <a:pt x="757" y="0"/>
                  </a:moveTo>
                  <a:cubicBezTo>
                    <a:pt x="647" y="0"/>
                    <a:pt x="526" y="19"/>
                    <a:pt x="392" y="63"/>
                  </a:cubicBezTo>
                  <a:lnTo>
                    <a:pt x="0" y="4890"/>
                  </a:lnTo>
                  <a:cubicBezTo>
                    <a:pt x="0" y="4890"/>
                    <a:pt x="493" y="5332"/>
                    <a:pt x="1162" y="5395"/>
                  </a:cubicBezTo>
                  <a:cubicBezTo>
                    <a:pt x="1203" y="5399"/>
                    <a:pt x="1243" y="5401"/>
                    <a:pt x="1282" y="5401"/>
                  </a:cubicBezTo>
                  <a:cubicBezTo>
                    <a:pt x="1890" y="5401"/>
                    <a:pt x="2319" y="4991"/>
                    <a:pt x="2319" y="4991"/>
                  </a:cubicBezTo>
                  <a:lnTo>
                    <a:pt x="1723" y="980"/>
                  </a:lnTo>
                  <a:cubicBezTo>
                    <a:pt x="1723" y="980"/>
                    <a:pt x="1540" y="0"/>
                    <a:pt x="757"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5" name="Google Shape;4495;p101"/>
            <p:cNvSpPr/>
            <p:nvPr/>
          </p:nvSpPr>
          <p:spPr>
            <a:xfrm>
              <a:off x="3333425" y="3566375"/>
              <a:ext cx="34125" cy="48475"/>
            </a:xfrm>
            <a:custGeom>
              <a:rect b="b" l="l" r="r" t="t"/>
              <a:pathLst>
                <a:path extrusionOk="0" h="1939" w="1365">
                  <a:moveTo>
                    <a:pt x="490" y="0"/>
                  </a:moveTo>
                  <a:cubicBezTo>
                    <a:pt x="0" y="0"/>
                    <a:pt x="61" y="370"/>
                    <a:pt x="61" y="370"/>
                  </a:cubicBezTo>
                  <a:cubicBezTo>
                    <a:pt x="61" y="370"/>
                    <a:pt x="872" y="1869"/>
                    <a:pt x="1364" y="1938"/>
                  </a:cubicBezTo>
                  <a:lnTo>
                    <a:pt x="1237" y="867"/>
                  </a:lnTo>
                  <a:cubicBezTo>
                    <a:pt x="1237" y="867"/>
                    <a:pt x="1073" y="24"/>
                    <a:pt x="535" y="1"/>
                  </a:cubicBezTo>
                  <a:cubicBezTo>
                    <a:pt x="520" y="0"/>
                    <a:pt x="505" y="0"/>
                    <a:pt x="490" y="0"/>
                  </a:cubicBezTo>
                  <a:close/>
                </a:path>
              </a:pathLst>
            </a:custGeom>
            <a:solidFill>
              <a:srgbClr val="4715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6" name="Google Shape;4496;p101"/>
            <p:cNvSpPr/>
            <p:nvPr/>
          </p:nvSpPr>
          <p:spPr>
            <a:xfrm>
              <a:off x="3313275" y="3485625"/>
              <a:ext cx="106900" cy="111950"/>
            </a:xfrm>
            <a:custGeom>
              <a:rect b="b" l="l" r="r" t="t"/>
              <a:pathLst>
                <a:path extrusionOk="0" h="4478" w="4276">
                  <a:moveTo>
                    <a:pt x="2072" y="1"/>
                  </a:moveTo>
                  <a:cubicBezTo>
                    <a:pt x="1362" y="1"/>
                    <a:pt x="786" y="223"/>
                    <a:pt x="744" y="925"/>
                  </a:cubicBezTo>
                  <a:cubicBezTo>
                    <a:pt x="685" y="1918"/>
                    <a:pt x="680" y="2392"/>
                    <a:pt x="680" y="2392"/>
                  </a:cubicBezTo>
                  <a:cubicBezTo>
                    <a:pt x="680" y="2392"/>
                    <a:pt x="582" y="2243"/>
                    <a:pt x="428" y="2243"/>
                  </a:cubicBezTo>
                  <a:cubicBezTo>
                    <a:pt x="377" y="2243"/>
                    <a:pt x="321" y="2259"/>
                    <a:pt x="260" y="2301"/>
                  </a:cubicBezTo>
                  <a:cubicBezTo>
                    <a:pt x="10" y="2474"/>
                    <a:pt x="1" y="3258"/>
                    <a:pt x="270" y="3423"/>
                  </a:cubicBezTo>
                  <a:cubicBezTo>
                    <a:pt x="346" y="3468"/>
                    <a:pt x="415" y="3484"/>
                    <a:pt x="474" y="3484"/>
                  </a:cubicBezTo>
                  <a:cubicBezTo>
                    <a:pt x="623" y="3484"/>
                    <a:pt x="712" y="3381"/>
                    <a:pt x="712" y="3381"/>
                  </a:cubicBezTo>
                  <a:cubicBezTo>
                    <a:pt x="712" y="3381"/>
                    <a:pt x="1099" y="4065"/>
                    <a:pt x="2043" y="4298"/>
                  </a:cubicBezTo>
                  <a:cubicBezTo>
                    <a:pt x="2043" y="4298"/>
                    <a:pt x="2866" y="4477"/>
                    <a:pt x="3431" y="4477"/>
                  </a:cubicBezTo>
                  <a:cubicBezTo>
                    <a:pt x="3592" y="4477"/>
                    <a:pt x="3731" y="4463"/>
                    <a:pt x="3825" y="4426"/>
                  </a:cubicBezTo>
                  <a:cubicBezTo>
                    <a:pt x="4248" y="4262"/>
                    <a:pt x="4276" y="3696"/>
                    <a:pt x="4143" y="2889"/>
                  </a:cubicBezTo>
                  <a:cubicBezTo>
                    <a:pt x="4012" y="2078"/>
                    <a:pt x="4048" y="291"/>
                    <a:pt x="2986" y="95"/>
                  </a:cubicBezTo>
                  <a:cubicBezTo>
                    <a:pt x="2677" y="38"/>
                    <a:pt x="2364" y="1"/>
                    <a:pt x="2072"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7" name="Google Shape;4497;p101"/>
            <p:cNvSpPr/>
            <p:nvPr/>
          </p:nvSpPr>
          <p:spPr>
            <a:xfrm>
              <a:off x="3351800" y="3528725"/>
              <a:ext cx="22150" cy="12100"/>
            </a:xfrm>
            <a:custGeom>
              <a:rect b="b" l="l" r="r" t="t"/>
              <a:pathLst>
                <a:path extrusionOk="0" h="484" w="886">
                  <a:moveTo>
                    <a:pt x="425" y="0"/>
                  </a:moveTo>
                  <a:cubicBezTo>
                    <a:pt x="410" y="0"/>
                    <a:pt x="395" y="1"/>
                    <a:pt x="379" y="3"/>
                  </a:cubicBezTo>
                  <a:cubicBezTo>
                    <a:pt x="0" y="39"/>
                    <a:pt x="14" y="344"/>
                    <a:pt x="14" y="344"/>
                  </a:cubicBezTo>
                  <a:cubicBezTo>
                    <a:pt x="14" y="344"/>
                    <a:pt x="266" y="483"/>
                    <a:pt x="576" y="483"/>
                  </a:cubicBezTo>
                  <a:cubicBezTo>
                    <a:pt x="675" y="483"/>
                    <a:pt x="780" y="469"/>
                    <a:pt x="885" y="432"/>
                  </a:cubicBezTo>
                  <a:cubicBezTo>
                    <a:pt x="885" y="432"/>
                    <a:pt x="768" y="0"/>
                    <a:pt x="42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8" name="Google Shape;4498;p101"/>
            <p:cNvSpPr/>
            <p:nvPr/>
          </p:nvSpPr>
          <p:spPr>
            <a:xfrm>
              <a:off x="3392600" y="3524125"/>
              <a:ext cx="15375" cy="13675"/>
            </a:xfrm>
            <a:custGeom>
              <a:rect b="b" l="l" r="r" t="t"/>
              <a:pathLst>
                <a:path extrusionOk="0" h="547" w="615">
                  <a:moveTo>
                    <a:pt x="399" y="0"/>
                  </a:moveTo>
                  <a:cubicBezTo>
                    <a:pt x="368" y="0"/>
                    <a:pt x="333" y="7"/>
                    <a:pt x="292" y="23"/>
                  </a:cubicBezTo>
                  <a:cubicBezTo>
                    <a:pt x="0" y="137"/>
                    <a:pt x="123" y="547"/>
                    <a:pt x="123" y="547"/>
                  </a:cubicBezTo>
                  <a:cubicBezTo>
                    <a:pt x="123" y="547"/>
                    <a:pt x="551" y="474"/>
                    <a:pt x="615" y="260"/>
                  </a:cubicBezTo>
                  <a:cubicBezTo>
                    <a:pt x="615" y="260"/>
                    <a:pt x="591" y="0"/>
                    <a:pt x="39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9" name="Google Shape;4499;p101"/>
            <p:cNvSpPr/>
            <p:nvPr/>
          </p:nvSpPr>
          <p:spPr>
            <a:xfrm>
              <a:off x="3351375" y="3527775"/>
              <a:ext cx="22575" cy="11750"/>
            </a:xfrm>
            <a:custGeom>
              <a:rect b="b" l="l" r="r" t="t"/>
              <a:pathLst>
                <a:path extrusionOk="0" h="470" w="903">
                  <a:moveTo>
                    <a:pt x="415" y="0"/>
                  </a:moveTo>
                  <a:cubicBezTo>
                    <a:pt x="136" y="0"/>
                    <a:pt x="1" y="261"/>
                    <a:pt x="13" y="388"/>
                  </a:cubicBezTo>
                  <a:lnTo>
                    <a:pt x="31" y="382"/>
                  </a:lnTo>
                  <a:cubicBezTo>
                    <a:pt x="31" y="382"/>
                    <a:pt x="95" y="91"/>
                    <a:pt x="414" y="64"/>
                  </a:cubicBezTo>
                  <a:cubicBezTo>
                    <a:pt x="425" y="63"/>
                    <a:pt x="436" y="62"/>
                    <a:pt x="447" y="62"/>
                  </a:cubicBezTo>
                  <a:cubicBezTo>
                    <a:pt x="740" y="62"/>
                    <a:pt x="902" y="470"/>
                    <a:pt x="902" y="470"/>
                  </a:cubicBezTo>
                  <a:cubicBezTo>
                    <a:pt x="902" y="470"/>
                    <a:pt x="810" y="45"/>
                    <a:pt x="482" y="5"/>
                  </a:cubicBezTo>
                  <a:cubicBezTo>
                    <a:pt x="459" y="2"/>
                    <a:pt x="436" y="0"/>
                    <a:pt x="415" y="0"/>
                  </a:cubicBezTo>
                  <a:close/>
                </a:path>
              </a:pathLst>
            </a:custGeom>
            <a:solidFill>
              <a:srgbClr val="201F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0" name="Google Shape;4500;p101"/>
            <p:cNvSpPr/>
            <p:nvPr/>
          </p:nvSpPr>
          <p:spPr>
            <a:xfrm>
              <a:off x="3393375" y="3523250"/>
              <a:ext cx="14600" cy="14550"/>
            </a:xfrm>
            <a:custGeom>
              <a:rect b="b" l="l" r="r" t="t"/>
              <a:pathLst>
                <a:path extrusionOk="0" h="582" w="584">
                  <a:moveTo>
                    <a:pt x="354" y="0"/>
                  </a:moveTo>
                  <a:cubicBezTo>
                    <a:pt x="331" y="0"/>
                    <a:pt x="306" y="4"/>
                    <a:pt x="279" y="12"/>
                  </a:cubicBezTo>
                  <a:cubicBezTo>
                    <a:pt x="1" y="98"/>
                    <a:pt x="28" y="432"/>
                    <a:pt x="92" y="582"/>
                  </a:cubicBezTo>
                  <a:cubicBezTo>
                    <a:pt x="92" y="582"/>
                    <a:pt x="10" y="286"/>
                    <a:pt x="238" y="94"/>
                  </a:cubicBezTo>
                  <a:cubicBezTo>
                    <a:pt x="283" y="57"/>
                    <a:pt x="323" y="41"/>
                    <a:pt x="359" y="41"/>
                  </a:cubicBezTo>
                  <a:cubicBezTo>
                    <a:pt x="507" y="41"/>
                    <a:pt x="584" y="295"/>
                    <a:pt x="584" y="295"/>
                  </a:cubicBezTo>
                  <a:cubicBezTo>
                    <a:pt x="584" y="295"/>
                    <a:pt x="558" y="0"/>
                    <a:pt x="354" y="0"/>
                  </a:cubicBezTo>
                  <a:close/>
                </a:path>
              </a:pathLst>
            </a:custGeom>
            <a:solidFill>
              <a:srgbClr val="201F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1" name="Google Shape;4501;p101"/>
            <p:cNvSpPr/>
            <p:nvPr/>
          </p:nvSpPr>
          <p:spPr>
            <a:xfrm>
              <a:off x="3360250" y="3528975"/>
              <a:ext cx="7075" cy="9650"/>
            </a:xfrm>
            <a:custGeom>
              <a:rect b="b" l="l" r="r" t="t"/>
              <a:pathLst>
                <a:path extrusionOk="0" h="386" w="283">
                  <a:moveTo>
                    <a:pt x="125" y="0"/>
                  </a:moveTo>
                  <a:cubicBezTo>
                    <a:pt x="120" y="0"/>
                    <a:pt x="115" y="1"/>
                    <a:pt x="109" y="2"/>
                  </a:cubicBezTo>
                  <a:cubicBezTo>
                    <a:pt x="41" y="12"/>
                    <a:pt x="0" y="107"/>
                    <a:pt x="13" y="212"/>
                  </a:cubicBezTo>
                  <a:cubicBezTo>
                    <a:pt x="31" y="311"/>
                    <a:pt x="92" y="386"/>
                    <a:pt x="157" y="386"/>
                  </a:cubicBezTo>
                  <a:cubicBezTo>
                    <a:pt x="161" y="386"/>
                    <a:pt x="165" y="385"/>
                    <a:pt x="169" y="385"/>
                  </a:cubicBezTo>
                  <a:cubicBezTo>
                    <a:pt x="236" y="372"/>
                    <a:pt x="282" y="280"/>
                    <a:pt x="264" y="170"/>
                  </a:cubicBezTo>
                  <a:cubicBezTo>
                    <a:pt x="252" y="74"/>
                    <a:pt x="188" y="0"/>
                    <a:pt x="125" y="0"/>
                  </a:cubicBezTo>
                  <a:close/>
                </a:path>
              </a:pathLst>
            </a:custGeom>
            <a:solidFill>
              <a:srgbClr val="201F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2" name="Google Shape;4502;p101"/>
            <p:cNvSpPr/>
            <p:nvPr/>
          </p:nvSpPr>
          <p:spPr>
            <a:xfrm>
              <a:off x="3396475" y="3525350"/>
              <a:ext cx="7075" cy="9650"/>
            </a:xfrm>
            <a:custGeom>
              <a:rect b="b" l="l" r="r" t="t"/>
              <a:pathLst>
                <a:path extrusionOk="0" h="386" w="283">
                  <a:moveTo>
                    <a:pt x="125" y="1"/>
                  </a:moveTo>
                  <a:cubicBezTo>
                    <a:pt x="121" y="1"/>
                    <a:pt x="118" y="1"/>
                    <a:pt x="114" y="1"/>
                  </a:cubicBezTo>
                  <a:cubicBezTo>
                    <a:pt x="41" y="14"/>
                    <a:pt x="0" y="106"/>
                    <a:pt x="14" y="216"/>
                  </a:cubicBezTo>
                  <a:cubicBezTo>
                    <a:pt x="31" y="313"/>
                    <a:pt x="90" y="386"/>
                    <a:pt x="157" y="386"/>
                  </a:cubicBezTo>
                  <a:cubicBezTo>
                    <a:pt x="162" y="386"/>
                    <a:pt x="168" y="385"/>
                    <a:pt x="173" y="384"/>
                  </a:cubicBezTo>
                  <a:cubicBezTo>
                    <a:pt x="241" y="375"/>
                    <a:pt x="283" y="279"/>
                    <a:pt x="268" y="174"/>
                  </a:cubicBezTo>
                  <a:cubicBezTo>
                    <a:pt x="252" y="75"/>
                    <a:pt x="189" y="1"/>
                    <a:pt x="125" y="1"/>
                  </a:cubicBezTo>
                  <a:close/>
                </a:path>
              </a:pathLst>
            </a:custGeom>
            <a:solidFill>
              <a:srgbClr val="201F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3" name="Google Shape;4503;p101"/>
            <p:cNvSpPr/>
            <p:nvPr/>
          </p:nvSpPr>
          <p:spPr>
            <a:xfrm>
              <a:off x="3383350" y="3533225"/>
              <a:ext cx="13575" cy="24675"/>
            </a:xfrm>
            <a:custGeom>
              <a:rect b="b" l="l" r="r" t="t"/>
              <a:pathLst>
                <a:path extrusionOk="0" h="987" w="543">
                  <a:moveTo>
                    <a:pt x="55" y="0"/>
                  </a:moveTo>
                  <a:cubicBezTo>
                    <a:pt x="55" y="0"/>
                    <a:pt x="0" y="543"/>
                    <a:pt x="115" y="593"/>
                  </a:cubicBezTo>
                  <a:cubicBezTo>
                    <a:pt x="198" y="625"/>
                    <a:pt x="339" y="630"/>
                    <a:pt x="416" y="630"/>
                  </a:cubicBezTo>
                  <a:cubicBezTo>
                    <a:pt x="449" y="630"/>
                    <a:pt x="471" y="629"/>
                    <a:pt x="471" y="629"/>
                  </a:cubicBezTo>
                  <a:lnTo>
                    <a:pt x="471" y="629"/>
                  </a:lnTo>
                  <a:lnTo>
                    <a:pt x="115" y="957"/>
                  </a:lnTo>
                  <a:cubicBezTo>
                    <a:pt x="115" y="957"/>
                    <a:pt x="111" y="986"/>
                    <a:pt x="139" y="986"/>
                  </a:cubicBezTo>
                  <a:cubicBezTo>
                    <a:pt x="142" y="986"/>
                    <a:pt x="146" y="986"/>
                    <a:pt x="151" y="985"/>
                  </a:cubicBezTo>
                  <a:cubicBezTo>
                    <a:pt x="192" y="972"/>
                    <a:pt x="543" y="620"/>
                    <a:pt x="543" y="612"/>
                  </a:cubicBezTo>
                  <a:cubicBezTo>
                    <a:pt x="539" y="602"/>
                    <a:pt x="170" y="589"/>
                    <a:pt x="133" y="530"/>
                  </a:cubicBezTo>
                  <a:cubicBezTo>
                    <a:pt x="97" y="465"/>
                    <a:pt x="82" y="14"/>
                    <a:pt x="55" y="0"/>
                  </a:cubicBezTo>
                  <a:close/>
                </a:path>
              </a:pathLst>
            </a:custGeom>
            <a:solidFill>
              <a:srgbClr val="4715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4" name="Google Shape;4504;p101"/>
            <p:cNvSpPr/>
            <p:nvPr/>
          </p:nvSpPr>
          <p:spPr>
            <a:xfrm>
              <a:off x="3376650" y="3564475"/>
              <a:ext cx="21750" cy="6200"/>
            </a:xfrm>
            <a:custGeom>
              <a:rect b="b" l="l" r="r" t="t"/>
              <a:pathLst>
                <a:path extrusionOk="0" h="248" w="870">
                  <a:moveTo>
                    <a:pt x="522" y="0"/>
                  </a:moveTo>
                  <a:cubicBezTo>
                    <a:pt x="171" y="0"/>
                    <a:pt x="0" y="104"/>
                    <a:pt x="0" y="104"/>
                  </a:cubicBezTo>
                  <a:cubicBezTo>
                    <a:pt x="0" y="104"/>
                    <a:pt x="50" y="214"/>
                    <a:pt x="401" y="246"/>
                  </a:cubicBezTo>
                  <a:cubicBezTo>
                    <a:pt x="419" y="247"/>
                    <a:pt x="437" y="248"/>
                    <a:pt x="455" y="248"/>
                  </a:cubicBezTo>
                  <a:cubicBezTo>
                    <a:pt x="760" y="248"/>
                    <a:pt x="870" y="31"/>
                    <a:pt x="870" y="31"/>
                  </a:cubicBezTo>
                  <a:cubicBezTo>
                    <a:pt x="739" y="9"/>
                    <a:pt x="623" y="0"/>
                    <a:pt x="522" y="0"/>
                  </a:cubicBezTo>
                  <a:close/>
                </a:path>
              </a:pathLst>
            </a:custGeom>
            <a:solidFill>
              <a:srgbClr val="E344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5" name="Google Shape;4505;p101"/>
            <p:cNvSpPr/>
            <p:nvPr/>
          </p:nvSpPr>
          <p:spPr>
            <a:xfrm>
              <a:off x="3376650" y="3567550"/>
              <a:ext cx="20075" cy="6925"/>
            </a:xfrm>
            <a:custGeom>
              <a:rect b="b" l="l" r="r" t="t"/>
              <a:pathLst>
                <a:path extrusionOk="0" h="277" w="803">
                  <a:moveTo>
                    <a:pt x="802" y="0"/>
                  </a:moveTo>
                  <a:cubicBezTo>
                    <a:pt x="802" y="0"/>
                    <a:pt x="615" y="146"/>
                    <a:pt x="396" y="150"/>
                  </a:cubicBezTo>
                  <a:cubicBezTo>
                    <a:pt x="393" y="150"/>
                    <a:pt x="389" y="150"/>
                    <a:pt x="385" y="150"/>
                  </a:cubicBezTo>
                  <a:cubicBezTo>
                    <a:pt x="167" y="150"/>
                    <a:pt x="0" y="27"/>
                    <a:pt x="0" y="27"/>
                  </a:cubicBezTo>
                  <a:lnTo>
                    <a:pt x="0" y="27"/>
                  </a:lnTo>
                  <a:cubicBezTo>
                    <a:pt x="0" y="27"/>
                    <a:pt x="105" y="277"/>
                    <a:pt x="397" y="277"/>
                  </a:cubicBezTo>
                  <a:cubicBezTo>
                    <a:pt x="416" y="277"/>
                    <a:pt x="435" y="276"/>
                    <a:pt x="455" y="274"/>
                  </a:cubicBezTo>
                  <a:cubicBezTo>
                    <a:pt x="793" y="236"/>
                    <a:pt x="802" y="0"/>
                    <a:pt x="802" y="0"/>
                  </a:cubicBezTo>
                  <a:close/>
                </a:path>
              </a:pathLst>
            </a:custGeom>
            <a:solidFill>
              <a:srgbClr val="E344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6" name="Google Shape;4506;p101"/>
            <p:cNvSpPr/>
            <p:nvPr/>
          </p:nvSpPr>
          <p:spPr>
            <a:xfrm>
              <a:off x="3370725" y="3561025"/>
              <a:ext cx="31800" cy="10300"/>
            </a:xfrm>
            <a:custGeom>
              <a:rect b="b" l="l" r="r" t="t"/>
              <a:pathLst>
                <a:path extrusionOk="0" h="412" w="1272">
                  <a:moveTo>
                    <a:pt x="1271" y="1"/>
                  </a:moveTo>
                  <a:cubicBezTo>
                    <a:pt x="1271" y="1"/>
                    <a:pt x="1021" y="361"/>
                    <a:pt x="638" y="365"/>
                  </a:cubicBezTo>
                  <a:cubicBezTo>
                    <a:pt x="635" y="365"/>
                    <a:pt x="632" y="365"/>
                    <a:pt x="629" y="365"/>
                  </a:cubicBezTo>
                  <a:cubicBezTo>
                    <a:pt x="255" y="365"/>
                    <a:pt x="0" y="32"/>
                    <a:pt x="0" y="32"/>
                  </a:cubicBezTo>
                  <a:lnTo>
                    <a:pt x="0" y="32"/>
                  </a:lnTo>
                  <a:cubicBezTo>
                    <a:pt x="9" y="83"/>
                    <a:pt x="210" y="398"/>
                    <a:pt x="633" y="411"/>
                  </a:cubicBezTo>
                  <a:cubicBezTo>
                    <a:pt x="640" y="411"/>
                    <a:pt x="647" y="411"/>
                    <a:pt x="654" y="411"/>
                  </a:cubicBezTo>
                  <a:cubicBezTo>
                    <a:pt x="1059" y="411"/>
                    <a:pt x="1271" y="1"/>
                    <a:pt x="1271" y="1"/>
                  </a:cubicBezTo>
                  <a:close/>
                </a:path>
              </a:pathLst>
            </a:custGeom>
            <a:solidFill>
              <a:srgbClr val="201F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7" name="Google Shape;4507;p101"/>
            <p:cNvSpPr/>
            <p:nvPr/>
          </p:nvSpPr>
          <p:spPr>
            <a:xfrm>
              <a:off x="3268500" y="3483750"/>
              <a:ext cx="143850" cy="79025"/>
            </a:xfrm>
            <a:custGeom>
              <a:rect b="b" l="l" r="r" t="t"/>
              <a:pathLst>
                <a:path extrusionOk="0" h="3161" w="5754">
                  <a:moveTo>
                    <a:pt x="3829" y="1"/>
                  </a:moveTo>
                  <a:cubicBezTo>
                    <a:pt x="3744" y="1"/>
                    <a:pt x="3656" y="3"/>
                    <a:pt x="3565" y="6"/>
                  </a:cubicBezTo>
                  <a:cubicBezTo>
                    <a:pt x="1847" y="75"/>
                    <a:pt x="1090" y="744"/>
                    <a:pt x="1090" y="744"/>
                  </a:cubicBezTo>
                  <a:cubicBezTo>
                    <a:pt x="0" y="1460"/>
                    <a:pt x="1878" y="3161"/>
                    <a:pt x="1878" y="3161"/>
                  </a:cubicBezTo>
                  <a:cubicBezTo>
                    <a:pt x="1796" y="2919"/>
                    <a:pt x="1887" y="2450"/>
                    <a:pt x="2116" y="2358"/>
                  </a:cubicBezTo>
                  <a:cubicBezTo>
                    <a:pt x="2149" y="2345"/>
                    <a:pt x="2180" y="2340"/>
                    <a:pt x="2209" y="2340"/>
                  </a:cubicBezTo>
                  <a:cubicBezTo>
                    <a:pt x="2385" y="2340"/>
                    <a:pt x="2489" y="2532"/>
                    <a:pt x="2489" y="2532"/>
                  </a:cubicBezTo>
                  <a:cubicBezTo>
                    <a:pt x="2489" y="2532"/>
                    <a:pt x="2535" y="2551"/>
                    <a:pt x="2617" y="2551"/>
                  </a:cubicBezTo>
                  <a:cubicBezTo>
                    <a:pt x="2715" y="2551"/>
                    <a:pt x="2864" y="2523"/>
                    <a:pt x="3046" y="2399"/>
                  </a:cubicBezTo>
                  <a:cubicBezTo>
                    <a:pt x="3374" y="2176"/>
                    <a:pt x="2740" y="1716"/>
                    <a:pt x="2740" y="1716"/>
                  </a:cubicBezTo>
                  <a:cubicBezTo>
                    <a:pt x="2740" y="1716"/>
                    <a:pt x="4941" y="1200"/>
                    <a:pt x="5356" y="849"/>
                  </a:cubicBezTo>
                  <a:cubicBezTo>
                    <a:pt x="5753" y="517"/>
                    <a:pt x="5333" y="1"/>
                    <a:pt x="3829" y="1"/>
                  </a:cubicBezTo>
                  <a:close/>
                </a:path>
              </a:pathLst>
            </a:custGeom>
            <a:solidFill>
              <a:srgbClr val="4715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8" name="Google Shape;4508;p101"/>
            <p:cNvSpPr/>
            <p:nvPr/>
          </p:nvSpPr>
          <p:spPr>
            <a:xfrm>
              <a:off x="3353850" y="3544050"/>
              <a:ext cx="10950" cy="10750"/>
            </a:xfrm>
            <a:custGeom>
              <a:rect b="b" l="l" r="r" t="t"/>
              <a:pathLst>
                <a:path extrusionOk="0" h="430" w="438">
                  <a:moveTo>
                    <a:pt x="220" y="0"/>
                  </a:moveTo>
                  <a:cubicBezTo>
                    <a:pt x="105" y="0"/>
                    <a:pt x="14" y="90"/>
                    <a:pt x="5" y="206"/>
                  </a:cubicBezTo>
                  <a:cubicBezTo>
                    <a:pt x="0" y="324"/>
                    <a:pt x="92" y="425"/>
                    <a:pt x="210" y="429"/>
                  </a:cubicBezTo>
                  <a:cubicBezTo>
                    <a:pt x="213" y="429"/>
                    <a:pt x="216" y="429"/>
                    <a:pt x="218" y="429"/>
                  </a:cubicBezTo>
                  <a:cubicBezTo>
                    <a:pt x="333" y="429"/>
                    <a:pt x="429" y="340"/>
                    <a:pt x="433" y="224"/>
                  </a:cubicBezTo>
                  <a:cubicBezTo>
                    <a:pt x="438" y="105"/>
                    <a:pt x="347" y="5"/>
                    <a:pt x="229" y="0"/>
                  </a:cubicBezTo>
                  <a:cubicBezTo>
                    <a:pt x="226" y="0"/>
                    <a:pt x="223" y="0"/>
                    <a:pt x="220" y="0"/>
                  </a:cubicBezTo>
                  <a:close/>
                </a:path>
              </a:pathLst>
            </a:custGeom>
            <a:solidFill>
              <a:srgbClr val="E344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9" name="Google Shape;4509;p101"/>
            <p:cNvSpPr/>
            <p:nvPr/>
          </p:nvSpPr>
          <p:spPr>
            <a:xfrm>
              <a:off x="3399200" y="3540300"/>
              <a:ext cx="10975" cy="10725"/>
            </a:xfrm>
            <a:custGeom>
              <a:rect b="b" l="l" r="r" t="t"/>
              <a:pathLst>
                <a:path extrusionOk="0" h="429" w="439">
                  <a:moveTo>
                    <a:pt x="220" y="0"/>
                  </a:moveTo>
                  <a:cubicBezTo>
                    <a:pt x="106" y="0"/>
                    <a:pt x="9" y="90"/>
                    <a:pt x="5" y="205"/>
                  </a:cubicBezTo>
                  <a:cubicBezTo>
                    <a:pt x="1" y="324"/>
                    <a:pt x="92" y="420"/>
                    <a:pt x="210" y="428"/>
                  </a:cubicBezTo>
                  <a:cubicBezTo>
                    <a:pt x="213" y="428"/>
                    <a:pt x="216" y="428"/>
                    <a:pt x="220" y="428"/>
                  </a:cubicBezTo>
                  <a:cubicBezTo>
                    <a:pt x="335" y="428"/>
                    <a:pt x="429" y="338"/>
                    <a:pt x="433" y="224"/>
                  </a:cubicBezTo>
                  <a:cubicBezTo>
                    <a:pt x="438" y="106"/>
                    <a:pt x="346" y="5"/>
                    <a:pt x="228" y="1"/>
                  </a:cubicBezTo>
                  <a:cubicBezTo>
                    <a:pt x="226" y="0"/>
                    <a:pt x="223" y="0"/>
                    <a:pt x="220" y="0"/>
                  </a:cubicBezTo>
                  <a:close/>
                </a:path>
              </a:pathLst>
            </a:custGeom>
            <a:solidFill>
              <a:srgbClr val="E344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0" name="Google Shape;4510;p101"/>
            <p:cNvSpPr/>
            <p:nvPr/>
          </p:nvSpPr>
          <p:spPr>
            <a:xfrm>
              <a:off x="3320025" y="3549775"/>
              <a:ext cx="10150" cy="19600"/>
            </a:xfrm>
            <a:custGeom>
              <a:rect b="b" l="l" r="r" t="t"/>
              <a:pathLst>
                <a:path extrusionOk="0" h="784" w="406">
                  <a:moveTo>
                    <a:pt x="178" y="0"/>
                  </a:moveTo>
                  <a:cubicBezTo>
                    <a:pt x="87" y="0"/>
                    <a:pt x="8" y="101"/>
                    <a:pt x="0" y="114"/>
                  </a:cubicBezTo>
                  <a:lnTo>
                    <a:pt x="50" y="150"/>
                  </a:lnTo>
                  <a:cubicBezTo>
                    <a:pt x="70" y="129"/>
                    <a:pt x="130" y="66"/>
                    <a:pt x="179" y="66"/>
                  </a:cubicBezTo>
                  <a:cubicBezTo>
                    <a:pt x="183" y="66"/>
                    <a:pt x="187" y="67"/>
                    <a:pt x="191" y="68"/>
                  </a:cubicBezTo>
                  <a:cubicBezTo>
                    <a:pt x="214" y="72"/>
                    <a:pt x="255" y="109"/>
                    <a:pt x="278" y="268"/>
                  </a:cubicBezTo>
                  <a:cubicBezTo>
                    <a:pt x="333" y="656"/>
                    <a:pt x="187" y="724"/>
                    <a:pt x="182" y="724"/>
                  </a:cubicBezTo>
                  <a:lnTo>
                    <a:pt x="205" y="783"/>
                  </a:lnTo>
                  <a:cubicBezTo>
                    <a:pt x="214" y="783"/>
                    <a:pt x="406" y="706"/>
                    <a:pt x="346" y="259"/>
                  </a:cubicBezTo>
                  <a:cubicBezTo>
                    <a:pt x="324" y="109"/>
                    <a:pt x="278" y="22"/>
                    <a:pt x="209" y="4"/>
                  </a:cubicBezTo>
                  <a:cubicBezTo>
                    <a:pt x="199" y="2"/>
                    <a:pt x="188" y="0"/>
                    <a:pt x="178" y="0"/>
                  </a:cubicBezTo>
                  <a:close/>
                </a:path>
              </a:pathLst>
            </a:custGeom>
            <a:solidFill>
              <a:srgbClr val="4715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1" name="Google Shape;4511;p101"/>
            <p:cNvSpPr/>
            <p:nvPr/>
          </p:nvSpPr>
          <p:spPr>
            <a:xfrm>
              <a:off x="3391125" y="3514250"/>
              <a:ext cx="17425" cy="10450"/>
            </a:xfrm>
            <a:custGeom>
              <a:rect b="b" l="l" r="r" t="t"/>
              <a:pathLst>
                <a:path extrusionOk="0" h="418" w="697">
                  <a:moveTo>
                    <a:pt x="423" y="0"/>
                  </a:moveTo>
                  <a:cubicBezTo>
                    <a:pt x="384" y="0"/>
                    <a:pt x="340" y="8"/>
                    <a:pt x="291" y="26"/>
                  </a:cubicBezTo>
                  <a:cubicBezTo>
                    <a:pt x="0" y="140"/>
                    <a:pt x="13" y="418"/>
                    <a:pt x="13" y="418"/>
                  </a:cubicBezTo>
                  <a:cubicBezTo>
                    <a:pt x="13" y="418"/>
                    <a:pt x="169" y="67"/>
                    <a:pt x="430" y="67"/>
                  </a:cubicBezTo>
                  <a:cubicBezTo>
                    <a:pt x="509" y="67"/>
                    <a:pt x="599" y="100"/>
                    <a:pt x="697" y="185"/>
                  </a:cubicBezTo>
                  <a:cubicBezTo>
                    <a:pt x="697" y="185"/>
                    <a:pt x="615" y="0"/>
                    <a:pt x="423" y="0"/>
                  </a:cubicBezTo>
                  <a:close/>
                </a:path>
              </a:pathLst>
            </a:custGeom>
            <a:solidFill>
              <a:srgbClr val="201F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2" name="Google Shape;4512;p101"/>
            <p:cNvSpPr/>
            <p:nvPr/>
          </p:nvSpPr>
          <p:spPr>
            <a:xfrm>
              <a:off x="3346900" y="3519900"/>
              <a:ext cx="26800" cy="7200"/>
            </a:xfrm>
            <a:custGeom>
              <a:rect b="b" l="l" r="r" t="t"/>
              <a:pathLst>
                <a:path extrusionOk="0" h="288" w="1072">
                  <a:moveTo>
                    <a:pt x="566" y="0"/>
                  </a:moveTo>
                  <a:cubicBezTo>
                    <a:pt x="524" y="0"/>
                    <a:pt x="480" y="4"/>
                    <a:pt x="433" y="14"/>
                  </a:cubicBezTo>
                  <a:cubicBezTo>
                    <a:pt x="32" y="96"/>
                    <a:pt x="0" y="287"/>
                    <a:pt x="0" y="287"/>
                  </a:cubicBezTo>
                  <a:cubicBezTo>
                    <a:pt x="0" y="287"/>
                    <a:pt x="204" y="92"/>
                    <a:pt x="541" y="92"/>
                  </a:cubicBezTo>
                  <a:cubicBezTo>
                    <a:pt x="693" y="92"/>
                    <a:pt x="872" y="132"/>
                    <a:pt x="1071" y="247"/>
                  </a:cubicBezTo>
                  <a:cubicBezTo>
                    <a:pt x="1071" y="247"/>
                    <a:pt x="886" y="0"/>
                    <a:pt x="566" y="0"/>
                  </a:cubicBezTo>
                  <a:close/>
                </a:path>
              </a:pathLst>
            </a:custGeom>
            <a:solidFill>
              <a:srgbClr val="201F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3" name="Google Shape;4513;p101"/>
            <p:cNvSpPr/>
            <p:nvPr/>
          </p:nvSpPr>
          <p:spPr>
            <a:xfrm>
              <a:off x="3295725" y="3485025"/>
              <a:ext cx="88675" cy="18500"/>
            </a:xfrm>
            <a:custGeom>
              <a:rect b="b" l="l" r="r" t="t"/>
              <a:pathLst>
                <a:path extrusionOk="0" h="740" w="3547">
                  <a:moveTo>
                    <a:pt x="3520" y="1"/>
                  </a:moveTo>
                  <a:cubicBezTo>
                    <a:pt x="2958" y="605"/>
                    <a:pt x="1587" y="705"/>
                    <a:pt x="733" y="705"/>
                  </a:cubicBezTo>
                  <a:cubicBezTo>
                    <a:pt x="310" y="705"/>
                    <a:pt x="14" y="680"/>
                    <a:pt x="5" y="680"/>
                  </a:cubicBezTo>
                  <a:lnTo>
                    <a:pt x="1" y="712"/>
                  </a:lnTo>
                  <a:cubicBezTo>
                    <a:pt x="11" y="712"/>
                    <a:pt x="306" y="739"/>
                    <a:pt x="735" y="739"/>
                  </a:cubicBezTo>
                  <a:cubicBezTo>
                    <a:pt x="1597" y="739"/>
                    <a:pt x="2977" y="634"/>
                    <a:pt x="3547" y="20"/>
                  </a:cubicBezTo>
                  <a:lnTo>
                    <a:pt x="3520" y="1"/>
                  </a:lnTo>
                  <a:close/>
                </a:path>
              </a:pathLst>
            </a:custGeom>
            <a:solidFill>
              <a:srgbClr val="201F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4" name="Google Shape;4514;p101"/>
            <p:cNvSpPr/>
            <p:nvPr/>
          </p:nvSpPr>
          <p:spPr>
            <a:xfrm>
              <a:off x="3287300" y="3491300"/>
              <a:ext cx="114425" cy="27475"/>
            </a:xfrm>
            <a:custGeom>
              <a:rect b="b" l="l" r="r" t="t"/>
              <a:pathLst>
                <a:path extrusionOk="0" h="1099" w="4577">
                  <a:moveTo>
                    <a:pt x="4545" y="0"/>
                  </a:moveTo>
                  <a:cubicBezTo>
                    <a:pt x="4509" y="201"/>
                    <a:pt x="3962" y="703"/>
                    <a:pt x="2521" y="962"/>
                  </a:cubicBezTo>
                  <a:cubicBezTo>
                    <a:pt x="2091" y="1038"/>
                    <a:pt x="1692" y="1064"/>
                    <a:pt x="1344" y="1064"/>
                  </a:cubicBezTo>
                  <a:cubicBezTo>
                    <a:pt x="546" y="1064"/>
                    <a:pt x="19" y="924"/>
                    <a:pt x="10" y="921"/>
                  </a:cubicBezTo>
                  <a:lnTo>
                    <a:pt x="1" y="953"/>
                  </a:lnTo>
                  <a:cubicBezTo>
                    <a:pt x="10" y="953"/>
                    <a:pt x="539" y="1099"/>
                    <a:pt x="1341" y="1099"/>
                  </a:cubicBezTo>
                  <a:cubicBezTo>
                    <a:pt x="1692" y="1099"/>
                    <a:pt x="2092" y="1071"/>
                    <a:pt x="2525" y="994"/>
                  </a:cubicBezTo>
                  <a:cubicBezTo>
                    <a:pt x="3934" y="739"/>
                    <a:pt x="4532" y="255"/>
                    <a:pt x="4576" y="5"/>
                  </a:cubicBezTo>
                  <a:lnTo>
                    <a:pt x="4545" y="0"/>
                  </a:lnTo>
                  <a:close/>
                </a:path>
              </a:pathLst>
            </a:custGeom>
            <a:solidFill>
              <a:srgbClr val="201F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5" name="Google Shape;4515;p101"/>
            <p:cNvSpPr/>
            <p:nvPr/>
          </p:nvSpPr>
          <p:spPr>
            <a:xfrm>
              <a:off x="3290375" y="3488000"/>
              <a:ext cx="104875" cy="22925"/>
            </a:xfrm>
            <a:custGeom>
              <a:rect b="b" l="l" r="r" t="t"/>
              <a:pathLst>
                <a:path extrusionOk="0" h="917" w="4195">
                  <a:moveTo>
                    <a:pt x="4157" y="0"/>
                  </a:moveTo>
                  <a:cubicBezTo>
                    <a:pt x="4157" y="4"/>
                    <a:pt x="4093" y="479"/>
                    <a:pt x="2640" y="757"/>
                  </a:cubicBezTo>
                  <a:cubicBezTo>
                    <a:pt x="2145" y="853"/>
                    <a:pt x="1687" y="885"/>
                    <a:pt x="1297" y="885"/>
                  </a:cubicBezTo>
                  <a:cubicBezTo>
                    <a:pt x="524" y="885"/>
                    <a:pt x="15" y="760"/>
                    <a:pt x="6" y="757"/>
                  </a:cubicBezTo>
                  <a:lnTo>
                    <a:pt x="0" y="789"/>
                  </a:lnTo>
                  <a:cubicBezTo>
                    <a:pt x="6" y="793"/>
                    <a:pt x="520" y="917"/>
                    <a:pt x="1300" y="917"/>
                  </a:cubicBezTo>
                  <a:cubicBezTo>
                    <a:pt x="1691" y="917"/>
                    <a:pt x="2148" y="885"/>
                    <a:pt x="2644" y="789"/>
                  </a:cubicBezTo>
                  <a:cubicBezTo>
                    <a:pt x="4130" y="502"/>
                    <a:pt x="4190" y="23"/>
                    <a:pt x="4194" y="4"/>
                  </a:cubicBezTo>
                  <a:lnTo>
                    <a:pt x="4157" y="0"/>
                  </a:lnTo>
                  <a:close/>
                </a:path>
              </a:pathLst>
            </a:custGeom>
            <a:solidFill>
              <a:srgbClr val="201F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6" name="Google Shape;4516;p101"/>
            <p:cNvSpPr/>
            <p:nvPr/>
          </p:nvSpPr>
          <p:spPr>
            <a:xfrm>
              <a:off x="3343475" y="3511700"/>
              <a:ext cx="38675" cy="38525"/>
            </a:xfrm>
            <a:custGeom>
              <a:rect b="b" l="l" r="r" t="t"/>
              <a:pathLst>
                <a:path extrusionOk="0" h="1541" w="1547">
                  <a:moveTo>
                    <a:pt x="771" y="32"/>
                  </a:moveTo>
                  <a:cubicBezTo>
                    <a:pt x="1181" y="32"/>
                    <a:pt x="1513" y="365"/>
                    <a:pt x="1513" y="770"/>
                  </a:cubicBezTo>
                  <a:cubicBezTo>
                    <a:pt x="1513" y="1176"/>
                    <a:pt x="1181" y="1509"/>
                    <a:pt x="771" y="1509"/>
                  </a:cubicBezTo>
                  <a:cubicBezTo>
                    <a:pt x="365" y="1509"/>
                    <a:pt x="32" y="1176"/>
                    <a:pt x="32" y="770"/>
                  </a:cubicBezTo>
                  <a:cubicBezTo>
                    <a:pt x="32" y="365"/>
                    <a:pt x="365" y="32"/>
                    <a:pt x="771" y="32"/>
                  </a:cubicBezTo>
                  <a:close/>
                  <a:moveTo>
                    <a:pt x="771" y="0"/>
                  </a:moveTo>
                  <a:cubicBezTo>
                    <a:pt x="347" y="0"/>
                    <a:pt x="1" y="347"/>
                    <a:pt x="1" y="770"/>
                  </a:cubicBezTo>
                  <a:cubicBezTo>
                    <a:pt x="1" y="1195"/>
                    <a:pt x="347" y="1541"/>
                    <a:pt x="771" y="1541"/>
                  </a:cubicBezTo>
                  <a:cubicBezTo>
                    <a:pt x="1199" y="1541"/>
                    <a:pt x="1546" y="1195"/>
                    <a:pt x="1546" y="770"/>
                  </a:cubicBezTo>
                  <a:cubicBezTo>
                    <a:pt x="1546" y="347"/>
                    <a:pt x="1199" y="0"/>
                    <a:pt x="771" y="0"/>
                  </a:cubicBezTo>
                  <a:close/>
                </a:path>
              </a:pathLst>
            </a:custGeom>
            <a:solidFill>
              <a:srgbClr val="644A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7" name="Google Shape;4517;p101"/>
            <p:cNvSpPr/>
            <p:nvPr/>
          </p:nvSpPr>
          <p:spPr>
            <a:xfrm>
              <a:off x="3389175" y="3511700"/>
              <a:ext cx="38625" cy="38525"/>
            </a:xfrm>
            <a:custGeom>
              <a:rect b="b" l="l" r="r" t="t"/>
              <a:pathLst>
                <a:path extrusionOk="0" h="1541" w="1545">
                  <a:moveTo>
                    <a:pt x="775" y="32"/>
                  </a:moveTo>
                  <a:cubicBezTo>
                    <a:pt x="1181" y="32"/>
                    <a:pt x="1513" y="365"/>
                    <a:pt x="1513" y="770"/>
                  </a:cubicBezTo>
                  <a:cubicBezTo>
                    <a:pt x="1513" y="1176"/>
                    <a:pt x="1181" y="1509"/>
                    <a:pt x="775" y="1509"/>
                  </a:cubicBezTo>
                  <a:cubicBezTo>
                    <a:pt x="365" y="1509"/>
                    <a:pt x="32" y="1176"/>
                    <a:pt x="32" y="770"/>
                  </a:cubicBezTo>
                  <a:cubicBezTo>
                    <a:pt x="32" y="365"/>
                    <a:pt x="365" y="32"/>
                    <a:pt x="775" y="32"/>
                  </a:cubicBezTo>
                  <a:close/>
                  <a:moveTo>
                    <a:pt x="775" y="0"/>
                  </a:moveTo>
                  <a:cubicBezTo>
                    <a:pt x="347" y="0"/>
                    <a:pt x="0" y="347"/>
                    <a:pt x="0" y="770"/>
                  </a:cubicBezTo>
                  <a:cubicBezTo>
                    <a:pt x="0" y="1195"/>
                    <a:pt x="347" y="1541"/>
                    <a:pt x="775" y="1541"/>
                  </a:cubicBezTo>
                  <a:cubicBezTo>
                    <a:pt x="1199" y="1541"/>
                    <a:pt x="1545" y="1195"/>
                    <a:pt x="1545" y="770"/>
                  </a:cubicBezTo>
                  <a:cubicBezTo>
                    <a:pt x="1545" y="347"/>
                    <a:pt x="1199" y="0"/>
                    <a:pt x="775" y="0"/>
                  </a:cubicBezTo>
                  <a:close/>
                </a:path>
              </a:pathLst>
            </a:custGeom>
            <a:solidFill>
              <a:srgbClr val="644A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8" name="Google Shape;4518;p101"/>
            <p:cNvSpPr/>
            <p:nvPr/>
          </p:nvSpPr>
          <p:spPr>
            <a:xfrm>
              <a:off x="3381650" y="3531850"/>
              <a:ext cx="8000" cy="850"/>
            </a:xfrm>
            <a:custGeom>
              <a:rect b="b" l="l" r="r" t="t"/>
              <a:pathLst>
                <a:path extrusionOk="0" h="34" w="320">
                  <a:moveTo>
                    <a:pt x="1" y="1"/>
                  </a:moveTo>
                  <a:lnTo>
                    <a:pt x="1" y="33"/>
                  </a:lnTo>
                  <a:lnTo>
                    <a:pt x="320" y="33"/>
                  </a:lnTo>
                  <a:lnTo>
                    <a:pt x="320" y="1"/>
                  </a:lnTo>
                  <a:close/>
                </a:path>
              </a:pathLst>
            </a:custGeom>
            <a:solidFill>
              <a:srgbClr val="644A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9" name="Google Shape;4519;p101"/>
            <p:cNvSpPr/>
            <p:nvPr/>
          </p:nvSpPr>
          <p:spPr>
            <a:xfrm>
              <a:off x="3218650" y="3961325"/>
              <a:ext cx="263750" cy="237025"/>
            </a:xfrm>
            <a:custGeom>
              <a:rect b="b" l="l" r="r" t="t"/>
              <a:pathLst>
                <a:path extrusionOk="0" h="9481" w="10550">
                  <a:moveTo>
                    <a:pt x="3075" y="0"/>
                  </a:moveTo>
                  <a:cubicBezTo>
                    <a:pt x="3075" y="0"/>
                    <a:pt x="778" y="3404"/>
                    <a:pt x="317" y="6212"/>
                  </a:cubicBezTo>
                  <a:cubicBezTo>
                    <a:pt x="0" y="8148"/>
                    <a:pt x="2608" y="9481"/>
                    <a:pt x="5019" y="9481"/>
                  </a:cubicBezTo>
                  <a:cubicBezTo>
                    <a:pt x="6111" y="9481"/>
                    <a:pt x="7163" y="9207"/>
                    <a:pt x="7883" y="8591"/>
                  </a:cubicBezTo>
                  <a:cubicBezTo>
                    <a:pt x="10549" y="6322"/>
                    <a:pt x="9588" y="4585"/>
                    <a:pt x="9104" y="2689"/>
                  </a:cubicBezTo>
                  <a:cubicBezTo>
                    <a:pt x="8662" y="948"/>
                    <a:pt x="7856" y="0"/>
                    <a:pt x="7856" y="0"/>
                  </a:cubicBezTo>
                  <a:close/>
                </a:path>
              </a:pathLst>
            </a:custGeom>
            <a:solidFill>
              <a:srgbClr val="201F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0" name="Google Shape;4520;p101"/>
            <p:cNvSpPr/>
            <p:nvPr/>
          </p:nvSpPr>
          <p:spPr>
            <a:xfrm>
              <a:off x="3267700" y="3975325"/>
              <a:ext cx="61550" cy="35675"/>
            </a:xfrm>
            <a:custGeom>
              <a:rect b="b" l="l" r="r" t="t"/>
              <a:pathLst>
                <a:path extrusionOk="0" h="1427" w="2462">
                  <a:moveTo>
                    <a:pt x="2394" y="0"/>
                  </a:moveTo>
                  <a:cubicBezTo>
                    <a:pt x="2394" y="5"/>
                    <a:pt x="2357" y="442"/>
                    <a:pt x="1610" y="1021"/>
                  </a:cubicBezTo>
                  <a:cubicBezTo>
                    <a:pt x="1267" y="1287"/>
                    <a:pt x="908" y="1359"/>
                    <a:pt x="619" y="1359"/>
                  </a:cubicBezTo>
                  <a:cubicBezTo>
                    <a:pt x="277" y="1359"/>
                    <a:pt x="33" y="1258"/>
                    <a:pt x="28" y="1258"/>
                  </a:cubicBezTo>
                  <a:lnTo>
                    <a:pt x="1" y="1317"/>
                  </a:lnTo>
                  <a:cubicBezTo>
                    <a:pt x="5" y="1322"/>
                    <a:pt x="265" y="1427"/>
                    <a:pt x="621" y="1427"/>
                  </a:cubicBezTo>
                  <a:cubicBezTo>
                    <a:pt x="922" y="1427"/>
                    <a:pt x="1296" y="1355"/>
                    <a:pt x="1651" y="1076"/>
                  </a:cubicBezTo>
                  <a:cubicBezTo>
                    <a:pt x="2426" y="480"/>
                    <a:pt x="2462" y="23"/>
                    <a:pt x="2462" y="5"/>
                  </a:cubicBezTo>
                  <a:lnTo>
                    <a:pt x="2394" y="0"/>
                  </a:lnTo>
                  <a:close/>
                </a:path>
              </a:pathLst>
            </a:custGeom>
            <a:solidFill>
              <a:srgbClr val="E344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1" name="Google Shape;4521;p101"/>
            <p:cNvSpPr/>
            <p:nvPr/>
          </p:nvSpPr>
          <p:spPr>
            <a:xfrm>
              <a:off x="3286525" y="3974525"/>
              <a:ext cx="140850" cy="1725"/>
            </a:xfrm>
            <a:custGeom>
              <a:rect b="b" l="l" r="r" t="t"/>
              <a:pathLst>
                <a:path extrusionOk="0" h="69" w="5634">
                  <a:moveTo>
                    <a:pt x="0" y="1"/>
                  </a:moveTo>
                  <a:lnTo>
                    <a:pt x="0" y="69"/>
                  </a:lnTo>
                  <a:lnTo>
                    <a:pt x="5633" y="69"/>
                  </a:lnTo>
                  <a:lnTo>
                    <a:pt x="5633" y="1"/>
                  </a:lnTo>
                  <a:close/>
                </a:path>
              </a:pathLst>
            </a:custGeom>
            <a:solidFill>
              <a:srgbClr val="E344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2" name="Google Shape;4522;p101"/>
            <p:cNvSpPr/>
            <p:nvPr/>
          </p:nvSpPr>
          <p:spPr>
            <a:xfrm>
              <a:off x="3218150" y="4080650"/>
              <a:ext cx="375775" cy="119950"/>
            </a:xfrm>
            <a:custGeom>
              <a:rect b="b" l="l" r="r" t="t"/>
              <a:pathLst>
                <a:path extrusionOk="0" h="4798" w="15031">
                  <a:moveTo>
                    <a:pt x="2616" y="1"/>
                  </a:moveTo>
                  <a:cubicBezTo>
                    <a:pt x="2464" y="1"/>
                    <a:pt x="2345" y="11"/>
                    <a:pt x="2266" y="35"/>
                  </a:cubicBezTo>
                  <a:cubicBezTo>
                    <a:pt x="1263" y="327"/>
                    <a:pt x="0" y="1644"/>
                    <a:pt x="1354" y="3568"/>
                  </a:cubicBezTo>
                  <a:cubicBezTo>
                    <a:pt x="1354" y="3568"/>
                    <a:pt x="3213" y="4484"/>
                    <a:pt x="7161" y="4502"/>
                  </a:cubicBezTo>
                  <a:cubicBezTo>
                    <a:pt x="9573" y="4516"/>
                    <a:pt x="11531" y="4797"/>
                    <a:pt x="12825" y="4797"/>
                  </a:cubicBezTo>
                  <a:cubicBezTo>
                    <a:pt x="13648" y="4797"/>
                    <a:pt x="14203" y="4684"/>
                    <a:pt x="14435" y="4315"/>
                  </a:cubicBezTo>
                  <a:cubicBezTo>
                    <a:pt x="15031" y="3362"/>
                    <a:pt x="13733" y="2542"/>
                    <a:pt x="12169" y="1991"/>
                  </a:cubicBezTo>
                  <a:cubicBezTo>
                    <a:pt x="10725" y="1479"/>
                    <a:pt x="4392" y="1"/>
                    <a:pt x="2616" y="1"/>
                  </a:cubicBezTo>
                  <a:close/>
                </a:path>
              </a:pathLst>
            </a:custGeom>
            <a:solidFill>
              <a:srgbClr val="FF78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3" name="Google Shape;4523;p101"/>
            <p:cNvSpPr/>
            <p:nvPr/>
          </p:nvSpPr>
          <p:spPr>
            <a:xfrm>
              <a:off x="3200450" y="4073775"/>
              <a:ext cx="451600" cy="178850"/>
            </a:xfrm>
            <a:custGeom>
              <a:rect b="b" l="l" r="r" t="t"/>
              <a:pathLst>
                <a:path extrusionOk="0" h="7154" w="18064">
                  <a:moveTo>
                    <a:pt x="2571" y="1"/>
                  </a:moveTo>
                  <a:cubicBezTo>
                    <a:pt x="2057" y="1"/>
                    <a:pt x="1" y="1881"/>
                    <a:pt x="2153" y="4007"/>
                  </a:cubicBezTo>
                  <a:cubicBezTo>
                    <a:pt x="2153" y="4007"/>
                    <a:pt x="5006" y="5821"/>
                    <a:pt x="8338" y="6003"/>
                  </a:cubicBezTo>
                  <a:cubicBezTo>
                    <a:pt x="11664" y="6185"/>
                    <a:pt x="12426" y="6098"/>
                    <a:pt x="13616" y="6719"/>
                  </a:cubicBezTo>
                  <a:cubicBezTo>
                    <a:pt x="14098" y="6968"/>
                    <a:pt x="14806" y="7154"/>
                    <a:pt x="15500" y="7154"/>
                  </a:cubicBezTo>
                  <a:cubicBezTo>
                    <a:pt x="16519" y="7154"/>
                    <a:pt x="17509" y="6754"/>
                    <a:pt x="17718" y="5570"/>
                  </a:cubicBezTo>
                  <a:cubicBezTo>
                    <a:pt x="18063" y="3583"/>
                    <a:pt x="15808" y="3008"/>
                    <a:pt x="13994" y="2247"/>
                  </a:cubicBezTo>
                  <a:cubicBezTo>
                    <a:pt x="12180" y="1486"/>
                    <a:pt x="3050" y="105"/>
                    <a:pt x="2608" y="5"/>
                  </a:cubicBezTo>
                  <a:cubicBezTo>
                    <a:pt x="2597" y="2"/>
                    <a:pt x="2584" y="1"/>
                    <a:pt x="2571" y="1"/>
                  </a:cubicBezTo>
                  <a:close/>
                </a:path>
              </a:pathLst>
            </a:custGeom>
            <a:solidFill>
              <a:srgbClr val="201F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4" name="Google Shape;4524;p101"/>
            <p:cNvSpPr/>
            <p:nvPr/>
          </p:nvSpPr>
          <p:spPr>
            <a:xfrm>
              <a:off x="3521000" y="4173475"/>
              <a:ext cx="121275" cy="493000"/>
            </a:xfrm>
            <a:custGeom>
              <a:rect b="b" l="l" r="r" t="t"/>
              <a:pathLst>
                <a:path extrusionOk="0" h="19720" w="4851">
                  <a:moveTo>
                    <a:pt x="3637" y="1"/>
                  </a:moveTo>
                  <a:cubicBezTo>
                    <a:pt x="3167" y="1"/>
                    <a:pt x="2675" y="295"/>
                    <a:pt x="2412" y="1048"/>
                  </a:cubicBezTo>
                  <a:cubicBezTo>
                    <a:pt x="2412" y="1048"/>
                    <a:pt x="1455" y="3501"/>
                    <a:pt x="725" y="6673"/>
                  </a:cubicBezTo>
                  <a:cubicBezTo>
                    <a:pt x="1" y="9845"/>
                    <a:pt x="151" y="18154"/>
                    <a:pt x="434" y="19138"/>
                  </a:cubicBezTo>
                  <a:cubicBezTo>
                    <a:pt x="515" y="19412"/>
                    <a:pt x="753" y="19720"/>
                    <a:pt x="989" y="19720"/>
                  </a:cubicBezTo>
                  <a:cubicBezTo>
                    <a:pt x="1150" y="19720"/>
                    <a:pt x="1311" y="19575"/>
                    <a:pt x="1418" y="19174"/>
                  </a:cubicBezTo>
                  <a:cubicBezTo>
                    <a:pt x="1686" y="18194"/>
                    <a:pt x="4694" y="2338"/>
                    <a:pt x="4795" y="1185"/>
                  </a:cubicBezTo>
                  <a:cubicBezTo>
                    <a:pt x="4850" y="526"/>
                    <a:pt x="4264" y="1"/>
                    <a:pt x="3637"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5" name="Google Shape;4525;p101"/>
            <p:cNvSpPr/>
            <p:nvPr/>
          </p:nvSpPr>
          <p:spPr>
            <a:xfrm>
              <a:off x="3498450" y="4159200"/>
              <a:ext cx="153075" cy="412650"/>
            </a:xfrm>
            <a:custGeom>
              <a:rect b="b" l="l" r="r" t="t"/>
              <a:pathLst>
                <a:path extrusionOk="0" h="16506" w="6123">
                  <a:moveTo>
                    <a:pt x="4047" y="1"/>
                  </a:moveTo>
                  <a:cubicBezTo>
                    <a:pt x="3763" y="1"/>
                    <a:pt x="3462" y="55"/>
                    <a:pt x="3154" y="170"/>
                  </a:cubicBezTo>
                  <a:cubicBezTo>
                    <a:pt x="1559" y="763"/>
                    <a:pt x="1691" y="2061"/>
                    <a:pt x="1691" y="2061"/>
                  </a:cubicBezTo>
                  <a:cubicBezTo>
                    <a:pt x="1691" y="2061"/>
                    <a:pt x="1408" y="4919"/>
                    <a:pt x="1408" y="5480"/>
                  </a:cubicBezTo>
                  <a:cubicBezTo>
                    <a:pt x="1408" y="6036"/>
                    <a:pt x="0" y="16505"/>
                    <a:pt x="0" y="16505"/>
                  </a:cubicBezTo>
                  <a:lnTo>
                    <a:pt x="4603" y="16505"/>
                  </a:lnTo>
                  <a:cubicBezTo>
                    <a:pt x="4603" y="16505"/>
                    <a:pt x="5424" y="11528"/>
                    <a:pt x="5647" y="9450"/>
                  </a:cubicBezTo>
                  <a:cubicBezTo>
                    <a:pt x="5866" y="7372"/>
                    <a:pt x="5957" y="2395"/>
                    <a:pt x="5957" y="2395"/>
                  </a:cubicBezTo>
                  <a:cubicBezTo>
                    <a:pt x="6123" y="955"/>
                    <a:pt x="5237" y="1"/>
                    <a:pt x="4047" y="1"/>
                  </a:cubicBezTo>
                  <a:close/>
                </a:path>
              </a:pathLst>
            </a:custGeom>
            <a:solidFill>
              <a:srgbClr val="201F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6" name="Google Shape;4526;p101"/>
            <p:cNvSpPr/>
            <p:nvPr/>
          </p:nvSpPr>
          <p:spPr>
            <a:xfrm>
              <a:off x="3504700" y="4523825"/>
              <a:ext cx="115800" cy="1400"/>
            </a:xfrm>
            <a:custGeom>
              <a:rect b="b" l="l" r="r" t="t"/>
              <a:pathLst>
                <a:path extrusionOk="0" h="56" w="4632">
                  <a:moveTo>
                    <a:pt x="5" y="1"/>
                  </a:moveTo>
                  <a:lnTo>
                    <a:pt x="1" y="55"/>
                  </a:lnTo>
                  <a:lnTo>
                    <a:pt x="4631" y="55"/>
                  </a:lnTo>
                  <a:lnTo>
                    <a:pt x="4631" y="1"/>
                  </a:lnTo>
                  <a:cubicBezTo>
                    <a:pt x="4601" y="1"/>
                    <a:pt x="2600" y="3"/>
                    <a:pt x="1239" y="3"/>
                  </a:cubicBezTo>
                  <a:cubicBezTo>
                    <a:pt x="559" y="3"/>
                    <a:pt x="39" y="3"/>
                    <a:pt x="5" y="1"/>
                  </a:cubicBezTo>
                  <a:close/>
                </a:path>
              </a:pathLst>
            </a:custGeom>
            <a:solidFill>
              <a:srgbClr val="E344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7" name="Google Shape;4527;p101"/>
            <p:cNvSpPr/>
            <p:nvPr/>
          </p:nvSpPr>
          <p:spPr>
            <a:xfrm>
              <a:off x="3526700" y="4673000"/>
              <a:ext cx="179350" cy="22925"/>
            </a:xfrm>
            <a:custGeom>
              <a:rect b="b" l="l" r="r" t="t"/>
              <a:pathLst>
                <a:path extrusionOk="0" h="917" w="7174">
                  <a:moveTo>
                    <a:pt x="0" y="1"/>
                  </a:moveTo>
                  <a:lnTo>
                    <a:pt x="0" y="916"/>
                  </a:lnTo>
                  <a:lnTo>
                    <a:pt x="7174" y="916"/>
                  </a:lnTo>
                  <a:cubicBezTo>
                    <a:pt x="7174" y="916"/>
                    <a:pt x="7146" y="825"/>
                    <a:pt x="7005" y="1"/>
                  </a:cubicBezTo>
                  <a:close/>
                </a:path>
              </a:pathLst>
            </a:custGeom>
            <a:solidFill>
              <a:srgbClr val="1513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8" name="Google Shape;4528;p101"/>
            <p:cNvSpPr/>
            <p:nvPr/>
          </p:nvSpPr>
          <p:spPr>
            <a:xfrm>
              <a:off x="3526700" y="4589925"/>
              <a:ext cx="175150" cy="83100"/>
            </a:xfrm>
            <a:custGeom>
              <a:rect b="b" l="l" r="r" t="t"/>
              <a:pathLst>
                <a:path extrusionOk="0" h="3324" w="7006">
                  <a:moveTo>
                    <a:pt x="0" y="1"/>
                  </a:moveTo>
                  <a:lnTo>
                    <a:pt x="0" y="3324"/>
                  </a:lnTo>
                  <a:lnTo>
                    <a:pt x="7005" y="3324"/>
                  </a:lnTo>
                  <a:cubicBezTo>
                    <a:pt x="7001" y="3305"/>
                    <a:pt x="7001" y="3287"/>
                    <a:pt x="6997" y="3273"/>
                  </a:cubicBezTo>
                  <a:cubicBezTo>
                    <a:pt x="6846" y="2398"/>
                    <a:pt x="4466" y="2207"/>
                    <a:pt x="3013" y="2066"/>
                  </a:cubicBezTo>
                  <a:cubicBezTo>
                    <a:pt x="1559" y="1929"/>
                    <a:pt x="1765" y="1"/>
                    <a:pt x="1765" y="1"/>
                  </a:cubicBezTo>
                  <a:close/>
                </a:path>
              </a:pathLst>
            </a:custGeom>
            <a:solidFill>
              <a:srgbClr val="201F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9" name="Google Shape;4529;p101"/>
            <p:cNvSpPr/>
            <p:nvPr/>
          </p:nvSpPr>
          <p:spPr>
            <a:xfrm>
              <a:off x="3608150" y="4654300"/>
              <a:ext cx="80125" cy="18950"/>
            </a:xfrm>
            <a:custGeom>
              <a:rect b="b" l="l" r="r" t="t"/>
              <a:pathLst>
                <a:path extrusionOk="0" h="758" w="3205">
                  <a:moveTo>
                    <a:pt x="2055" y="1"/>
                  </a:moveTo>
                  <a:cubicBezTo>
                    <a:pt x="1752" y="1"/>
                    <a:pt x="1431" y="5"/>
                    <a:pt x="1149" y="19"/>
                  </a:cubicBezTo>
                  <a:cubicBezTo>
                    <a:pt x="289" y="65"/>
                    <a:pt x="5" y="730"/>
                    <a:pt x="1" y="739"/>
                  </a:cubicBezTo>
                  <a:lnTo>
                    <a:pt x="42" y="757"/>
                  </a:lnTo>
                  <a:cubicBezTo>
                    <a:pt x="47" y="749"/>
                    <a:pt x="320" y="110"/>
                    <a:pt x="1149" y="69"/>
                  </a:cubicBezTo>
                  <a:cubicBezTo>
                    <a:pt x="1444" y="53"/>
                    <a:pt x="1782" y="48"/>
                    <a:pt x="2098" y="48"/>
                  </a:cubicBezTo>
                  <a:cubicBezTo>
                    <a:pt x="2686" y="48"/>
                    <a:pt x="3196" y="67"/>
                    <a:pt x="3205" y="69"/>
                  </a:cubicBezTo>
                  <a:lnTo>
                    <a:pt x="3205" y="19"/>
                  </a:lnTo>
                  <a:cubicBezTo>
                    <a:pt x="3199" y="19"/>
                    <a:pt x="2662" y="1"/>
                    <a:pt x="20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0" name="Google Shape;4530;p101"/>
            <p:cNvSpPr/>
            <p:nvPr/>
          </p:nvSpPr>
          <p:spPr>
            <a:xfrm>
              <a:off x="3548100" y="4589925"/>
              <a:ext cx="60775" cy="58150"/>
            </a:xfrm>
            <a:custGeom>
              <a:rect b="b" l="l" r="r" t="t"/>
              <a:pathLst>
                <a:path extrusionOk="0" h="2326" w="2431">
                  <a:moveTo>
                    <a:pt x="15" y="1"/>
                  </a:moveTo>
                  <a:cubicBezTo>
                    <a:pt x="15" y="83"/>
                    <a:pt x="1" y="1978"/>
                    <a:pt x="730" y="2234"/>
                  </a:cubicBezTo>
                  <a:cubicBezTo>
                    <a:pt x="913" y="2302"/>
                    <a:pt x="1113" y="2325"/>
                    <a:pt x="1309" y="2325"/>
                  </a:cubicBezTo>
                  <a:cubicBezTo>
                    <a:pt x="1883" y="2325"/>
                    <a:pt x="2426" y="2115"/>
                    <a:pt x="2430" y="2115"/>
                  </a:cubicBezTo>
                  <a:lnTo>
                    <a:pt x="2417" y="2070"/>
                  </a:lnTo>
                  <a:cubicBezTo>
                    <a:pt x="2410" y="2073"/>
                    <a:pt x="1874" y="2280"/>
                    <a:pt x="1309" y="2280"/>
                  </a:cubicBezTo>
                  <a:cubicBezTo>
                    <a:pt x="1118" y="2280"/>
                    <a:pt x="923" y="2256"/>
                    <a:pt x="745" y="2193"/>
                  </a:cubicBezTo>
                  <a:cubicBezTo>
                    <a:pt x="47" y="1947"/>
                    <a:pt x="61" y="19"/>
                    <a:pt x="6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1" name="Google Shape;4531;p101"/>
            <p:cNvSpPr/>
            <p:nvPr/>
          </p:nvSpPr>
          <p:spPr>
            <a:xfrm>
              <a:off x="3548675" y="4595750"/>
              <a:ext cx="23750" cy="16300"/>
            </a:xfrm>
            <a:custGeom>
              <a:rect b="b" l="l" r="r" t="t"/>
              <a:pathLst>
                <a:path extrusionOk="0" h="652" w="950">
                  <a:moveTo>
                    <a:pt x="28" y="1"/>
                  </a:moveTo>
                  <a:lnTo>
                    <a:pt x="1" y="41"/>
                  </a:lnTo>
                  <a:lnTo>
                    <a:pt x="926" y="651"/>
                  </a:lnTo>
                  <a:lnTo>
                    <a:pt x="949" y="611"/>
                  </a:lnTo>
                  <a:lnTo>
                    <a:pt x="2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2" name="Google Shape;4532;p101"/>
            <p:cNvSpPr/>
            <p:nvPr/>
          </p:nvSpPr>
          <p:spPr>
            <a:xfrm>
              <a:off x="3550150" y="4599975"/>
              <a:ext cx="20800" cy="12075"/>
            </a:xfrm>
            <a:custGeom>
              <a:rect b="b" l="l" r="r" t="t"/>
              <a:pathLst>
                <a:path extrusionOk="0" h="483" w="832">
                  <a:moveTo>
                    <a:pt x="812" y="0"/>
                  </a:moveTo>
                  <a:lnTo>
                    <a:pt x="1" y="442"/>
                  </a:lnTo>
                  <a:lnTo>
                    <a:pt x="24" y="482"/>
                  </a:lnTo>
                  <a:lnTo>
                    <a:pt x="831" y="41"/>
                  </a:lnTo>
                  <a:lnTo>
                    <a:pt x="812"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3" name="Google Shape;4533;p101"/>
            <p:cNvSpPr/>
            <p:nvPr/>
          </p:nvSpPr>
          <p:spPr>
            <a:xfrm>
              <a:off x="3551425" y="4618175"/>
              <a:ext cx="27600" cy="10625"/>
            </a:xfrm>
            <a:custGeom>
              <a:rect b="b" l="l" r="r" t="t"/>
              <a:pathLst>
                <a:path extrusionOk="0" h="425" w="1104">
                  <a:moveTo>
                    <a:pt x="14" y="1"/>
                  </a:moveTo>
                  <a:lnTo>
                    <a:pt x="0" y="42"/>
                  </a:lnTo>
                  <a:lnTo>
                    <a:pt x="1090" y="425"/>
                  </a:lnTo>
                  <a:lnTo>
                    <a:pt x="1104" y="383"/>
                  </a:lnTo>
                  <a:lnTo>
                    <a:pt x="1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4" name="Google Shape;4534;p101"/>
            <p:cNvSpPr/>
            <p:nvPr/>
          </p:nvSpPr>
          <p:spPr>
            <a:xfrm>
              <a:off x="3554825" y="4618175"/>
              <a:ext cx="19650" cy="13825"/>
            </a:xfrm>
            <a:custGeom>
              <a:rect b="b" l="l" r="r" t="t"/>
              <a:pathLst>
                <a:path extrusionOk="0" h="553" w="786">
                  <a:moveTo>
                    <a:pt x="758" y="1"/>
                  </a:moveTo>
                  <a:lnTo>
                    <a:pt x="1" y="511"/>
                  </a:lnTo>
                  <a:lnTo>
                    <a:pt x="28" y="553"/>
                  </a:lnTo>
                  <a:lnTo>
                    <a:pt x="785" y="42"/>
                  </a:lnTo>
                  <a:lnTo>
                    <a:pt x="75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5" name="Google Shape;4535;p101"/>
            <p:cNvSpPr/>
            <p:nvPr/>
          </p:nvSpPr>
          <p:spPr>
            <a:xfrm>
              <a:off x="3144150" y="3728525"/>
              <a:ext cx="138850" cy="289650"/>
            </a:xfrm>
            <a:custGeom>
              <a:rect b="b" l="l" r="r" t="t"/>
              <a:pathLst>
                <a:path extrusionOk="0" h="11586" w="5554">
                  <a:moveTo>
                    <a:pt x="4378" y="1"/>
                  </a:moveTo>
                  <a:cubicBezTo>
                    <a:pt x="3220" y="1"/>
                    <a:pt x="2801" y="1081"/>
                    <a:pt x="2519" y="1496"/>
                  </a:cubicBezTo>
                  <a:cubicBezTo>
                    <a:pt x="2235" y="1915"/>
                    <a:pt x="230" y="8711"/>
                    <a:pt x="98" y="9822"/>
                  </a:cubicBezTo>
                  <a:cubicBezTo>
                    <a:pt x="1" y="10643"/>
                    <a:pt x="585" y="11586"/>
                    <a:pt x="1287" y="11586"/>
                  </a:cubicBezTo>
                  <a:cubicBezTo>
                    <a:pt x="1541" y="11586"/>
                    <a:pt x="1809" y="11463"/>
                    <a:pt x="2067" y="11166"/>
                  </a:cubicBezTo>
                  <a:cubicBezTo>
                    <a:pt x="3038" y="10045"/>
                    <a:pt x="5439" y="1984"/>
                    <a:pt x="5439" y="1984"/>
                  </a:cubicBezTo>
                  <a:cubicBezTo>
                    <a:pt x="5554" y="1601"/>
                    <a:pt x="5531" y="1"/>
                    <a:pt x="4378"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6" name="Google Shape;4536;p101"/>
            <p:cNvSpPr/>
            <p:nvPr/>
          </p:nvSpPr>
          <p:spPr>
            <a:xfrm>
              <a:off x="3167200" y="3778325"/>
              <a:ext cx="104200" cy="113725"/>
            </a:xfrm>
            <a:custGeom>
              <a:rect b="b" l="l" r="r" t="t"/>
              <a:pathLst>
                <a:path extrusionOk="0" h="4549" w="4168">
                  <a:moveTo>
                    <a:pt x="2689" y="1"/>
                  </a:moveTo>
                  <a:cubicBezTo>
                    <a:pt x="2588" y="1"/>
                    <a:pt x="2480" y="9"/>
                    <a:pt x="2367" y="28"/>
                  </a:cubicBezTo>
                  <a:cubicBezTo>
                    <a:pt x="1035" y="247"/>
                    <a:pt x="848" y="1669"/>
                    <a:pt x="848" y="1669"/>
                  </a:cubicBezTo>
                  <a:lnTo>
                    <a:pt x="1" y="4549"/>
                  </a:lnTo>
                  <a:lnTo>
                    <a:pt x="3437" y="3427"/>
                  </a:lnTo>
                  <a:cubicBezTo>
                    <a:pt x="3437" y="3427"/>
                    <a:pt x="3884" y="2447"/>
                    <a:pt x="4030" y="1682"/>
                  </a:cubicBezTo>
                  <a:cubicBezTo>
                    <a:pt x="4167" y="987"/>
                    <a:pt x="3771" y="1"/>
                    <a:pt x="2689" y="1"/>
                  </a:cubicBezTo>
                  <a:close/>
                </a:path>
              </a:pathLst>
            </a:custGeom>
            <a:solidFill>
              <a:srgbClr val="4715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7" name="Google Shape;4537;p101"/>
            <p:cNvSpPr/>
            <p:nvPr/>
          </p:nvSpPr>
          <p:spPr>
            <a:xfrm>
              <a:off x="3174975" y="3694050"/>
              <a:ext cx="134225" cy="171450"/>
            </a:xfrm>
            <a:custGeom>
              <a:rect b="b" l="l" r="r" t="t"/>
              <a:pathLst>
                <a:path extrusionOk="0" h="6858" w="5369">
                  <a:moveTo>
                    <a:pt x="3540" y="1"/>
                  </a:moveTo>
                  <a:cubicBezTo>
                    <a:pt x="2264" y="1"/>
                    <a:pt x="1939" y="883"/>
                    <a:pt x="1490" y="1731"/>
                  </a:cubicBezTo>
                  <a:cubicBezTo>
                    <a:pt x="1002" y="2652"/>
                    <a:pt x="0" y="6630"/>
                    <a:pt x="0" y="6630"/>
                  </a:cubicBezTo>
                  <a:lnTo>
                    <a:pt x="4161" y="6857"/>
                  </a:lnTo>
                  <a:cubicBezTo>
                    <a:pt x="4161" y="6857"/>
                    <a:pt x="4990" y="3800"/>
                    <a:pt x="5177" y="2396"/>
                  </a:cubicBezTo>
                  <a:cubicBezTo>
                    <a:pt x="5369" y="997"/>
                    <a:pt x="3892" y="21"/>
                    <a:pt x="3892" y="21"/>
                  </a:cubicBezTo>
                  <a:cubicBezTo>
                    <a:pt x="3767" y="7"/>
                    <a:pt x="3650" y="1"/>
                    <a:pt x="3540"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8" name="Google Shape;4538;p101"/>
            <p:cNvSpPr/>
            <p:nvPr/>
          </p:nvSpPr>
          <p:spPr>
            <a:xfrm>
              <a:off x="3125500" y="3943675"/>
              <a:ext cx="85375" cy="310750"/>
            </a:xfrm>
            <a:custGeom>
              <a:rect b="b" l="l" r="r" t="t"/>
              <a:pathLst>
                <a:path extrusionOk="0" h="12430" w="3415">
                  <a:moveTo>
                    <a:pt x="2070" y="1"/>
                  </a:moveTo>
                  <a:cubicBezTo>
                    <a:pt x="1793" y="1"/>
                    <a:pt x="1481" y="145"/>
                    <a:pt x="1145" y="501"/>
                  </a:cubicBezTo>
                  <a:cubicBezTo>
                    <a:pt x="1" y="1723"/>
                    <a:pt x="238" y="10528"/>
                    <a:pt x="480" y="11672"/>
                  </a:cubicBezTo>
                  <a:cubicBezTo>
                    <a:pt x="597" y="12227"/>
                    <a:pt x="792" y="12429"/>
                    <a:pt x="974" y="12429"/>
                  </a:cubicBezTo>
                  <a:cubicBezTo>
                    <a:pt x="1167" y="12429"/>
                    <a:pt x="1346" y="12203"/>
                    <a:pt x="1405" y="11931"/>
                  </a:cubicBezTo>
                  <a:cubicBezTo>
                    <a:pt x="1405" y="11931"/>
                    <a:pt x="3414" y="2661"/>
                    <a:pt x="3292" y="1599"/>
                  </a:cubicBezTo>
                  <a:cubicBezTo>
                    <a:pt x="3204" y="847"/>
                    <a:pt x="2741" y="1"/>
                    <a:pt x="2070"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9" name="Google Shape;4539;p101"/>
            <p:cNvSpPr/>
            <p:nvPr/>
          </p:nvSpPr>
          <p:spPr>
            <a:xfrm>
              <a:off x="3130850" y="4211175"/>
              <a:ext cx="59625" cy="135075"/>
            </a:xfrm>
            <a:custGeom>
              <a:rect b="b" l="l" r="r" t="t"/>
              <a:pathLst>
                <a:path extrusionOk="0" h="5403" w="2385">
                  <a:moveTo>
                    <a:pt x="597" y="1"/>
                  </a:moveTo>
                  <a:cubicBezTo>
                    <a:pt x="564" y="1"/>
                    <a:pt x="531" y="8"/>
                    <a:pt x="498" y="24"/>
                  </a:cubicBezTo>
                  <a:cubicBezTo>
                    <a:pt x="1" y="256"/>
                    <a:pt x="106" y="2367"/>
                    <a:pt x="443" y="3228"/>
                  </a:cubicBezTo>
                  <a:cubicBezTo>
                    <a:pt x="775" y="4084"/>
                    <a:pt x="1514" y="5388"/>
                    <a:pt x="1774" y="5402"/>
                  </a:cubicBezTo>
                  <a:cubicBezTo>
                    <a:pt x="1775" y="5402"/>
                    <a:pt x="1777" y="5402"/>
                    <a:pt x="1778" y="5402"/>
                  </a:cubicBezTo>
                  <a:cubicBezTo>
                    <a:pt x="2033" y="5402"/>
                    <a:pt x="1477" y="4105"/>
                    <a:pt x="1332" y="3684"/>
                  </a:cubicBezTo>
                  <a:cubicBezTo>
                    <a:pt x="1181" y="3259"/>
                    <a:pt x="1277" y="2767"/>
                    <a:pt x="1277" y="2767"/>
                  </a:cubicBezTo>
                  <a:cubicBezTo>
                    <a:pt x="1285" y="2713"/>
                    <a:pt x="1320" y="2680"/>
                    <a:pt x="1371" y="2680"/>
                  </a:cubicBezTo>
                  <a:cubicBezTo>
                    <a:pt x="1432" y="2680"/>
                    <a:pt x="1516" y="2728"/>
                    <a:pt x="1606" y="2845"/>
                  </a:cubicBezTo>
                  <a:cubicBezTo>
                    <a:pt x="1764" y="3062"/>
                    <a:pt x="1814" y="4090"/>
                    <a:pt x="2091" y="4090"/>
                  </a:cubicBezTo>
                  <a:cubicBezTo>
                    <a:pt x="2093" y="4090"/>
                    <a:pt x="2095" y="4090"/>
                    <a:pt x="2098" y="4090"/>
                  </a:cubicBezTo>
                  <a:cubicBezTo>
                    <a:pt x="2384" y="4075"/>
                    <a:pt x="2088" y="2481"/>
                    <a:pt x="1778" y="1957"/>
                  </a:cubicBezTo>
                  <a:cubicBezTo>
                    <a:pt x="1489" y="1467"/>
                    <a:pt x="1061" y="1"/>
                    <a:pt x="597"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40" name="Google Shape;4540;p101"/>
          <p:cNvSpPr txBox="1"/>
          <p:nvPr>
            <p:ph idx="4294967295" type="ctrTitle"/>
          </p:nvPr>
        </p:nvSpPr>
        <p:spPr>
          <a:xfrm flipH="1">
            <a:off x="3144800" y="1984650"/>
            <a:ext cx="3025800" cy="666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2600">
                <a:latin typeface="Abel"/>
                <a:ea typeface="Abel"/>
                <a:cs typeface="Abel"/>
                <a:sym typeface="Abel"/>
              </a:rPr>
              <a:t>easy to focus </a:t>
            </a:r>
            <a:br>
              <a:rPr b="1" lang="en" sz="2600">
                <a:latin typeface="Abel"/>
                <a:ea typeface="Abel"/>
                <a:cs typeface="Abel"/>
                <a:sym typeface="Abel"/>
              </a:rPr>
            </a:br>
            <a:r>
              <a:rPr b="1" lang="en" sz="2600">
                <a:latin typeface="Abel"/>
                <a:ea typeface="Abel"/>
                <a:cs typeface="Abel"/>
                <a:sym typeface="Abel"/>
              </a:rPr>
              <a:t>on look</a:t>
            </a:r>
            <a:endParaRPr b="1" sz="2600">
              <a:latin typeface="Abel"/>
              <a:ea typeface="Abel"/>
              <a:cs typeface="Abel"/>
              <a:sym typeface="Abel"/>
            </a:endParaRPr>
          </a:p>
          <a:p>
            <a:pPr indent="0" lvl="0" marL="0" rtl="0" algn="ctr">
              <a:spcBef>
                <a:spcPts val="0"/>
              </a:spcBef>
              <a:spcAft>
                <a:spcPts val="0"/>
              </a:spcAft>
              <a:buNone/>
            </a:pPr>
            <a:r>
              <a:rPr b="1" lang="en" sz="2600">
                <a:latin typeface="Abel"/>
                <a:ea typeface="Abel"/>
                <a:cs typeface="Abel"/>
                <a:sym typeface="Abel"/>
              </a:rPr>
              <a:t>what about feel?</a:t>
            </a:r>
            <a:endParaRPr b="1" sz="2600">
              <a:latin typeface="Abel"/>
              <a:ea typeface="Abel"/>
              <a:cs typeface="Abel"/>
              <a:sym typeface="Abe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5" name="Shape 4545"/>
        <p:cNvGrpSpPr/>
        <p:nvPr/>
      </p:nvGrpSpPr>
      <p:grpSpPr>
        <a:xfrm>
          <a:off x="0" y="0"/>
          <a:ext cx="0" cy="0"/>
          <a:chOff x="0" y="0"/>
          <a:chExt cx="0" cy="0"/>
        </a:xfrm>
      </p:grpSpPr>
      <p:sp>
        <p:nvSpPr>
          <p:cNvPr id="4546" name="Google Shape;4546;p102"/>
          <p:cNvSpPr txBox="1"/>
          <p:nvPr>
            <p:ph type="ctrTitle"/>
          </p:nvPr>
        </p:nvSpPr>
        <p:spPr>
          <a:xfrm flipH="1">
            <a:off x="973500" y="1951175"/>
            <a:ext cx="20634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400"/>
              <a:t>Speech–driven interfaces</a:t>
            </a:r>
            <a:endParaRPr sz="2400"/>
          </a:p>
        </p:txBody>
      </p:sp>
      <p:sp>
        <p:nvSpPr>
          <p:cNvPr id="4547" name="Google Shape;4547;p102"/>
          <p:cNvSpPr txBox="1"/>
          <p:nvPr>
            <p:ph idx="4294967295" type="subTitle"/>
          </p:nvPr>
        </p:nvSpPr>
        <p:spPr>
          <a:xfrm flipH="1">
            <a:off x="3671250" y="0"/>
            <a:ext cx="4645500" cy="5143500"/>
          </a:xfrm>
          <a:prstGeom prst="rect">
            <a:avLst/>
          </a:prstGeom>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en" sz="1400"/>
              <a:t>Rapidly improving …</a:t>
            </a:r>
            <a:br>
              <a:rPr lang="en" sz="1400"/>
            </a:br>
            <a:r>
              <a:rPr lang="en" sz="1400"/>
              <a:t>… but still inaccurate</a:t>
            </a:r>
            <a:endParaRPr sz="1400"/>
          </a:p>
          <a:p>
            <a:pPr indent="-317500" lvl="0" marL="457200" rtl="0" algn="l">
              <a:spcBef>
                <a:spcPts val="1000"/>
              </a:spcBef>
              <a:spcAft>
                <a:spcPts val="1000"/>
              </a:spcAft>
              <a:buSzPts val="1400"/>
              <a:buChar char="●"/>
            </a:pPr>
            <a:r>
              <a:rPr lang="en" sz="1400"/>
              <a:t>How to have robust dialogue?</a:t>
            </a:r>
            <a:br>
              <a:rPr lang="en" sz="1400"/>
            </a:br>
            <a:r>
              <a:rPr lang="en" sz="1400"/>
              <a:t>… interaction of course!</a:t>
            </a:r>
            <a:br>
              <a:rPr lang="en" sz="1400"/>
            </a:br>
            <a:br>
              <a:rPr lang="en" sz="1400"/>
            </a:br>
            <a:r>
              <a:rPr lang="en" sz="1400"/>
              <a:t>e.g. airline reservation:</a:t>
            </a:r>
            <a:br>
              <a:rPr lang="en" sz="1400"/>
            </a:br>
            <a:r>
              <a:rPr lang="en" sz="1400"/>
              <a:t>reliable “yes” and “no”</a:t>
            </a:r>
            <a:br>
              <a:rPr lang="en" sz="1400"/>
            </a:br>
            <a:r>
              <a:rPr lang="en" sz="1400"/>
              <a:t>+ system reflects back its understanding</a:t>
            </a:r>
            <a:br>
              <a:rPr lang="en" sz="1400"/>
            </a:br>
            <a:r>
              <a:rPr lang="en" sz="1400"/>
              <a:t>“you want a ticket from New York to Boston?”</a:t>
            </a:r>
            <a:endParaRPr sz="1400"/>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2" name="Shape 4552"/>
        <p:cNvGrpSpPr/>
        <p:nvPr/>
      </p:nvGrpSpPr>
      <p:grpSpPr>
        <a:xfrm>
          <a:off x="0" y="0"/>
          <a:ext cx="0" cy="0"/>
          <a:chOff x="0" y="0"/>
          <a:chExt cx="0" cy="0"/>
        </a:xfrm>
      </p:grpSpPr>
      <p:sp>
        <p:nvSpPr>
          <p:cNvPr id="4553" name="Google Shape;4553;p103"/>
          <p:cNvSpPr txBox="1"/>
          <p:nvPr>
            <p:ph type="ctrTitle"/>
          </p:nvPr>
        </p:nvSpPr>
        <p:spPr>
          <a:xfrm flipH="1">
            <a:off x="973500" y="1951175"/>
            <a:ext cx="20634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400"/>
              <a:t>Look and </a:t>
            </a:r>
            <a:br>
              <a:rPr lang="en" sz="2400"/>
            </a:br>
            <a:r>
              <a:rPr lang="en" sz="2400"/>
              <a:t>… feel</a:t>
            </a:r>
            <a:endParaRPr sz="2400"/>
          </a:p>
        </p:txBody>
      </p:sp>
      <p:sp>
        <p:nvSpPr>
          <p:cNvPr id="4554" name="Google Shape;4554;p103"/>
          <p:cNvSpPr txBox="1"/>
          <p:nvPr>
            <p:ph idx="4294967295" type="subTitle"/>
          </p:nvPr>
        </p:nvSpPr>
        <p:spPr>
          <a:xfrm flipH="1">
            <a:off x="3671250" y="0"/>
            <a:ext cx="4645500" cy="5143500"/>
          </a:xfrm>
          <a:prstGeom prst="rect">
            <a:avLst/>
          </a:prstGeom>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en" sz="1400"/>
              <a:t>WIMP systems have the same elements:</a:t>
            </a:r>
            <a:br>
              <a:rPr lang="en" sz="1400"/>
            </a:br>
            <a:r>
              <a:rPr lang="en" sz="1400"/>
              <a:t>windows, icons., menus, pointers, buttons, etc.</a:t>
            </a:r>
            <a:endParaRPr sz="1400"/>
          </a:p>
          <a:p>
            <a:pPr indent="-317500" lvl="0" marL="457200" rtl="0" algn="l">
              <a:spcBef>
                <a:spcPts val="1000"/>
              </a:spcBef>
              <a:spcAft>
                <a:spcPts val="1000"/>
              </a:spcAft>
              <a:buSzPts val="1400"/>
              <a:buChar char="●"/>
            </a:pPr>
            <a:r>
              <a:rPr lang="en" sz="1400"/>
              <a:t>but different window systems</a:t>
            </a:r>
            <a:br>
              <a:rPr lang="en" sz="1400"/>
            </a:br>
            <a:r>
              <a:rPr lang="en" sz="1400"/>
              <a:t>… behave differently</a:t>
            </a:r>
            <a:br>
              <a:rPr lang="en" sz="1400"/>
            </a:br>
            <a:br>
              <a:rPr lang="en" sz="1400"/>
            </a:br>
            <a:r>
              <a:rPr lang="en" sz="1400"/>
              <a:t>e.g. MacOS vs Windows menus</a:t>
            </a:r>
            <a:br>
              <a:rPr lang="en" sz="1400"/>
            </a:br>
            <a:r>
              <a:rPr lang="en" sz="1400"/>
              <a:t>appearance + behaviour = look and feel</a:t>
            </a:r>
            <a:endParaRPr sz="1400"/>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9" name="Shape 4559"/>
        <p:cNvGrpSpPr/>
        <p:nvPr/>
      </p:nvGrpSpPr>
      <p:grpSpPr>
        <a:xfrm>
          <a:off x="0" y="0"/>
          <a:ext cx="0" cy="0"/>
          <a:chOff x="0" y="0"/>
          <a:chExt cx="0" cy="0"/>
        </a:xfrm>
      </p:grpSpPr>
      <p:sp>
        <p:nvSpPr>
          <p:cNvPr id="4560" name="Google Shape;4560;p104"/>
          <p:cNvSpPr txBox="1"/>
          <p:nvPr>
            <p:ph type="ctrTitle"/>
          </p:nvPr>
        </p:nvSpPr>
        <p:spPr>
          <a:xfrm flipH="1">
            <a:off x="973500" y="1951175"/>
            <a:ext cx="20634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400"/>
              <a:t>Initiative</a:t>
            </a:r>
            <a:endParaRPr sz="2400"/>
          </a:p>
        </p:txBody>
      </p:sp>
      <p:sp>
        <p:nvSpPr>
          <p:cNvPr id="4561" name="Google Shape;4561;p104"/>
          <p:cNvSpPr txBox="1"/>
          <p:nvPr>
            <p:ph idx="4294967295" type="subTitle"/>
          </p:nvPr>
        </p:nvSpPr>
        <p:spPr>
          <a:xfrm flipH="1">
            <a:off x="3671250" y="0"/>
            <a:ext cx="4645500" cy="5143500"/>
          </a:xfrm>
          <a:prstGeom prst="rect">
            <a:avLst/>
          </a:prstGeom>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en" sz="1400"/>
              <a:t>Who has the initiative?</a:t>
            </a:r>
            <a:br>
              <a:rPr lang="en" sz="1400"/>
            </a:br>
            <a:r>
              <a:rPr lang="en" sz="1400"/>
              <a:t>old question–answer     – computer</a:t>
            </a:r>
            <a:br>
              <a:rPr lang="en" sz="1400"/>
            </a:br>
            <a:r>
              <a:rPr lang="en" sz="1400"/>
              <a:t>WIMP interface               – user</a:t>
            </a:r>
            <a:endParaRPr sz="1400"/>
          </a:p>
          <a:p>
            <a:pPr indent="-317500" lvl="0" marL="457200" rtl="0" algn="l">
              <a:spcBef>
                <a:spcPts val="1000"/>
              </a:spcBef>
              <a:spcAft>
                <a:spcPts val="0"/>
              </a:spcAft>
              <a:buSzPts val="1400"/>
              <a:buChar char="●"/>
            </a:pPr>
            <a:r>
              <a:rPr lang="en" sz="1400"/>
              <a:t>WIMP exceptions …</a:t>
            </a:r>
            <a:br>
              <a:rPr lang="en" sz="1400"/>
            </a:br>
            <a:r>
              <a:rPr lang="en" sz="1400"/>
              <a:t>pre-emptive parts of the interface</a:t>
            </a:r>
            <a:endParaRPr sz="1400"/>
          </a:p>
          <a:p>
            <a:pPr indent="-317500" lvl="0" marL="457200" rtl="0" algn="l">
              <a:spcBef>
                <a:spcPts val="1000"/>
              </a:spcBef>
              <a:spcAft>
                <a:spcPts val="1000"/>
              </a:spcAft>
              <a:buSzPts val="1400"/>
              <a:buChar char="●"/>
            </a:pPr>
            <a:r>
              <a:rPr lang="en" sz="1400"/>
              <a:t>Modal dialog boxes</a:t>
            </a:r>
            <a:br>
              <a:rPr lang="en" sz="1400"/>
            </a:br>
            <a:r>
              <a:rPr lang="en" sz="1400"/>
              <a:t>– come and won’t go away!</a:t>
            </a:r>
            <a:br>
              <a:rPr lang="en" sz="1400"/>
            </a:br>
            <a:r>
              <a:rPr lang="en" sz="1400"/>
              <a:t>– good for errors, essential steps</a:t>
            </a:r>
            <a:br>
              <a:rPr lang="en" sz="1400"/>
            </a:br>
            <a:r>
              <a:rPr lang="en" sz="1400"/>
              <a:t>– but use with care</a:t>
            </a:r>
            <a:endParaRPr sz="1400"/>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6" name="Shape 4566"/>
        <p:cNvGrpSpPr/>
        <p:nvPr/>
      </p:nvGrpSpPr>
      <p:grpSpPr>
        <a:xfrm>
          <a:off x="0" y="0"/>
          <a:ext cx="0" cy="0"/>
          <a:chOff x="0" y="0"/>
          <a:chExt cx="0" cy="0"/>
        </a:xfrm>
      </p:grpSpPr>
      <p:sp>
        <p:nvSpPr>
          <p:cNvPr id="4567" name="Google Shape;4567;p105"/>
          <p:cNvSpPr txBox="1"/>
          <p:nvPr>
            <p:ph type="ctrTitle"/>
          </p:nvPr>
        </p:nvSpPr>
        <p:spPr>
          <a:xfrm flipH="1">
            <a:off x="973500" y="1951175"/>
            <a:ext cx="20634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400"/>
              <a:t>Error and repair</a:t>
            </a:r>
            <a:endParaRPr sz="2400"/>
          </a:p>
        </p:txBody>
      </p:sp>
      <p:sp>
        <p:nvSpPr>
          <p:cNvPr id="4568" name="Google Shape;4568;p105"/>
          <p:cNvSpPr txBox="1"/>
          <p:nvPr>
            <p:ph idx="4294967295" type="subTitle"/>
          </p:nvPr>
        </p:nvSpPr>
        <p:spPr>
          <a:xfrm flipH="1">
            <a:off x="3671250" y="0"/>
            <a:ext cx="4645500" cy="3309000"/>
          </a:xfrm>
          <a:prstGeom prst="rect">
            <a:avLst/>
          </a:prstGeom>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en" sz="1400"/>
              <a:t>can’t always avoid errors …</a:t>
            </a:r>
            <a:br>
              <a:rPr lang="en" sz="1400"/>
            </a:br>
            <a:r>
              <a:rPr lang="en" sz="1400"/>
              <a:t>… but we can put them right</a:t>
            </a:r>
            <a:endParaRPr sz="1400"/>
          </a:p>
          <a:p>
            <a:pPr indent="-317500" lvl="0" marL="457200" rtl="0" algn="l">
              <a:spcBef>
                <a:spcPts val="1000"/>
              </a:spcBef>
              <a:spcAft>
                <a:spcPts val="1000"/>
              </a:spcAft>
              <a:buSzPts val="1400"/>
              <a:buChar char="●"/>
            </a:pPr>
            <a:r>
              <a:rPr lang="en" sz="1400"/>
              <a:t>make it easy to detect errors</a:t>
            </a:r>
            <a:br>
              <a:rPr lang="en" sz="1400"/>
            </a:br>
            <a:r>
              <a:rPr lang="en" sz="1400"/>
              <a:t>… then the user can repair them</a:t>
            </a:r>
            <a:endParaRPr sz="1400"/>
          </a:p>
        </p:txBody>
      </p:sp>
      <p:pic>
        <p:nvPicPr>
          <p:cNvPr id="4569" name="Google Shape;4569;p105"/>
          <p:cNvPicPr preferRelativeResize="0"/>
          <p:nvPr/>
        </p:nvPicPr>
        <p:blipFill>
          <a:blip r:embed="rId3">
            <a:alphaModFix/>
          </a:blip>
          <a:stretch>
            <a:fillRect/>
          </a:stretch>
        </p:blipFill>
        <p:spPr>
          <a:xfrm>
            <a:off x="3949288" y="2597350"/>
            <a:ext cx="4276725" cy="219075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4" name="Shape 4574"/>
        <p:cNvGrpSpPr/>
        <p:nvPr/>
      </p:nvGrpSpPr>
      <p:grpSpPr>
        <a:xfrm>
          <a:off x="0" y="0"/>
          <a:ext cx="0" cy="0"/>
          <a:chOff x="0" y="0"/>
          <a:chExt cx="0" cy="0"/>
        </a:xfrm>
      </p:grpSpPr>
      <p:sp>
        <p:nvSpPr>
          <p:cNvPr id="4575" name="Google Shape;4575;p106"/>
          <p:cNvSpPr txBox="1"/>
          <p:nvPr>
            <p:ph type="ctrTitle"/>
          </p:nvPr>
        </p:nvSpPr>
        <p:spPr>
          <a:xfrm flipH="1">
            <a:off x="973500" y="1951175"/>
            <a:ext cx="20634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400"/>
              <a:t>Context</a:t>
            </a:r>
            <a:endParaRPr sz="2400"/>
          </a:p>
        </p:txBody>
      </p:sp>
      <p:sp>
        <p:nvSpPr>
          <p:cNvPr id="4576" name="Google Shape;4576;p106"/>
          <p:cNvSpPr txBox="1"/>
          <p:nvPr>
            <p:ph idx="4294967295" type="subTitle"/>
          </p:nvPr>
        </p:nvSpPr>
        <p:spPr>
          <a:xfrm flipH="1">
            <a:off x="3671250" y="0"/>
            <a:ext cx="4645500" cy="5143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400"/>
              <a:t>Interaction affected by social and organizational context</a:t>
            </a:r>
            <a:endParaRPr sz="1400"/>
          </a:p>
          <a:p>
            <a:pPr indent="-317500" lvl="0" marL="457200" rtl="0" algn="l">
              <a:spcBef>
                <a:spcPts val="1000"/>
              </a:spcBef>
              <a:spcAft>
                <a:spcPts val="0"/>
              </a:spcAft>
              <a:buSzPts val="1400"/>
              <a:buChar char="●"/>
            </a:pPr>
            <a:r>
              <a:rPr lang="en" sz="1400"/>
              <a:t>Other people</a:t>
            </a:r>
            <a:br>
              <a:rPr lang="en" sz="1400"/>
            </a:br>
            <a:r>
              <a:rPr lang="en" sz="1400"/>
              <a:t>– desire to impress, competition, fear of failure</a:t>
            </a:r>
            <a:endParaRPr sz="1400"/>
          </a:p>
          <a:p>
            <a:pPr indent="-317500" lvl="0" marL="457200" rtl="0" algn="l">
              <a:spcBef>
                <a:spcPts val="1000"/>
              </a:spcBef>
              <a:spcAft>
                <a:spcPts val="0"/>
              </a:spcAft>
              <a:buSzPts val="1400"/>
              <a:buChar char="●"/>
            </a:pPr>
            <a:r>
              <a:rPr lang="en" sz="1400"/>
              <a:t>Motivation</a:t>
            </a:r>
            <a:br>
              <a:rPr lang="en" sz="1400"/>
            </a:br>
            <a:r>
              <a:rPr lang="en" sz="1400"/>
              <a:t>– fear, allegiance, ambition, self-satisfaction</a:t>
            </a:r>
            <a:endParaRPr sz="1400"/>
          </a:p>
          <a:p>
            <a:pPr indent="-317500" lvl="0" marL="457200" rtl="0" algn="l">
              <a:spcBef>
                <a:spcPts val="1000"/>
              </a:spcBef>
              <a:spcAft>
                <a:spcPts val="1000"/>
              </a:spcAft>
              <a:buSzPts val="1400"/>
              <a:buChar char="●"/>
            </a:pPr>
            <a:r>
              <a:rPr lang="en" sz="1400"/>
              <a:t>Inadequate systems</a:t>
            </a:r>
            <a:br>
              <a:rPr lang="en" sz="1400"/>
            </a:br>
            <a:r>
              <a:rPr lang="en" sz="1400"/>
              <a:t>– cause frustration and lack of motivation</a:t>
            </a:r>
            <a:endParaRPr sz="1400"/>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1" name="Shape 4581"/>
        <p:cNvGrpSpPr/>
        <p:nvPr/>
      </p:nvGrpSpPr>
      <p:grpSpPr>
        <a:xfrm>
          <a:off x="0" y="0"/>
          <a:ext cx="0" cy="0"/>
          <a:chOff x="0" y="0"/>
          <a:chExt cx="0" cy="0"/>
        </a:xfrm>
      </p:grpSpPr>
      <p:sp>
        <p:nvSpPr>
          <p:cNvPr id="4582" name="Google Shape;4582;p107"/>
          <p:cNvSpPr txBox="1"/>
          <p:nvPr>
            <p:ph type="ctrTitle"/>
          </p:nvPr>
        </p:nvSpPr>
        <p:spPr>
          <a:xfrm>
            <a:off x="5018925" y="1246438"/>
            <a:ext cx="3072600" cy="15786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None/>
            </a:pPr>
            <a:r>
              <a:rPr lang="en"/>
              <a:t>EXPERIENCE, ENGAGEMENT AND FUN</a:t>
            </a:r>
            <a:endParaRPr/>
          </a:p>
        </p:txBody>
      </p:sp>
      <p:sp>
        <p:nvSpPr>
          <p:cNvPr id="4583" name="Google Shape;4583;p107"/>
          <p:cNvSpPr txBox="1"/>
          <p:nvPr>
            <p:ph idx="4294967295" type="ctrTitle"/>
          </p:nvPr>
        </p:nvSpPr>
        <p:spPr>
          <a:xfrm flipH="1">
            <a:off x="5155950" y="3622488"/>
            <a:ext cx="2935800" cy="666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b="1" lang="en" sz="2600">
                <a:latin typeface="Abel"/>
                <a:ea typeface="Abel"/>
                <a:cs typeface="Abel"/>
                <a:sym typeface="Abel"/>
              </a:rPr>
              <a:t>designing experience</a:t>
            </a:r>
            <a:endParaRPr b="1" sz="2600">
              <a:latin typeface="Abel"/>
              <a:ea typeface="Abel"/>
              <a:cs typeface="Abel"/>
              <a:sym typeface="Abel"/>
            </a:endParaRPr>
          </a:p>
          <a:p>
            <a:pPr indent="0" lvl="0" marL="0" rtl="0" algn="r">
              <a:spcBef>
                <a:spcPts val="0"/>
              </a:spcBef>
              <a:spcAft>
                <a:spcPts val="0"/>
              </a:spcAft>
              <a:buNone/>
            </a:pPr>
            <a:r>
              <a:rPr b="1" lang="en" sz="2600">
                <a:latin typeface="Abel"/>
                <a:ea typeface="Abel"/>
                <a:cs typeface="Abel"/>
                <a:sym typeface="Abel"/>
              </a:rPr>
              <a:t>physical engagement</a:t>
            </a:r>
            <a:endParaRPr b="1" sz="2600">
              <a:latin typeface="Abel"/>
              <a:ea typeface="Abel"/>
              <a:cs typeface="Abel"/>
              <a:sym typeface="Abel"/>
            </a:endParaRPr>
          </a:p>
          <a:p>
            <a:pPr indent="0" lvl="0" marL="0" rtl="0" algn="r">
              <a:spcBef>
                <a:spcPts val="0"/>
              </a:spcBef>
              <a:spcAft>
                <a:spcPts val="0"/>
              </a:spcAft>
              <a:buNone/>
            </a:pPr>
            <a:r>
              <a:rPr b="1" lang="en" sz="2600">
                <a:latin typeface="Abel"/>
                <a:ea typeface="Abel"/>
                <a:cs typeface="Abel"/>
                <a:sym typeface="Abel"/>
              </a:rPr>
              <a:t>managing value</a:t>
            </a:r>
            <a:endParaRPr b="1" sz="2600">
              <a:latin typeface="Abel"/>
              <a:ea typeface="Abel"/>
              <a:cs typeface="Abel"/>
              <a:sym typeface="Abel"/>
            </a:endParaRPr>
          </a:p>
          <a:p>
            <a:pPr indent="0" lvl="0" marL="0" rtl="0" algn="r">
              <a:spcBef>
                <a:spcPts val="0"/>
              </a:spcBef>
              <a:spcAft>
                <a:spcPts val="0"/>
              </a:spcAft>
              <a:buNone/>
            </a:pPr>
            <a:r>
              <a:t/>
            </a:r>
            <a:endParaRPr b="1" sz="2600">
              <a:latin typeface="Abel"/>
              <a:ea typeface="Abel"/>
              <a:cs typeface="Abel"/>
              <a:sym typeface="Abel"/>
            </a:endParaRPr>
          </a:p>
        </p:txBody>
      </p:sp>
      <p:grpSp>
        <p:nvGrpSpPr>
          <p:cNvPr id="4584" name="Google Shape;4584;p107"/>
          <p:cNvGrpSpPr/>
          <p:nvPr/>
        </p:nvGrpSpPr>
        <p:grpSpPr>
          <a:xfrm>
            <a:off x="767817" y="625771"/>
            <a:ext cx="4489361" cy="3891970"/>
            <a:chOff x="834442" y="624358"/>
            <a:chExt cx="4489361" cy="3891970"/>
          </a:xfrm>
        </p:grpSpPr>
        <p:grpSp>
          <p:nvGrpSpPr>
            <p:cNvPr id="4585" name="Google Shape;4585;p107"/>
            <p:cNvGrpSpPr/>
            <p:nvPr/>
          </p:nvGrpSpPr>
          <p:grpSpPr>
            <a:xfrm>
              <a:off x="2397155" y="1238343"/>
              <a:ext cx="1478689" cy="2948591"/>
              <a:chOff x="5543725" y="2361850"/>
              <a:chExt cx="1194418" cy="2381737"/>
            </a:xfrm>
          </p:grpSpPr>
          <p:sp>
            <p:nvSpPr>
              <p:cNvPr id="4586" name="Google Shape;4586;p107"/>
              <p:cNvSpPr/>
              <p:nvPr/>
            </p:nvSpPr>
            <p:spPr>
              <a:xfrm>
                <a:off x="5583950" y="2554500"/>
                <a:ext cx="1126800" cy="1995900"/>
              </a:xfrm>
              <a:prstGeom prst="rect">
                <a:avLst/>
              </a:prstGeom>
              <a:solidFill>
                <a:srgbClr val="F3F3F3"/>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7" name="Google Shape;4587;p107"/>
              <p:cNvSpPr/>
              <p:nvPr/>
            </p:nvSpPr>
            <p:spPr>
              <a:xfrm>
                <a:off x="5543725" y="2361850"/>
                <a:ext cx="1194418" cy="2381737"/>
              </a:xfrm>
              <a:custGeom>
                <a:rect b="b" l="l" r="r" t="t"/>
                <a:pathLst>
                  <a:path extrusionOk="0" h="206345" w="103480">
                    <a:moveTo>
                      <a:pt x="61741" y="8558"/>
                    </a:moveTo>
                    <a:cubicBezTo>
                      <a:pt x="62649" y="8558"/>
                      <a:pt x="62637" y="9975"/>
                      <a:pt x="61704" y="9975"/>
                    </a:cubicBezTo>
                    <a:cubicBezTo>
                      <a:pt x="61677" y="9975"/>
                      <a:pt x="61650" y="9973"/>
                      <a:pt x="61623" y="9971"/>
                    </a:cubicBezTo>
                    <a:lnTo>
                      <a:pt x="40979" y="9971"/>
                    </a:lnTo>
                    <a:cubicBezTo>
                      <a:pt x="40952" y="9973"/>
                      <a:pt x="40925" y="9975"/>
                      <a:pt x="40898" y="9975"/>
                    </a:cubicBezTo>
                    <a:cubicBezTo>
                      <a:pt x="39965" y="9975"/>
                      <a:pt x="39952" y="8558"/>
                      <a:pt x="40861" y="8558"/>
                    </a:cubicBezTo>
                    <a:cubicBezTo>
                      <a:pt x="40899" y="8558"/>
                      <a:pt x="40938" y="8561"/>
                      <a:pt x="40979" y="8566"/>
                    </a:cubicBezTo>
                    <a:lnTo>
                      <a:pt x="61623" y="8566"/>
                    </a:lnTo>
                    <a:cubicBezTo>
                      <a:pt x="61664" y="8561"/>
                      <a:pt x="61703" y="8558"/>
                      <a:pt x="61741" y="8558"/>
                    </a:cubicBezTo>
                    <a:close/>
                    <a:moveTo>
                      <a:pt x="100713" y="16164"/>
                    </a:moveTo>
                    <a:lnTo>
                      <a:pt x="100713" y="189567"/>
                    </a:lnTo>
                    <a:lnTo>
                      <a:pt x="2987" y="189567"/>
                    </a:lnTo>
                    <a:lnTo>
                      <a:pt x="2987" y="16164"/>
                    </a:lnTo>
                    <a:close/>
                    <a:moveTo>
                      <a:pt x="22357" y="196638"/>
                    </a:moveTo>
                    <a:lnTo>
                      <a:pt x="22313" y="197165"/>
                    </a:lnTo>
                    <a:lnTo>
                      <a:pt x="18448" y="197165"/>
                    </a:lnTo>
                    <a:lnTo>
                      <a:pt x="18448" y="196638"/>
                    </a:lnTo>
                    <a:close/>
                    <a:moveTo>
                      <a:pt x="53277" y="196726"/>
                    </a:moveTo>
                    <a:cubicBezTo>
                      <a:pt x="53365" y="196726"/>
                      <a:pt x="53453" y="196814"/>
                      <a:pt x="53453" y="196945"/>
                    </a:cubicBezTo>
                    <a:lnTo>
                      <a:pt x="53453" y="199976"/>
                    </a:lnTo>
                    <a:cubicBezTo>
                      <a:pt x="53453" y="200064"/>
                      <a:pt x="53365" y="200152"/>
                      <a:pt x="53234" y="200152"/>
                    </a:cubicBezTo>
                    <a:lnTo>
                      <a:pt x="50203" y="200152"/>
                    </a:lnTo>
                    <a:cubicBezTo>
                      <a:pt x="50071" y="200152"/>
                      <a:pt x="49983" y="200064"/>
                      <a:pt x="49983" y="199976"/>
                    </a:cubicBezTo>
                    <a:lnTo>
                      <a:pt x="49983" y="196945"/>
                    </a:lnTo>
                    <a:cubicBezTo>
                      <a:pt x="49983" y="196814"/>
                      <a:pt x="50071" y="196726"/>
                      <a:pt x="50203" y="196726"/>
                    </a:cubicBezTo>
                    <a:close/>
                    <a:moveTo>
                      <a:pt x="80706" y="196517"/>
                    </a:moveTo>
                    <a:cubicBezTo>
                      <a:pt x="80761" y="196517"/>
                      <a:pt x="80816" y="196528"/>
                      <a:pt x="80860" y="196550"/>
                    </a:cubicBezTo>
                    <a:cubicBezTo>
                      <a:pt x="80948" y="196638"/>
                      <a:pt x="80948" y="196770"/>
                      <a:pt x="80860" y="196858"/>
                    </a:cubicBezTo>
                    <a:lnTo>
                      <a:pt x="79455" y="198263"/>
                    </a:lnTo>
                    <a:cubicBezTo>
                      <a:pt x="79367" y="198351"/>
                      <a:pt x="79323" y="198439"/>
                      <a:pt x="79323" y="198527"/>
                    </a:cubicBezTo>
                    <a:cubicBezTo>
                      <a:pt x="79323" y="198614"/>
                      <a:pt x="79367" y="198702"/>
                      <a:pt x="79455" y="198790"/>
                    </a:cubicBezTo>
                    <a:lnTo>
                      <a:pt x="80860" y="200196"/>
                    </a:lnTo>
                    <a:cubicBezTo>
                      <a:pt x="80948" y="200284"/>
                      <a:pt x="80948" y="200415"/>
                      <a:pt x="80860" y="200503"/>
                    </a:cubicBezTo>
                    <a:cubicBezTo>
                      <a:pt x="80816" y="200547"/>
                      <a:pt x="80761" y="200569"/>
                      <a:pt x="80706" y="200569"/>
                    </a:cubicBezTo>
                    <a:cubicBezTo>
                      <a:pt x="80652" y="200569"/>
                      <a:pt x="80597" y="200547"/>
                      <a:pt x="80553" y="200503"/>
                    </a:cubicBezTo>
                    <a:lnTo>
                      <a:pt x="79147" y="199098"/>
                    </a:lnTo>
                    <a:cubicBezTo>
                      <a:pt x="79015" y="198922"/>
                      <a:pt x="78928" y="198746"/>
                      <a:pt x="78928" y="198527"/>
                    </a:cubicBezTo>
                    <a:cubicBezTo>
                      <a:pt x="78928" y="198307"/>
                      <a:pt x="79015" y="198131"/>
                      <a:pt x="79147" y="198000"/>
                    </a:cubicBezTo>
                    <a:lnTo>
                      <a:pt x="80553" y="196550"/>
                    </a:lnTo>
                    <a:cubicBezTo>
                      <a:pt x="80597" y="196528"/>
                      <a:pt x="80652" y="196517"/>
                      <a:pt x="80706" y="196517"/>
                    </a:cubicBezTo>
                    <a:close/>
                    <a:moveTo>
                      <a:pt x="15461" y="1"/>
                    </a:moveTo>
                    <a:cubicBezTo>
                      <a:pt x="6940" y="1"/>
                      <a:pt x="1" y="6941"/>
                      <a:pt x="1" y="15461"/>
                    </a:cubicBezTo>
                    <a:lnTo>
                      <a:pt x="1" y="190884"/>
                    </a:lnTo>
                    <a:cubicBezTo>
                      <a:pt x="1" y="199405"/>
                      <a:pt x="6940" y="206345"/>
                      <a:pt x="15461" y="206345"/>
                    </a:cubicBezTo>
                    <a:lnTo>
                      <a:pt x="88019" y="206345"/>
                    </a:lnTo>
                    <a:cubicBezTo>
                      <a:pt x="96540" y="206345"/>
                      <a:pt x="103480" y="199405"/>
                      <a:pt x="103480" y="190884"/>
                    </a:cubicBezTo>
                    <a:lnTo>
                      <a:pt x="103480" y="15461"/>
                    </a:lnTo>
                    <a:cubicBezTo>
                      <a:pt x="103480" y="6941"/>
                      <a:pt x="96540" y="1"/>
                      <a:pt x="88019" y="1"/>
                    </a:cubicBezTo>
                    <a:close/>
                  </a:path>
                </a:pathLst>
              </a:custGeom>
              <a:noFill/>
              <a:ln cap="flat" cmpd="sng" w="19050">
                <a:solidFill>
                  <a:srgbClr val="2120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88" name="Google Shape;4588;p107"/>
              <p:cNvGrpSpPr/>
              <p:nvPr/>
            </p:nvGrpSpPr>
            <p:grpSpPr>
              <a:xfrm>
                <a:off x="5587350" y="2673535"/>
                <a:ext cx="1110975" cy="1867190"/>
                <a:chOff x="5587945" y="2521135"/>
                <a:chExt cx="1110975" cy="1867190"/>
              </a:xfrm>
            </p:grpSpPr>
            <p:sp>
              <p:nvSpPr>
                <p:cNvPr id="4589" name="Google Shape;4589;p107"/>
                <p:cNvSpPr/>
                <p:nvPr/>
              </p:nvSpPr>
              <p:spPr>
                <a:xfrm>
                  <a:off x="5707720" y="3810686"/>
                  <a:ext cx="483600" cy="122400"/>
                </a:xfrm>
                <a:prstGeom prst="roundRect">
                  <a:avLst>
                    <a:gd fmla="val 16667" name="adj"/>
                  </a:avLst>
                </a:prstGeom>
                <a:solidFill>
                  <a:srgbClr val="FF3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0" name="Google Shape;4590;p107"/>
                <p:cNvSpPr/>
                <p:nvPr/>
              </p:nvSpPr>
              <p:spPr>
                <a:xfrm>
                  <a:off x="5707720" y="2521135"/>
                  <a:ext cx="162587" cy="207973"/>
                </a:xfrm>
                <a:custGeom>
                  <a:rect b="b" l="l" r="r" t="t"/>
                  <a:pathLst>
                    <a:path extrusionOk="0" h="5390" w="4214">
                      <a:moveTo>
                        <a:pt x="3479" y="716"/>
                      </a:moveTo>
                      <a:lnTo>
                        <a:pt x="3479" y="4264"/>
                      </a:lnTo>
                      <a:lnTo>
                        <a:pt x="1166" y="716"/>
                      </a:lnTo>
                      <a:close/>
                      <a:moveTo>
                        <a:pt x="733" y="1644"/>
                      </a:moveTo>
                      <a:lnTo>
                        <a:pt x="2710" y="4678"/>
                      </a:lnTo>
                      <a:lnTo>
                        <a:pt x="733" y="4678"/>
                      </a:lnTo>
                      <a:lnTo>
                        <a:pt x="733" y="1644"/>
                      </a:lnTo>
                      <a:close/>
                      <a:moveTo>
                        <a:pt x="1" y="1"/>
                      </a:moveTo>
                      <a:lnTo>
                        <a:pt x="1" y="716"/>
                      </a:lnTo>
                      <a:lnTo>
                        <a:pt x="1" y="4678"/>
                      </a:lnTo>
                      <a:lnTo>
                        <a:pt x="1" y="5390"/>
                      </a:lnTo>
                      <a:lnTo>
                        <a:pt x="4213" y="5390"/>
                      </a:lnTo>
                      <a:lnTo>
                        <a:pt x="4213" y="4678"/>
                      </a:lnTo>
                      <a:lnTo>
                        <a:pt x="4213" y="716"/>
                      </a:lnTo>
                      <a:lnTo>
                        <a:pt x="4213" y="1"/>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91" name="Google Shape;4591;p107"/>
                <p:cNvCxnSpPr/>
                <p:nvPr/>
              </p:nvCxnSpPr>
              <p:spPr>
                <a:xfrm>
                  <a:off x="6413100" y="2552389"/>
                  <a:ext cx="162600" cy="0"/>
                </a:xfrm>
                <a:prstGeom prst="straightConnector1">
                  <a:avLst/>
                </a:prstGeom>
                <a:noFill/>
                <a:ln cap="flat" cmpd="sng" w="19050">
                  <a:solidFill>
                    <a:srgbClr val="21204D"/>
                  </a:solidFill>
                  <a:prstDash val="solid"/>
                  <a:round/>
                  <a:headEnd len="med" w="med" type="none"/>
                  <a:tailEnd len="med" w="med" type="none"/>
                </a:ln>
              </p:spPr>
            </p:cxnSp>
            <p:cxnSp>
              <p:nvCxnSpPr>
                <p:cNvPr id="4592" name="Google Shape;4592;p107"/>
                <p:cNvCxnSpPr/>
                <p:nvPr/>
              </p:nvCxnSpPr>
              <p:spPr>
                <a:xfrm>
                  <a:off x="6413100" y="2624875"/>
                  <a:ext cx="162600" cy="0"/>
                </a:xfrm>
                <a:prstGeom prst="straightConnector1">
                  <a:avLst/>
                </a:prstGeom>
                <a:noFill/>
                <a:ln cap="flat" cmpd="sng" w="19050">
                  <a:solidFill>
                    <a:srgbClr val="21204D"/>
                  </a:solidFill>
                  <a:prstDash val="solid"/>
                  <a:round/>
                  <a:headEnd len="med" w="med" type="none"/>
                  <a:tailEnd len="med" w="med" type="none"/>
                </a:ln>
              </p:spPr>
            </p:cxnSp>
            <p:cxnSp>
              <p:nvCxnSpPr>
                <p:cNvPr id="4593" name="Google Shape;4593;p107"/>
                <p:cNvCxnSpPr/>
                <p:nvPr/>
              </p:nvCxnSpPr>
              <p:spPr>
                <a:xfrm>
                  <a:off x="6413100" y="2699910"/>
                  <a:ext cx="162600" cy="0"/>
                </a:xfrm>
                <a:prstGeom prst="straightConnector1">
                  <a:avLst/>
                </a:prstGeom>
                <a:noFill/>
                <a:ln cap="flat" cmpd="sng" w="19050">
                  <a:solidFill>
                    <a:srgbClr val="21204D"/>
                  </a:solidFill>
                  <a:prstDash val="solid"/>
                  <a:round/>
                  <a:headEnd len="med" w="med" type="none"/>
                  <a:tailEnd len="med" w="med" type="none"/>
                </a:ln>
              </p:spPr>
            </p:cxnSp>
            <p:grpSp>
              <p:nvGrpSpPr>
                <p:cNvPr id="4594" name="Google Shape;4594;p107"/>
                <p:cNvGrpSpPr/>
                <p:nvPr/>
              </p:nvGrpSpPr>
              <p:grpSpPr>
                <a:xfrm flipH="1">
                  <a:off x="6308932" y="3622939"/>
                  <a:ext cx="176666" cy="306433"/>
                  <a:chOff x="7281325" y="2522625"/>
                  <a:chExt cx="230725" cy="400200"/>
                </a:xfrm>
              </p:grpSpPr>
              <p:sp>
                <p:nvSpPr>
                  <p:cNvPr id="4595" name="Google Shape;4595;p107"/>
                  <p:cNvSpPr/>
                  <p:nvPr/>
                </p:nvSpPr>
                <p:spPr>
                  <a:xfrm>
                    <a:off x="7281325" y="2522625"/>
                    <a:ext cx="230725" cy="399600"/>
                  </a:xfrm>
                  <a:custGeom>
                    <a:rect b="b" l="l" r="r" t="t"/>
                    <a:pathLst>
                      <a:path extrusionOk="0" h="15984" w="9229">
                        <a:moveTo>
                          <a:pt x="5655" y="0"/>
                        </a:moveTo>
                        <a:cubicBezTo>
                          <a:pt x="5365" y="0"/>
                          <a:pt x="5080" y="96"/>
                          <a:pt x="4829" y="305"/>
                        </a:cubicBezTo>
                        <a:cubicBezTo>
                          <a:pt x="3436" y="1461"/>
                          <a:pt x="4999" y="3542"/>
                          <a:pt x="3743" y="4501"/>
                        </a:cubicBezTo>
                        <a:cubicBezTo>
                          <a:pt x="2487" y="5460"/>
                          <a:pt x="2093" y="6155"/>
                          <a:pt x="2059" y="8203"/>
                        </a:cubicBezTo>
                        <a:cubicBezTo>
                          <a:pt x="2025" y="10250"/>
                          <a:pt x="3413" y="11109"/>
                          <a:pt x="1705" y="12165"/>
                        </a:cubicBezTo>
                        <a:cubicBezTo>
                          <a:pt x="1" y="13217"/>
                          <a:pt x="506" y="15983"/>
                          <a:pt x="506" y="15983"/>
                        </a:cubicBezTo>
                        <a:lnTo>
                          <a:pt x="8668" y="15983"/>
                        </a:lnTo>
                        <a:cubicBezTo>
                          <a:pt x="8668" y="15983"/>
                          <a:pt x="8039" y="15141"/>
                          <a:pt x="8634" y="13588"/>
                        </a:cubicBezTo>
                        <a:cubicBezTo>
                          <a:pt x="9229" y="12034"/>
                          <a:pt x="8500" y="10845"/>
                          <a:pt x="7545" y="9589"/>
                        </a:cubicBezTo>
                        <a:cubicBezTo>
                          <a:pt x="6586" y="8333"/>
                          <a:pt x="6552" y="7013"/>
                          <a:pt x="7575" y="4237"/>
                        </a:cubicBezTo>
                        <a:cubicBezTo>
                          <a:pt x="8415" y="1963"/>
                          <a:pt x="6971" y="0"/>
                          <a:pt x="5655" y="0"/>
                        </a:cubicBezTo>
                        <a:close/>
                      </a:path>
                    </a:pathLst>
                  </a:custGeom>
                  <a:solidFill>
                    <a:srgbClr val="FF3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6" name="Google Shape;4596;p107"/>
                  <p:cNvSpPr/>
                  <p:nvPr/>
                </p:nvSpPr>
                <p:spPr>
                  <a:xfrm>
                    <a:off x="7338725" y="2545775"/>
                    <a:ext cx="116275" cy="229725"/>
                  </a:xfrm>
                  <a:custGeom>
                    <a:rect b="b" l="l" r="r" t="t"/>
                    <a:pathLst>
                      <a:path extrusionOk="0" h="9189" w="4651">
                        <a:moveTo>
                          <a:pt x="2092" y="0"/>
                        </a:moveTo>
                        <a:lnTo>
                          <a:pt x="2035" y="14"/>
                        </a:lnTo>
                        <a:cubicBezTo>
                          <a:pt x="2042" y="34"/>
                          <a:pt x="2523" y="2085"/>
                          <a:pt x="3669" y="2807"/>
                        </a:cubicBezTo>
                        <a:cubicBezTo>
                          <a:pt x="4313" y="3218"/>
                          <a:pt x="4591" y="3872"/>
                          <a:pt x="4450" y="4661"/>
                        </a:cubicBezTo>
                        <a:cubicBezTo>
                          <a:pt x="4253" y="5736"/>
                          <a:pt x="3348" y="6706"/>
                          <a:pt x="2339" y="6916"/>
                        </a:cubicBezTo>
                        <a:cubicBezTo>
                          <a:pt x="1450" y="7103"/>
                          <a:pt x="712" y="7568"/>
                          <a:pt x="311" y="8189"/>
                        </a:cubicBezTo>
                        <a:cubicBezTo>
                          <a:pt x="90" y="8533"/>
                          <a:pt x="0" y="8897"/>
                          <a:pt x="67" y="9188"/>
                        </a:cubicBezTo>
                        <a:lnTo>
                          <a:pt x="124" y="9174"/>
                        </a:lnTo>
                        <a:cubicBezTo>
                          <a:pt x="61" y="8897"/>
                          <a:pt x="147" y="8550"/>
                          <a:pt x="361" y="8219"/>
                        </a:cubicBezTo>
                        <a:cubicBezTo>
                          <a:pt x="752" y="7611"/>
                          <a:pt x="1477" y="7156"/>
                          <a:pt x="2352" y="6973"/>
                        </a:cubicBezTo>
                        <a:cubicBezTo>
                          <a:pt x="3382" y="6755"/>
                          <a:pt x="4307" y="5767"/>
                          <a:pt x="4507" y="4671"/>
                        </a:cubicBezTo>
                        <a:cubicBezTo>
                          <a:pt x="4651" y="3859"/>
                          <a:pt x="4367" y="3181"/>
                          <a:pt x="3698" y="2760"/>
                        </a:cubicBezTo>
                        <a:cubicBezTo>
                          <a:pt x="2573" y="2048"/>
                          <a:pt x="2095" y="20"/>
                          <a:pt x="2092" y="0"/>
                        </a:cubicBez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7" name="Google Shape;4597;p107"/>
                  <p:cNvSpPr/>
                  <p:nvPr/>
                </p:nvSpPr>
                <p:spPr>
                  <a:xfrm>
                    <a:off x="7332125" y="2585200"/>
                    <a:ext cx="100500" cy="142675"/>
                  </a:xfrm>
                  <a:custGeom>
                    <a:rect b="b" l="l" r="r" t="t"/>
                    <a:pathLst>
                      <a:path extrusionOk="0" h="5707" w="4020">
                        <a:moveTo>
                          <a:pt x="2232" y="0"/>
                        </a:moveTo>
                        <a:lnTo>
                          <a:pt x="2175" y="7"/>
                        </a:lnTo>
                        <a:cubicBezTo>
                          <a:pt x="2178" y="24"/>
                          <a:pt x="2329" y="1698"/>
                          <a:pt x="3338" y="2435"/>
                        </a:cubicBezTo>
                        <a:cubicBezTo>
                          <a:pt x="3782" y="2760"/>
                          <a:pt x="3959" y="3305"/>
                          <a:pt x="3786" y="3823"/>
                        </a:cubicBezTo>
                        <a:cubicBezTo>
                          <a:pt x="3624" y="4306"/>
                          <a:pt x="3107" y="4821"/>
                          <a:pt x="2148" y="4821"/>
                        </a:cubicBezTo>
                        <a:cubicBezTo>
                          <a:pt x="2133" y="4821"/>
                          <a:pt x="2118" y="4821"/>
                          <a:pt x="2102" y="4821"/>
                        </a:cubicBezTo>
                        <a:lnTo>
                          <a:pt x="2025" y="4821"/>
                        </a:lnTo>
                        <a:cubicBezTo>
                          <a:pt x="294" y="4821"/>
                          <a:pt x="10" y="5653"/>
                          <a:pt x="1" y="5690"/>
                        </a:cubicBezTo>
                        <a:lnTo>
                          <a:pt x="54" y="5707"/>
                        </a:lnTo>
                        <a:cubicBezTo>
                          <a:pt x="58" y="5700"/>
                          <a:pt x="341" y="4878"/>
                          <a:pt x="2025" y="4878"/>
                        </a:cubicBezTo>
                        <a:lnTo>
                          <a:pt x="2098" y="4878"/>
                        </a:lnTo>
                        <a:cubicBezTo>
                          <a:pt x="2114" y="4878"/>
                          <a:pt x="2129" y="4878"/>
                          <a:pt x="2145" y="4878"/>
                        </a:cubicBezTo>
                        <a:cubicBezTo>
                          <a:pt x="3137" y="4878"/>
                          <a:pt x="3672" y="4346"/>
                          <a:pt x="3839" y="3843"/>
                        </a:cubicBezTo>
                        <a:cubicBezTo>
                          <a:pt x="4019" y="3297"/>
                          <a:pt x="3839" y="2730"/>
                          <a:pt x="3371" y="2389"/>
                        </a:cubicBezTo>
                        <a:cubicBezTo>
                          <a:pt x="2386" y="1667"/>
                          <a:pt x="2235" y="17"/>
                          <a:pt x="2232" y="0"/>
                        </a:cubicBez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8" name="Google Shape;4598;p107"/>
                  <p:cNvSpPr/>
                  <p:nvPr/>
                </p:nvSpPr>
                <p:spPr>
                  <a:xfrm>
                    <a:off x="7323600" y="2727025"/>
                    <a:ext cx="128250" cy="195800"/>
                  </a:xfrm>
                  <a:custGeom>
                    <a:rect b="b" l="l" r="r" t="t"/>
                    <a:pathLst>
                      <a:path extrusionOk="0" h="7832" w="5130">
                        <a:moveTo>
                          <a:pt x="5109" y="0"/>
                        </a:moveTo>
                        <a:cubicBezTo>
                          <a:pt x="5085" y="6"/>
                          <a:pt x="2847" y="839"/>
                          <a:pt x="2266" y="2449"/>
                        </a:cubicBezTo>
                        <a:cubicBezTo>
                          <a:pt x="2098" y="2920"/>
                          <a:pt x="1995" y="3457"/>
                          <a:pt x="1885" y="4029"/>
                        </a:cubicBezTo>
                        <a:cubicBezTo>
                          <a:pt x="1628" y="5389"/>
                          <a:pt x="1334" y="6932"/>
                          <a:pt x="1" y="7784"/>
                        </a:cubicBezTo>
                        <a:lnTo>
                          <a:pt x="31" y="7831"/>
                        </a:lnTo>
                        <a:cubicBezTo>
                          <a:pt x="1384" y="6965"/>
                          <a:pt x="1682" y="5412"/>
                          <a:pt x="1942" y="4039"/>
                        </a:cubicBezTo>
                        <a:cubicBezTo>
                          <a:pt x="2052" y="3471"/>
                          <a:pt x="2152" y="2933"/>
                          <a:pt x="2323" y="2469"/>
                        </a:cubicBezTo>
                        <a:cubicBezTo>
                          <a:pt x="2891" y="885"/>
                          <a:pt x="5105" y="60"/>
                          <a:pt x="5129" y="54"/>
                        </a:cubicBezTo>
                        <a:lnTo>
                          <a:pt x="5109" y="0"/>
                        </a:ln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9" name="Google Shape;4599;p107"/>
                  <p:cNvSpPr/>
                  <p:nvPr/>
                </p:nvSpPr>
                <p:spPr>
                  <a:xfrm>
                    <a:off x="7368950" y="2806025"/>
                    <a:ext cx="128575" cy="32000"/>
                  </a:xfrm>
                  <a:custGeom>
                    <a:rect b="b" l="l" r="r" t="t"/>
                    <a:pathLst>
                      <a:path extrusionOk="0" h="1280" w="5143">
                        <a:moveTo>
                          <a:pt x="5099" y="1"/>
                        </a:moveTo>
                        <a:cubicBezTo>
                          <a:pt x="4932" y="187"/>
                          <a:pt x="4706" y="357"/>
                          <a:pt x="4068" y="357"/>
                        </a:cubicBezTo>
                        <a:cubicBezTo>
                          <a:pt x="3721" y="357"/>
                          <a:pt x="3252" y="307"/>
                          <a:pt x="2606" y="181"/>
                        </a:cubicBezTo>
                        <a:cubicBezTo>
                          <a:pt x="2405" y="142"/>
                          <a:pt x="2216" y="125"/>
                          <a:pt x="2040" y="125"/>
                        </a:cubicBezTo>
                        <a:cubicBezTo>
                          <a:pt x="623" y="125"/>
                          <a:pt x="7" y="1241"/>
                          <a:pt x="1" y="1253"/>
                        </a:cubicBezTo>
                        <a:lnTo>
                          <a:pt x="51" y="1280"/>
                        </a:lnTo>
                        <a:cubicBezTo>
                          <a:pt x="57" y="1268"/>
                          <a:pt x="657" y="182"/>
                          <a:pt x="2040" y="182"/>
                        </a:cubicBezTo>
                        <a:cubicBezTo>
                          <a:pt x="2213" y="182"/>
                          <a:pt x="2399" y="199"/>
                          <a:pt x="2597" y="237"/>
                        </a:cubicBezTo>
                        <a:cubicBezTo>
                          <a:pt x="3242" y="362"/>
                          <a:pt x="3713" y="413"/>
                          <a:pt x="4065" y="413"/>
                        </a:cubicBezTo>
                        <a:cubicBezTo>
                          <a:pt x="4729" y="413"/>
                          <a:pt x="4967" y="233"/>
                          <a:pt x="5143" y="37"/>
                        </a:cubicBezTo>
                        <a:lnTo>
                          <a:pt x="5099" y="1"/>
                        </a:ln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0" name="Google Shape;4600;p107"/>
                  <p:cNvSpPr/>
                  <p:nvPr/>
                </p:nvSpPr>
                <p:spPr>
                  <a:xfrm>
                    <a:off x="7367450" y="2729350"/>
                    <a:ext cx="14400" cy="77600"/>
                  </a:xfrm>
                  <a:custGeom>
                    <a:rect b="b" l="l" r="r" t="t"/>
                    <a:pathLst>
                      <a:path extrusionOk="0" h="3104" w="576">
                        <a:moveTo>
                          <a:pt x="104" y="1"/>
                        </a:moveTo>
                        <a:lnTo>
                          <a:pt x="68" y="47"/>
                        </a:lnTo>
                        <a:cubicBezTo>
                          <a:pt x="71" y="51"/>
                          <a:pt x="512" y="422"/>
                          <a:pt x="372" y="1244"/>
                        </a:cubicBezTo>
                        <a:cubicBezTo>
                          <a:pt x="332" y="1480"/>
                          <a:pt x="275" y="1685"/>
                          <a:pt x="224" y="1865"/>
                        </a:cubicBezTo>
                        <a:cubicBezTo>
                          <a:pt x="97" y="2349"/>
                          <a:pt x="0" y="2697"/>
                          <a:pt x="312" y="3104"/>
                        </a:cubicBezTo>
                        <a:lnTo>
                          <a:pt x="358" y="3068"/>
                        </a:lnTo>
                        <a:cubicBezTo>
                          <a:pt x="64" y="2687"/>
                          <a:pt x="151" y="2366"/>
                          <a:pt x="281" y="1881"/>
                        </a:cubicBezTo>
                        <a:cubicBezTo>
                          <a:pt x="332" y="1697"/>
                          <a:pt x="385" y="1491"/>
                          <a:pt x="429" y="1253"/>
                        </a:cubicBezTo>
                        <a:cubicBezTo>
                          <a:pt x="575" y="395"/>
                          <a:pt x="121" y="17"/>
                          <a:pt x="104" y="1"/>
                        </a:cubicBez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1" name="Google Shape;4601;p107"/>
                  <p:cNvSpPr/>
                  <p:nvPr/>
                </p:nvSpPr>
                <p:spPr>
                  <a:xfrm>
                    <a:off x="7354925" y="2851675"/>
                    <a:ext cx="145925" cy="33800"/>
                  </a:xfrm>
                  <a:custGeom>
                    <a:rect b="b" l="l" r="r" t="t"/>
                    <a:pathLst>
                      <a:path extrusionOk="0" h="1352" w="5837">
                        <a:moveTo>
                          <a:pt x="2135" y="1"/>
                        </a:moveTo>
                        <a:cubicBezTo>
                          <a:pt x="706" y="1"/>
                          <a:pt x="10" y="1310"/>
                          <a:pt x="0" y="1325"/>
                        </a:cubicBezTo>
                        <a:lnTo>
                          <a:pt x="54" y="1351"/>
                        </a:lnTo>
                        <a:cubicBezTo>
                          <a:pt x="60" y="1336"/>
                          <a:pt x="740" y="59"/>
                          <a:pt x="2134" y="59"/>
                        </a:cubicBezTo>
                        <a:cubicBezTo>
                          <a:pt x="2284" y="59"/>
                          <a:pt x="2441" y="73"/>
                          <a:pt x="2606" y="105"/>
                        </a:cubicBezTo>
                        <a:cubicBezTo>
                          <a:pt x="2944" y="169"/>
                          <a:pt x="3248" y="235"/>
                          <a:pt x="3515" y="295"/>
                        </a:cubicBezTo>
                        <a:cubicBezTo>
                          <a:pt x="4057" y="416"/>
                          <a:pt x="4485" y="511"/>
                          <a:pt x="4841" y="511"/>
                        </a:cubicBezTo>
                        <a:cubicBezTo>
                          <a:pt x="5244" y="511"/>
                          <a:pt x="5555" y="390"/>
                          <a:pt x="5837" y="49"/>
                        </a:cubicBezTo>
                        <a:lnTo>
                          <a:pt x="5793" y="12"/>
                        </a:lnTo>
                        <a:cubicBezTo>
                          <a:pt x="5524" y="337"/>
                          <a:pt x="5224" y="453"/>
                          <a:pt x="4835" y="453"/>
                        </a:cubicBezTo>
                        <a:cubicBezTo>
                          <a:pt x="4485" y="453"/>
                          <a:pt x="4063" y="359"/>
                          <a:pt x="3528" y="239"/>
                        </a:cubicBezTo>
                        <a:cubicBezTo>
                          <a:pt x="3258" y="179"/>
                          <a:pt x="2954" y="112"/>
                          <a:pt x="2617" y="49"/>
                        </a:cubicBezTo>
                        <a:cubicBezTo>
                          <a:pt x="2448" y="16"/>
                          <a:pt x="2288" y="1"/>
                          <a:pt x="2135" y="1"/>
                        </a:cubicBez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2" name="Google Shape;4602;p107"/>
                  <p:cNvSpPr/>
                  <p:nvPr/>
                </p:nvSpPr>
                <p:spPr>
                  <a:xfrm>
                    <a:off x="7415900" y="2534675"/>
                    <a:ext cx="37675" cy="82700"/>
                  </a:xfrm>
                  <a:custGeom>
                    <a:rect b="b" l="l" r="r" t="t"/>
                    <a:pathLst>
                      <a:path extrusionOk="0" h="3308" w="1507">
                        <a:moveTo>
                          <a:pt x="1453" y="0"/>
                        </a:moveTo>
                        <a:lnTo>
                          <a:pt x="1397" y="10"/>
                        </a:lnTo>
                        <a:cubicBezTo>
                          <a:pt x="1447" y="281"/>
                          <a:pt x="1377" y="371"/>
                          <a:pt x="989" y="872"/>
                        </a:cubicBezTo>
                        <a:cubicBezTo>
                          <a:pt x="899" y="985"/>
                          <a:pt x="796" y="1123"/>
                          <a:pt x="672" y="1286"/>
                        </a:cubicBezTo>
                        <a:cubicBezTo>
                          <a:pt x="0" y="2175"/>
                          <a:pt x="662" y="3298"/>
                          <a:pt x="668" y="3307"/>
                        </a:cubicBezTo>
                        <a:lnTo>
                          <a:pt x="719" y="3281"/>
                        </a:lnTo>
                        <a:cubicBezTo>
                          <a:pt x="712" y="3267"/>
                          <a:pt x="67" y="2179"/>
                          <a:pt x="719" y="1320"/>
                        </a:cubicBezTo>
                        <a:cubicBezTo>
                          <a:pt x="842" y="1156"/>
                          <a:pt x="946" y="1022"/>
                          <a:pt x="1032" y="905"/>
                        </a:cubicBezTo>
                        <a:cubicBezTo>
                          <a:pt x="1427" y="401"/>
                          <a:pt x="1507" y="294"/>
                          <a:pt x="1453" y="0"/>
                        </a:cubicBez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03" name="Google Shape;4603;p107"/>
                <p:cNvGrpSpPr/>
                <p:nvPr/>
              </p:nvGrpSpPr>
              <p:grpSpPr>
                <a:xfrm flipH="1">
                  <a:off x="6321389" y="3472785"/>
                  <a:ext cx="335204" cy="456587"/>
                  <a:chOff x="6802225" y="2313150"/>
                  <a:chExt cx="437775" cy="596300"/>
                </a:xfrm>
              </p:grpSpPr>
              <p:sp>
                <p:nvSpPr>
                  <p:cNvPr id="4604" name="Google Shape;4604;p107"/>
                  <p:cNvSpPr/>
                  <p:nvPr/>
                </p:nvSpPr>
                <p:spPr>
                  <a:xfrm>
                    <a:off x="6802225" y="2313150"/>
                    <a:ext cx="437775" cy="596300"/>
                  </a:xfrm>
                  <a:custGeom>
                    <a:rect b="b" l="l" r="r" t="t"/>
                    <a:pathLst>
                      <a:path extrusionOk="0" h="23852" w="17511">
                        <a:moveTo>
                          <a:pt x="9288" y="1"/>
                        </a:moveTo>
                        <a:cubicBezTo>
                          <a:pt x="9209" y="1"/>
                          <a:pt x="9130" y="3"/>
                          <a:pt x="9050" y="8"/>
                        </a:cubicBezTo>
                        <a:cubicBezTo>
                          <a:pt x="7561" y="99"/>
                          <a:pt x="6572" y="763"/>
                          <a:pt x="5960" y="1775"/>
                        </a:cubicBezTo>
                        <a:cubicBezTo>
                          <a:pt x="4875" y="3570"/>
                          <a:pt x="4978" y="6463"/>
                          <a:pt x="5596" y="9196"/>
                        </a:cubicBezTo>
                        <a:cubicBezTo>
                          <a:pt x="5623" y="9316"/>
                          <a:pt x="5650" y="9432"/>
                          <a:pt x="5680" y="9549"/>
                        </a:cubicBezTo>
                        <a:cubicBezTo>
                          <a:pt x="6384" y="12450"/>
                          <a:pt x="4861" y="12269"/>
                          <a:pt x="3358" y="12991"/>
                        </a:cubicBezTo>
                        <a:cubicBezTo>
                          <a:pt x="2593" y="13355"/>
                          <a:pt x="1834" y="13953"/>
                          <a:pt x="1373" y="15299"/>
                        </a:cubicBezTo>
                        <a:cubicBezTo>
                          <a:pt x="0" y="19298"/>
                          <a:pt x="4617" y="23852"/>
                          <a:pt x="4617" y="23852"/>
                        </a:cubicBezTo>
                        <a:lnTo>
                          <a:pt x="15475" y="23852"/>
                        </a:lnTo>
                        <a:cubicBezTo>
                          <a:pt x="16484" y="23150"/>
                          <a:pt x="17015" y="22005"/>
                          <a:pt x="17176" y="20775"/>
                        </a:cubicBezTo>
                        <a:cubicBezTo>
                          <a:pt x="17511" y="18216"/>
                          <a:pt x="16234" y="15299"/>
                          <a:pt x="14275" y="15299"/>
                        </a:cubicBezTo>
                        <a:cubicBezTo>
                          <a:pt x="14260" y="15299"/>
                          <a:pt x="14245" y="15299"/>
                          <a:pt x="14229" y="15299"/>
                        </a:cubicBezTo>
                        <a:cubicBezTo>
                          <a:pt x="14181" y="15300"/>
                          <a:pt x="14132" y="15301"/>
                          <a:pt x="14085" y="15301"/>
                        </a:cubicBezTo>
                        <a:cubicBezTo>
                          <a:pt x="11259" y="15301"/>
                          <a:pt x="10216" y="13360"/>
                          <a:pt x="12792" y="9897"/>
                        </a:cubicBezTo>
                        <a:cubicBezTo>
                          <a:pt x="12979" y="9643"/>
                          <a:pt x="13143" y="9376"/>
                          <a:pt x="13284" y="9099"/>
                        </a:cubicBezTo>
                        <a:cubicBezTo>
                          <a:pt x="15064" y="5534"/>
                          <a:pt x="13074" y="1"/>
                          <a:pt x="9288" y="1"/>
                        </a:cubicBez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5" name="Google Shape;4605;p107"/>
                  <p:cNvSpPr/>
                  <p:nvPr/>
                </p:nvSpPr>
                <p:spPr>
                  <a:xfrm>
                    <a:off x="6902800" y="2699475"/>
                    <a:ext cx="209875" cy="209975"/>
                  </a:xfrm>
                  <a:custGeom>
                    <a:rect b="b" l="l" r="r" t="t"/>
                    <a:pathLst>
                      <a:path extrusionOk="0" h="8399" w="8395">
                        <a:moveTo>
                          <a:pt x="60" y="0"/>
                        </a:moveTo>
                        <a:lnTo>
                          <a:pt x="0" y="63"/>
                        </a:lnTo>
                        <a:lnTo>
                          <a:pt x="8335" y="8399"/>
                        </a:lnTo>
                        <a:lnTo>
                          <a:pt x="8395" y="8336"/>
                        </a:lnTo>
                        <a:lnTo>
                          <a:pt x="6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6" name="Google Shape;4606;p107"/>
                  <p:cNvSpPr/>
                  <p:nvPr/>
                </p:nvSpPr>
                <p:spPr>
                  <a:xfrm>
                    <a:off x="6941025" y="2439375"/>
                    <a:ext cx="126400" cy="299875"/>
                  </a:xfrm>
                  <a:custGeom>
                    <a:rect b="b" l="l" r="r" t="t"/>
                    <a:pathLst>
                      <a:path extrusionOk="0" h="11995" w="5056">
                        <a:moveTo>
                          <a:pt x="4972" y="1"/>
                        </a:moveTo>
                        <a:lnTo>
                          <a:pt x="1" y="11960"/>
                        </a:lnTo>
                        <a:lnTo>
                          <a:pt x="84" y="11994"/>
                        </a:lnTo>
                        <a:lnTo>
                          <a:pt x="5055" y="34"/>
                        </a:lnTo>
                        <a:lnTo>
                          <a:pt x="497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7" name="Google Shape;4607;p107"/>
                  <p:cNvSpPr/>
                  <p:nvPr/>
                </p:nvSpPr>
                <p:spPr>
                  <a:xfrm>
                    <a:off x="7031150" y="2492425"/>
                    <a:ext cx="73200" cy="32100"/>
                  </a:xfrm>
                  <a:custGeom>
                    <a:rect b="b" l="l" r="r" t="t"/>
                    <a:pathLst>
                      <a:path extrusionOk="0" h="1284" w="2928">
                        <a:moveTo>
                          <a:pt x="2894" y="0"/>
                        </a:moveTo>
                        <a:lnTo>
                          <a:pt x="1" y="1203"/>
                        </a:lnTo>
                        <a:lnTo>
                          <a:pt x="34" y="1283"/>
                        </a:lnTo>
                        <a:lnTo>
                          <a:pt x="2927" y="80"/>
                        </a:lnTo>
                        <a:lnTo>
                          <a:pt x="289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8" name="Google Shape;4608;p107"/>
                  <p:cNvSpPr/>
                  <p:nvPr/>
                </p:nvSpPr>
                <p:spPr>
                  <a:xfrm>
                    <a:off x="6971600" y="2493000"/>
                    <a:ext cx="37200" cy="83375"/>
                  </a:xfrm>
                  <a:custGeom>
                    <a:rect b="b" l="l" r="r" t="t"/>
                    <a:pathLst>
                      <a:path extrusionOk="0" h="3335" w="1488">
                        <a:moveTo>
                          <a:pt x="81" y="1"/>
                        </a:moveTo>
                        <a:lnTo>
                          <a:pt x="1" y="33"/>
                        </a:lnTo>
                        <a:lnTo>
                          <a:pt x="1404" y="3334"/>
                        </a:lnTo>
                        <a:lnTo>
                          <a:pt x="1487" y="3298"/>
                        </a:lnTo>
                        <a:lnTo>
                          <a:pt x="8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9" name="Google Shape;4609;p107"/>
                  <p:cNvSpPr/>
                  <p:nvPr/>
                </p:nvSpPr>
                <p:spPr>
                  <a:xfrm>
                    <a:off x="7058950" y="2771450"/>
                    <a:ext cx="2225" cy="85300"/>
                  </a:xfrm>
                  <a:custGeom>
                    <a:rect b="b" l="l" r="r" t="t"/>
                    <a:pathLst>
                      <a:path extrusionOk="0" h="3412" w="89">
                        <a:moveTo>
                          <a:pt x="1" y="0"/>
                        </a:moveTo>
                        <a:lnTo>
                          <a:pt x="1" y="3412"/>
                        </a:lnTo>
                        <a:lnTo>
                          <a:pt x="88" y="3412"/>
                        </a:lnTo>
                        <a:lnTo>
                          <a:pt x="8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0" name="Google Shape;4610;p107"/>
                  <p:cNvSpPr/>
                  <p:nvPr/>
                </p:nvSpPr>
                <p:spPr>
                  <a:xfrm>
                    <a:off x="6915475" y="2804950"/>
                    <a:ext cx="93900" cy="2275"/>
                  </a:xfrm>
                  <a:custGeom>
                    <a:rect b="b" l="l" r="r" t="t"/>
                    <a:pathLst>
                      <a:path extrusionOk="0" h="91" w="3756">
                        <a:moveTo>
                          <a:pt x="1" y="0"/>
                        </a:moveTo>
                        <a:lnTo>
                          <a:pt x="1" y="91"/>
                        </a:lnTo>
                        <a:lnTo>
                          <a:pt x="3755" y="91"/>
                        </a:lnTo>
                        <a:lnTo>
                          <a:pt x="375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11" name="Google Shape;4611;p107"/>
                <p:cNvSpPr/>
                <p:nvPr/>
              </p:nvSpPr>
              <p:spPr>
                <a:xfrm>
                  <a:off x="5587945" y="4208025"/>
                  <a:ext cx="1110900" cy="180300"/>
                </a:xfrm>
                <a:prstGeom prst="rect">
                  <a:avLst/>
                </a:pr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12" name="Google Shape;4612;p107"/>
                <p:cNvCxnSpPr/>
                <p:nvPr/>
              </p:nvCxnSpPr>
              <p:spPr>
                <a:xfrm>
                  <a:off x="6266021" y="3929870"/>
                  <a:ext cx="432900" cy="0"/>
                </a:xfrm>
                <a:prstGeom prst="straightConnector1">
                  <a:avLst/>
                </a:prstGeom>
                <a:noFill/>
                <a:ln cap="flat" cmpd="sng" w="19050">
                  <a:solidFill>
                    <a:srgbClr val="4F47BF"/>
                  </a:solidFill>
                  <a:prstDash val="solid"/>
                  <a:round/>
                  <a:headEnd len="med" w="med" type="none"/>
                  <a:tailEnd len="med" w="med" type="none"/>
                </a:ln>
              </p:spPr>
            </p:cxnSp>
          </p:grpSp>
        </p:grpSp>
        <p:sp>
          <p:nvSpPr>
            <p:cNvPr id="4613" name="Google Shape;4613;p107"/>
            <p:cNvSpPr/>
            <p:nvPr/>
          </p:nvSpPr>
          <p:spPr>
            <a:xfrm>
              <a:off x="902669" y="2178788"/>
              <a:ext cx="170713" cy="186213"/>
            </a:xfrm>
            <a:custGeom>
              <a:rect b="b" l="l" r="r" t="t"/>
              <a:pathLst>
                <a:path extrusionOk="0" h="4517" w="4141">
                  <a:moveTo>
                    <a:pt x="2676" y="0"/>
                  </a:moveTo>
                  <a:cubicBezTo>
                    <a:pt x="2574" y="0"/>
                    <a:pt x="2467" y="9"/>
                    <a:pt x="2352" y="27"/>
                  </a:cubicBezTo>
                  <a:cubicBezTo>
                    <a:pt x="1031" y="242"/>
                    <a:pt x="848" y="1654"/>
                    <a:pt x="848" y="1654"/>
                  </a:cubicBezTo>
                  <a:lnTo>
                    <a:pt x="1" y="4516"/>
                  </a:lnTo>
                  <a:lnTo>
                    <a:pt x="3419" y="3404"/>
                  </a:lnTo>
                  <a:cubicBezTo>
                    <a:pt x="3419" y="3404"/>
                    <a:pt x="3861" y="2429"/>
                    <a:pt x="4006" y="1673"/>
                  </a:cubicBezTo>
                  <a:cubicBezTo>
                    <a:pt x="4140" y="977"/>
                    <a:pt x="3752" y="0"/>
                    <a:pt x="2676" y="0"/>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4" name="Google Shape;4614;p107"/>
            <p:cNvSpPr/>
            <p:nvPr/>
          </p:nvSpPr>
          <p:spPr>
            <a:xfrm>
              <a:off x="834442" y="2449595"/>
              <a:ext cx="139835" cy="508964"/>
            </a:xfrm>
            <a:custGeom>
              <a:rect b="b" l="l" r="r" t="t"/>
              <a:pathLst>
                <a:path extrusionOk="0" h="12346" w="3392">
                  <a:moveTo>
                    <a:pt x="2059" y="0"/>
                  </a:moveTo>
                  <a:cubicBezTo>
                    <a:pt x="1783" y="0"/>
                    <a:pt x="1473" y="144"/>
                    <a:pt x="1140" y="499"/>
                  </a:cubicBezTo>
                  <a:cubicBezTo>
                    <a:pt x="1" y="1707"/>
                    <a:pt x="238" y="10458"/>
                    <a:pt x="480" y="11593"/>
                  </a:cubicBezTo>
                  <a:cubicBezTo>
                    <a:pt x="595" y="12145"/>
                    <a:pt x="788" y="12346"/>
                    <a:pt x="969" y="12346"/>
                  </a:cubicBezTo>
                  <a:cubicBezTo>
                    <a:pt x="1160" y="12346"/>
                    <a:pt x="1337" y="12122"/>
                    <a:pt x="1395" y="11852"/>
                  </a:cubicBezTo>
                  <a:cubicBezTo>
                    <a:pt x="1395" y="11852"/>
                    <a:pt x="3392" y="2642"/>
                    <a:pt x="3269" y="1589"/>
                  </a:cubicBezTo>
                  <a:cubicBezTo>
                    <a:pt x="3186" y="841"/>
                    <a:pt x="2724" y="0"/>
                    <a:pt x="2059"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5" name="Google Shape;4615;p107"/>
            <p:cNvSpPr/>
            <p:nvPr/>
          </p:nvSpPr>
          <p:spPr>
            <a:xfrm>
              <a:off x="843305" y="2887652"/>
              <a:ext cx="97580" cy="221213"/>
            </a:xfrm>
            <a:custGeom>
              <a:rect b="b" l="l" r="r" t="t"/>
              <a:pathLst>
                <a:path extrusionOk="0" h="5366" w="2367">
                  <a:moveTo>
                    <a:pt x="590" y="1"/>
                  </a:moveTo>
                  <a:cubicBezTo>
                    <a:pt x="557" y="1"/>
                    <a:pt x="525" y="8"/>
                    <a:pt x="492" y="23"/>
                  </a:cubicBezTo>
                  <a:cubicBezTo>
                    <a:pt x="0" y="256"/>
                    <a:pt x="105" y="2353"/>
                    <a:pt x="438" y="3205"/>
                  </a:cubicBezTo>
                  <a:cubicBezTo>
                    <a:pt x="770" y="4062"/>
                    <a:pt x="1500" y="5351"/>
                    <a:pt x="1764" y="5366"/>
                  </a:cubicBezTo>
                  <a:cubicBezTo>
                    <a:pt x="1766" y="5366"/>
                    <a:pt x="1767" y="5366"/>
                    <a:pt x="1768" y="5366"/>
                  </a:cubicBezTo>
                  <a:cubicBezTo>
                    <a:pt x="2018" y="5366"/>
                    <a:pt x="1467" y="4078"/>
                    <a:pt x="1323" y="3660"/>
                  </a:cubicBezTo>
                  <a:cubicBezTo>
                    <a:pt x="1172" y="3241"/>
                    <a:pt x="1268" y="2753"/>
                    <a:pt x="1268" y="2753"/>
                  </a:cubicBezTo>
                  <a:cubicBezTo>
                    <a:pt x="1276" y="2700"/>
                    <a:pt x="1310" y="2667"/>
                    <a:pt x="1361" y="2667"/>
                  </a:cubicBezTo>
                  <a:cubicBezTo>
                    <a:pt x="1421" y="2667"/>
                    <a:pt x="1504" y="2714"/>
                    <a:pt x="1591" y="2831"/>
                  </a:cubicBezTo>
                  <a:cubicBezTo>
                    <a:pt x="1749" y="3044"/>
                    <a:pt x="1804" y="4066"/>
                    <a:pt x="2077" y="4066"/>
                  </a:cubicBezTo>
                  <a:cubicBezTo>
                    <a:pt x="2079" y="4066"/>
                    <a:pt x="2081" y="4066"/>
                    <a:pt x="2083" y="4066"/>
                  </a:cubicBezTo>
                  <a:cubicBezTo>
                    <a:pt x="2366" y="4049"/>
                    <a:pt x="2074" y="2467"/>
                    <a:pt x="1764" y="1947"/>
                  </a:cubicBezTo>
                  <a:cubicBezTo>
                    <a:pt x="1479" y="1458"/>
                    <a:pt x="1050" y="1"/>
                    <a:pt x="590"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6" name="Google Shape;4616;p107"/>
            <p:cNvSpPr/>
            <p:nvPr/>
          </p:nvSpPr>
          <p:spPr>
            <a:xfrm>
              <a:off x="1157646" y="3771763"/>
              <a:ext cx="492309" cy="263015"/>
            </a:xfrm>
            <a:custGeom>
              <a:rect b="b" l="l" r="r" t="t"/>
              <a:pathLst>
                <a:path extrusionOk="0" h="6380" w="11942">
                  <a:moveTo>
                    <a:pt x="6233" y="189"/>
                  </a:moveTo>
                  <a:cubicBezTo>
                    <a:pt x="6747" y="189"/>
                    <a:pt x="7234" y="427"/>
                    <a:pt x="7557" y="847"/>
                  </a:cubicBezTo>
                  <a:lnTo>
                    <a:pt x="11654" y="6192"/>
                  </a:lnTo>
                  <a:lnTo>
                    <a:pt x="228" y="6192"/>
                  </a:lnTo>
                  <a:cubicBezTo>
                    <a:pt x="228" y="4501"/>
                    <a:pt x="1404" y="3937"/>
                    <a:pt x="2543" y="3394"/>
                  </a:cubicBezTo>
                  <a:cubicBezTo>
                    <a:pt x="3478" y="2948"/>
                    <a:pt x="4362" y="2524"/>
                    <a:pt x="4590" y="1530"/>
                  </a:cubicBezTo>
                  <a:lnTo>
                    <a:pt x="4609" y="1439"/>
                  </a:lnTo>
                  <a:cubicBezTo>
                    <a:pt x="4767" y="810"/>
                    <a:pt x="5242" y="359"/>
                    <a:pt x="5880" y="227"/>
                  </a:cubicBezTo>
                  <a:cubicBezTo>
                    <a:pt x="5998" y="201"/>
                    <a:pt x="6116" y="189"/>
                    <a:pt x="6233" y="189"/>
                  </a:cubicBezTo>
                  <a:close/>
                  <a:moveTo>
                    <a:pt x="6227" y="0"/>
                  </a:moveTo>
                  <a:cubicBezTo>
                    <a:pt x="6100" y="0"/>
                    <a:pt x="5972" y="13"/>
                    <a:pt x="5844" y="40"/>
                  </a:cubicBezTo>
                  <a:cubicBezTo>
                    <a:pt x="5141" y="186"/>
                    <a:pt x="4599" y="706"/>
                    <a:pt x="4430" y="1394"/>
                  </a:cubicBezTo>
                  <a:lnTo>
                    <a:pt x="4407" y="1489"/>
                  </a:lnTo>
                  <a:cubicBezTo>
                    <a:pt x="4203" y="2396"/>
                    <a:pt x="3355" y="2797"/>
                    <a:pt x="2461" y="3226"/>
                  </a:cubicBezTo>
                  <a:cubicBezTo>
                    <a:pt x="1308" y="3777"/>
                    <a:pt x="0" y="4406"/>
                    <a:pt x="42" y="6284"/>
                  </a:cubicBezTo>
                  <a:cubicBezTo>
                    <a:pt x="42" y="6339"/>
                    <a:pt x="82" y="6379"/>
                    <a:pt x="133" y="6379"/>
                  </a:cubicBezTo>
                  <a:lnTo>
                    <a:pt x="11841" y="6379"/>
                  </a:lnTo>
                  <a:cubicBezTo>
                    <a:pt x="11877" y="6379"/>
                    <a:pt x="11910" y="6356"/>
                    <a:pt x="11928" y="6325"/>
                  </a:cubicBezTo>
                  <a:cubicBezTo>
                    <a:pt x="11942" y="6293"/>
                    <a:pt x="11937" y="6257"/>
                    <a:pt x="11919" y="6230"/>
                  </a:cubicBezTo>
                  <a:lnTo>
                    <a:pt x="7703" y="733"/>
                  </a:lnTo>
                  <a:cubicBezTo>
                    <a:pt x="7345" y="263"/>
                    <a:pt x="6801" y="0"/>
                    <a:pt x="6227"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7" name="Google Shape;4617;p107"/>
            <p:cNvSpPr/>
            <p:nvPr/>
          </p:nvSpPr>
          <p:spPr>
            <a:xfrm>
              <a:off x="1413199" y="3771805"/>
              <a:ext cx="107309" cy="262974"/>
            </a:xfrm>
            <a:custGeom>
              <a:rect b="b" l="l" r="r" t="t"/>
              <a:pathLst>
                <a:path extrusionOk="0" h="6379" w="2603">
                  <a:moveTo>
                    <a:pt x="105" y="0"/>
                  </a:moveTo>
                  <a:cubicBezTo>
                    <a:pt x="94" y="0"/>
                    <a:pt x="83" y="2"/>
                    <a:pt x="72" y="7"/>
                  </a:cubicBezTo>
                  <a:cubicBezTo>
                    <a:pt x="23" y="25"/>
                    <a:pt x="0" y="80"/>
                    <a:pt x="18" y="130"/>
                  </a:cubicBezTo>
                  <a:lnTo>
                    <a:pt x="2411" y="6315"/>
                  </a:lnTo>
                  <a:cubicBezTo>
                    <a:pt x="2424" y="6355"/>
                    <a:pt x="2461" y="6378"/>
                    <a:pt x="2497" y="6378"/>
                  </a:cubicBezTo>
                  <a:cubicBezTo>
                    <a:pt x="2512" y="6378"/>
                    <a:pt x="2520" y="6374"/>
                    <a:pt x="2529" y="6370"/>
                  </a:cubicBezTo>
                  <a:cubicBezTo>
                    <a:pt x="2579" y="6351"/>
                    <a:pt x="2602" y="6296"/>
                    <a:pt x="2584" y="6250"/>
                  </a:cubicBezTo>
                  <a:lnTo>
                    <a:pt x="191" y="62"/>
                  </a:lnTo>
                  <a:cubicBezTo>
                    <a:pt x="177" y="23"/>
                    <a:pt x="142" y="0"/>
                    <a:pt x="105"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8" name="Google Shape;4618;p107"/>
            <p:cNvSpPr/>
            <p:nvPr/>
          </p:nvSpPr>
          <p:spPr>
            <a:xfrm>
              <a:off x="1318464" y="3866128"/>
              <a:ext cx="164488" cy="71154"/>
            </a:xfrm>
            <a:custGeom>
              <a:rect b="b" l="l" r="r" t="t"/>
              <a:pathLst>
                <a:path extrusionOk="0" h="1726" w="3990">
                  <a:moveTo>
                    <a:pt x="109" y="1"/>
                  </a:moveTo>
                  <a:cubicBezTo>
                    <a:pt x="72" y="1"/>
                    <a:pt x="36" y="23"/>
                    <a:pt x="18" y="62"/>
                  </a:cubicBezTo>
                  <a:cubicBezTo>
                    <a:pt x="1" y="107"/>
                    <a:pt x="24" y="161"/>
                    <a:pt x="73" y="180"/>
                  </a:cubicBezTo>
                  <a:lnTo>
                    <a:pt x="3847" y="1716"/>
                  </a:lnTo>
                  <a:cubicBezTo>
                    <a:pt x="3857" y="1720"/>
                    <a:pt x="3870" y="1726"/>
                    <a:pt x="3880" y="1726"/>
                  </a:cubicBezTo>
                  <a:cubicBezTo>
                    <a:pt x="3920" y="1726"/>
                    <a:pt x="3952" y="1703"/>
                    <a:pt x="3966" y="1665"/>
                  </a:cubicBezTo>
                  <a:cubicBezTo>
                    <a:pt x="3989" y="1616"/>
                    <a:pt x="3966" y="1566"/>
                    <a:pt x="3916" y="1543"/>
                  </a:cubicBezTo>
                  <a:lnTo>
                    <a:pt x="142" y="7"/>
                  </a:lnTo>
                  <a:cubicBezTo>
                    <a:pt x="131" y="3"/>
                    <a:pt x="120" y="1"/>
                    <a:pt x="109"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9" name="Google Shape;4619;p107"/>
            <p:cNvSpPr/>
            <p:nvPr/>
          </p:nvSpPr>
          <p:spPr>
            <a:xfrm>
              <a:off x="1462587" y="3853595"/>
              <a:ext cx="54170" cy="53593"/>
            </a:xfrm>
            <a:custGeom>
              <a:rect b="b" l="l" r="r" t="t"/>
              <a:pathLst>
                <a:path extrusionOk="0" h="1300" w="1314">
                  <a:moveTo>
                    <a:pt x="1211" y="1"/>
                  </a:moveTo>
                  <a:cubicBezTo>
                    <a:pt x="1187" y="1"/>
                    <a:pt x="1163" y="10"/>
                    <a:pt x="1144" y="28"/>
                  </a:cubicBezTo>
                  <a:lnTo>
                    <a:pt x="37" y="1140"/>
                  </a:lnTo>
                  <a:cubicBezTo>
                    <a:pt x="1" y="1176"/>
                    <a:pt x="1" y="1237"/>
                    <a:pt x="37" y="1273"/>
                  </a:cubicBezTo>
                  <a:cubicBezTo>
                    <a:pt x="56" y="1291"/>
                    <a:pt x="77" y="1300"/>
                    <a:pt x="100" y="1300"/>
                  </a:cubicBezTo>
                  <a:cubicBezTo>
                    <a:pt x="128" y="1300"/>
                    <a:pt x="151" y="1291"/>
                    <a:pt x="169" y="1273"/>
                  </a:cubicBezTo>
                  <a:lnTo>
                    <a:pt x="1276" y="160"/>
                  </a:lnTo>
                  <a:cubicBezTo>
                    <a:pt x="1314" y="124"/>
                    <a:pt x="1314" y="65"/>
                    <a:pt x="1276" y="28"/>
                  </a:cubicBezTo>
                  <a:cubicBezTo>
                    <a:pt x="1258" y="10"/>
                    <a:pt x="1234" y="1"/>
                    <a:pt x="1211"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0" name="Google Shape;4620;p107"/>
            <p:cNvSpPr/>
            <p:nvPr/>
          </p:nvSpPr>
          <p:spPr>
            <a:xfrm>
              <a:off x="1272787" y="3899396"/>
              <a:ext cx="234364" cy="100630"/>
            </a:xfrm>
            <a:custGeom>
              <a:rect b="b" l="l" r="r" t="t"/>
              <a:pathLst>
                <a:path extrusionOk="0" h="2441" w="5685">
                  <a:moveTo>
                    <a:pt x="110" y="0"/>
                  </a:moveTo>
                  <a:cubicBezTo>
                    <a:pt x="73" y="0"/>
                    <a:pt x="37" y="21"/>
                    <a:pt x="20" y="57"/>
                  </a:cubicBezTo>
                  <a:cubicBezTo>
                    <a:pt x="1" y="107"/>
                    <a:pt x="24" y="162"/>
                    <a:pt x="70" y="180"/>
                  </a:cubicBezTo>
                  <a:lnTo>
                    <a:pt x="5543" y="2431"/>
                  </a:lnTo>
                  <a:cubicBezTo>
                    <a:pt x="5552" y="2436"/>
                    <a:pt x="5566" y="2440"/>
                    <a:pt x="5580" y="2440"/>
                  </a:cubicBezTo>
                  <a:cubicBezTo>
                    <a:pt x="5617" y="2440"/>
                    <a:pt x="5648" y="2417"/>
                    <a:pt x="5662" y="2381"/>
                  </a:cubicBezTo>
                  <a:cubicBezTo>
                    <a:pt x="5685" y="2331"/>
                    <a:pt x="5662" y="2276"/>
                    <a:pt x="5611" y="2259"/>
                  </a:cubicBezTo>
                  <a:lnTo>
                    <a:pt x="142" y="6"/>
                  </a:lnTo>
                  <a:cubicBezTo>
                    <a:pt x="132" y="2"/>
                    <a:pt x="121" y="0"/>
                    <a:pt x="110"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1" name="Google Shape;4621;p107"/>
            <p:cNvSpPr/>
            <p:nvPr/>
          </p:nvSpPr>
          <p:spPr>
            <a:xfrm>
              <a:off x="1659478" y="3630609"/>
              <a:ext cx="326791" cy="406602"/>
            </a:xfrm>
            <a:custGeom>
              <a:rect b="b" l="l" r="r" t="t"/>
              <a:pathLst>
                <a:path extrusionOk="0" h="9863" w="7927">
                  <a:moveTo>
                    <a:pt x="7630" y="0"/>
                  </a:moveTo>
                  <a:cubicBezTo>
                    <a:pt x="7630" y="1"/>
                    <a:pt x="2211" y="2494"/>
                    <a:pt x="1" y="9863"/>
                  </a:cubicBezTo>
                  <a:lnTo>
                    <a:pt x="4508" y="9863"/>
                  </a:lnTo>
                  <a:cubicBezTo>
                    <a:pt x="4508" y="9863"/>
                    <a:pt x="7927" y="4923"/>
                    <a:pt x="7630"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2" name="Google Shape;4622;p107"/>
            <p:cNvSpPr/>
            <p:nvPr/>
          </p:nvSpPr>
          <p:spPr>
            <a:xfrm>
              <a:off x="1251556" y="2975997"/>
              <a:ext cx="418516" cy="1063275"/>
            </a:xfrm>
            <a:custGeom>
              <a:rect b="b" l="l" r="r" t="t"/>
              <a:pathLst>
                <a:path extrusionOk="0" h="25792" w="10152">
                  <a:moveTo>
                    <a:pt x="1" y="0"/>
                  </a:moveTo>
                  <a:cubicBezTo>
                    <a:pt x="215" y="19981"/>
                    <a:pt x="10152" y="25792"/>
                    <a:pt x="10152" y="25792"/>
                  </a:cubicBezTo>
                  <a:cubicBezTo>
                    <a:pt x="9723" y="9134"/>
                    <a:pt x="1" y="1"/>
                    <a:pt x="1"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3" name="Google Shape;4623;p107"/>
            <p:cNvSpPr/>
            <p:nvPr/>
          </p:nvSpPr>
          <p:spPr>
            <a:xfrm>
              <a:off x="1249124" y="2975049"/>
              <a:ext cx="423381" cy="1065172"/>
            </a:xfrm>
            <a:custGeom>
              <a:rect b="b" l="l" r="r" t="t"/>
              <a:pathLst>
                <a:path extrusionOk="0" h="25838" w="10270">
                  <a:moveTo>
                    <a:pt x="120" y="0"/>
                  </a:moveTo>
                  <a:lnTo>
                    <a:pt x="1" y="46"/>
                  </a:lnTo>
                  <a:lnTo>
                    <a:pt x="10150" y="25838"/>
                  </a:lnTo>
                  <a:lnTo>
                    <a:pt x="10270" y="25792"/>
                  </a:lnTo>
                  <a:lnTo>
                    <a:pt x="12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4" name="Google Shape;4624;p107"/>
            <p:cNvSpPr/>
            <p:nvPr/>
          </p:nvSpPr>
          <p:spPr>
            <a:xfrm>
              <a:off x="1513871" y="3539997"/>
              <a:ext cx="72185" cy="109576"/>
            </a:xfrm>
            <a:custGeom>
              <a:rect b="b" l="l" r="r" t="t"/>
              <a:pathLst>
                <a:path extrusionOk="0" h="2658" w="1751">
                  <a:moveTo>
                    <a:pt x="1641" y="1"/>
                  </a:moveTo>
                  <a:lnTo>
                    <a:pt x="1" y="2590"/>
                  </a:lnTo>
                  <a:lnTo>
                    <a:pt x="110" y="2658"/>
                  </a:lnTo>
                  <a:lnTo>
                    <a:pt x="1751" y="70"/>
                  </a:lnTo>
                  <a:lnTo>
                    <a:pt x="164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5" name="Google Shape;4625;p107"/>
            <p:cNvSpPr/>
            <p:nvPr/>
          </p:nvSpPr>
          <p:spPr>
            <a:xfrm>
              <a:off x="1300614" y="3411663"/>
              <a:ext cx="131590" cy="24694"/>
            </a:xfrm>
            <a:custGeom>
              <a:rect b="b" l="l" r="r" t="t"/>
              <a:pathLst>
                <a:path extrusionOk="0" h="599" w="3192">
                  <a:moveTo>
                    <a:pt x="24" y="1"/>
                  </a:moveTo>
                  <a:lnTo>
                    <a:pt x="1" y="124"/>
                  </a:lnTo>
                  <a:lnTo>
                    <a:pt x="3169" y="598"/>
                  </a:lnTo>
                  <a:lnTo>
                    <a:pt x="3192" y="471"/>
                  </a:lnTo>
                  <a:lnTo>
                    <a:pt x="2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6" name="Google Shape;4626;p107"/>
            <p:cNvSpPr/>
            <p:nvPr/>
          </p:nvSpPr>
          <p:spPr>
            <a:xfrm>
              <a:off x="1390649" y="3211227"/>
              <a:ext cx="43575" cy="125365"/>
            </a:xfrm>
            <a:custGeom>
              <a:rect b="b" l="l" r="r" t="t"/>
              <a:pathLst>
                <a:path extrusionOk="0" h="3041" w="1057">
                  <a:moveTo>
                    <a:pt x="934" y="1"/>
                  </a:moveTo>
                  <a:lnTo>
                    <a:pt x="0" y="2999"/>
                  </a:lnTo>
                  <a:lnTo>
                    <a:pt x="123" y="3040"/>
                  </a:lnTo>
                  <a:lnTo>
                    <a:pt x="1057" y="37"/>
                  </a:lnTo>
                  <a:lnTo>
                    <a:pt x="93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7" name="Google Shape;4627;p107"/>
            <p:cNvSpPr/>
            <p:nvPr/>
          </p:nvSpPr>
          <p:spPr>
            <a:xfrm>
              <a:off x="1470873" y="3825232"/>
              <a:ext cx="128375" cy="34794"/>
            </a:xfrm>
            <a:custGeom>
              <a:rect b="b" l="l" r="r" t="t"/>
              <a:pathLst>
                <a:path extrusionOk="0" h="844" w="3114">
                  <a:moveTo>
                    <a:pt x="27" y="0"/>
                  </a:moveTo>
                  <a:lnTo>
                    <a:pt x="0" y="124"/>
                  </a:lnTo>
                  <a:lnTo>
                    <a:pt x="3081" y="844"/>
                  </a:lnTo>
                  <a:lnTo>
                    <a:pt x="3113" y="721"/>
                  </a:lnTo>
                  <a:lnTo>
                    <a:pt x="2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8" name="Google Shape;4628;p107"/>
            <p:cNvSpPr/>
            <p:nvPr/>
          </p:nvSpPr>
          <p:spPr>
            <a:xfrm>
              <a:off x="1599207" y="2928630"/>
              <a:ext cx="352309" cy="1108581"/>
            </a:xfrm>
            <a:custGeom>
              <a:rect b="b" l="l" r="r" t="t"/>
              <a:pathLst>
                <a:path extrusionOk="0" h="26891" w="8546">
                  <a:moveTo>
                    <a:pt x="6203" y="1"/>
                  </a:moveTo>
                  <a:cubicBezTo>
                    <a:pt x="6203" y="1"/>
                    <a:pt x="0" y="11194"/>
                    <a:pt x="1723" y="26891"/>
                  </a:cubicBezTo>
                  <a:cubicBezTo>
                    <a:pt x="1723" y="26891"/>
                    <a:pt x="7333" y="19763"/>
                    <a:pt x="7461" y="15784"/>
                  </a:cubicBezTo>
                  <a:lnTo>
                    <a:pt x="5154" y="15784"/>
                  </a:lnTo>
                  <a:lnTo>
                    <a:pt x="7461" y="14818"/>
                  </a:lnTo>
                  <a:cubicBezTo>
                    <a:pt x="7461" y="14818"/>
                    <a:pt x="8545" y="4818"/>
                    <a:pt x="6203"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9" name="Google Shape;4629;p107"/>
            <p:cNvSpPr/>
            <p:nvPr/>
          </p:nvSpPr>
          <p:spPr>
            <a:xfrm>
              <a:off x="1666445" y="2928053"/>
              <a:ext cx="192273" cy="1109942"/>
            </a:xfrm>
            <a:custGeom>
              <a:rect b="b" l="l" r="r" t="t"/>
              <a:pathLst>
                <a:path extrusionOk="0" h="26924" w="4664">
                  <a:moveTo>
                    <a:pt x="4480" y="0"/>
                  </a:moveTo>
                  <a:lnTo>
                    <a:pt x="0" y="26891"/>
                  </a:lnTo>
                  <a:lnTo>
                    <a:pt x="183" y="26923"/>
                  </a:lnTo>
                  <a:lnTo>
                    <a:pt x="4663" y="33"/>
                  </a:lnTo>
                  <a:lnTo>
                    <a:pt x="4480"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0" name="Google Shape;4630;p107"/>
            <p:cNvSpPr/>
            <p:nvPr/>
          </p:nvSpPr>
          <p:spPr>
            <a:xfrm>
              <a:off x="1675432" y="3443654"/>
              <a:ext cx="66372" cy="186213"/>
            </a:xfrm>
            <a:custGeom>
              <a:rect b="b" l="l" r="r" t="t"/>
              <a:pathLst>
                <a:path extrusionOk="0" h="4517" w="1610">
                  <a:moveTo>
                    <a:pt x="252" y="0"/>
                  </a:moveTo>
                  <a:lnTo>
                    <a:pt x="252" y="0"/>
                  </a:lnTo>
                  <a:cubicBezTo>
                    <a:pt x="238" y="73"/>
                    <a:pt x="1" y="1833"/>
                    <a:pt x="1446" y="4517"/>
                  </a:cubicBezTo>
                  <a:lnTo>
                    <a:pt x="1610" y="4430"/>
                  </a:lnTo>
                  <a:cubicBezTo>
                    <a:pt x="198" y="1801"/>
                    <a:pt x="434" y="45"/>
                    <a:pt x="434" y="28"/>
                  </a:cubicBezTo>
                  <a:lnTo>
                    <a:pt x="252"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1" name="Google Shape;4631;p107"/>
            <p:cNvSpPr/>
            <p:nvPr/>
          </p:nvSpPr>
          <p:spPr>
            <a:xfrm>
              <a:off x="1668135" y="3555415"/>
              <a:ext cx="60353" cy="152780"/>
            </a:xfrm>
            <a:custGeom>
              <a:rect b="b" l="l" r="r" t="t"/>
              <a:pathLst>
                <a:path extrusionOk="0" h="3706" w="1464">
                  <a:moveTo>
                    <a:pt x="28" y="1"/>
                  </a:moveTo>
                  <a:cubicBezTo>
                    <a:pt x="28" y="87"/>
                    <a:pt x="1" y="2111"/>
                    <a:pt x="1318" y="3706"/>
                  </a:cubicBezTo>
                  <a:lnTo>
                    <a:pt x="1463" y="3583"/>
                  </a:lnTo>
                  <a:cubicBezTo>
                    <a:pt x="192" y="2043"/>
                    <a:pt x="215" y="24"/>
                    <a:pt x="215" y="5"/>
                  </a:cubicBezTo>
                  <a:lnTo>
                    <a:pt x="28"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2" name="Google Shape;4632;p107"/>
            <p:cNvSpPr/>
            <p:nvPr/>
          </p:nvSpPr>
          <p:spPr>
            <a:xfrm>
              <a:off x="1769796" y="3270591"/>
              <a:ext cx="150306" cy="164611"/>
            </a:xfrm>
            <a:custGeom>
              <a:rect b="b" l="l" r="r" t="t"/>
              <a:pathLst>
                <a:path extrusionOk="0" h="3993" w="3646">
                  <a:moveTo>
                    <a:pt x="3469" y="0"/>
                  </a:moveTo>
                  <a:cubicBezTo>
                    <a:pt x="2461" y="2840"/>
                    <a:pt x="23" y="3811"/>
                    <a:pt x="0" y="3820"/>
                  </a:cubicBezTo>
                  <a:lnTo>
                    <a:pt x="64" y="3993"/>
                  </a:lnTo>
                  <a:cubicBezTo>
                    <a:pt x="91" y="3984"/>
                    <a:pt x="2607" y="2985"/>
                    <a:pt x="3646" y="59"/>
                  </a:cubicBezTo>
                  <a:lnTo>
                    <a:pt x="3469" y="0"/>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3" name="Google Shape;4633;p107"/>
            <p:cNvSpPr/>
            <p:nvPr/>
          </p:nvSpPr>
          <p:spPr>
            <a:xfrm>
              <a:off x="1706309" y="3711534"/>
              <a:ext cx="166673" cy="109246"/>
            </a:xfrm>
            <a:custGeom>
              <a:rect b="b" l="l" r="r" t="t"/>
              <a:pathLst>
                <a:path extrusionOk="0" h="2650" w="4043">
                  <a:moveTo>
                    <a:pt x="3906" y="1"/>
                  </a:moveTo>
                  <a:cubicBezTo>
                    <a:pt x="1887" y="2157"/>
                    <a:pt x="23" y="2462"/>
                    <a:pt x="0" y="2462"/>
                  </a:cubicBezTo>
                  <a:lnTo>
                    <a:pt x="32" y="2649"/>
                  </a:lnTo>
                  <a:cubicBezTo>
                    <a:pt x="109" y="2636"/>
                    <a:pt x="1978" y="2335"/>
                    <a:pt x="4043" y="129"/>
                  </a:cubicBezTo>
                  <a:lnTo>
                    <a:pt x="3906"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4" name="Google Shape;4634;p107"/>
            <p:cNvSpPr/>
            <p:nvPr/>
          </p:nvSpPr>
          <p:spPr>
            <a:xfrm>
              <a:off x="1813206" y="3477046"/>
              <a:ext cx="34423" cy="34464"/>
            </a:xfrm>
            <a:custGeom>
              <a:rect b="b" l="l" r="r" t="t"/>
              <a:pathLst>
                <a:path extrusionOk="0" h="836" w="835">
                  <a:moveTo>
                    <a:pt x="419" y="188"/>
                  </a:moveTo>
                  <a:cubicBezTo>
                    <a:pt x="547" y="188"/>
                    <a:pt x="647" y="293"/>
                    <a:pt x="647" y="421"/>
                  </a:cubicBezTo>
                  <a:cubicBezTo>
                    <a:pt x="647" y="548"/>
                    <a:pt x="547" y="648"/>
                    <a:pt x="419" y="648"/>
                  </a:cubicBezTo>
                  <a:cubicBezTo>
                    <a:pt x="292" y="648"/>
                    <a:pt x="187" y="548"/>
                    <a:pt x="187" y="421"/>
                  </a:cubicBezTo>
                  <a:cubicBezTo>
                    <a:pt x="187" y="293"/>
                    <a:pt x="292" y="188"/>
                    <a:pt x="419" y="188"/>
                  </a:cubicBezTo>
                  <a:close/>
                  <a:moveTo>
                    <a:pt x="419" y="1"/>
                  </a:moveTo>
                  <a:cubicBezTo>
                    <a:pt x="187" y="1"/>
                    <a:pt x="1" y="188"/>
                    <a:pt x="1" y="421"/>
                  </a:cubicBezTo>
                  <a:cubicBezTo>
                    <a:pt x="1" y="648"/>
                    <a:pt x="187" y="835"/>
                    <a:pt x="419" y="835"/>
                  </a:cubicBezTo>
                  <a:cubicBezTo>
                    <a:pt x="647" y="835"/>
                    <a:pt x="834" y="648"/>
                    <a:pt x="834" y="421"/>
                  </a:cubicBezTo>
                  <a:cubicBezTo>
                    <a:pt x="834" y="188"/>
                    <a:pt x="647" y="1"/>
                    <a:pt x="419"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5" name="Google Shape;4635;p107"/>
            <p:cNvSpPr/>
            <p:nvPr/>
          </p:nvSpPr>
          <p:spPr>
            <a:xfrm>
              <a:off x="1872734" y="3537564"/>
              <a:ext cx="220636" cy="503605"/>
            </a:xfrm>
            <a:custGeom>
              <a:rect b="b" l="l" r="r" t="t"/>
              <a:pathLst>
                <a:path extrusionOk="0" h="12216" w="5352">
                  <a:moveTo>
                    <a:pt x="5251" y="1"/>
                  </a:moveTo>
                  <a:cubicBezTo>
                    <a:pt x="5193" y="1"/>
                    <a:pt x="5164" y="39"/>
                    <a:pt x="5160" y="87"/>
                  </a:cubicBezTo>
                  <a:cubicBezTo>
                    <a:pt x="4887" y="5922"/>
                    <a:pt x="78" y="12001"/>
                    <a:pt x="33" y="12065"/>
                  </a:cubicBezTo>
                  <a:cubicBezTo>
                    <a:pt x="0" y="12102"/>
                    <a:pt x="6" y="12161"/>
                    <a:pt x="46" y="12193"/>
                  </a:cubicBezTo>
                  <a:cubicBezTo>
                    <a:pt x="65" y="12206"/>
                    <a:pt x="82" y="12216"/>
                    <a:pt x="105" y="12216"/>
                  </a:cubicBezTo>
                  <a:cubicBezTo>
                    <a:pt x="133" y="12216"/>
                    <a:pt x="160" y="12202"/>
                    <a:pt x="179" y="12179"/>
                  </a:cubicBezTo>
                  <a:cubicBezTo>
                    <a:pt x="225" y="12120"/>
                    <a:pt x="5069" y="5990"/>
                    <a:pt x="5347" y="97"/>
                  </a:cubicBezTo>
                  <a:cubicBezTo>
                    <a:pt x="5352" y="47"/>
                    <a:pt x="5311" y="1"/>
                    <a:pt x="5261" y="1"/>
                  </a:cubicBezTo>
                  <a:cubicBezTo>
                    <a:pt x="5258" y="1"/>
                    <a:pt x="5254" y="1"/>
                    <a:pt x="5251"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6" name="Google Shape;4636;p107"/>
            <p:cNvSpPr/>
            <p:nvPr/>
          </p:nvSpPr>
          <p:spPr>
            <a:xfrm>
              <a:off x="2067564" y="3594620"/>
              <a:ext cx="84800" cy="63074"/>
            </a:xfrm>
            <a:custGeom>
              <a:rect b="b" l="l" r="r" t="t"/>
              <a:pathLst>
                <a:path extrusionOk="0" h="1530" w="2057">
                  <a:moveTo>
                    <a:pt x="1949" y="0"/>
                  </a:moveTo>
                  <a:cubicBezTo>
                    <a:pt x="1931" y="0"/>
                    <a:pt x="1913" y="5"/>
                    <a:pt x="1898" y="16"/>
                  </a:cubicBezTo>
                  <a:lnTo>
                    <a:pt x="51" y="1360"/>
                  </a:lnTo>
                  <a:cubicBezTo>
                    <a:pt x="11" y="1393"/>
                    <a:pt x="1" y="1448"/>
                    <a:pt x="33" y="1488"/>
                  </a:cubicBezTo>
                  <a:cubicBezTo>
                    <a:pt x="51" y="1516"/>
                    <a:pt x="79" y="1530"/>
                    <a:pt x="106" y="1530"/>
                  </a:cubicBezTo>
                  <a:cubicBezTo>
                    <a:pt x="129" y="1530"/>
                    <a:pt x="148" y="1524"/>
                    <a:pt x="161" y="1511"/>
                  </a:cubicBezTo>
                  <a:lnTo>
                    <a:pt x="2007" y="167"/>
                  </a:lnTo>
                  <a:cubicBezTo>
                    <a:pt x="2048" y="139"/>
                    <a:pt x="2056" y="80"/>
                    <a:pt x="2025" y="39"/>
                  </a:cubicBezTo>
                  <a:cubicBezTo>
                    <a:pt x="2008" y="14"/>
                    <a:pt x="1978" y="0"/>
                    <a:pt x="1949"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7" name="Google Shape;4637;p107"/>
            <p:cNvSpPr/>
            <p:nvPr/>
          </p:nvSpPr>
          <p:spPr>
            <a:xfrm>
              <a:off x="2022670" y="3649985"/>
              <a:ext cx="29187" cy="86408"/>
            </a:xfrm>
            <a:custGeom>
              <a:rect b="b" l="l" r="r" t="t"/>
              <a:pathLst>
                <a:path extrusionOk="0" h="2096" w="708">
                  <a:moveTo>
                    <a:pt x="109" y="0"/>
                  </a:moveTo>
                  <a:cubicBezTo>
                    <a:pt x="100" y="0"/>
                    <a:pt x="91" y="2"/>
                    <a:pt x="82" y="4"/>
                  </a:cubicBezTo>
                  <a:cubicBezTo>
                    <a:pt x="33" y="13"/>
                    <a:pt x="0" y="68"/>
                    <a:pt x="15" y="118"/>
                  </a:cubicBezTo>
                  <a:lnTo>
                    <a:pt x="511" y="2028"/>
                  </a:lnTo>
                  <a:cubicBezTo>
                    <a:pt x="520" y="2068"/>
                    <a:pt x="562" y="2095"/>
                    <a:pt x="602" y="2095"/>
                  </a:cubicBezTo>
                  <a:lnTo>
                    <a:pt x="625" y="2095"/>
                  </a:lnTo>
                  <a:cubicBezTo>
                    <a:pt x="675" y="2082"/>
                    <a:pt x="707" y="2032"/>
                    <a:pt x="694" y="1982"/>
                  </a:cubicBezTo>
                  <a:lnTo>
                    <a:pt x="197" y="68"/>
                  </a:lnTo>
                  <a:cubicBezTo>
                    <a:pt x="186" y="26"/>
                    <a:pt x="150" y="0"/>
                    <a:pt x="109"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8" name="Google Shape;4638;p107"/>
            <p:cNvSpPr/>
            <p:nvPr/>
          </p:nvSpPr>
          <p:spPr>
            <a:xfrm>
              <a:off x="1978683" y="3813030"/>
              <a:ext cx="135754" cy="69753"/>
            </a:xfrm>
            <a:custGeom>
              <a:rect b="b" l="l" r="r" t="t"/>
              <a:pathLst>
                <a:path extrusionOk="0" h="1692" w="3293">
                  <a:moveTo>
                    <a:pt x="3187" y="0"/>
                  </a:moveTo>
                  <a:cubicBezTo>
                    <a:pt x="3173" y="0"/>
                    <a:pt x="3159" y="3"/>
                    <a:pt x="3146" y="10"/>
                  </a:cubicBezTo>
                  <a:lnTo>
                    <a:pt x="70" y="1514"/>
                  </a:lnTo>
                  <a:cubicBezTo>
                    <a:pt x="24" y="1537"/>
                    <a:pt x="1" y="1592"/>
                    <a:pt x="24" y="1641"/>
                  </a:cubicBezTo>
                  <a:cubicBezTo>
                    <a:pt x="43" y="1674"/>
                    <a:pt x="74" y="1691"/>
                    <a:pt x="110" y="1691"/>
                  </a:cubicBezTo>
                  <a:cubicBezTo>
                    <a:pt x="125" y="1691"/>
                    <a:pt x="138" y="1687"/>
                    <a:pt x="152" y="1682"/>
                  </a:cubicBezTo>
                  <a:lnTo>
                    <a:pt x="3228" y="178"/>
                  </a:lnTo>
                  <a:cubicBezTo>
                    <a:pt x="3274" y="155"/>
                    <a:pt x="3292" y="101"/>
                    <a:pt x="3269" y="55"/>
                  </a:cubicBezTo>
                  <a:cubicBezTo>
                    <a:pt x="3253" y="20"/>
                    <a:pt x="3221" y="0"/>
                    <a:pt x="3187"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9" name="Google Shape;4639;p107"/>
            <p:cNvSpPr/>
            <p:nvPr/>
          </p:nvSpPr>
          <p:spPr>
            <a:xfrm>
              <a:off x="1942446" y="3384826"/>
              <a:ext cx="108092" cy="208392"/>
            </a:xfrm>
            <a:custGeom>
              <a:rect b="b" l="l" r="r" t="t"/>
              <a:pathLst>
                <a:path extrusionOk="0" h="5055" w="2622">
                  <a:moveTo>
                    <a:pt x="2417" y="296"/>
                  </a:moveTo>
                  <a:lnTo>
                    <a:pt x="2417" y="296"/>
                  </a:lnTo>
                  <a:cubicBezTo>
                    <a:pt x="2188" y="2795"/>
                    <a:pt x="689" y="4312"/>
                    <a:pt x="196" y="4754"/>
                  </a:cubicBezTo>
                  <a:cubicBezTo>
                    <a:pt x="339" y="2170"/>
                    <a:pt x="1906" y="707"/>
                    <a:pt x="2417" y="296"/>
                  </a:cubicBezTo>
                  <a:close/>
                  <a:moveTo>
                    <a:pt x="2526" y="1"/>
                  </a:moveTo>
                  <a:cubicBezTo>
                    <a:pt x="2508" y="1"/>
                    <a:pt x="2490" y="6"/>
                    <a:pt x="2476" y="18"/>
                  </a:cubicBezTo>
                  <a:cubicBezTo>
                    <a:pt x="2453" y="33"/>
                    <a:pt x="83" y="1642"/>
                    <a:pt x="1" y="4959"/>
                  </a:cubicBezTo>
                  <a:cubicBezTo>
                    <a:pt x="1" y="4991"/>
                    <a:pt x="19" y="5027"/>
                    <a:pt x="51" y="5041"/>
                  </a:cubicBezTo>
                  <a:cubicBezTo>
                    <a:pt x="65" y="5050"/>
                    <a:pt x="78" y="5055"/>
                    <a:pt x="92" y="5055"/>
                  </a:cubicBezTo>
                  <a:cubicBezTo>
                    <a:pt x="114" y="5055"/>
                    <a:pt x="133" y="5046"/>
                    <a:pt x="151" y="5033"/>
                  </a:cubicBezTo>
                  <a:cubicBezTo>
                    <a:pt x="174" y="5018"/>
                    <a:pt x="2417" y="3304"/>
                    <a:pt x="2621" y="101"/>
                  </a:cubicBezTo>
                  <a:cubicBezTo>
                    <a:pt x="2621" y="64"/>
                    <a:pt x="2603" y="33"/>
                    <a:pt x="2571" y="14"/>
                  </a:cubicBezTo>
                  <a:cubicBezTo>
                    <a:pt x="2558" y="5"/>
                    <a:pt x="2542" y="1"/>
                    <a:pt x="2526"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0" name="Google Shape;4640;p107"/>
            <p:cNvSpPr/>
            <p:nvPr/>
          </p:nvSpPr>
          <p:spPr>
            <a:xfrm>
              <a:off x="1516715" y="3130509"/>
              <a:ext cx="109947" cy="287627"/>
            </a:xfrm>
            <a:custGeom>
              <a:rect b="b" l="l" r="r" t="t"/>
              <a:pathLst>
                <a:path extrusionOk="0" h="6977" w="2667">
                  <a:moveTo>
                    <a:pt x="515" y="409"/>
                  </a:moveTo>
                  <a:cubicBezTo>
                    <a:pt x="980" y="1242"/>
                    <a:pt x="2311" y="3945"/>
                    <a:pt x="1928" y="6657"/>
                  </a:cubicBezTo>
                  <a:cubicBezTo>
                    <a:pt x="1522" y="6101"/>
                    <a:pt x="314" y="4114"/>
                    <a:pt x="515" y="409"/>
                  </a:cubicBezTo>
                  <a:close/>
                  <a:moveTo>
                    <a:pt x="440" y="1"/>
                  </a:moveTo>
                  <a:cubicBezTo>
                    <a:pt x="433" y="1"/>
                    <a:pt x="426" y="1"/>
                    <a:pt x="419" y="3"/>
                  </a:cubicBezTo>
                  <a:cubicBezTo>
                    <a:pt x="383" y="12"/>
                    <a:pt x="356" y="49"/>
                    <a:pt x="351" y="89"/>
                  </a:cubicBezTo>
                  <a:cubicBezTo>
                    <a:pt x="1" y="4807"/>
                    <a:pt x="1837" y="6862"/>
                    <a:pt x="1919" y="6944"/>
                  </a:cubicBezTo>
                  <a:cubicBezTo>
                    <a:pt x="1932" y="6967"/>
                    <a:pt x="1960" y="6976"/>
                    <a:pt x="1987" y="6976"/>
                  </a:cubicBezTo>
                  <a:cubicBezTo>
                    <a:pt x="1997" y="6976"/>
                    <a:pt x="2001" y="6976"/>
                    <a:pt x="2010" y="6972"/>
                  </a:cubicBezTo>
                  <a:cubicBezTo>
                    <a:pt x="2046" y="6963"/>
                    <a:pt x="2069" y="6936"/>
                    <a:pt x="2079" y="6898"/>
                  </a:cubicBezTo>
                  <a:cubicBezTo>
                    <a:pt x="2666" y="3508"/>
                    <a:pt x="542" y="81"/>
                    <a:pt x="524" y="44"/>
                  </a:cubicBezTo>
                  <a:cubicBezTo>
                    <a:pt x="505" y="17"/>
                    <a:pt x="474" y="1"/>
                    <a:pt x="440"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1" name="Google Shape;4641;p107"/>
            <p:cNvSpPr/>
            <p:nvPr/>
          </p:nvSpPr>
          <p:spPr>
            <a:xfrm>
              <a:off x="1334089" y="1786450"/>
              <a:ext cx="1438711" cy="1307822"/>
            </a:xfrm>
            <a:custGeom>
              <a:rect b="b" l="l" r="r" t="t"/>
              <a:pathLst>
                <a:path extrusionOk="0" h="31724" w="34899">
                  <a:moveTo>
                    <a:pt x="11584" y="0"/>
                  </a:moveTo>
                  <a:cubicBezTo>
                    <a:pt x="10271" y="0"/>
                    <a:pt x="8774" y="262"/>
                    <a:pt x="7110" y="953"/>
                  </a:cubicBezTo>
                  <a:cubicBezTo>
                    <a:pt x="1107" y="5329"/>
                    <a:pt x="2807" y="11080"/>
                    <a:pt x="2807" y="11080"/>
                  </a:cubicBezTo>
                  <a:cubicBezTo>
                    <a:pt x="3829" y="12898"/>
                    <a:pt x="7675" y="11764"/>
                    <a:pt x="9206" y="13040"/>
                  </a:cubicBezTo>
                  <a:cubicBezTo>
                    <a:pt x="10495" y="14114"/>
                    <a:pt x="9901" y="15669"/>
                    <a:pt x="8056" y="15669"/>
                  </a:cubicBezTo>
                  <a:cubicBezTo>
                    <a:pt x="7701" y="15669"/>
                    <a:pt x="7301" y="15612"/>
                    <a:pt x="6859" y="15483"/>
                  </a:cubicBezTo>
                  <a:cubicBezTo>
                    <a:pt x="4116" y="14676"/>
                    <a:pt x="1440" y="12816"/>
                    <a:pt x="1440" y="12816"/>
                  </a:cubicBezTo>
                  <a:lnTo>
                    <a:pt x="1440" y="12816"/>
                  </a:lnTo>
                  <a:cubicBezTo>
                    <a:pt x="0" y="15155"/>
                    <a:pt x="1518" y="18582"/>
                    <a:pt x="1518" y="18582"/>
                  </a:cubicBezTo>
                  <a:cubicBezTo>
                    <a:pt x="1924" y="18939"/>
                    <a:pt x="2470" y="19067"/>
                    <a:pt x="3085" y="19067"/>
                  </a:cubicBezTo>
                  <a:cubicBezTo>
                    <a:pt x="4292" y="19067"/>
                    <a:pt x="5768" y="18576"/>
                    <a:pt x="6996" y="18359"/>
                  </a:cubicBezTo>
                  <a:cubicBezTo>
                    <a:pt x="7157" y="18330"/>
                    <a:pt x="7326" y="18317"/>
                    <a:pt x="7498" y="18317"/>
                  </a:cubicBezTo>
                  <a:cubicBezTo>
                    <a:pt x="9314" y="18317"/>
                    <a:pt x="11567" y="19811"/>
                    <a:pt x="10031" y="21135"/>
                  </a:cubicBezTo>
                  <a:cubicBezTo>
                    <a:pt x="9570" y="21534"/>
                    <a:pt x="8754" y="21679"/>
                    <a:pt x="7813" y="21679"/>
                  </a:cubicBezTo>
                  <a:cubicBezTo>
                    <a:pt x="5330" y="21679"/>
                    <a:pt x="1974" y="20670"/>
                    <a:pt x="1974" y="20670"/>
                  </a:cubicBezTo>
                  <a:lnTo>
                    <a:pt x="1974" y="20670"/>
                  </a:lnTo>
                  <a:cubicBezTo>
                    <a:pt x="2466" y="22633"/>
                    <a:pt x="3815" y="25035"/>
                    <a:pt x="3815" y="25035"/>
                  </a:cubicBezTo>
                  <a:cubicBezTo>
                    <a:pt x="3815" y="25035"/>
                    <a:pt x="4715" y="26695"/>
                    <a:pt x="6194" y="26695"/>
                  </a:cubicBezTo>
                  <a:cubicBezTo>
                    <a:pt x="6273" y="26695"/>
                    <a:pt x="6353" y="26691"/>
                    <a:pt x="6436" y="26681"/>
                  </a:cubicBezTo>
                  <a:cubicBezTo>
                    <a:pt x="7169" y="26590"/>
                    <a:pt x="8108" y="26467"/>
                    <a:pt x="8926" y="26467"/>
                  </a:cubicBezTo>
                  <a:cubicBezTo>
                    <a:pt x="9919" y="26467"/>
                    <a:pt x="10735" y="26648"/>
                    <a:pt x="10792" y="27288"/>
                  </a:cubicBezTo>
                  <a:cubicBezTo>
                    <a:pt x="10879" y="28263"/>
                    <a:pt x="10210" y="28579"/>
                    <a:pt x="9308" y="28579"/>
                  </a:cubicBezTo>
                  <a:cubicBezTo>
                    <a:pt x="7652" y="28579"/>
                    <a:pt x="5210" y="27515"/>
                    <a:pt x="5209" y="27515"/>
                  </a:cubicBezTo>
                  <a:lnTo>
                    <a:pt x="5209" y="27515"/>
                  </a:lnTo>
                  <a:cubicBezTo>
                    <a:pt x="7681" y="30831"/>
                    <a:pt x="11812" y="31723"/>
                    <a:pt x="15543" y="31723"/>
                  </a:cubicBezTo>
                  <a:cubicBezTo>
                    <a:pt x="19895" y="31723"/>
                    <a:pt x="23704" y="30509"/>
                    <a:pt x="23704" y="30509"/>
                  </a:cubicBezTo>
                  <a:cubicBezTo>
                    <a:pt x="23704" y="30509"/>
                    <a:pt x="34898" y="20506"/>
                    <a:pt x="30063" y="11892"/>
                  </a:cubicBezTo>
                  <a:lnTo>
                    <a:pt x="30063" y="11892"/>
                  </a:lnTo>
                  <a:cubicBezTo>
                    <a:pt x="30062" y="11892"/>
                    <a:pt x="28928" y="17342"/>
                    <a:pt x="27373" y="17342"/>
                  </a:cubicBezTo>
                  <a:cubicBezTo>
                    <a:pt x="27152" y="17342"/>
                    <a:pt x="26921" y="17231"/>
                    <a:pt x="26685" y="16978"/>
                  </a:cubicBezTo>
                  <a:cubicBezTo>
                    <a:pt x="25382" y="15588"/>
                    <a:pt x="27114" y="14808"/>
                    <a:pt x="28125" y="13527"/>
                  </a:cubicBezTo>
                  <a:cubicBezTo>
                    <a:pt x="29142" y="12242"/>
                    <a:pt x="29383" y="10679"/>
                    <a:pt x="29383" y="10679"/>
                  </a:cubicBezTo>
                  <a:cubicBezTo>
                    <a:pt x="29383" y="10679"/>
                    <a:pt x="28035" y="8277"/>
                    <a:pt x="26613" y="6837"/>
                  </a:cubicBezTo>
                  <a:cubicBezTo>
                    <a:pt x="26613" y="6837"/>
                    <a:pt x="24935" y="13281"/>
                    <a:pt x="22816" y="13960"/>
                  </a:cubicBezTo>
                  <a:cubicBezTo>
                    <a:pt x="22623" y="14022"/>
                    <a:pt x="22448" y="14051"/>
                    <a:pt x="22291" y="14051"/>
                  </a:cubicBezTo>
                  <a:cubicBezTo>
                    <a:pt x="20726" y="14051"/>
                    <a:pt x="20897" y="11202"/>
                    <a:pt x="22027" y="9917"/>
                  </a:cubicBezTo>
                  <a:cubicBezTo>
                    <a:pt x="23272" y="8510"/>
                    <a:pt x="25345" y="6937"/>
                    <a:pt x="25071" y="5360"/>
                  </a:cubicBezTo>
                  <a:cubicBezTo>
                    <a:pt x="25071" y="5360"/>
                    <a:pt x="22940" y="2288"/>
                    <a:pt x="20202" y="2288"/>
                  </a:cubicBezTo>
                  <a:cubicBezTo>
                    <a:pt x="20198" y="2288"/>
                    <a:pt x="20195" y="2288"/>
                    <a:pt x="20191" y="2288"/>
                  </a:cubicBezTo>
                  <a:cubicBezTo>
                    <a:pt x="20191" y="2288"/>
                    <a:pt x="20386" y="5542"/>
                    <a:pt x="19644" y="8304"/>
                  </a:cubicBezTo>
                  <a:cubicBezTo>
                    <a:pt x="19246" y="9785"/>
                    <a:pt x="18408" y="10456"/>
                    <a:pt x="17672" y="10456"/>
                  </a:cubicBezTo>
                  <a:cubicBezTo>
                    <a:pt x="17034" y="10456"/>
                    <a:pt x="16472" y="9953"/>
                    <a:pt x="16335" y="9038"/>
                  </a:cubicBezTo>
                  <a:cubicBezTo>
                    <a:pt x="16043" y="7065"/>
                    <a:pt x="19015" y="4376"/>
                    <a:pt x="17994" y="2553"/>
                  </a:cubicBezTo>
                  <a:cubicBezTo>
                    <a:pt x="17994" y="2553"/>
                    <a:pt x="15685" y="0"/>
                    <a:pt x="11584" y="0"/>
                  </a:cubicBez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2" name="Google Shape;4642;p107"/>
            <p:cNvSpPr/>
            <p:nvPr/>
          </p:nvSpPr>
          <p:spPr>
            <a:xfrm>
              <a:off x="1621551" y="1820873"/>
              <a:ext cx="695383" cy="1228258"/>
            </a:xfrm>
            <a:custGeom>
              <a:rect b="b" l="l" r="r" t="t"/>
              <a:pathLst>
                <a:path extrusionOk="0" h="29794" w="16868">
                  <a:moveTo>
                    <a:pt x="139" y="0"/>
                  </a:moveTo>
                  <a:cubicBezTo>
                    <a:pt x="118" y="0"/>
                    <a:pt x="97" y="6"/>
                    <a:pt x="77" y="18"/>
                  </a:cubicBezTo>
                  <a:cubicBezTo>
                    <a:pt x="18" y="49"/>
                    <a:pt x="1" y="123"/>
                    <a:pt x="32" y="177"/>
                  </a:cubicBezTo>
                  <a:lnTo>
                    <a:pt x="16627" y="29734"/>
                  </a:lnTo>
                  <a:cubicBezTo>
                    <a:pt x="16649" y="29775"/>
                    <a:pt x="16691" y="29793"/>
                    <a:pt x="16731" y="29793"/>
                  </a:cubicBezTo>
                  <a:cubicBezTo>
                    <a:pt x="16750" y="29793"/>
                    <a:pt x="16768" y="29789"/>
                    <a:pt x="16786" y="29779"/>
                  </a:cubicBezTo>
                  <a:cubicBezTo>
                    <a:pt x="16846" y="29747"/>
                    <a:pt x="16868" y="29674"/>
                    <a:pt x="16832" y="29615"/>
                  </a:cubicBezTo>
                  <a:lnTo>
                    <a:pt x="241" y="64"/>
                  </a:lnTo>
                  <a:cubicBezTo>
                    <a:pt x="220" y="23"/>
                    <a:pt x="181" y="0"/>
                    <a:pt x="13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3" name="Google Shape;4643;p107"/>
            <p:cNvSpPr/>
            <p:nvPr/>
          </p:nvSpPr>
          <p:spPr>
            <a:xfrm>
              <a:off x="1828747" y="1803723"/>
              <a:ext cx="119553" cy="395925"/>
            </a:xfrm>
            <a:custGeom>
              <a:rect b="b" l="l" r="r" t="t"/>
              <a:pathLst>
                <a:path extrusionOk="0" h="9604" w="2900">
                  <a:moveTo>
                    <a:pt x="2767" y="0"/>
                  </a:moveTo>
                  <a:cubicBezTo>
                    <a:pt x="2714" y="0"/>
                    <a:pt x="2665" y="34"/>
                    <a:pt x="2649" y="87"/>
                  </a:cubicBezTo>
                  <a:lnTo>
                    <a:pt x="20" y="9454"/>
                  </a:lnTo>
                  <a:cubicBezTo>
                    <a:pt x="1" y="9517"/>
                    <a:pt x="38" y="9580"/>
                    <a:pt x="102" y="9599"/>
                  </a:cubicBezTo>
                  <a:cubicBezTo>
                    <a:pt x="116" y="9603"/>
                    <a:pt x="125" y="9603"/>
                    <a:pt x="133" y="9603"/>
                  </a:cubicBezTo>
                  <a:cubicBezTo>
                    <a:pt x="188" y="9603"/>
                    <a:pt x="234" y="9572"/>
                    <a:pt x="253" y="9517"/>
                  </a:cubicBezTo>
                  <a:lnTo>
                    <a:pt x="2882" y="151"/>
                  </a:lnTo>
                  <a:cubicBezTo>
                    <a:pt x="2900" y="91"/>
                    <a:pt x="2859" y="23"/>
                    <a:pt x="2800" y="5"/>
                  </a:cubicBezTo>
                  <a:cubicBezTo>
                    <a:pt x="2789" y="2"/>
                    <a:pt x="2778" y="0"/>
                    <a:pt x="276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4" name="Google Shape;4644;p107"/>
            <p:cNvSpPr/>
            <p:nvPr/>
          </p:nvSpPr>
          <p:spPr>
            <a:xfrm>
              <a:off x="1763035" y="2617092"/>
              <a:ext cx="361708" cy="108298"/>
            </a:xfrm>
            <a:custGeom>
              <a:rect b="b" l="l" r="r" t="t"/>
              <a:pathLst>
                <a:path extrusionOk="0" h="2627" w="8774">
                  <a:moveTo>
                    <a:pt x="135" y="1"/>
                  </a:moveTo>
                  <a:cubicBezTo>
                    <a:pt x="82" y="1"/>
                    <a:pt x="33" y="35"/>
                    <a:pt x="19" y="88"/>
                  </a:cubicBezTo>
                  <a:cubicBezTo>
                    <a:pt x="0" y="151"/>
                    <a:pt x="42" y="215"/>
                    <a:pt x="105" y="233"/>
                  </a:cubicBezTo>
                  <a:lnTo>
                    <a:pt x="8605" y="2621"/>
                  </a:lnTo>
                  <a:cubicBezTo>
                    <a:pt x="8619" y="2627"/>
                    <a:pt x="8628" y="2627"/>
                    <a:pt x="8637" y="2627"/>
                  </a:cubicBezTo>
                  <a:cubicBezTo>
                    <a:pt x="8692" y="2627"/>
                    <a:pt x="8738" y="2589"/>
                    <a:pt x="8755" y="2539"/>
                  </a:cubicBezTo>
                  <a:cubicBezTo>
                    <a:pt x="8774" y="2476"/>
                    <a:pt x="8732" y="2412"/>
                    <a:pt x="8669" y="2394"/>
                  </a:cubicBezTo>
                  <a:lnTo>
                    <a:pt x="169" y="6"/>
                  </a:lnTo>
                  <a:cubicBezTo>
                    <a:pt x="157" y="2"/>
                    <a:pt x="146" y="1"/>
                    <a:pt x="1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5" name="Google Shape;4645;p107"/>
            <p:cNvSpPr/>
            <p:nvPr/>
          </p:nvSpPr>
          <p:spPr>
            <a:xfrm>
              <a:off x="2001480" y="2203564"/>
              <a:ext cx="93375" cy="303498"/>
            </a:xfrm>
            <a:custGeom>
              <a:rect b="b" l="l" r="r" t="t"/>
              <a:pathLst>
                <a:path extrusionOk="0" h="7362" w="2265">
                  <a:moveTo>
                    <a:pt x="2134" y="1"/>
                  </a:moveTo>
                  <a:cubicBezTo>
                    <a:pt x="2081" y="1"/>
                    <a:pt x="2034" y="38"/>
                    <a:pt x="2018" y="87"/>
                  </a:cubicBezTo>
                  <a:lnTo>
                    <a:pt x="18" y="7210"/>
                  </a:lnTo>
                  <a:cubicBezTo>
                    <a:pt x="0" y="7275"/>
                    <a:pt x="36" y="7343"/>
                    <a:pt x="100" y="7361"/>
                  </a:cubicBezTo>
                  <a:lnTo>
                    <a:pt x="132" y="7361"/>
                  </a:lnTo>
                  <a:cubicBezTo>
                    <a:pt x="182" y="7361"/>
                    <a:pt x="232" y="7329"/>
                    <a:pt x="246" y="7275"/>
                  </a:cubicBezTo>
                  <a:lnTo>
                    <a:pt x="2247" y="155"/>
                  </a:lnTo>
                  <a:cubicBezTo>
                    <a:pt x="2265" y="91"/>
                    <a:pt x="2229" y="24"/>
                    <a:pt x="2165" y="5"/>
                  </a:cubicBezTo>
                  <a:cubicBezTo>
                    <a:pt x="2154" y="2"/>
                    <a:pt x="2144" y="1"/>
                    <a:pt x="21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6" name="Google Shape;4646;p107"/>
            <p:cNvSpPr/>
            <p:nvPr/>
          </p:nvSpPr>
          <p:spPr>
            <a:xfrm>
              <a:off x="1284825" y="624358"/>
              <a:ext cx="1310213" cy="307209"/>
            </a:xfrm>
            <a:custGeom>
              <a:rect b="b" l="l" r="r" t="t"/>
              <a:pathLst>
                <a:path extrusionOk="0" h="7452" w="31782">
                  <a:moveTo>
                    <a:pt x="7330" y="0"/>
                  </a:moveTo>
                  <a:cubicBezTo>
                    <a:pt x="3283" y="0"/>
                    <a:pt x="1" y="3282"/>
                    <a:pt x="1" y="7329"/>
                  </a:cubicBezTo>
                  <a:lnTo>
                    <a:pt x="1" y="7451"/>
                  </a:lnTo>
                  <a:lnTo>
                    <a:pt x="31782" y="7451"/>
                  </a:lnTo>
                  <a:cubicBezTo>
                    <a:pt x="31130" y="6723"/>
                    <a:pt x="30182" y="6262"/>
                    <a:pt x="29129" y="6262"/>
                  </a:cubicBezTo>
                  <a:cubicBezTo>
                    <a:pt x="28660" y="6262"/>
                    <a:pt x="28208" y="6353"/>
                    <a:pt x="27798" y="6522"/>
                  </a:cubicBezTo>
                  <a:cubicBezTo>
                    <a:pt x="27608" y="6599"/>
                    <a:pt x="27408" y="6636"/>
                    <a:pt x="27210" y="6636"/>
                  </a:cubicBezTo>
                  <a:cubicBezTo>
                    <a:pt x="26810" y="6636"/>
                    <a:pt x="26416" y="6483"/>
                    <a:pt x="26121" y="6193"/>
                  </a:cubicBezTo>
                  <a:cubicBezTo>
                    <a:pt x="25360" y="5451"/>
                    <a:pt x="24320" y="4990"/>
                    <a:pt x="23176" y="4990"/>
                  </a:cubicBezTo>
                  <a:cubicBezTo>
                    <a:pt x="23072" y="4990"/>
                    <a:pt x="22967" y="4996"/>
                    <a:pt x="22867" y="5000"/>
                  </a:cubicBezTo>
                  <a:cubicBezTo>
                    <a:pt x="22713" y="5012"/>
                    <a:pt x="22560" y="5017"/>
                    <a:pt x="22407" y="5017"/>
                  </a:cubicBezTo>
                  <a:cubicBezTo>
                    <a:pt x="21168" y="5017"/>
                    <a:pt x="19953" y="4641"/>
                    <a:pt x="18943" y="3915"/>
                  </a:cubicBezTo>
                  <a:cubicBezTo>
                    <a:pt x="18013" y="3246"/>
                    <a:pt x="16874" y="2853"/>
                    <a:pt x="15643" y="2853"/>
                  </a:cubicBezTo>
                  <a:lnTo>
                    <a:pt x="15611" y="2853"/>
                  </a:lnTo>
                  <a:cubicBezTo>
                    <a:pt x="15597" y="2853"/>
                    <a:pt x="15583" y="2853"/>
                    <a:pt x="15569" y="2853"/>
                  </a:cubicBezTo>
                  <a:cubicBezTo>
                    <a:pt x="14221" y="2853"/>
                    <a:pt x="12916" y="2389"/>
                    <a:pt x="11851" y="1559"/>
                  </a:cubicBezTo>
                  <a:cubicBezTo>
                    <a:pt x="10607" y="579"/>
                    <a:pt x="9038" y="0"/>
                    <a:pt x="7330" y="0"/>
                  </a:cubicBezTo>
                  <a:close/>
                </a:path>
              </a:pathLst>
            </a:custGeom>
            <a:solidFill>
              <a:srgbClr val="71B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7" name="Google Shape;4647;p107"/>
            <p:cNvSpPr/>
            <p:nvPr/>
          </p:nvSpPr>
          <p:spPr>
            <a:xfrm>
              <a:off x="2632016" y="910707"/>
              <a:ext cx="119346" cy="20324"/>
            </a:xfrm>
            <a:custGeom>
              <a:rect b="b" l="l" r="r" t="t"/>
              <a:pathLst>
                <a:path extrusionOk="0" h="493" w="2895">
                  <a:moveTo>
                    <a:pt x="1450" y="0"/>
                  </a:moveTo>
                  <a:cubicBezTo>
                    <a:pt x="903" y="0"/>
                    <a:pt x="402" y="183"/>
                    <a:pt x="1" y="492"/>
                  </a:cubicBezTo>
                  <a:lnTo>
                    <a:pt x="2895" y="492"/>
                  </a:lnTo>
                  <a:cubicBezTo>
                    <a:pt x="2493" y="183"/>
                    <a:pt x="1992" y="0"/>
                    <a:pt x="1450" y="0"/>
                  </a:cubicBezTo>
                  <a:close/>
                </a:path>
              </a:pathLst>
            </a:custGeom>
            <a:solidFill>
              <a:srgbClr val="71B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8" name="Google Shape;4648;p107"/>
            <p:cNvSpPr/>
            <p:nvPr/>
          </p:nvSpPr>
          <p:spPr>
            <a:xfrm>
              <a:off x="3534432" y="3944002"/>
              <a:ext cx="359111" cy="302344"/>
            </a:xfrm>
            <a:custGeom>
              <a:rect b="b" l="l" r="r" t="t"/>
              <a:pathLst>
                <a:path extrusionOk="0" h="7334" w="8711">
                  <a:moveTo>
                    <a:pt x="1" y="1"/>
                  </a:moveTo>
                  <a:lnTo>
                    <a:pt x="1" y="7096"/>
                  </a:lnTo>
                  <a:cubicBezTo>
                    <a:pt x="1" y="7229"/>
                    <a:pt x="110" y="7334"/>
                    <a:pt x="242" y="7334"/>
                  </a:cubicBezTo>
                  <a:lnTo>
                    <a:pt x="8711" y="7334"/>
                  </a:lnTo>
                  <a:lnTo>
                    <a:pt x="8711" y="1"/>
                  </a:lnTo>
                  <a:close/>
                </a:path>
              </a:pathLst>
            </a:custGeom>
            <a:solidFill>
              <a:srgbClr val="FF3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9" name="Google Shape;4649;p107"/>
            <p:cNvSpPr/>
            <p:nvPr/>
          </p:nvSpPr>
          <p:spPr>
            <a:xfrm>
              <a:off x="3534432" y="4047146"/>
              <a:ext cx="359111" cy="96219"/>
            </a:xfrm>
            <a:custGeom>
              <a:rect b="b" l="l" r="r" t="t"/>
              <a:pathLst>
                <a:path extrusionOk="0" h="2334" w="8711">
                  <a:moveTo>
                    <a:pt x="1" y="0"/>
                  </a:moveTo>
                  <a:lnTo>
                    <a:pt x="1" y="2333"/>
                  </a:lnTo>
                  <a:lnTo>
                    <a:pt x="8711" y="2333"/>
                  </a:lnTo>
                  <a:lnTo>
                    <a:pt x="8711" y="0"/>
                  </a:ln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0" name="Google Shape;4650;p107"/>
            <p:cNvSpPr/>
            <p:nvPr/>
          </p:nvSpPr>
          <p:spPr>
            <a:xfrm>
              <a:off x="3893501" y="3944002"/>
              <a:ext cx="415878" cy="302344"/>
            </a:xfrm>
            <a:custGeom>
              <a:rect b="b" l="l" r="r" t="t"/>
              <a:pathLst>
                <a:path extrusionOk="0" h="7334" w="10088">
                  <a:moveTo>
                    <a:pt x="1" y="1"/>
                  </a:moveTo>
                  <a:lnTo>
                    <a:pt x="1" y="7334"/>
                  </a:lnTo>
                  <a:lnTo>
                    <a:pt x="9845" y="7334"/>
                  </a:lnTo>
                  <a:cubicBezTo>
                    <a:pt x="9978" y="7334"/>
                    <a:pt x="10087" y="7229"/>
                    <a:pt x="10087" y="7096"/>
                  </a:cubicBezTo>
                  <a:lnTo>
                    <a:pt x="10087" y="1"/>
                  </a:ln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1" name="Google Shape;4651;p107"/>
            <p:cNvSpPr/>
            <p:nvPr/>
          </p:nvSpPr>
          <p:spPr>
            <a:xfrm>
              <a:off x="3893501" y="4047146"/>
              <a:ext cx="415878" cy="96219"/>
            </a:xfrm>
            <a:custGeom>
              <a:rect b="b" l="l" r="r" t="t"/>
              <a:pathLst>
                <a:path extrusionOk="0" h="2334" w="10088">
                  <a:moveTo>
                    <a:pt x="1" y="0"/>
                  </a:moveTo>
                  <a:lnTo>
                    <a:pt x="1" y="2333"/>
                  </a:lnTo>
                  <a:lnTo>
                    <a:pt x="10087" y="2333"/>
                  </a:lnTo>
                  <a:lnTo>
                    <a:pt x="10087" y="0"/>
                  </a:lnTo>
                  <a:close/>
                </a:path>
              </a:pathLst>
            </a:custGeom>
            <a:solidFill>
              <a:srgbClr val="FF3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2" name="Google Shape;4652;p107"/>
            <p:cNvSpPr/>
            <p:nvPr/>
          </p:nvSpPr>
          <p:spPr>
            <a:xfrm>
              <a:off x="3534432" y="3861304"/>
              <a:ext cx="774948" cy="82739"/>
            </a:xfrm>
            <a:custGeom>
              <a:rect b="b" l="l" r="r" t="t"/>
              <a:pathLst>
                <a:path extrusionOk="0" h="2007" w="18798">
                  <a:moveTo>
                    <a:pt x="1" y="1"/>
                  </a:moveTo>
                  <a:lnTo>
                    <a:pt x="1" y="2007"/>
                  </a:lnTo>
                  <a:lnTo>
                    <a:pt x="18797" y="2007"/>
                  </a:lnTo>
                  <a:lnTo>
                    <a:pt x="18797"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3" name="Google Shape;4653;p107"/>
            <p:cNvSpPr/>
            <p:nvPr/>
          </p:nvSpPr>
          <p:spPr>
            <a:xfrm>
              <a:off x="3534432" y="3896263"/>
              <a:ext cx="774948" cy="12821"/>
            </a:xfrm>
            <a:custGeom>
              <a:rect b="b" l="l" r="r" t="t"/>
              <a:pathLst>
                <a:path extrusionOk="0" h="311" w="18798">
                  <a:moveTo>
                    <a:pt x="1" y="0"/>
                  </a:moveTo>
                  <a:lnTo>
                    <a:pt x="1" y="311"/>
                  </a:lnTo>
                  <a:lnTo>
                    <a:pt x="18797" y="311"/>
                  </a:lnTo>
                  <a:lnTo>
                    <a:pt x="18797" y="0"/>
                  </a:ln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4" name="Google Shape;4654;p107"/>
            <p:cNvSpPr/>
            <p:nvPr/>
          </p:nvSpPr>
          <p:spPr>
            <a:xfrm>
              <a:off x="3534432" y="3920091"/>
              <a:ext cx="774948" cy="12862"/>
            </a:xfrm>
            <a:custGeom>
              <a:rect b="b" l="l" r="r" t="t"/>
              <a:pathLst>
                <a:path extrusionOk="0" h="312" w="18798">
                  <a:moveTo>
                    <a:pt x="1" y="1"/>
                  </a:moveTo>
                  <a:lnTo>
                    <a:pt x="1" y="312"/>
                  </a:lnTo>
                  <a:lnTo>
                    <a:pt x="18797" y="312"/>
                  </a:lnTo>
                  <a:lnTo>
                    <a:pt x="18797" y="1"/>
                  </a:ln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5" name="Google Shape;4655;p107"/>
            <p:cNvSpPr/>
            <p:nvPr/>
          </p:nvSpPr>
          <p:spPr>
            <a:xfrm>
              <a:off x="3587406" y="2675921"/>
              <a:ext cx="684582" cy="1185425"/>
            </a:xfrm>
            <a:custGeom>
              <a:rect b="b" l="l" r="r" t="t"/>
              <a:pathLst>
                <a:path extrusionOk="0" h="28755" w="16606">
                  <a:moveTo>
                    <a:pt x="10174" y="0"/>
                  </a:moveTo>
                  <a:cubicBezTo>
                    <a:pt x="9652" y="0"/>
                    <a:pt x="9141" y="172"/>
                    <a:pt x="8688" y="548"/>
                  </a:cubicBezTo>
                  <a:cubicBezTo>
                    <a:pt x="6181" y="2630"/>
                    <a:pt x="8993" y="6372"/>
                    <a:pt x="6738" y="8095"/>
                  </a:cubicBezTo>
                  <a:cubicBezTo>
                    <a:pt x="4477" y="9822"/>
                    <a:pt x="3761" y="11071"/>
                    <a:pt x="3702" y="14753"/>
                  </a:cubicBezTo>
                  <a:cubicBezTo>
                    <a:pt x="3643" y="18441"/>
                    <a:pt x="6141" y="19986"/>
                    <a:pt x="3069" y="21882"/>
                  </a:cubicBezTo>
                  <a:cubicBezTo>
                    <a:pt x="1" y="23778"/>
                    <a:pt x="909" y="28755"/>
                    <a:pt x="909" y="28755"/>
                  </a:cubicBezTo>
                  <a:lnTo>
                    <a:pt x="15594" y="28755"/>
                  </a:lnTo>
                  <a:cubicBezTo>
                    <a:pt x="15594" y="28755"/>
                    <a:pt x="14463" y="27237"/>
                    <a:pt x="15533" y="24444"/>
                  </a:cubicBezTo>
                  <a:cubicBezTo>
                    <a:pt x="16605" y="21649"/>
                    <a:pt x="15297" y="19507"/>
                    <a:pt x="13570" y="17252"/>
                  </a:cubicBezTo>
                  <a:cubicBezTo>
                    <a:pt x="11847" y="14991"/>
                    <a:pt x="11787" y="12616"/>
                    <a:pt x="13629" y="7620"/>
                  </a:cubicBezTo>
                  <a:cubicBezTo>
                    <a:pt x="15141" y="3532"/>
                    <a:pt x="12542" y="0"/>
                    <a:pt x="10174" y="0"/>
                  </a:cubicBez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6" name="Google Shape;4656;p107"/>
            <p:cNvSpPr/>
            <p:nvPr/>
          </p:nvSpPr>
          <p:spPr>
            <a:xfrm>
              <a:off x="3757871" y="2744519"/>
              <a:ext cx="344806" cy="681326"/>
            </a:xfrm>
            <a:custGeom>
              <a:rect b="b" l="l" r="r" t="t"/>
              <a:pathLst>
                <a:path extrusionOk="0" h="16527" w="8364">
                  <a:moveTo>
                    <a:pt x="3760" y="0"/>
                  </a:moveTo>
                  <a:lnTo>
                    <a:pt x="3659" y="22"/>
                  </a:lnTo>
                  <a:cubicBezTo>
                    <a:pt x="3669" y="64"/>
                    <a:pt x="4535" y="3751"/>
                    <a:pt x="6595" y="5050"/>
                  </a:cubicBezTo>
                  <a:cubicBezTo>
                    <a:pt x="7757" y="5788"/>
                    <a:pt x="8254" y="6968"/>
                    <a:pt x="7999" y="8381"/>
                  </a:cubicBezTo>
                  <a:cubicBezTo>
                    <a:pt x="7652" y="10319"/>
                    <a:pt x="6021" y="12064"/>
                    <a:pt x="4206" y="12443"/>
                  </a:cubicBezTo>
                  <a:cubicBezTo>
                    <a:pt x="2607" y="12780"/>
                    <a:pt x="1276" y="13613"/>
                    <a:pt x="556" y="14730"/>
                  </a:cubicBezTo>
                  <a:cubicBezTo>
                    <a:pt x="159" y="15350"/>
                    <a:pt x="1" y="16002"/>
                    <a:pt x="119" y="16526"/>
                  </a:cubicBezTo>
                  <a:lnTo>
                    <a:pt x="219" y="16503"/>
                  </a:lnTo>
                  <a:cubicBezTo>
                    <a:pt x="105" y="16007"/>
                    <a:pt x="260" y="15382"/>
                    <a:pt x="643" y="14785"/>
                  </a:cubicBezTo>
                  <a:cubicBezTo>
                    <a:pt x="1349" y="13691"/>
                    <a:pt x="2653" y="12875"/>
                    <a:pt x="4229" y="12542"/>
                  </a:cubicBezTo>
                  <a:cubicBezTo>
                    <a:pt x="6080" y="12155"/>
                    <a:pt x="7744" y="10373"/>
                    <a:pt x="8104" y="8400"/>
                  </a:cubicBezTo>
                  <a:cubicBezTo>
                    <a:pt x="8363" y="6941"/>
                    <a:pt x="7849" y="5724"/>
                    <a:pt x="6650" y="4963"/>
                  </a:cubicBezTo>
                  <a:cubicBezTo>
                    <a:pt x="4626" y="3687"/>
                    <a:pt x="3769" y="36"/>
                    <a:pt x="3760" y="0"/>
                  </a:cubicBezTo>
                  <a:close/>
                </a:path>
              </a:pathLst>
            </a:custGeom>
            <a:solidFill>
              <a:srgbClr val="FF3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7" name="Google Shape;4657;p107"/>
            <p:cNvSpPr/>
            <p:nvPr/>
          </p:nvSpPr>
          <p:spPr>
            <a:xfrm>
              <a:off x="3738124" y="2861515"/>
              <a:ext cx="298263" cy="423381"/>
            </a:xfrm>
            <a:custGeom>
              <a:rect b="b" l="l" r="r" t="t"/>
              <a:pathLst>
                <a:path extrusionOk="0" h="10270" w="7235">
                  <a:moveTo>
                    <a:pt x="4020" y="1"/>
                  </a:moveTo>
                  <a:lnTo>
                    <a:pt x="3915" y="11"/>
                  </a:lnTo>
                  <a:cubicBezTo>
                    <a:pt x="3915" y="38"/>
                    <a:pt x="4193" y="3055"/>
                    <a:pt x="6008" y="4382"/>
                  </a:cubicBezTo>
                  <a:cubicBezTo>
                    <a:pt x="6805" y="4965"/>
                    <a:pt x="7119" y="5945"/>
                    <a:pt x="6810" y="6875"/>
                  </a:cubicBezTo>
                  <a:cubicBezTo>
                    <a:pt x="6518" y="7750"/>
                    <a:pt x="5588" y="8675"/>
                    <a:pt x="3848" y="8675"/>
                  </a:cubicBezTo>
                  <a:lnTo>
                    <a:pt x="3779" y="8675"/>
                  </a:lnTo>
                  <a:cubicBezTo>
                    <a:pt x="3734" y="8670"/>
                    <a:pt x="3688" y="8670"/>
                    <a:pt x="3642" y="8670"/>
                  </a:cubicBezTo>
                  <a:cubicBezTo>
                    <a:pt x="529" y="8670"/>
                    <a:pt x="19" y="10174"/>
                    <a:pt x="0" y="10238"/>
                  </a:cubicBezTo>
                  <a:lnTo>
                    <a:pt x="97" y="10270"/>
                  </a:lnTo>
                  <a:cubicBezTo>
                    <a:pt x="101" y="10251"/>
                    <a:pt x="611" y="8775"/>
                    <a:pt x="3646" y="8775"/>
                  </a:cubicBezTo>
                  <a:lnTo>
                    <a:pt x="3848" y="8775"/>
                  </a:lnTo>
                  <a:cubicBezTo>
                    <a:pt x="5643" y="8775"/>
                    <a:pt x="6605" y="7818"/>
                    <a:pt x="6910" y="6911"/>
                  </a:cubicBezTo>
                  <a:cubicBezTo>
                    <a:pt x="7234" y="5935"/>
                    <a:pt x="6906" y="4910"/>
                    <a:pt x="6067" y="4300"/>
                  </a:cubicBezTo>
                  <a:cubicBezTo>
                    <a:pt x="4294" y="3000"/>
                    <a:pt x="4020" y="28"/>
                    <a:pt x="4020" y="1"/>
                  </a:cubicBezTo>
                  <a:close/>
                </a:path>
              </a:pathLst>
            </a:custGeom>
            <a:solidFill>
              <a:srgbClr val="FF3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8" name="Google Shape;4658;p107"/>
            <p:cNvSpPr/>
            <p:nvPr/>
          </p:nvSpPr>
          <p:spPr>
            <a:xfrm>
              <a:off x="3712771" y="3282052"/>
              <a:ext cx="380507" cy="581025"/>
            </a:xfrm>
            <a:custGeom>
              <a:rect b="b" l="l" r="r" t="t"/>
              <a:pathLst>
                <a:path extrusionOk="0" h="14094" w="9230">
                  <a:moveTo>
                    <a:pt x="9193" y="0"/>
                  </a:moveTo>
                  <a:cubicBezTo>
                    <a:pt x="9152" y="19"/>
                    <a:pt x="5123" y="1514"/>
                    <a:pt x="4080" y="4413"/>
                  </a:cubicBezTo>
                  <a:cubicBezTo>
                    <a:pt x="3775" y="5256"/>
                    <a:pt x="3592" y="6226"/>
                    <a:pt x="3396" y="7252"/>
                  </a:cubicBezTo>
                  <a:cubicBezTo>
                    <a:pt x="2927" y="9699"/>
                    <a:pt x="2397" y="12475"/>
                    <a:pt x="1" y="14007"/>
                  </a:cubicBezTo>
                  <a:lnTo>
                    <a:pt x="60" y="14093"/>
                  </a:lnTo>
                  <a:cubicBezTo>
                    <a:pt x="2494" y="12539"/>
                    <a:pt x="3026" y="9741"/>
                    <a:pt x="3496" y="7270"/>
                  </a:cubicBezTo>
                  <a:cubicBezTo>
                    <a:pt x="3692" y="6249"/>
                    <a:pt x="3874" y="5283"/>
                    <a:pt x="4175" y="4444"/>
                  </a:cubicBezTo>
                  <a:cubicBezTo>
                    <a:pt x="5205" y="1596"/>
                    <a:pt x="9189" y="115"/>
                    <a:pt x="9230" y="101"/>
                  </a:cubicBezTo>
                  <a:lnTo>
                    <a:pt x="9193" y="0"/>
                  </a:lnTo>
                  <a:close/>
                </a:path>
              </a:pathLst>
            </a:custGeom>
            <a:solidFill>
              <a:srgbClr val="FF3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9" name="Google Shape;4659;p107"/>
            <p:cNvSpPr/>
            <p:nvPr/>
          </p:nvSpPr>
          <p:spPr>
            <a:xfrm>
              <a:off x="3847288" y="3516540"/>
              <a:ext cx="381455" cy="94941"/>
            </a:xfrm>
            <a:custGeom>
              <a:rect b="b" l="l" r="r" t="t"/>
              <a:pathLst>
                <a:path extrusionOk="0" h="2303" w="9253">
                  <a:moveTo>
                    <a:pt x="9175" y="0"/>
                  </a:moveTo>
                  <a:cubicBezTo>
                    <a:pt x="8877" y="334"/>
                    <a:pt x="8466" y="642"/>
                    <a:pt x="7314" y="642"/>
                  </a:cubicBezTo>
                  <a:cubicBezTo>
                    <a:pt x="6691" y="642"/>
                    <a:pt x="5851" y="552"/>
                    <a:pt x="4695" y="328"/>
                  </a:cubicBezTo>
                  <a:cubicBezTo>
                    <a:pt x="4331" y="258"/>
                    <a:pt x="3990" y="227"/>
                    <a:pt x="3672" y="227"/>
                  </a:cubicBezTo>
                  <a:cubicBezTo>
                    <a:pt x="1120" y="227"/>
                    <a:pt x="12" y="2232"/>
                    <a:pt x="1" y="2257"/>
                  </a:cubicBezTo>
                  <a:lnTo>
                    <a:pt x="91" y="2303"/>
                  </a:lnTo>
                  <a:cubicBezTo>
                    <a:pt x="104" y="2282"/>
                    <a:pt x="1182" y="329"/>
                    <a:pt x="3669" y="329"/>
                  </a:cubicBezTo>
                  <a:cubicBezTo>
                    <a:pt x="3981" y="329"/>
                    <a:pt x="4315" y="360"/>
                    <a:pt x="4672" y="429"/>
                  </a:cubicBezTo>
                  <a:cubicBezTo>
                    <a:pt x="5832" y="654"/>
                    <a:pt x="6680" y="745"/>
                    <a:pt x="7313" y="745"/>
                  </a:cubicBezTo>
                  <a:cubicBezTo>
                    <a:pt x="8510" y="745"/>
                    <a:pt x="8940" y="421"/>
                    <a:pt x="9252" y="69"/>
                  </a:cubicBezTo>
                  <a:lnTo>
                    <a:pt x="9175" y="0"/>
                  </a:lnTo>
                  <a:close/>
                </a:path>
              </a:pathLst>
            </a:custGeom>
            <a:solidFill>
              <a:srgbClr val="FF3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0" name="Google Shape;4660;p107"/>
            <p:cNvSpPr/>
            <p:nvPr/>
          </p:nvSpPr>
          <p:spPr>
            <a:xfrm>
              <a:off x="3842960" y="3289184"/>
              <a:ext cx="42709" cy="230036"/>
            </a:xfrm>
            <a:custGeom>
              <a:rect b="b" l="l" r="r" t="t"/>
              <a:pathLst>
                <a:path extrusionOk="0" h="5580" w="1036">
                  <a:moveTo>
                    <a:pt x="183" y="1"/>
                  </a:moveTo>
                  <a:lnTo>
                    <a:pt x="119" y="83"/>
                  </a:lnTo>
                  <a:cubicBezTo>
                    <a:pt x="129" y="87"/>
                    <a:pt x="922" y="757"/>
                    <a:pt x="666" y="2239"/>
                  </a:cubicBezTo>
                  <a:cubicBezTo>
                    <a:pt x="594" y="2658"/>
                    <a:pt x="493" y="3027"/>
                    <a:pt x="406" y="3355"/>
                  </a:cubicBezTo>
                  <a:cubicBezTo>
                    <a:pt x="173" y="4225"/>
                    <a:pt x="1" y="4850"/>
                    <a:pt x="562" y="5580"/>
                  </a:cubicBezTo>
                  <a:lnTo>
                    <a:pt x="644" y="5520"/>
                  </a:lnTo>
                  <a:cubicBezTo>
                    <a:pt x="114" y="4831"/>
                    <a:pt x="270" y="4253"/>
                    <a:pt x="507" y="3382"/>
                  </a:cubicBezTo>
                  <a:cubicBezTo>
                    <a:pt x="594" y="3054"/>
                    <a:pt x="693" y="2681"/>
                    <a:pt x="766" y="2256"/>
                  </a:cubicBezTo>
                  <a:cubicBezTo>
                    <a:pt x="1035" y="712"/>
                    <a:pt x="219" y="28"/>
                    <a:pt x="183" y="1"/>
                  </a:cubicBezTo>
                  <a:close/>
                </a:path>
              </a:pathLst>
            </a:custGeom>
            <a:solidFill>
              <a:srgbClr val="FF3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1" name="Google Shape;4661;p107"/>
            <p:cNvSpPr/>
            <p:nvPr/>
          </p:nvSpPr>
          <p:spPr>
            <a:xfrm>
              <a:off x="3805775" y="3652087"/>
              <a:ext cx="432945" cy="100094"/>
            </a:xfrm>
            <a:custGeom>
              <a:rect b="b" l="l" r="r" t="t"/>
              <a:pathLst>
                <a:path extrusionOk="0" h="2428" w="10502">
                  <a:moveTo>
                    <a:pt x="3843" y="0"/>
                  </a:moveTo>
                  <a:cubicBezTo>
                    <a:pt x="1270" y="0"/>
                    <a:pt x="17" y="2353"/>
                    <a:pt x="0" y="2378"/>
                  </a:cubicBezTo>
                  <a:lnTo>
                    <a:pt x="97" y="2427"/>
                  </a:lnTo>
                  <a:cubicBezTo>
                    <a:pt x="108" y="2403"/>
                    <a:pt x="1333" y="103"/>
                    <a:pt x="3852" y="103"/>
                  </a:cubicBezTo>
                  <a:cubicBezTo>
                    <a:pt x="4117" y="103"/>
                    <a:pt x="4397" y="129"/>
                    <a:pt x="4691" y="185"/>
                  </a:cubicBezTo>
                  <a:cubicBezTo>
                    <a:pt x="5292" y="304"/>
                    <a:pt x="5839" y="422"/>
                    <a:pt x="6322" y="532"/>
                  </a:cubicBezTo>
                  <a:cubicBezTo>
                    <a:pt x="7297" y="748"/>
                    <a:pt x="8066" y="919"/>
                    <a:pt x="8707" y="919"/>
                  </a:cubicBezTo>
                  <a:cubicBezTo>
                    <a:pt x="9432" y="919"/>
                    <a:pt x="9993" y="700"/>
                    <a:pt x="10501" y="81"/>
                  </a:cubicBezTo>
                  <a:lnTo>
                    <a:pt x="10423" y="17"/>
                  </a:lnTo>
                  <a:cubicBezTo>
                    <a:pt x="9939" y="605"/>
                    <a:pt x="9399" y="814"/>
                    <a:pt x="8698" y="814"/>
                  </a:cubicBezTo>
                  <a:cubicBezTo>
                    <a:pt x="8068" y="814"/>
                    <a:pt x="7309" y="645"/>
                    <a:pt x="6345" y="431"/>
                  </a:cubicBezTo>
                  <a:cubicBezTo>
                    <a:pt x="5861" y="322"/>
                    <a:pt x="5314" y="199"/>
                    <a:pt x="4708" y="85"/>
                  </a:cubicBezTo>
                  <a:cubicBezTo>
                    <a:pt x="4405" y="27"/>
                    <a:pt x="4117" y="0"/>
                    <a:pt x="3843" y="0"/>
                  </a:cubicBezTo>
                  <a:close/>
                </a:path>
              </a:pathLst>
            </a:custGeom>
            <a:solidFill>
              <a:srgbClr val="FF3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2" name="Google Shape;4662;p107"/>
            <p:cNvSpPr/>
            <p:nvPr/>
          </p:nvSpPr>
          <p:spPr>
            <a:xfrm>
              <a:off x="3986505" y="2711580"/>
              <a:ext cx="112050" cy="245454"/>
            </a:xfrm>
            <a:custGeom>
              <a:rect b="b" l="l" r="r" t="t"/>
              <a:pathLst>
                <a:path extrusionOk="0" h="5954" w="2718">
                  <a:moveTo>
                    <a:pt x="2621" y="1"/>
                  </a:moveTo>
                  <a:lnTo>
                    <a:pt x="2516" y="19"/>
                  </a:lnTo>
                  <a:cubicBezTo>
                    <a:pt x="2608" y="503"/>
                    <a:pt x="2480" y="667"/>
                    <a:pt x="1783" y="1569"/>
                  </a:cubicBezTo>
                  <a:cubicBezTo>
                    <a:pt x="1624" y="1774"/>
                    <a:pt x="1432" y="2020"/>
                    <a:pt x="1213" y="2312"/>
                  </a:cubicBezTo>
                  <a:cubicBezTo>
                    <a:pt x="0" y="3911"/>
                    <a:pt x="1195" y="5931"/>
                    <a:pt x="1209" y="5954"/>
                  </a:cubicBezTo>
                  <a:lnTo>
                    <a:pt x="1300" y="5899"/>
                  </a:lnTo>
                  <a:cubicBezTo>
                    <a:pt x="1286" y="5880"/>
                    <a:pt x="128" y="3921"/>
                    <a:pt x="1295" y="2376"/>
                  </a:cubicBezTo>
                  <a:cubicBezTo>
                    <a:pt x="1519" y="2079"/>
                    <a:pt x="1706" y="1839"/>
                    <a:pt x="1865" y="1633"/>
                  </a:cubicBezTo>
                  <a:cubicBezTo>
                    <a:pt x="2571" y="722"/>
                    <a:pt x="2717" y="530"/>
                    <a:pt x="2621" y="1"/>
                  </a:cubicBezTo>
                  <a:close/>
                </a:path>
              </a:pathLst>
            </a:custGeom>
            <a:solidFill>
              <a:srgbClr val="FF3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3" name="Google Shape;4663;p107"/>
            <p:cNvSpPr/>
            <p:nvPr/>
          </p:nvSpPr>
          <p:spPr>
            <a:xfrm>
              <a:off x="1045720" y="1793128"/>
              <a:ext cx="200848" cy="157150"/>
            </a:xfrm>
            <a:custGeom>
              <a:rect b="b" l="l" r="r" t="t"/>
              <a:pathLst>
                <a:path extrusionOk="0" h="3812" w="4872">
                  <a:moveTo>
                    <a:pt x="3400" y="1"/>
                  </a:moveTo>
                  <a:cubicBezTo>
                    <a:pt x="2775" y="1"/>
                    <a:pt x="2168" y="130"/>
                    <a:pt x="2168" y="130"/>
                  </a:cubicBezTo>
                  <a:cubicBezTo>
                    <a:pt x="2168" y="130"/>
                    <a:pt x="58" y="567"/>
                    <a:pt x="31" y="1502"/>
                  </a:cubicBezTo>
                  <a:cubicBezTo>
                    <a:pt x="0" y="2410"/>
                    <a:pt x="1401" y="3812"/>
                    <a:pt x="2397" y="3812"/>
                  </a:cubicBezTo>
                  <a:cubicBezTo>
                    <a:pt x="2426" y="3812"/>
                    <a:pt x="2455" y="3811"/>
                    <a:pt x="2483" y="3808"/>
                  </a:cubicBezTo>
                  <a:cubicBezTo>
                    <a:pt x="2902" y="3772"/>
                    <a:pt x="3485" y="3753"/>
                    <a:pt x="4037" y="3712"/>
                  </a:cubicBezTo>
                  <a:lnTo>
                    <a:pt x="4169" y="682"/>
                  </a:lnTo>
                  <a:lnTo>
                    <a:pt x="4871" y="709"/>
                  </a:lnTo>
                  <a:cubicBezTo>
                    <a:pt x="4716" y="458"/>
                    <a:pt x="4547" y="262"/>
                    <a:pt x="4379" y="175"/>
                  </a:cubicBezTo>
                  <a:cubicBezTo>
                    <a:pt x="4120" y="43"/>
                    <a:pt x="3757" y="1"/>
                    <a:pt x="3400" y="1"/>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4" name="Google Shape;4664;p107"/>
            <p:cNvSpPr/>
            <p:nvPr/>
          </p:nvSpPr>
          <p:spPr>
            <a:xfrm>
              <a:off x="1095973" y="1802404"/>
              <a:ext cx="69217" cy="113740"/>
            </a:xfrm>
            <a:custGeom>
              <a:rect b="b" l="l" r="r" t="t"/>
              <a:pathLst>
                <a:path extrusionOk="0" h="2759" w="1679">
                  <a:moveTo>
                    <a:pt x="526" y="1"/>
                  </a:moveTo>
                  <a:cubicBezTo>
                    <a:pt x="521" y="5"/>
                    <a:pt x="1" y="479"/>
                    <a:pt x="93" y="1141"/>
                  </a:cubicBezTo>
                  <a:cubicBezTo>
                    <a:pt x="175" y="1728"/>
                    <a:pt x="703" y="2275"/>
                    <a:pt x="1665" y="2758"/>
                  </a:cubicBezTo>
                  <a:lnTo>
                    <a:pt x="1679" y="2731"/>
                  </a:lnTo>
                  <a:cubicBezTo>
                    <a:pt x="726" y="2252"/>
                    <a:pt x="207" y="1715"/>
                    <a:pt x="125" y="1135"/>
                  </a:cubicBezTo>
                  <a:cubicBezTo>
                    <a:pt x="38" y="493"/>
                    <a:pt x="544" y="28"/>
                    <a:pt x="548" y="24"/>
                  </a:cubicBezTo>
                  <a:lnTo>
                    <a:pt x="526" y="1"/>
                  </a:ln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5" name="Google Shape;4665;p107"/>
            <p:cNvSpPr/>
            <p:nvPr/>
          </p:nvSpPr>
          <p:spPr>
            <a:xfrm>
              <a:off x="1066126" y="1815184"/>
              <a:ext cx="84965" cy="135300"/>
            </a:xfrm>
            <a:custGeom>
              <a:rect b="b" l="l" r="r" t="t"/>
              <a:pathLst>
                <a:path extrusionOk="0" h="3282" w="2061">
                  <a:moveTo>
                    <a:pt x="420" y="0"/>
                  </a:moveTo>
                  <a:cubicBezTo>
                    <a:pt x="415" y="5"/>
                    <a:pt x="1" y="543"/>
                    <a:pt x="156" y="1281"/>
                  </a:cubicBezTo>
                  <a:cubicBezTo>
                    <a:pt x="306" y="2015"/>
                    <a:pt x="939" y="2690"/>
                    <a:pt x="2043" y="3282"/>
                  </a:cubicBezTo>
                  <a:lnTo>
                    <a:pt x="2061" y="3255"/>
                  </a:lnTo>
                  <a:cubicBezTo>
                    <a:pt x="967" y="2663"/>
                    <a:pt x="338" y="2001"/>
                    <a:pt x="188" y="1277"/>
                  </a:cubicBezTo>
                  <a:cubicBezTo>
                    <a:pt x="37" y="552"/>
                    <a:pt x="443" y="28"/>
                    <a:pt x="447" y="23"/>
                  </a:cubicBezTo>
                  <a:lnTo>
                    <a:pt x="420" y="0"/>
                  </a:ln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6" name="Google Shape;4666;p107"/>
            <p:cNvSpPr/>
            <p:nvPr/>
          </p:nvSpPr>
          <p:spPr>
            <a:xfrm>
              <a:off x="1075154" y="1809948"/>
              <a:ext cx="88757" cy="123840"/>
            </a:xfrm>
            <a:custGeom>
              <a:rect b="b" l="l" r="r" t="t"/>
              <a:pathLst>
                <a:path extrusionOk="0" h="3004" w="2153">
                  <a:moveTo>
                    <a:pt x="497" y="0"/>
                  </a:moveTo>
                  <a:cubicBezTo>
                    <a:pt x="488" y="5"/>
                    <a:pt x="1" y="483"/>
                    <a:pt x="315" y="1422"/>
                  </a:cubicBezTo>
                  <a:cubicBezTo>
                    <a:pt x="630" y="2352"/>
                    <a:pt x="2125" y="2999"/>
                    <a:pt x="2138" y="3003"/>
                  </a:cubicBezTo>
                  <a:lnTo>
                    <a:pt x="2152" y="2976"/>
                  </a:lnTo>
                  <a:cubicBezTo>
                    <a:pt x="2134" y="2971"/>
                    <a:pt x="657" y="2329"/>
                    <a:pt x="347" y="1408"/>
                  </a:cubicBezTo>
                  <a:cubicBezTo>
                    <a:pt x="37" y="497"/>
                    <a:pt x="511" y="28"/>
                    <a:pt x="516" y="22"/>
                  </a:cubicBezTo>
                  <a:lnTo>
                    <a:pt x="497" y="0"/>
                  </a:ln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7" name="Google Shape;4667;p107"/>
            <p:cNvSpPr/>
            <p:nvPr/>
          </p:nvSpPr>
          <p:spPr>
            <a:xfrm>
              <a:off x="1160078" y="2574754"/>
              <a:ext cx="288369" cy="692869"/>
            </a:xfrm>
            <a:custGeom>
              <a:rect b="b" l="l" r="r" t="t"/>
              <a:pathLst>
                <a:path extrusionOk="0" h="16807" w="6995">
                  <a:moveTo>
                    <a:pt x="2300" y="1"/>
                  </a:moveTo>
                  <a:cubicBezTo>
                    <a:pt x="1640" y="1"/>
                    <a:pt x="905" y="401"/>
                    <a:pt x="156" y="1565"/>
                  </a:cubicBezTo>
                  <a:cubicBezTo>
                    <a:pt x="156" y="1565"/>
                    <a:pt x="0" y="4468"/>
                    <a:pt x="1801" y="8839"/>
                  </a:cubicBezTo>
                  <a:cubicBezTo>
                    <a:pt x="3597" y="13210"/>
                    <a:pt x="4039" y="16565"/>
                    <a:pt x="5365" y="16788"/>
                  </a:cubicBezTo>
                  <a:cubicBezTo>
                    <a:pt x="5438" y="16800"/>
                    <a:pt x="5508" y="16806"/>
                    <a:pt x="5576" y="16806"/>
                  </a:cubicBezTo>
                  <a:cubicBezTo>
                    <a:pt x="6724" y="16806"/>
                    <a:pt x="6995" y="15088"/>
                    <a:pt x="6887" y="13210"/>
                  </a:cubicBezTo>
                  <a:cubicBezTo>
                    <a:pt x="6778" y="11223"/>
                    <a:pt x="5265" y="2341"/>
                    <a:pt x="4476" y="1370"/>
                  </a:cubicBezTo>
                  <a:cubicBezTo>
                    <a:pt x="4017" y="801"/>
                    <a:pt x="3234" y="1"/>
                    <a:pt x="2300"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8" name="Google Shape;4668;p107"/>
            <p:cNvSpPr/>
            <p:nvPr/>
          </p:nvSpPr>
          <p:spPr>
            <a:xfrm>
              <a:off x="1145608" y="2599531"/>
              <a:ext cx="350289" cy="830601"/>
            </a:xfrm>
            <a:custGeom>
              <a:rect b="b" l="l" r="r" t="t"/>
              <a:pathLst>
                <a:path extrusionOk="0" h="20148" w="8497">
                  <a:moveTo>
                    <a:pt x="3405" y="0"/>
                  </a:moveTo>
                  <a:cubicBezTo>
                    <a:pt x="2450" y="0"/>
                    <a:pt x="1359" y="490"/>
                    <a:pt x="684" y="2163"/>
                  </a:cubicBezTo>
                  <a:cubicBezTo>
                    <a:pt x="684" y="2163"/>
                    <a:pt x="0" y="6156"/>
                    <a:pt x="1331" y="9921"/>
                  </a:cubicBezTo>
                  <a:cubicBezTo>
                    <a:pt x="2667" y="13680"/>
                    <a:pt x="3113" y="14483"/>
                    <a:pt x="2977" y="16082"/>
                  </a:cubicBezTo>
                  <a:cubicBezTo>
                    <a:pt x="2855" y="17552"/>
                    <a:pt x="3634" y="20148"/>
                    <a:pt x="5587" y="20148"/>
                  </a:cubicBezTo>
                  <a:cubicBezTo>
                    <a:pt x="5761" y="20148"/>
                    <a:pt x="5943" y="20127"/>
                    <a:pt x="6136" y="20084"/>
                  </a:cubicBezTo>
                  <a:cubicBezTo>
                    <a:pt x="8496" y="19551"/>
                    <a:pt x="8086" y="16793"/>
                    <a:pt x="8090" y="14437"/>
                  </a:cubicBezTo>
                  <a:cubicBezTo>
                    <a:pt x="8095" y="12081"/>
                    <a:pt x="5406" y="1357"/>
                    <a:pt x="5320" y="823"/>
                  </a:cubicBezTo>
                  <a:cubicBezTo>
                    <a:pt x="5273" y="549"/>
                    <a:pt x="4416" y="0"/>
                    <a:pt x="3405" y="0"/>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9" name="Google Shape;4669;p107"/>
            <p:cNvSpPr/>
            <p:nvPr/>
          </p:nvSpPr>
          <p:spPr>
            <a:xfrm>
              <a:off x="1217010" y="3149843"/>
              <a:ext cx="239600" cy="973528"/>
            </a:xfrm>
            <a:custGeom>
              <a:rect b="b" l="l" r="r" t="t"/>
              <a:pathLst>
                <a:path extrusionOk="0" h="23615" w="5812">
                  <a:moveTo>
                    <a:pt x="4356" y="1"/>
                  </a:moveTo>
                  <a:cubicBezTo>
                    <a:pt x="3793" y="1"/>
                    <a:pt x="3204" y="354"/>
                    <a:pt x="2890" y="1257"/>
                  </a:cubicBezTo>
                  <a:cubicBezTo>
                    <a:pt x="2890" y="1257"/>
                    <a:pt x="1747" y="4191"/>
                    <a:pt x="872" y="7988"/>
                  </a:cubicBezTo>
                  <a:cubicBezTo>
                    <a:pt x="1" y="11789"/>
                    <a:pt x="182" y="21743"/>
                    <a:pt x="525" y="22915"/>
                  </a:cubicBezTo>
                  <a:cubicBezTo>
                    <a:pt x="620" y="23245"/>
                    <a:pt x="905" y="23615"/>
                    <a:pt x="1187" y="23615"/>
                  </a:cubicBezTo>
                  <a:cubicBezTo>
                    <a:pt x="1381" y="23615"/>
                    <a:pt x="1573" y="23441"/>
                    <a:pt x="1701" y="22961"/>
                  </a:cubicBezTo>
                  <a:cubicBezTo>
                    <a:pt x="2020" y="21785"/>
                    <a:pt x="5624" y="2802"/>
                    <a:pt x="5744" y="1421"/>
                  </a:cubicBezTo>
                  <a:cubicBezTo>
                    <a:pt x="5811" y="631"/>
                    <a:pt x="5108" y="1"/>
                    <a:pt x="4356"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0" name="Google Shape;4670;p107"/>
            <p:cNvSpPr/>
            <p:nvPr/>
          </p:nvSpPr>
          <p:spPr>
            <a:xfrm>
              <a:off x="1185802" y="3138877"/>
              <a:ext cx="302344" cy="814565"/>
            </a:xfrm>
            <a:custGeom>
              <a:rect b="b" l="l" r="r" t="t"/>
              <a:pathLst>
                <a:path extrusionOk="0" h="19759" w="7334">
                  <a:moveTo>
                    <a:pt x="4848" y="0"/>
                  </a:moveTo>
                  <a:cubicBezTo>
                    <a:pt x="4509" y="0"/>
                    <a:pt x="4151" y="65"/>
                    <a:pt x="3783" y="201"/>
                  </a:cubicBezTo>
                  <a:cubicBezTo>
                    <a:pt x="1869" y="912"/>
                    <a:pt x="2025" y="2467"/>
                    <a:pt x="2025" y="2467"/>
                  </a:cubicBezTo>
                  <a:cubicBezTo>
                    <a:pt x="2025" y="2467"/>
                    <a:pt x="1692" y="5889"/>
                    <a:pt x="1692" y="6554"/>
                  </a:cubicBezTo>
                  <a:cubicBezTo>
                    <a:pt x="1692" y="7225"/>
                    <a:pt x="1" y="19758"/>
                    <a:pt x="1" y="19758"/>
                  </a:cubicBezTo>
                  <a:lnTo>
                    <a:pt x="5516" y="19758"/>
                  </a:lnTo>
                  <a:cubicBezTo>
                    <a:pt x="5516" y="19758"/>
                    <a:pt x="6496" y="13801"/>
                    <a:pt x="6764" y="11313"/>
                  </a:cubicBezTo>
                  <a:cubicBezTo>
                    <a:pt x="7029" y="8824"/>
                    <a:pt x="7138" y="2867"/>
                    <a:pt x="7138" y="2867"/>
                  </a:cubicBezTo>
                  <a:cubicBezTo>
                    <a:pt x="7333" y="1141"/>
                    <a:pt x="6271" y="0"/>
                    <a:pt x="4848" y="0"/>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1" name="Google Shape;4671;p107"/>
            <p:cNvSpPr/>
            <p:nvPr/>
          </p:nvSpPr>
          <p:spPr>
            <a:xfrm>
              <a:off x="1198417" y="3858707"/>
              <a:ext cx="228675" cy="2803"/>
            </a:xfrm>
            <a:custGeom>
              <a:rect b="b" l="l" r="r" t="t"/>
              <a:pathLst>
                <a:path extrusionOk="0" h="68" w="5547">
                  <a:moveTo>
                    <a:pt x="0" y="0"/>
                  </a:moveTo>
                  <a:lnTo>
                    <a:pt x="0" y="68"/>
                  </a:lnTo>
                  <a:lnTo>
                    <a:pt x="5547" y="68"/>
                  </a:lnTo>
                  <a:lnTo>
                    <a:pt x="5547" y="0"/>
                  </a:lnTo>
                  <a:cubicBezTo>
                    <a:pt x="5511" y="0"/>
                    <a:pt x="3112" y="4"/>
                    <a:pt x="1481" y="4"/>
                  </a:cubicBezTo>
                  <a:cubicBezTo>
                    <a:pt x="665" y="4"/>
                    <a:pt x="41" y="3"/>
                    <a:pt x="0"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2" name="Google Shape;4672;p107"/>
            <p:cNvSpPr/>
            <p:nvPr/>
          </p:nvSpPr>
          <p:spPr>
            <a:xfrm>
              <a:off x="1224142" y="4153301"/>
              <a:ext cx="354205" cy="45306"/>
            </a:xfrm>
            <a:custGeom>
              <a:rect b="b" l="l" r="r" t="t"/>
              <a:pathLst>
                <a:path extrusionOk="0" h="1099" w="8592">
                  <a:moveTo>
                    <a:pt x="1" y="0"/>
                  </a:moveTo>
                  <a:lnTo>
                    <a:pt x="1" y="1098"/>
                  </a:lnTo>
                  <a:lnTo>
                    <a:pt x="8592" y="1098"/>
                  </a:lnTo>
                  <a:cubicBezTo>
                    <a:pt x="8592" y="1098"/>
                    <a:pt x="8560" y="985"/>
                    <a:pt x="8387" y="0"/>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3" name="Google Shape;4673;p107"/>
            <p:cNvSpPr/>
            <p:nvPr/>
          </p:nvSpPr>
          <p:spPr>
            <a:xfrm>
              <a:off x="1224142" y="3989267"/>
              <a:ext cx="345795" cy="164075"/>
            </a:xfrm>
            <a:custGeom>
              <a:rect b="b" l="l" r="r" t="t"/>
              <a:pathLst>
                <a:path extrusionOk="0" h="3980" w="8388">
                  <a:moveTo>
                    <a:pt x="1" y="1"/>
                  </a:moveTo>
                  <a:lnTo>
                    <a:pt x="1" y="3979"/>
                  </a:lnTo>
                  <a:lnTo>
                    <a:pt x="8387" y="3979"/>
                  </a:lnTo>
                  <a:cubicBezTo>
                    <a:pt x="8387" y="3956"/>
                    <a:pt x="8383" y="3939"/>
                    <a:pt x="8377" y="3916"/>
                  </a:cubicBezTo>
                  <a:cubicBezTo>
                    <a:pt x="8196" y="2872"/>
                    <a:pt x="5347" y="2644"/>
                    <a:pt x="3610" y="2475"/>
                  </a:cubicBezTo>
                  <a:cubicBezTo>
                    <a:pt x="1869" y="2307"/>
                    <a:pt x="2115" y="1"/>
                    <a:pt x="2115"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4" name="Google Shape;4674;p107"/>
            <p:cNvSpPr/>
            <p:nvPr/>
          </p:nvSpPr>
          <p:spPr>
            <a:xfrm>
              <a:off x="1385001" y="4116487"/>
              <a:ext cx="158222" cy="37267"/>
            </a:xfrm>
            <a:custGeom>
              <a:rect b="b" l="l" r="r" t="t"/>
              <a:pathLst>
                <a:path extrusionOk="0" h="904" w="3838">
                  <a:moveTo>
                    <a:pt x="2461" y="1"/>
                  </a:moveTo>
                  <a:cubicBezTo>
                    <a:pt x="2098" y="1"/>
                    <a:pt x="1714" y="6"/>
                    <a:pt x="1376" y="22"/>
                  </a:cubicBezTo>
                  <a:cubicBezTo>
                    <a:pt x="346" y="73"/>
                    <a:pt x="5" y="876"/>
                    <a:pt x="0" y="884"/>
                  </a:cubicBezTo>
                  <a:lnTo>
                    <a:pt x="51" y="903"/>
                  </a:lnTo>
                  <a:cubicBezTo>
                    <a:pt x="55" y="898"/>
                    <a:pt x="383" y="127"/>
                    <a:pt x="1376" y="77"/>
                  </a:cubicBezTo>
                  <a:cubicBezTo>
                    <a:pt x="1714" y="61"/>
                    <a:pt x="2098" y="55"/>
                    <a:pt x="2461" y="55"/>
                  </a:cubicBezTo>
                  <a:cubicBezTo>
                    <a:pt x="3188" y="55"/>
                    <a:pt x="3829" y="77"/>
                    <a:pt x="3838" y="77"/>
                  </a:cubicBezTo>
                  <a:lnTo>
                    <a:pt x="3838" y="22"/>
                  </a:lnTo>
                  <a:cubicBezTo>
                    <a:pt x="3829" y="22"/>
                    <a:pt x="3188" y="1"/>
                    <a:pt x="246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5" name="Google Shape;4675;p107"/>
            <p:cNvSpPr/>
            <p:nvPr/>
          </p:nvSpPr>
          <p:spPr>
            <a:xfrm>
              <a:off x="1266438" y="3989267"/>
              <a:ext cx="120088" cy="114853"/>
            </a:xfrm>
            <a:custGeom>
              <a:rect b="b" l="l" r="r" t="t"/>
              <a:pathLst>
                <a:path extrusionOk="0" h="2786" w="2913">
                  <a:moveTo>
                    <a:pt x="14" y="1"/>
                  </a:moveTo>
                  <a:cubicBezTo>
                    <a:pt x="14" y="96"/>
                    <a:pt x="1" y="2366"/>
                    <a:pt x="876" y="2676"/>
                  </a:cubicBezTo>
                  <a:cubicBezTo>
                    <a:pt x="1095" y="2753"/>
                    <a:pt x="1335" y="2786"/>
                    <a:pt x="1568" y="2786"/>
                  </a:cubicBezTo>
                  <a:cubicBezTo>
                    <a:pt x="2256" y="2786"/>
                    <a:pt x="2904" y="2534"/>
                    <a:pt x="2913" y="2530"/>
                  </a:cubicBezTo>
                  <a:lnTo>
                    <a:pt x="2894" y="2480"/>
                  </a:lnTo>
                  <a:cubicBezTo>
                    <a:pt x="2884" y="2484"/>
                    <a:pt x="2244" y="2731"/>
                    <a:pt x="1569" y="2731"/>
                  </a:cubicBezTo>
                  <a:cubicBezTo>
                    <a:pt x="1340" y="2731"/>
                    <a:pt x="1107" y="2702"/>
                    <a:pt x="893" y="2626"/>
                  </a:cubicBezTo>
                  <a:cubicBezTo>
                    <a:pt x="55" y="2330"/>
                    <a:pt x="69" y="24"/>
                    <a:pt x="7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6" name="Google Shape;4676;p107"/>
            <p:cNvSpPr/>
            <p:nvPr/>
          </p:nvSpPr>
          <p:spPr>
            <a:xfrm>
              <a:off x="1267593" y="4000727"/>
              <a:ext cx="46955" cy="32156"/>
            </a:xfrm>
            <a:custGeom>
              <a:rect b="b" l="l" r="r" t="t"/>
              <a:pathLst>
                <a:path extrusionOk="0" h="780" w="1139">
                  <a:moveTo>
                    <a:pt x="32" y="1"/>
                  </a:moveTo>
                  <a:lnTo>
                    <a:pt x="0" y="47"/>
                  </a:lnTo>
                  <a:lnTo>
                    <a:pt x="1107" y="780"/>
                  </a:lnTo>
                  <a:lnTo>
                    <a:pt x="1139" y="735"/>
                  </a:lnTo>
                  <a:lnTo>
                    <a:pt x="3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7" name="Google Shape;4677;p107"/>
            <p:cNvSpPr/>
            <p:nvPr/>
          </p:nvSpPr>
          <p:spPr>
            <a:xfrm>
              <a:off x="1270561" y="4009178"/>
              <a:ext cx="41019" cy="23704"/>
            </a:xfrm>
            <a:custGeom>
              <a:rect b="b" l="l" r="r" t="t"/>
              <a:pathLst>
                <a:path extrusionOk="0" h="575" w="995">
                  <a:moveTo>
                    <a:pt x="967" y="0"/>
                  </a:moveTo>
                  <a:lnTo>
                    <a:pt x="0" y="530"/>
                  </a:lnTo>
                  <a:lnTo>
                    <a:pt x="28" y="575"/>
                  </a:lnTo>
                  <a:lnTo>
                    <a:pt x="995" y="51"/>
                  </a:lnTo>
                  <a:lnTo>
                    <a:pt x="9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8" name="Google Shape;4678;p107"/>
            <p:cNvSpPr/>
            <p:nvPr/>
          </p:nvSpPr>
          <p:spPr>
            <a:xfrm>
              <a:off x="1272993" y="4045044"/>
              <a:ext cx="54541" cy="21107"/>
            </a:xfrm>
            <a:custGeom>
              <a:rect b="b" l="l" r="r" t="t"/>
              <a:pathLst>
                <a:path extrusionOk="0" h="512" w="1323">
                  <a:moveTo>
                    <a:pt x="19" y="1"/>
                  </a:moveTo>
                  <a:lnTo>
                    <a:pt x="0" y="51"/>
                  </a:lnTo>
                  <a:lnTo>
                    <a:pt x="1304" y="512"/>
                  </a:lnTo>
                  <a:lnTo>
                    <a:pt x="1323" y="461"/>
                  </a:lnTo>
                  <a:lnTo>
                    <a:pt x="1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9" name="Google Shape;4679;p107"/>
            <p:cNvSpPr/>
            <p:nvPr/>
          </p:nvSpPr>
          <p:spPr>
            <a:xfrm>
              <a:off x="1279754" y="4045250"/>
              <a:ext cx="38751" cy="27085"/>
            </a:xfrm>
            <a:custGeom>
              <a:rect b="b" l="l" r="r" t="t"/>
              <a:pathLst>
                <a:path extrusionOk="0" h="657" w="940">
                  <a:moveTo>
                    <a:pt x="908" y="0"/>
                  </a:moveTo>
                  <a:lnTo>
                    <a:pt x="0" y="607"/>
                  </a:lnTo>
                  <a:lnTo>
                    <a:pt x="28" y="657"/>
                  </a:lnTo>
                  <a:lnTo>
                    <a:pt x="940" y="46"/>
                  </a:lnTo>
                  <a:lnTo>
                    <a:pt x="90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0" name="Google Shape;4680;p107"/>
            <p:cNvSpPr/>
            <p:nvPr/>
          </p:nvSpPr>
          <p:spPr>
            <a:xfrm>
              <a:off x="1286144" y="2024854"/>
              <a:ext cx="534235" cy="141525"/>
            </a:xfrm>
            <a:custGeom>
              <a:rect b="b" l="l" r="r" t="t"/>
              <a:pathLst>
                <a:path extrusionOk="0" h="3433" w="12959">
                  <a:moveTo>
                    <a:pt x="9952" y="1"/>
                  </a:moveTo>
                  <a:cubicBezTo>
                    <a:pt x="7094" y="1"/>
                    <a:pt x="1851" y="562"/>
                    <a:pt x="1851" y="562"/>
                  </a:cubicBezTo>
                  <a:cubicBezTo>
                    <a:pt x="1454" y="602"/>
                    <a:pt x="1" y="1236"/>
                    <a:pt x="443" y="2293"/>
                  </a:cubicBezTo>
                  <a:cubicBezTo>
                    <a:pt x="885" y="3351"/>
                    <a:pt x="2033" y="3324"/>
                    <a:pt x="2525" y="3423"/>
                  </a:cubicBezTo>
                  <a:cubicBezTo>
                    <a:pt x="2555" y="3429"/>
                    <a:pt x="2609" y="3432"/>
                    <a:pt x="2684" y="3432"/>
                  </a:cubicBezTo>
                  <a:cubicBezTo>
                    <a:pt x="3844" y="3432"/>
                    <a:pt x="10075" y="2740"/>
                    <a:pt x="11085" y="2453"/>
                  </a:cubicBezTo>
                  <a:cubicBezTo>
                    <a:pt x="12157" y="2144"/>
                    <a:pt x="12958" y="594"/>
                    <a:pt x="11559" y="133"/>
                  </a:cubicBezTo>
                  <a:cubicBezTo>
                    <a:pt x="11272" y="38"/>
                    <a:pt x="10692" y="1"/>
                    <a:pt x="9952"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1" name="Google Shape;4681;p107"/>
            <p:cNvSpPr/>
            <p:nvPr/>
          </p:nvSpPr>
          <p:spPr>
            <a:xfrm>
              <a:off x="1368635" y="2034295"/>
              <a:ext cx="237374" cy="128127"/>
            </a:xfrm>
            <a:custGeom>
              <a:rect b="b" l="l" r="r" t="t"/>
              <a:pathLst>
                <a:path extrusionOk="0" h="3108" w="5758">
                  <a:moveTo>
                    <a:pt x="3134" y="1"/>
                  </a:moveTo>
                  <a:cubicBezTo>
                    <a:pt x="2765" y="1"/>
                    <a:pt x="2103" y="18"/>
                    <a:pt x="1586" y="127"/>
                  </a:cubicBezTo>
                  <a:cubicBezTo>
                    <a:pt x="831" y="287"/>
                    <a:pt x="0" y="1153"/>
                    <a:pt x="707" y="2288"/>
                  </a:cubicBezTo>
                  <a:cubicBezTo>
                    <a:pt x="1136" y="2972"/>
                    <a:pt x="1804" y="3108"/>
                    <a:pt x="2268" y="3108"/>
                  </a:cubicBezTo>
                  <a:cubicBezTo>
                    <a:pt x="2573" y="3108"/>
                    <a:pt x="2790" y="3049"/>
                    <a:pt x="2790" y="3049"/>
                  </a:cubicBezTo>
                  <a:lnTo>
                    <a:pt x="5757" y="2725"/>
                  </a:lnTo>
                  <a:lnTo>
                    <a:pt x="3414" y="5"/>
                  </a:lnTo>
                  <a:cubicBezTo>
                    <a:pt x="3414" y="5"/>
                    <a:pt x="3306" y="1"/>
                    <a:pt x="3134" y="1"/>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2" name="Google Shape;4682;p107"/>
            <p:cNvSpPr/>
            <p:nvPr/>
          </p:nvSpPr>
          <p:spPr>
            <a:xfrm>
              <a:off x="1241044" y="1994430"/>
              <a:ext cx="311372" cy="182338"/>
            </a:xfrm>
            <a:custGeom>
              <a:rect b="b" l="l" r="r" t="t"/>
              <a:pathLst>
                <a:path extrusionOk="0" h="4423" w="7553">
                  <a:moveTo>
                    <a:pt x="6162" y="0"/>
                  </a:moveTo>
                  <a:cubicBezTo>
                    <a:pt x="6162" y="0"/>
                    <a:pt x="3045" y="415"/>
                    <a:pt x="1688" y="776"/>
                  </a:cubicBezTo>
                  <a:cubicBezTo>
                    <a:pt x="329" y="1140"/>
                    <a:pt x="1" y="2867"/>
                    <a:pt x="1" y="2867"/>
                  </a:cubicBezTo>
                  <a:cubicBezTo>
                    <a:pt x="447" y="4376"/>
                    <a:pt x="1459" y="4317"/>
                    <a:pt x="2489" y="4413"/>
                  </a:cubicBezTo>
                  <a:cubicBezTo>
                    <a:pt x="2562" y="4419"/>
                    <a:pt x="2649" y="4422"/>
                    <a:pt x="2748" y="4422"/>
                  </a:cubicBezTo>
                  <a:cubicBezTo>
                    <a:pt x="4066" y="4422"/>
                    <a:pt x="7553" y="3902"/>
                    <a:pt x="7553" y="3902"/>
                  </a:cubicBezTo>
                  <a:lnTo>
                    <a:pt x="6162" y="0"/>
                  </a:ln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3" name="Google Shape;4683;p107"/>
            <p:cNvSpPr/>
            <p:nvPr/>
          </p:nvSpPr>
          <p:spPr>
            <a:xfrm>
              <a:off x="1685532" y="1720201"/>
              <a:ext cx="348269" cy="411343"/>
            </a:xfrm>
            <a:custGeom>
              <a:rect b="b" l="l" r="r" t="t"/>
              <a:pathLst>
                <a:path extrusionOk="0" h="9978" w="8448">
                  <a:moveTo>
                    <a:pt x="8022" y="0"/>
                  </a:moveTo>
                  <a:cubicBezTo>
                    <a:pt x="7873" y="0"/>
                    <a:pt x="7697" y="87"/>
                    <a:pt x="7559" y="226"/>
                  </a:cubicBezTo>
                  <a:cubicBezTo>
                    <a:pt x="7559" y="226"/>
                    <a:pt x="891" y="6890"/>
                    <a:pt x="422" y="7842"/>
                  </a:cubicBezTo>
                  <a:cubicBezTo>
                    <a:pt x="1" y="8688"/>
                    <a:pt x="1" y="9977"/>
                    <a:pt x="1132" y="9977"/>
                  </a:cubicBezTo>
                  <a:cubicBezTo>
                    <a:pt x="1276" y="9977"/>
                    <a:pt x="1439" y="9956"/>
                    <a:pt x="1621" y="9911"/>
                  </a:cubicBezTo>
                  <a:cubicBezTo>
                    <a:pt x="3234" y="9511"/>
                    <a:pt x="7774" y="2027"/>
                    <a:pt x="8188" y="941"/>
                  </a:cubicBezTo>
                  <a:cubicBezTo>
                    <a:pt x="8448" y="256"/>
                    <a:pt x="8277" y="0"/>
                    <a:pt x="8022"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4" name="Google Shape;4684;p107"/>
            <p:cNvSpPr/>
            <p:nvPr/>
          </p:nvSpPr>
          <p:spPr>
            <a:xfrm>
              <a:off x="1964996" y="1612151"/>
              <a:ext cx="178545" cy="168775"/>
            </a:xfrm>
            <a:custGeom>
              <a:rect b="b" l="l" r="r" t="t"/>
              <a:pathLst>
                <a:path extrusionOk="0" h="4094" w="4331">
                  <a:moveTo>
                    <a:pt x="4032" y="0"/>
                  </a:moveTo>
                  <a:cubicBezTo>
                    <a:pt x="3684" y="0"/>
                    <a:pt x="2529" y="683"/>
                    <a:pt x="1864" y="1211"/>
                  </a:cubicBezTo>
                  <a:cubicBezTo>
                    <a:pt x="1149" y="1785"/>
                    <a:pt x="0" y="3541"/>
                    <a:pt x="315" y="3991"/>
                  </a:cubicBezTo>
                  <a:cubicBezTo>
                    <a:pt x="364" y="4063"/>
                    <a:pt x="436" y="4093"/>
                    <a:pt x="524" y="4093"/>
                  </a:cubicBezTo>
                  <a:cubicBezTo>
                    <a:pt x="995" y="4093"/>
                    <a:pt x="1935" y="3220"/>
                    <a:pt x="2380" y="2971"/>
                  </a:cubicBezTo>
                  <a:cubicBezTo>
                    <a:pt x="2909" y="2674"/>
                    <a:pt x="3957" y="1457"/>
                    <a:pt x="3720" y="1303"/>
                  </a:cubicBezTo>
                  <a:cubicBezTo>
                    <a:pt x="3700" y="1290"/>
                    <a:pt x="3679" y="1284"/>
                    <a:pt x="3655" y="1284"/>
                  </a:cubicBezTo>
                  <a:cubicBezTo>
                    <a:pt x="3393" y="1284"/>
                    <a:pt x="2898" y="2022"/>
                    <a:pt x="2672" y="2119"/>
                  </a:cubicBezTo>
                  <a:cubicBezTo>
                    <a:pt x="2595" y="2151"/>
                    <a:pt x="2531" y="2164"/>
                    <a:pt x="2480" y="2164"/>
                  </a:cubicBezTo>
                  <a:cubicBezTo>
                    <a:pt x="2368" y="2164"/>
                    <a:pt x="2321" y="2098"/>
                    <a:pt x="2352" y="2022"/>
                  </a:cubicBezTo>
                  <a:cubicBezTo>
                    <a:pt x="2352" y="2022"/>
                    <a:pt x="2516" y="1553"/>
                    <a:pt x="2859" y="1265"/>
                  </a:cubicBezTo>
                  <a:cubicBezTo>
                    <a:pt x="3196" y="979"/>
                    <a:pt x="4331" y="131"/>
                    <a:pt x="4098" y="13"/>
                  </a:cubicBezTo>
                  <a:cubicBezTo>
                    <a:pt x="4081" y="4"/>
                    <a:pt x="4059" y="0"/>
                    <a:pt x="4032"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5" name="Google Shape;4685;p107"/>
            <p:cNvSpPr/>
            <p:nvPr/>
          </p:nvSpPr>
          <p:spPr>
            <a:xfrm>
              <a:off x="1005443" y="2019495"/>
              <a:ext cx="412827" cy="456526"/>
            </a:xfrm>
            <a:custGeom>
              <a:rect b="b" l="l" r="r" t="t"/>
              <a:pathLst>
                <a:path extrusionOk="0" h="11074" w="10014">
                  <a:moveTo>
                    <a:pt x="7041" y="1"/>
                  </a:moveTo>
                  <a:cubicBezTo>
                    <a:pt x="6416" y="1"/>
                    <a:pt x="5871" y="44"/>
                    <a:pt x="5871" y="44"/>
                  </a:cubicBezTo>
                  <a:lnTo>
                    <a:pt x="4517" y="26"/>
                  </a:lnTo>
                  <a:cubicBezTo>
                    <a:pt x="4517" y="26"/>
                    <a:pt x="2106" y="286"/>
                    <a:pt x="1277" y="395"/>
                  </a:cubicBezTo>
                  <a:cubicBezTo>
                    <a:pt x="447" y="505"/>
                    <a:pt x="1" y="1475"/>
                    <a:pt x="97" y="2629"/>
                  </a:cubicBezTo>
                  <a:cubicBezTo>
                    <a:pt x="192" y="3782"/>
                    <a:pt x="1313" y="5901"/>
                    <a:pt x="1664" y="6653"/>
                  </a:cubicBezTo>
                  <a:cubicBezTo>
                    <a:pt x="2015" y="7405"/>
                    <a:pt x="2598" y="10878"/>
                    <a:pt x="2598" y="10878"/>
                  </a:cubicBezTo>
                  <a:lnTo>
                    <a:pt x="7129" y="11074"/>
                  </a:lnTo>
                  <a:cubicBezTo>
                    <a:pt x="7129" y="11074"/>
                    <a:pt x="7256" y="10932"/>
                    <a:pt x="7306" y="10198"/>
                  </a:cubicBezTo>
                  <a:cubicBezTo>
                    <a:pt x="7361" y="9466"/>
                    <a:pt x="7927" y="7692"/>
                    <a:pt x="8970" y="5377"/>
                  </a:cubicBezTo>
                  <a:cubicBezTo>
                    <a:pt x="10014" y="3067"/>
                    <a:pt x="9285" y="692"/>
                    <a:pt x="8774" y="272"/>
                  </a:cubicBezTo>
                  <a:cubicBezTo>
                    <a:pt x="8505" y="53"/>
                    <a:pt x="7725" y="1"/>
                    <a:pt x="7041" y="1"/>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6" name="Google Shape;4686;p107"/>
            <p:cNvSpPr/>
            <p:nvPr/>
          </p:nvSpPr>
          <p:spPr>
            <a:xfrm>
              <a:off x="1096921" y="2019619"/>
              <a:ext cx="223440" cy="74452"/>
            </a:xfrm>
            <a:custGeom>
              <a:rect b="b" l="l" r="r" t="t"/>
              <a:pathLst>
                <a:path extrusionOk="0" h="1806" w="5420">
                  <a:moveTo>
                    <a:pt x="5033" y="1"/>
                  </a:moveTo>
                  <a:cubicBezTo>
                    <a:pt x="5033" y="1"/>
                    <a:pt x="4709" y="1413"/>
                    <a:pt x="2845" y="1491"/>
                  </a:cubicBezTo>
                  <a:cubicBezTo>
                    <a:pt x="2792" y="1493"/>
                    <a:pt x="2740" y="1494"/>
                    <a:pt x="2689" y="1494"/>
                  </a:cubicBezTo>
                  <a:cubicBezTo>
                    <a:pt x="945" y="1494"/>
                    <a:pt x="333" y="237"/>
                    <a:pt x="333" y="237"/>
                  </a:cubicBezTo>
                  <a:lnTo>
                    <a:pt x="1" y="279"/>
                  </a:lnTo>
                  <a:cubicBezTo>
                    <a:pt x="1" y="279"/>
                    <a:pt x="1" y="279"/>
                    <a:pt x="1" y="279"/>
                  </a:cubicBezTo>
                  <a:cubicBezTo>
                    <a:pt x="44" y="279"/>
                    <a:pt x="692" y="1800"/>
                    <a:pt x="2804" y="1806"/>
                  </a:cubicBezTo>
                  <a:cubicBezTo>
                    <a:pt x="2807" y="1806"/>
                    <a:pt x="2810" y="1806"/>
                    <a:pt x="2812" y="1806"/>
                  </a:cubicBezTo>
                  <a:cubicBezTo>
                    <a:pt x="4916" y="1806"/>
                    <a:pt x="5420" y="14"/>
                    <a:pt x="5420" y="14"/>
                  </a:cubicBezTo>
                  <a:lnTo>
                    <a:pt x="5033"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7" name="Google Shape;4687;p107"/>
            <p:cNvSpPr/>
            <p:nvPr/>
          </p:nvSpPr>
          <p:spPr>
            <a:xfrm>
              <a:off x="1305314" y="2158052"/>
              <a:ext cx="92303" cy="281897"/>
            </a:xfrm>
            <a:custGeom>
              <a:rect b="b" l="l" r="r" t="t"/>
              <a:pathLst>
                <a:path extrusionOk="0" h="6838" w="2239">
                  <a:moveTo>
                    <a:pt x="2175" y="1"/>
                  </a:moveTo>
                  <a:cubicBezTo>
                    <a:pt x="2175" y="11"/>
                    <a:pt x="2165" y="1095"/>
                    <a:pt x="1564" y="2235"/>
                  </a:cubicBezTo>
                  <a:cubicBezTo>
                    <a:pt x="958" y="3379"/>
                    <a:pt x="47" y="5954"/>
                    <a:pt x="1" y="6837"/>
                  </a:cubicBezTo>
                  <a:lnTo>
                    <a:pt x="69" y="6837"/>
                  </a:lnTo>
                  <a:cubicBezTo>
                    <a:pt x="110" y="5962"/>
                    <a:pt x="1017" y="3406"/>
                    <a:pt x="1623" y="2262"/>
                  </a:cubicBezTo>
                  <a:cubicBezTo>
                    <a:pt x="2234" y="1113"/>
                    <a:pt x="2239" y="11"/>
                    <a:pt x="2239"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8" name="Google Shape;4688;p107"/>
            <p:cNvSpPr/>
            <p:nvPr/>
          </p:nvSpPr>
          <p:spPr>
            <a:xfrm>
              <a:off x="1155213" y="1835178"/>
              <a:ext cx="94900" cy="221172"/>
            </a:xfrm>
            <a:custGeom>
              <a:rect b="b" l="l" r="r" t="t"/>
              <a:pathLst>
                <a:path extrusionOk="0" h="5365" w="2302">
                  <a:moveTo>
                    <a:pt x="748" y="1"/>
                  </a:moveTo>
                  <a:cubicBezTo>
                    <a:pt x="640" y="1"/>
                    <a:pt x="520" y="19"/>
                    <a:pt x="387" y="62"/>
                  </a:cubicBezTo>
                  <a:lnTo>
                    <a:pt x="0" y="4858"/>
                  </a:lnTo>
                  <a:cubicBezTo>
                    <a:pt x="0" y="4858"/>
                    <a:pt x="488" y="5295"/>
                    <a:pt x="1153" y="5359"/>
                  </a:cubicBezTo>
                  <a:cubicBezTo>
                    <a:pt x="1196" y="5363"/>
                    <a:pt x="1238" y="5365"/>
                    <a:pt x="1279" y="5365"/>
                  </a:cubicBezTo>
                  <a:cubicBezTo>
                    <a:pt x="1883" y="5365"/>
                    <a:pt x="2302" y="4957"/>
                    <a:pt x="2302" y="4957"/>
                  </a:cubicBezTo>
                  <a:lnTo>
                    <a:pt x="1709" y="975"/>
                  </a:lnTo>
                  <a:cubicBezTo>
                    <a:pt x="1709" y="975"/>
                    <a:pt x="1527" y="1"/>
                    <a:pt x="748"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9" name="Google Shape;4689;p107"/>
            <p:cNvSpPr/>
            <p:nvPr/>
          </p:nvSpPr>
          <p:spPr>
            <a:xfrm>
              <a:off x="1175043" y="1831509"/>
              <a:ext cx="55901" cy="79523"/>
            </a:xfrm>
            <a:custGeom>
              <a:rect b="b" l="l" r="r" t="t"/>
              <a:pathLst>
                <a:path extrusionOk="0" h="1929" w="1356">
                  <a:moveTo>
                    <a:pt x="486" y="0"/>
                  </a:moveTo>
                  <a:cubicBezTo>
                    <a:pt x="1" y="0"/>
                    <a:pt x="62" y="366"/>
                    <a:pt x="62" y="366"/>
                  </a:cubicBezTo>
                  <a:cubicBezTo>
                    <a:pt x="62" y="366"/>
                    <a:pt x="864" y="1857"/>
                    <a:pt x="1356" y="1929"/>
                  </a:cubicBezTo>
                  <a:lnTo>
                    <a:pt x="1228" y="862"/>
                  </a:lnTo>
                  <a:cubicBezTo>
                    <a:pt x="1228" y="862"/>
                    <a:pt x="1064" y="24"/>
                    <a:pt x="531" y="1"/>
                  </a:cubicBezTo>
                  <a:cubicBezTo>
                    <a:pt x="516" y="1"/>
                    <a:pt x="501" y="0"/>
                    <a:pt x="486" y="0"/>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0" name="Google Shape;4690;p107"/>
            <p:cNvSpPr/>
            <p:nvPr/>
          </p:nvSpPr>
          <p:spPr>
            <a:xfrm>
              <a:off x="1142021" y="1699300"/>
              <a:ext cx="175206" cy="183369"/>
            </a:xfrm>
            <a:custGeom>
              <a:rect b="b" l="l" r="r" t="t"/>
              <a:pathLst>
                <a:path extrusionOk="0" h="4448" w="4250">
                  <a:moveTo>
                    <a:pt x="2060" y="1"/>
                  </a:moveTo>
                  <a:cubicBezTo>
                    <a:pt x="1354" y="1"/>
                    <a:pt x="781" y="222"/>
                    <a:pt x="739" y="920"/>
                  </a:cubicBezTo>
                  <a:cubicBezTo>
                    <a:pt x="680" y="1905"/>
                    <a:pt x="676" y="2378"/>
                    <a:pt x="676" y="2378"/>
                  </a:cubicBezTo>
                  <a:cubicBezTo>
                    <a:pt x="676" y="2378"/>
                    <a:pt x="579" y="2227"/>
                    <a:pt x="423" y="2227"/>
                  </a:cubicBezTo>
                  <a:cubicBezTo>
                    <a:pt x="373" y="2227"/>
                    <a:pt x="317" y="2242"/>
                    <a:pt x="257" y="2283"/>
                  </a:cubicBezTo>
                  <a:cubicBezTo>
                    <a:pt x="11" y="2456"/>
                    <a:pt x="1" y="3236"/>
                    <a:pt x="270" y="3395"/>
                  </a:cubicBezTo>
                  <a:cubicBezTo>
                    <a:pt x="347" y="3443"/>
                    <a:pt x="415" y="3460"/>
                    <a:pt x="475" y="3460"/>
                  </a:cubicBezTo>
                  <a:cubicBezTo>
                    <a:pt x="620" y="3460"/>
                    <a:pt x="707" y="3358"/>
                    <a:pt x="707" y="3358"/>
                  </a:cubicBezTo>
                  <a:cubicBezTo>
                    <a:pt x="707" y="3358"/>
                    <a:pt x="1095" y="4038"/>
                    <a:pt x="2029" y="4271"/>
                  </a:cubicBezTo>
                  <a:cubicBezTo>
                    <a:pt x="2029" y="4271"/>
                    <a:pt x="2850" y="4448"/>
                    <a:pt x="3412" y="4448"/>
                  </a:cubicBezTo>
                  <a:cubicBezTo>
                    <a:pt x="3571" y="4448"/>
                    <a:pt x="3709" y="4434"/>
                    <a:pt x="3802" y="4397"/>
                  </a:cubicBezTo>
                  <a:cubicBezTo>
                    <a:pt x="4222" y="4233"/>
                    <a:pt x="4249" y="3669"/>
                    <a:pt x="4117" y="2866"/>
                  </a:cubicBezTo>
                  <a:cubicBezTo>
                    <a:pt x="3985" y="2064"/>
                    <a:pt x="4021" y="291"/>
                    <a:pt x="2968" y="95"/>
                  </a:cubicBezTo>
                  <a:cubicBezTo>
                    <a:pt x="2662" y="38"/>
                    <a:pt x="2350" y="1"/>
                    <a:pt x="2060"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1" name="Google Shape;4691;p107"/>
            <p:cNvSpPr/>
            <p:nvPr/>
          </p:nvSpPr>
          <p:spPr>
            <a:xfrm>
              <a:off x="1205178" y="1769836"/>
              <a:ext cx="36278" cy="19829"/>
            </a:xfrm>
            <a:custGeom>
              <a:rect b="b" l="l" r="r" t="t"/>
              <a:pathLst>
                <a:path extrusionOk="0" h="481" w="880">
                  <a:moveTo>
                    <a:pt x="420" y="0"/>
                  </a:moveTo>
                  <a:cubicBezTo>
                    <a:pt x="406" y="0"/>
                    <a:pt x="393" y="1"/>
                    <a:pt x="379" y="2"/>
                  </a:cubicBezTo>
                  <a:cubicBezTo>
                    <a:pt x="0" y="38"/>
                    <a:pt x="14" y="344"/>
                    <a:pt x="14" y="344"/>
                  </a:cubicBezTo>
                  <a:cubicBezTo>
                    <a:pt x="14" y="344"/>
                    <a:pt x="259" y="481"/>
                    <a:pt x="565" y="481"/>
                  </a:cubicBezTo>
                  <a:cubicBezTo>
                    <a:pt x="665" y="481"/>
                    <a:pt x="773" y="466"/>
                    <a:pt x="880" y="427"/>
                  </a:cubicBezTo>
                  <a:cubicBezTo>
                    <a:pt x="880" y="427"/>
                    <a:pt x="762" y="0"/>
                    <a:pt x="42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2" name="Google Shape;4692;p107"/>
            <p:cNvSpPr/>
            <p:nvPr/>
          </p:nvSpPr>
          <p:spPr>
            <a:xfrm>
              <a:off x="1272086" y="1762210"/>
              <a:ext cx="25188" cy="22550"/>
            </a:xfrm>
            <a:custGeom>
              <a:rect b="b" l="l" r="r" t="t"/>
              <a:pathLst>
                <a:path extrusionOk="0" h="547" w="611">
                  <a:moveTo>
                    <a:pt x="394" y="1"/>
                  </a:moveTo>
                  <a:cubicBezTo>
                    <a:pt x="363" y="1"/>
                    <a:pt x="327" y="7"/>
                    <a:pt x="287" y="23"/>
                  </a:cubicBezTo>
                  <a:cubicBezTo>
                    <a:pt x="0" y="137"/>
                    <a:pt x="119" y="547"/>
                    <a:pt x="119" y="547"/>
                  </a:cubicBezTo>
                  <a:cubicBezTo>
                    <a:pt x="119" y="547"/>
                    <a:pt x="547" y="475"/>
                    <a:pt x="611" y="265"/>
                  </a:cubicBezTo>
                  <a:cubicBezTo>
                    <a:pt x="611" y="265"/>
                    <a:pt x="587" y="1"/>
                    <a:pt x="39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3" name="Google Shape;4693;p107"/>
            <p:cNvSpPr/>
            <p:nvPr/>
          </p:nvSpPr>
          <p:spPr>
            <a:xfrm>
              <a:off x="1204477" y="1768228"/>
              <a:ext cx="36979" cy="19211"/>
            </a:xfrm>
            <a:custGeom>
              <a:rect b="b" l="l" r="r" t="t"/>
              <a:pathLst>
                <a:path extrusionOk="0" h="466" w="897">
                  <a:moveTo>
                    <a:pt x="420" y="1"/>
                  </a:moveTo>
                  <a:cubicBezTo>
                    <a:pt x="138" y="1"/>
                    <a:pt x="1" y="260"/>
                    <a:pt x="13" y="388"/>
                  </a:cubicBezTo>
                  <a:lnTo>
                    <a:pt x="31" y="383"/>
                  </a:lnTo>
                  <a:cubicBezTo>
                    <a:pt x="31" y="383"/>
                    <a:pt x="95" y="96"/>
                    <a:pt x="410" y="64"/>
                  </a:cubicBezTo>
                  <a:cubicBezTo>
                    <a:pt x="421" y="63"/>
                    <a:pt x="432" y="62"/>
                    <a:pt x="443" y="62"/>
                  </a:cubicBezTo>
                  <a:cubicBezTo>
                    <a:pt x="736" y="62"/>
                    <a:pt x="897" y="466"/>
                    <a:pt x="897" y="466"/>
                  </a:cubicBezTo>
                  <a:cubicBezTo>
                    <a:pt x="897" y="466"/>
                    <a:pt x="801" y="50"/>
                    <a:pt x="482" y="5"/>
                  </a:cubicBezTo>
                  <a:cubicBezTo>
                    <a:pt x="461" y="2"/>
                    <a:pt x="440" y="1"/>
                    <a:pt x="420"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4" name="Google Shape;4694;p107"/>
            <p:cNvSpPr/>
            <p:nvPr/>
          </p:nvSpPr>
          <p:spPr>
            <a:xfrm>
              <a:off x="1273405" y="1760973"/>
              <a:ext cx="23869" cy="23787"/>
            </a:xfrm>
            <a:custGeom>
              <a:rect b="b" l="l" r="r" t="t"/>
              <a:pathLst>
                <a:path extrusionOk="0" h="577" w="579">
                  <a:moveTo>
                    <a:pt x="349" y="1"/>
                  </a:moveTo>
                  <a:cubicBezTo>
                    <a:pt x="326" y="1"/>
                    <a:pt x="301" y="4"/>
                    <a:pt x="274" y="13"/>
                  </a:cubicBezTo>
                  <a:cubicBezTo>
                    <a:pt x="0" y="95"/>
                    <a:pt x="23" y="427"/>
                    <a:pt x="87" y="577"/>
                  </a:cubicBezTo>
                  <a:cubicBezTo>
                    <a:pt x="87" y="577"/>
                    <a:pt x="9" y="286"/>
                    <a:pt x="232" y="95"/>
                  </a:cubicBezTo>
                  <a:cubicBezTo>
                    <a:pt x="277" y="57"/>
                    <a:pt x="318" y="42"/>
                    <a:pt x="354" y="42"/>
                  </a:cubicBezTo>
                  <a:cubicBezTo>
                    <a:pt x="503" y="42"/>
                    <a:pt x="579" y="295"/>
                    <a:pt x="579" y="295"/>
                  </a:cubicBezTo>
                  <a:cubicBezTo>
                    <a:pt x="579" y="295"/>
                    <a:pt x="553" y="1"/>
                    <a:pt x="349"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5" name="Google Shape;4695;p107"/>
            <p:cNvSpPr/>
            <p:nvPr/>
          </p:nvSpPr>
          <p:spPr>
            <a:xfrm>
              <a:off x="1218865" y="1770249"/>
              <a:ext cx="11708" cy="15748"/>
            </a:xfrm>
            <a:custGeom>
              <a:rect b="b" l="l" r="r" t="t"/>
              <a:pathLst>
                <a:path extrusionOk="0" h="382" w="284">
                  <a:moveTo>
                    <a:pt x="127" y="0"/>
                  </a:moveTo>
                  <a:cubicBezTo>
                    <a:pt x="123" y="0"/>
                    <a:pt x="119" y="0"/>
                    <a:pt x="116" y="1"/>
                  </a:cubicBezTo>
                  <a:cubicBezTo>
                    <a:pt x="42" y="11"/>
                    <a:pt x="1" y="106"/>
                    <a:pt x="19" y="211"/>
                  </a:cubicBezTo>
                  <a:cubicBezTo>
                    <a:pt x="32" y="308"/>
                    <a:pt x="91" y="381"/>
                    <a:pt x="154" y="381"/>
                  </a:cubicBezTo>
                  <a:cubicBezTo>
                    <a:pt x="159" y="381"/>
                    <a:pt x="165" y="380"/>
                    <a:pt x="170" y="379"/>
                  </a:cubicBezTo>
                  <a:cubicBezTo>
                    <a:pt x="242" y="371"/>
                    <a:pt x="284" y="280"/>
                    <a:pt x="265" y="170"/>
                  </a:cubicBezTo>
                  <a:cubicBezTo>
                    <a:pt x="253" y="71"/>
                    <a:pt x="191" y="0"/>
                    <a:pt x="127"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6" name="Google Shape;4696;p107"/>
            <p:cNvSpPr/>
            <p:nvPr/>
          </p:nvSpPr>
          <p:spPr>
            <a:xfrm>
              <a:off x="1278270" y="1764436"/>
              <a:ext cx="11667" cy="15707"/>
            </a:xfrm>
            <a:custGeom>
              <a:rect b="b" l="l" r="r" t="t"/>
              <a:pathLst>
                <a:path extrusionOk="0" h="381" w="283">
                  <a:moveTo>
                    <a:pt x="125" y="0"/>
                  </a:moveTo>
                  <a:cubicBezTo>
                    <a:pt x="122" y="0"/>
                    <a:pt x="118" y="0"/>
                    <a:pt x="114" y="1"/>
                  </a:cubicBezTo>
                  <a:cubicBezTo>
                    <a:pt x="46" y="11"/>
                    <a:pt x="0" y="106"/>
                    <a:pt x="19" y="211"/>
                  </a:cubicBezTo>
                  <a:cubicBezTo>
                    <a:pt x="31" y="307"/>
                    <a:pt x="90" y="381"/>
                    <a:pt x="156" y="381"/>
                  </a:cubicBezTo>
                  <a:cubicBezTo>
                    <a:pt x="162" y="381"/>
                    <a:pt x="167" y="380"/>
                    <a:pt x="173" y="379"/>
                  </a:cubicBezTo>
                  <a:cubicBezTo>
                    <a:pt x="242" y="370"/>
                    <a:pt x="282" y="274"/>
                    <a:pt x="269" y="169"/>
                  </a:cubicBezTo>
                  <a:cubicBezTo>
                    <a:pt x="252" y="71"/>
                    <a:pt x="190" y="0"/>
                    <a:pt x="125"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7" name="Google Shape;4697;p107"/>
            <p:cNvSpPr/>
            <p:nvPr/>
          </p:nvSpPr>
          <p:spPr>
            <a:xfrm>
              <a:off x="1256833" y="1777257"/>
              <a:ext cx="22426" cy="40483"/>
            </a:xfrm>
            <a:custGeom>
              <a:rect b="b" l="l" r="r" t="t"/>
              <a:pathLst>
                <a:path extrusionOk="0" h="982" w="544">
                  <a:moveTo>
                    <a:pt x="55" y="0"/>
                  </a:moveTo>
                  <a:cubicBezTo>
                    <a:pt x="55" y="0"/>
                    <a:pt x="1" y="538"/>
                    <a:pt x="114" y="588"/>
                  </a:cubicBezTo>
                  <a:cubicBezTo>
                    <a:pt x="191" y="620"/>
                    <a:pt x="315" y="626"/>
                    <a:pt x="394" y="626"/>
                  </a:cubicBezTo>
                  <a:cubicBezTo>
                    <a:pt x="439" y="626"/>
                    <a:pt x="470" y="624"/>
                    <a:pt x="470" y="624"/>
                  </a:cubicBezTo>
                  <a:lnTo>
                    <a:pt x="470" y="624"/>
                  </a:lnTo>
                  <a:lnTo>
                    <a:pt x="114" y="952"/>
                  </a:lnTo>
                  <a:cubicBezTo>
                    <a:pt x="114" y="952"/>
                    <a:pt x="111" y="981"/>
                    <a:pt x="139" y="981"/>
                  </a:cubicBezTo>
                  <a:cubicBezTo>
                    <a:pt x="143" y="981"/>
                    <a:pt x="147" y="981"/>
                    <a:pt x="152" y="979"/>
                  </a:cubicBezTo>
                  <a:cubicBezTo>
                    <a:pt x="192" y="966"/>
                    <a:pt x="543" y="620"/>
                    <a:pt x="539" y="611"/>
                  </a:cubicBezTo>
                  <a:cubicBezTo>
                    <a:pt x="539" y="597"/>
                    <a:pt x="165" y="588"/>
                    <a:pt x="133" y="524"/>
                  </a:cubicBezTo>
                  <a:cubicBezTo>
                    <a:pt x="97" y="465"/>
                    <a:pt x="83" y="14"/>
                    <a:pt x="55" y="0"/>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8" name="Google Shape;4698;p107"/>
            <p:cNvSpPr/>
            <p:nvPr/>
          </p:nvSpPr>
          <p:spPr>
            <a:xfrm>
              <a:off x="1245908" y="1828458"/>
              <a:ext cx="35783" cy="10183"/>
            </a:xfrm>
            <a:custGeom>
              <a:rect b="b" l="l" r="r" t="t"/>
              <a:pathLst>
                <a:path extrusionOk="0" h="247" w="868">
                  <a:moveTo>
                    <a:pt x="508" y="0"/>
                  </a:moveTo>
                  <a:cubicBezTo>
                    <a:pt x="166" y="0"/>
                    <a:pt x="1" y="103"/>
                    <a:pt x="1" y="103"/>
                  </a:cubicBezTo>
                  <a:cubicBezTo>
                    <a:pt x="1" y="103"/>
                    <a:pt x="51" y="212"/>
                    <a:pt x="398" y="244"/>
                  </a:cubicBezTo>
                  <a:cubicBezTo>
                    <a:pt x="417" y="245"/>
                    <a:pt x="435" y="246"/>
                    <a:pt x="453" y="246"/>
                  </a:cubicBezTo>
                  <a:cubicBezTo>
                    <a:pt x="758" y="246"/>
                    <a:pt x="867" y="34"/>
                    <a:pt x="867" y="34"/>
                  </a:cubicBezTo>
                  <a:cubicBezTo>
                    <a:pt x="731" y="9"/>
                    <a:pt x="611" y="0"/>
                    <a:pt x="508"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9" name="Google Shape;4699;p107"/>
            <p:cNvSpPr/>
            <p:nvPr/>
          </p:nvSpPr>
          <p:spPr>
            <a:xfrm>
              <a:off x="1245743" y="1833405"/>
              <a:ext cx="32939" cy="11296"/>
            </a:xfrm>
            <a:custGeom>
              <a:rect b="b" l="l" r="r" t="t"/>
              <a:pathLst>
                <a:path extrusionOk="0" h="274" w="799">
                  <a:moveTo>
                    <a:pt x="798" y="0"/>
                  </a:moveTo>
                  <a:cubicBezTo>
                    <a:pt x="798" y="0"/>
                    <a:pt x="612" y="147"/>
                    <a:pt x="393" y="151"/>
                  </a:cubicBezTo>
                  <a:cubicBezTo>
                    <a:pt x="390" y="151"/>
                    <a:pt x="386" y="151"/>
                    <a:pt x="383" y="151"/>
                  </a:cubicBezTo>
                  <a:cubicBezTo>
                    <a:pt x="173" y="151"/>
                    <a:pt x="1" y="28"/>
                    <a:pt x="1" y="28"/>
                  </a:cubicBezTo>
                  <a:lnTo>
                    <a:pt x="1" y="28"/>
                  </a:lnTo>
                  <a:cubicBezTo>
                    <a:pt x="1" y="28"/>
                    <a:pt x="104" y="274"/>
                    <a:pt x="391" y="274"/>
                  </a:cubicBezTo>
                  <a:cubicBezTo>
                    <a:pt x="412" y="274"/>
                    <a:pt x="434" y="272"/>
                    <a:pt x="457" y="269"/>
                  </a:cubicBezTo>
                  <a:cubicBezTo>
                    <a:pt x="794" y="233"/>
                    <a:pt x="798" y="0"/>
                    <a:pt x="798"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0" name="Google Shape;4700;p107"/>
            <p:cNvSpPr/>
            <p:nvPr/>
          </p:nvSpPr>
          <p:spPr>
            <a:xfrm>
              <a:off x="1236179" y="1822728"/>
              <a:ext cx="52108" cy="16943"/>
            </a:xfrm>
            <a:custGeom>
              <a:rect b="b" l="l" r="r" t="t"/>
              <a:pathLst>
                <a:path extrusionOk="0" h="411" w="1264">
                  <a:moveTo>
                    <a:pt x="1263" y="0"/>
                  </a:moveTo>
                  <a:cubicBezTo>
                    <a:pt x="1263" y="0"/>
                    <a:pt x="1012" y="360"/>
                    <a:pt x="634" y="364"/>
                  </a:cubicBezTo>
                  <a:cubicBezTo>
                    <a:pt x="632" y="364"/>
                    <a:pt x="629" y="364"/>
                    <a:pt x="627" y="364"/>
                  </a:cubicBezTo>
                  <a:cubicBezTo>
                    <a:pt x="252" y="364"/>
                    <a:pt x="1" y="32"/>
                    <a:pt x="1" y="32"/>
                  </a:cubicBezTo>
                  <a:lnTo>
                    <a:pt x="1" y="32"/>
                  </a:lnTo>
                  <a:cubicBezTo>
                    <a:pt x="9" y="82"/>
                    <a:pt x="205" y="396"/>
                    <a:pt x="625" y="410"/>
                  </a:cubicBezTo>
                  <a:cubicBezTo>
                    <a:pt x="632" y="410"/>
                    <a:pt x="638" y="411"/>
                    <a:pt x="645" y="411"/>
                  </a:cubicBezTo>
                  <a:cubicBezTo>
                    <a:pt x="1055" y="411"/>
                    <a:pt x="1263" y="0"/>
                    <a:pt x="1263"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1" name="Google Shape;4701;p107"/>
            <p:cNvSpPr/>
            <p:nvPr/>
          </p:nvSpPr>
          <p:spPr>
            <a:xfrm>
              <a:off x="1068764" y="1696250"/>
              <a:ext cx="235518" cy="129282"/>
            </a:xfrm>
            <a:custGeom>
              <a:rect b="b" l="l" r="r" t="t"/>
              <a:pathLst>
                <a:path extrusionOk="0" h="3136" w="5713">
                  <a:moveTo>
                    <a:pt x="3802" y="0"/>
                  </a:moveTo>
                  <a:cubicBezTo>
                    <a:pt x="3717" y="0"/>
                    <a:pt x="3629" y="2"/>
                    <a:pt x="3538" y="5"/>
                  </a:cubicBezTo>
                  <a:cubicBezTo>
                    <a:pt x="1832" y="73"/>
                    <a:pt x="1085" y="739"/>
                    <a:pt x="1085" y="739"/>
                  </a:cubicBezTo>
                  <a:cubicBezTo>
                    <a:pt x="0" y="1450"/>
                    <a:pt x="1864" y="3136"/>
                    <a:pt x="1864" y="3136"/>
                  </a:cubicBezTo>
                  <a:cubicBezTo>
                    <a:pt x="1782" y="2900"/>
                    <a:pt x="1874" y="2430"/>
                    <a:pt x="2102" y="2343"/>
                  </a:cubicBezTo>
                  <a:cubicBezTo>
                    <a:pt x="2134" y="2330"/>
                    <a:pt x="2165" y="2325"/>
                    <a:pt x="2193" y="2325"/>
                  </a:cubicBezTo>
                  <a:cubicBezTo>
                    <a:pt x="2367" y="2325"/>
                    <a:pt x="2471" y="2517"/>
                    <a:pt x="2471" y="2517"/>
                  </a:cubicBezTo>
                  <a:cubicBezTo>
                    <a:pt x="2471" y="2517"/>
                    <a:pt x="2516" y="2535"/>
                    <a:pt x="2595" y="2535"/>
                  </a:cubicBezTo>
                  <a:cubicBezTo>
                    <a:pt x="2693" y="2535"/>
                    <a:pt x="2842" y="2507"/>
                    <a:pt x="3023" y="2384"/>
                  </a:cubicBezTo>
                  <a:cubicBezTo>
                    <a:pt x="3351" y="2161"/>
                    <a:pt x="2722" y="1705"/>
                    <a:pt x="2722" y="1705"/>
                  </a:cubicBezTo>
                  <a:cubicBezTo>
                    <a:pt x="2722" y="1705"/>
                    <a:pt x="4905" y="1190"/>
                    <a:pt x="5320" y="839"/>
                  </a:cubicBezTo>
                  <a:cubicBezTo>
                    <a:pt x="5712" y="512"/>
                    <a:pt x="5296" y="0"/>
                    <a:pt x="3802" y="0"/>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2" name="Google Shape;4702;p107"/>
            <p:cNvSpPr/>
            <p:nvPr/>
          </p:nvSpPr>
          <p:spPr>
            <a:xfrm>
              <a:off x="1208558" y="1795066"/>
              <a:ext cx="17892" cy="17562"/>
            </a:xfrm>
            <a:custGeom>
              <a:rect b="b" l="l" r="r" t="t"/>
              <a:pathLst>
                <a:path extrusionOk="0" h="426" w="434">
                  <a:moveTo>
                    <a:pt x="220" y="0"/>
                  </a:moveTo>
                  <a:cubicBezTo>
                    <a:pt x="105" y="0"/>
                    <a:pt x="10" y="85"/>
                    <a:pt x="5" y="202"/>
                  </a:cubicBezTo>
                  <a:cubicBezTo>
                    <a:pt x="0" y="320"/>
                    <a:pt x="92" y="416"/>
                    <a:pt x="210" y="425"/>
                  </a:cubicBezTo>
                  <a:cubicBezTo>
                    <a:pt x="213" y="425"/>
                    <a:pt x="215" y="425"/>
                    <a:pt x="218" y="425"/>
                  </a:cubicBezTo>
                  <a:cubicBezTo>
                    <a:pt x="329" y="425"/>
                    <a:pt x="425" y="336"/>
                    <a:pt x="429" y="219"/>
                  </a:cubicBezTo>
                  <a:cubicBezTo>
                    <a:pt x="433" y="101"/>
                    <a:pt x="343" y="6"/>
                    <a:pt x="229" y="0"/>
                  </a:cubicBezTo>
                  <a:cubicBezTo>
                    <a:pt x="226" y="0"/>
                    <a:pt x="223" y="0"/>
                    <a:pt x="220"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3" name="Google Shape;4703;p107"/>
            <p:cNvSpPr/>
            <p:nvPr/>
          </p:nvSpPr>
          <p:spPr>
            <a:xfrm>
              <a:off x="1282763" y="1788882"/>
              <a:ext cx="17892" cy="17521"/>
            </a:xfrm>
            <a:custGeom>
              <a:rect b="b" l="l" r="r" t="t"/>
              <a:pathLst>
                <a:path extrusionOk="0" h="425" w="434">
                  <a:moveTo>
                    <a:pt x="220" y="0"/>
                  </a:moveTo>
                  <a:cubicBezTo>
                    <a:pt x="106" y="0"/>
                    <a:pt x="15" y="90"/>
                    <a:pt x="5" y="201"/>
                  </a:cubicBezTo>
                  <a:cubicBezTo>
                    <a:pt x="1" y="320"/>
                    <a:pt x="91" y="420"/>
                    <a:pt x="211" y="424"/>
                  </a:cubicBezTo>
                  <a:cubicBezTo>
                    <a:pt x="214" y="424"/>
                    <a:pt x="217" y="424"/>
                    <a:pt x="221" y="424"/>
                  </a:cubicBezTo>
                  <a:cubicBezTo>
                    <a:pt x="334" y="424"/>
                    <a:pt x="425" y="334"/>
                    <a:pt x="429" y="219"/>
                  </a:cubicBezTo>
                  <a:cubicBezTo>
                    <a:pt x="434" y="106"/>
                    <a:pt x="347" y="5"/>
                    <a:pt x="228" y="1"/>
                  </a:cubicBezTo>
                  <a:cubicBezTo>
                    <a:pt x="225" y="1"/>
                    <a:pt x="223" y="0"/>
                    <a:pt x="220"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4" name="Google Shape;4704;p107"/>
            <p:cNvSpPr/>
            <p:nvPr/>
          </p:nvSpPr>
          <p:spPr>
            <a:xfrm>
              <a:off x="1153111" y="1804342"/>
              <a:ext cx="16614" cy="32114"/>
            </a:xfrm>
            <a:custGeom>
              <a:rect b="b" l="l" r="r" t="t"/>
              <a:pathLst>
                <a:path extrusionOk="0" h="779" w="403">
                  <a:moveTo>
                    <a:pt x="177" y="0"/>
                  </a:moveTo>
                  <a:cubicBezTo>
                    <a:pt x="88" y="0"/>
                    <a:pt x="9" y="101"/>
                    <a:pt x="1" y="113"/>
                  </a:cubicBezTo>
                  <a:lnTo>
                    <a:pt x="51" y="150"/>
                  </a:lnTo>
                  <a:cubicBezTo>
                    <a:pt x="68" y="129"/>
                    <a:pt x="130" y="66"/>
                    <a:pt x="176" y="66"/>
                  </a:cubicBezTo>
                  <a:cubicBezTo>
                    <a:pt x="180" y="66"/>
                    <a:pt x="184" y="66"/>
                    <a:pt x="188" y="68"/>
                  </a:cubicBezTo>
                  <a:cubicBezTo>
                    <a:pt x="215" y="72"/>
                    <a:pt x="256" y="109"/>
                    <a:pt x="279" y="268"/>
                  </a:cubicBezTo>
                  <a:cubicBezTo>
                    <a:pt x="329" y="651"/>
                    <a:pt x="184" y="719"/>
                    <a:pt x="184" y="719"/>
                  </a:cubicBezTo>
                  <a:lnTo>
                    <a:pt x="207" y="779"/>
                  </a:lnTo>
                  <a:cubicBezTo>
                    <a:pt x="215" y="779"/>
                    <a:pt x="402" y="701"/>
                    <a:pt x="343" y="259"/>
                  </a:cubicBezTo>
                  <a:cubicBezTo>
                    <a:pt x="320" y="109"/>
                    <a:pt x="279" y="22"/>
                    <a:pt x="207" y="4"/>
                  </a:cubicBezTo>
                  <a:cubicBezTo>
                    <a:pt x="196" y="1"/>
                    <a:pt x="186" y="0"/>
                    <a:pt x="177" y="0"/>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5" name="Google Shape;4705;p107"/>
            <p:cNvSpPr/>
            <p:nvPr/>
          </p:nvSpPr>
          <p:spPr>
            <a:xfrm>
              <a:off x="1269613" y="1746214"/>
              <a:ext cx="28445" cy="16985"/>
            </a:xfrm>
            <a:custGeom>
              <a:rect b="b" l="l" r="r" t="t"/>
              <a:pathLst>
                <a:path extrusionOk="0" h="412" w="690">
                  <a:moveTo>
                    <a:pt x="423" y="0"/>
                  </a:moveTo>
                  <a:cubicBezTo>
                    <a:pt x="383" y="0"/>
                    <a:pt x="338" y="8"/>
                    <a:pt x="288" y="28"/>
                  </a:cubicBezTo>
                  <a:cubicBezTo>
                    <a:pt x="0" y="138"/>
                    <a:pt x="14" y="411"/>
                    <a:pt x="14" y="411"/>
                  </a:cubicBezTo>
                  <a:cubicBezTo>
                    <a:pt x="14" y="411"/>
                    <a:pt x="166" y="67"/>
                    <a:pt x="424" y="67"/>
                  </a:cubicBezTo>
                  <a:cubicBezTo>
                    <a:pt x="503" y="67"/>
                    <a:pt x="592" y="99"/>
                    <a:pt x="689" y="184"/>
                  </a:cubicBezTo>
                  <a:cubicBezTo>
                    <a:pt x="689" y="184"/>
                    <a:pt x="611" y="0"/>
                    <a:pt x="423"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6" name="Google Shape;4706;p107"/>
            <p:cNvSpPr/>
            <p:nvPr/>
          </p:nvSpPr>
          <p:spPr>
            <a:xfrm>
              <a:off x="1197263" y="1755449"/>
              <a:ext cx="43822" cy="11708"/>
            </a:xfrm>
            <a:custGeom>
              <a:rect b="b" l="l" r="r" t="t"/>
              <a:pathLst>
                <a:path extrusionOk="0" h="284" w="1063">
                  <a:moveTo>
                    <a:pt x="560" y="1"/>
                  </a:moveTo>
                  <a:cubicBezTo>
                    <a:pt x="519" y="1"/>
                    <a:pt x="475" y="5"/>
                    <a:pt x="430" y="14"/>
                  </a:cubicBezTo>
                  <a:cubicBezTo>
                    <a:pt x="28" y="96"/>
                    <a:pt x="1" y="283"/>
                    <a:pt x="1" y="283"/>
                  </a:cubicBezTo>
                  <a:cubicBezTo>
                    <a:pt x="1" y="283"/>
                    <a:pt x="201" y="91"/>
                    <a:pt x="534" y="91"/>
                  </a:cubicBezTo>
                  <a:cubicBezTo>
                    <a:pt x="685" y="91"/>
                    <a:pt x="864" y="131"/>
                    <a:pt x="1063" y="246"/>
                  </a:cubicBezTo>
                  <a:cubicBezTo>
                    <a:pt x="1063" y="246"/>
                    <a:pt x="877" y="1"/>
                    <a:pt x="560"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7" name="Google Shape;4707;p107"/>
            <p:cNvSpPr/>
            <p:nvPr/>
          </p:nvSpPr>
          <p:spPr>
            <a:xfrm>
              <a:off x="1113287" y="1698352"/>
              <a:ext cx="145318" cy="30259"/>
            </a:xfrm>
            <a:custGeom>
              <a:rect b="b" l="l" r="r" t="t"/>
              <a:pathLst>
                <a:path extrusionOk="0" h="734" w="3525">
                  <a:moveTo>
                    <a:pt x="3501" y="0"/>
                  </a:moveTo>
                  <a:cubicBezTo>
                    <a:pt x="2941" y="599"/>
                    <a:pt x="1582" y="699"/>
                    <a:pt x="733" y="699"/>
                  </a:cubicBezTo>
                  <a:cubicBezTo>
                    <a:pt x="311" y="699"/>
                    <a:pt x="14" y="674"/>
                    <a:pt x="5" y="674"/>
                  </a:cubicBezTo>
                  <a:lnTo>
                    <a:pt x="1" y="706"/>
                  </a:lnTo>
                  <a:cubicBezTo>
                    <a:pt x="10" y="706"/>
                    <a:pt x="306" y="733"/>
                    <a:pt x="729" y="733"/>
                  </a:cubicBezTo>
                  <a:cubicBezTo>
                    <a:pt x="1587" y="733"/>
                    <a:pt x="2959" y="629"/>
                    <a:pt x="3524" y="18"/>
                  </a:cubicBezTo>
                  <a:lnTo>
                    <a:pt x="3501" y="0"/>
                  </a:ln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8" name="Google Shape;4708;p107"/>
            <p:cNvSpPr/>
            <p:nvPr/>
          </p:nvSpPr>
          <p:spPr>
            <a:xfrm>
              <a:off x="1099601" y="1708658"/>
              <a:ext cx="187368" cy="44976"/>
            </a:xfrm>
            <a:custGeom>
              <a:rect b="b" l="l" r="r" t="t"/>
              <a:pathLst>
                <a:path extrusionOk="0" h="1091" w="4545">
                  <a:moveTo>
                    <a:pt x="4513" y="1"/>
                  </a:moveTo>
                  <a:cubicBezTo>
                    <a:pt x="4475" y="196"/>
                    <a:pt x="3933" y="693"/>
                    <a:pt x="2502" y="953"/>
                  </a:cubicBezTo>
                  <a:cubicBezTo>
                    <a:pt x="2076" y="1029"/>
                    <a:pt x="1680" y="1056"/>
                    <a:pt x="1335" y="1056"/>
                  </a:cubicBezTo>
                  <a:cubicBezTo>
                    <a:pt x="541" y="1056"/>
                    <a:pt x="15" y="915"/>
                    <a:pt x="9" y="912"/>
                  </a:cubicBezTo>
                  <a:lnTo>
                    <a:pt x="0" y="944"/>
                  </a:lnTo>
                  <a:cubicBezTo>
                    <a:pt x="9" y="948"/>
                    <a:pt x="533" y="1090"/>
                    <a:pt x="1331" y="1090"/>
                  </a:cubicBezTo>
                  <a:cubicBezTo>
                    <a:pt x="1677" y="1090"/>
                    <a:pt x="2079" y="1063"/>
                    <a:pt x="2506" y="985"/>
                  </a:cubicBezTo>
                  <a:cubicBezTo>
                    <a:pt x="3905" y="735"/>
                    <a:pt x="4498" y="251"/>
                    <a:pt x="4544" y="5"/>
                  </a:cubicBezTo>
                  <a:lnTo>
                    <a:pt x="4513" y="1"/>
                  </a:ln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9" name="Google Shape;4709;p107"/>
            <p:cNvSpPr/>
            <p:nvPr/>
          </p:nvSpPr>
          <p:spPr>
            <a:xfrm>
              <a:off x="1104465" y="1703217"/>
              <a:ext cx="171743" cy="37597"/>
            </a:xfrm>
            <a:custGeom>
              <a:rect b="b" l="l" r="r" t="t"/>
              <a:pathLst>
                <a:path extrusionOk="0" h="912" w="4166">
                  <a:moveTo>
                    <a:pt x="4134" y="0"/>
                  </a:moveTo>
                  <a:cubicBezTo>
                    <a:pt x="4134" y="5"/>
                    <a:pt x="4071" y="474"/>
                    <a:pt x="2621" y="752"/>
                  </a:cubicBezTo>
                  <a:cubicBezTo>
                    <a:pt x="2130" y="847"/>
                    <a:pt x="1675" y="879"/>
                    <a:pt x="1287" y="879"/>
                  </a:cubicBezTo>
                  <a:cubicBezTo>
                    <a:pt x="521" y="879"/>
                    <a:pt x="16" y="755"/>
                    <a:pt x="9" y="752"/>
                  </a:cubicBezTo>
                  <a:lnTo>
                    <a:pt x="1" y="785"/>
                  </a:lnTo>
                  <a:cubicBezTo>
                    <a:pt x="9" y="785"/>
                    <a:pt x="520" y="912"/>
                    <a:pt x="1290" y="912"/>
                  </a:cubicBezTo>
                  <a:cubicBezTo>
                    <a:pt x="1682" y="912"/>
                    <a:pt x="2138" y="880"/>
                    <a:pt x="2630" y="785"/>
                  </a:cubicBezTo>
                  <a:cubicBezTo>
                    <a:pt x="4107" y="497"/>
                    <a:pt x="4166" y="23"/>
                    <a:pt x="4166"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0" name="Google Shape;4710;p107"/>
            <p:cNvSpPr/>
            <p:nvPr/>
          </p:nvSpPr>
          <p:spPr>
            <a:xfrm>
              <a:off x="1191450" y="1741886"/>
              <a:ext cx="63363" cy="63363"/>
            </a:xfrm>
            <a:custGeom>
              <a:rect b="b" l="l" r="r" t="t"/>
              <a:pathLst>
                <a:path extrusionOk="0" h="1537" w="1537">
                  <a:moveTo>
                    <a:pt x="771" y="33"/>
                  </a:moveTo>
                  <a:cubicBezTo>
                    <a:pt x="1177" y="33"/>
                    <a:pt x="1505" y="361"/>
                    <a:pt x="1505" y="767"/>
                  </a:cubicBezTo>
                  <a:cubicBezTo>
                    <a:pt x="1505" y="1172"/>
                    <a:pt x="1177" y="1501"/>
                    <a:pt x="771" y="1501"/>
                  </a:cubicBezTo>
                  <a:cubicBezTo>
                    <a:pt x="365" y="1501"/>
                    <a:pt x="37" y="1172"/>
                    <a:pt x="37" y="767"/>
                  </a:cubicBezTo>
                  <a:cubicBezTo>
                    <a:pt x="37" y="361"/>
                    <a:pt x="365" y="33"/>
                    <a:pt x="771" y="33"/>
                  </a:cubicBezTo>
                  <a:close/>
                  <a:moveTo>
                    <a:pt x="771" y="1"/>
                  </a:moveTo>
                  <a:cubicBezTo>
                    <a:pt x="347" y="1"/>
                    <a:pt x="1" y="343"/>
                    <a:pt x="1" y="767"/>
                  </a:cubicBezTo>
                  <a:cubicBezTo>
                    <a:pt x="1" y="1191"/>
                    <a:pt x="347" y="1537"/>
                    <a:pt x="771" y="1537"/>
                  </a:cubicBezTo>
                  <a:cubicBezTo>
                    <a:pt x="1195" y="1537"/>
                    <a:pt x="1536" y="1191"/>
                    <a:pt x="1536" y="767"/>
                  </a:cubicBezTo>
                  <a:cubicBezTo>
                    <a:pt x="1536" y="343"/>
                    <a:pt x="1195" y="1"/>
                    <a:pt x="771" y="1"/>
                  </a:cubicBezTo>
                  <a:close/>
                </a:path>
              </a:pathLst>
            </a:custGeom>
            <a:solidFill>
              <a:srgbClr val="4A7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1" name="Google Shape;4711;p107"/>
            <p:cNvSpPr/>
            <p:nvPr/>
          </p:nvSpPr>
          <p:spPr>
            <a:xfrm>
              <a:off x="1266438" y="1741886"/>
              <a:ext cx="63363" cy="63363"/>
            </a:xfrm>
            <a:custGeom>
              <a:rect b="b" l="l" r="r" t="t"/>
              <a:pathLst>
                <a:path extrusionOk="0" h="1537" w="1537">
                  <a:moveTo>
                    <a:pt x="766" y="33"/>
                  </a:moveTo>
                  <a:cubicBezTo>
                    <a:pt x="1171" y="33"/>
                    <a:pt x="1499" y="361"/>
                    <a:pt x="1499" y="767"/>
                  </a:cubicBezTo>
                  <a:cubicBezTo>
                    <a:pt x="1499" y="1172"/>
                    <a:pt x="1171" y="1501"/>
                    <a:pt x="766" y="1501"/>
                  </a:cubicBezTo>
                  <a:cubicBezTo>
                    <a:pt x="361" y="1501"/>
                    <a:pt x="32" y="1172"/>
                    <a:pt x="32" y="767"/>
                  </a:cubicBezTo>
                  <a:cubicBezTo>
                    <a:pt x="32" y="361"/>
                    <a:pt x="361" y="33"/>
                    <a:pt x="766" y="33"/>
                  </a:cubicBezTo>
                  <a:close/>
                  <a:moveTo>
                    <a:pt x="766" y="1"/>
                  </a:moveTo>
                  <a:cubicBezTo>
                    <a:pt x="342" y="1"/>
                    <a:pt x="1" y="343"/>
                    <a:pt x="1" y="767"/>
                  </a:cubicBezTo>
                  <a:cubicBezTo>
                    <a:pt x="1" y="1191"/>
                    <a:pt x="342" y="1537"/>
                    <a:pt x="766" y="1537"/>
                  </a:cubicBezTo>
                  <a:cubicBezTo>
                    <a:pt x="1190" y="1537"/>
                    <a:pt x="1536" y="1191"/>
                    <a:pt x="1536" y="767"/>
                  </a:cubicBezTo>
                  <a:cubicBezTo>
                    <a:pt x="1536" y="343"/>
                    <a:pt x="1190" y="1"/>
                    <a:pt x="766" y="1"/>
                  </a:cubicBezTo>
                  <a:close/>
                </a:path>
              </a:pathLst>
            </a:custGeom>
            <a:solidFill>
              <a:srgbClr val="4A7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2" name="Google Shape;4712;p107"/>
            <p:cNvSpPr/>
            <p:nvPr/>
          </p:nvSpPr>
          <p:spPr>
            <a:xfrm>
              <a:off x="1254030" y="1774989"/>
              <a:ext cx="12986" cy="1360"/>
            </a:xfrm>
            <a:custGeom>
              <a:rect b="b" l="l" r="r" t="t"/>
              <a:pathLst>
                <a:path extrusionOk="0" h="33" w="315">
                  <a:moveTo>
                    <a:pt x="1" y="1"/>
                  </a:moveTo>
                  <a:lnTo>
                    <a:pt x="1" y="32"/>
                  </a:lnTo>
                  <a:lnTo>
                    <a:pt x="315" y="32"/>
                  </a:lnTo>
                  <a:lnTo>
                    <a:pt x="315" y="1"/>
                  </a:lnTo>
                  <a:close/>
                </a:path>
              </a:pathLst>
            </a:custGeom>
            <a:solidFill>
              <a:srgbClr val="4A7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3" name="Google Shape;4713;p107"/>
            <p:cNvSpPr/>
            <p:nvPr/>
          </p:nvSpPr>
          <p:spPr>
            <a:xfrm>
              <a:off x="996580" y="2447781"/>
              <a:ext cx="412497" cy="370819"/>
            </a:xfrm>
            <a:custGeom>
              <a:rect b="b" l="l" r="r" t="t"/>
              <a:pathLst>
                <a:path extrusionOk="0" h="8995" w="10006">
                  <a:moveTo>
                    <a:pt x="2918" y="1"/>
                  </a:moveTo>
                  <a:cubicBezTo>
                    <a:pt x="2918" y="1"/>
                    <a:pt x="739" y="3228"/>
                    <a:pt x="302" y="5895"/>
                  </a:cubicBezTo>
                  <a:cubicBezTo>
                    <a:pt x="1" y="7729"/>
                    <a:pt x="2473" y="8994"/>
                    <a:pt x="4761" y="8994"/>
                  </a:cubicBezTo>
                  <a:cubicBezTo>
                    <a:pt x="5797" y="8994"/>
                    <a:pt x="6796" y="8734"/>
                    <a:pt x="7481" y="8150"/>
                  </a:cubicBezTo>
                  <a:cubicBezTo>
                    <a:pt x="10005" y="6000"/>
                    <a:pt x="9094" y="4354"/>
                    <a:pt x="8638" y="2550"/>
                  </a:cubicBezTo>
                  <a:cubicBezTo>
                    <a:pt x="8219" y="899"/>
                    <a:pt x="7453" y="1"/>
                    <a:pt x="7453"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4" name="Google Shape;4714;p107"/>
            <p:cNvSpPr/>
            <p:nvPr/>
          </p:nvSpPr>
          <p:spPr>
            <a:xfrm>
              <a:off x="1073258" y="2469796"/>
              <a:ext cx="96260" cy="55819"/>
            </a:xfrm>
            <a:custGeom>
              <a:rect b="b" l="l" r="r" t="t"/>
              <a:pathLst>
                <a:path extrusionOk="0" h="1354" w="2335">
                  <a:moveTo>
                    <a:pt x="2270" y="1"/>
                  </a:moveTo>
                  <a:cubicBezTo>
                    <a:pt x="2270" y="5"/>
                    <a:pt x="2234" y="420"/>
                    <a:pt x="1528" y="967"/>
                  </a:cubicBezTo>
                  <a:cubicBezTo>
                    <a:pt x="1203" y="1220"/>
                    <a:pt x="863" y="1288"/>
                    <a:pt x="589" y="1288"/>
                  </a:cubicBezTo>
                  <a:cubicBezTo>
                    <a:pt x="265" y="1288"/>
                    <a:pt x="33" y="1193"/>
                    <a:pt x="28" y="1190"/>
                  </a:cubicBezTo>
                  <a:lnTo>
                    <a:pt x="1" y="1250"/>
                  </a:lnTo>
                  <a:cubicBezTo>
                    <a:pt x="5" y="1254"/>
                    <a:pt x="251" y="1354"/>
                    <a:pt x="589" y="1354"/>
                  </a:cubicBezTo>
                  <a:cubicBezTo>
                    <a:pt x="876" y="1354"/>
                    <a:pt x="1231" y="1282"/>
                    <a:pt x="1569" y="1021"/>
                  </a:cubicBezTo>
                  <a:cubicBezTo>
                    <a:pt x="2302" y="451"/>
                    <a:pt x="2335" y="24"/>
                    <a:pt x="2335" y="5"/>
                  </a:cubicBezTo>
                  <a:lnTo>
                    <a:pt x="2270"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5" name="Google Shape;4715;p107"/>
            <p:cNvSpPr/>
            <p:nvPr/>
          </p:nvSpPr>
          <p:spPr>
            <a:xfrm>
              <a:off x="1102775" y="2468476"/>
              <a:ext cx="220265" cy="2680"/>
            </a:xfrm>
            <a:custGeom>
              <a:rect b="b" l="l" r="r" t="t"/>
              <a:pathLst>
                <a:path extrusionOk="0" h="65" w="5343">
                  <a:moveTo>
                    <a:pt x="0" y="1"/>
                  </a:moveTo>
                  <a:lnTo>
                    <a:pt x="0" y="64"/>
                  </a:lnTo>
                  <a:lnTo>
                    <a:pt x="5342" y="64"/>
                  </a:lnTo>
                  <a:lnTo>
                    <a:pt x="5342"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6" name="Google Shape;4716;p107"/>
            <p:cNvSpPr/>
            <p:nvPr/>
          </p:nvSpPr>
          <p:spPr>
            <a:xfrm>
              <a:off x="1005608" y="2627481"/>
              <a:ext cx="288410" cy="675472"/>
            </a:xfrm>
            <a:custGeom>
              <a:rect b="b" l="l" r="r" t="t"/>
              <a:pathLst>
                <a:path extrusionOk="0" h="16385" w="6996">
                  <a:moveTo>
                    <a:pt x="2527" y="1"/>
                  </a:moveTo>
                  <a:cubicBezTo>
                    <a:pt x="1747" y="1"/>
                    <a:pt x="888" y="409"/>
                    <a:pt x="156" y="1572"/>
                  </a:cubicBezTo>
                  <a:cubicBezTo>
                    <a:pt x="156" y="1572"/>
                    <a:pt x="1" y="4047"/>
                    <a:pt x="1801" y="8418"/>
                  </a:cubicBezTo>
                  <a:cubicBezTo>
                    <a:pt x="3597" y="12788"/>
                    <a:pt x="4039" y="16147"/>
                    <a:pt x="5365" y="16366"/>
                  </a:cubicBezTo>
                  <a:cubicBezTo>
                    <a:pt x="5440" y="16378"/>
                    <a:pt x="5511" y="16385"/>
                    <a:pt x="5579" y="16385"/>
                  </a:cubicBezTo>
                  <a:cubicBezTo>
                    <a:pt x="6725" y="16385"/>
                    <a:pt x="6995" y="14664"/>
                    <a:pt x="6888" y="12788"/>
                  </a:cubicBezTo>
                  <a:cubicBezTo>
                    <a:pt x="6778" y="10806"/>
                    <a:pt x="5266" y="1918"/>
                    <a:pt x="4481" y="947"/>
                  </a:cubicBezTo>
                  <a:cubicBezTo>
                    <a:pt x="4077" y="450"/>
                    <a:pt x="3346" y="1"/>
                    <a:pt x="2527"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7" name="Google Shape;4717;p107"/>
            <p:cNvSpPr/>
            <p:nvPr/>
          </p:nvSpPr>
          <p:spPr>
            <a:xfrm>
              <a:off x="978028" y="2610249"/>
              <a:ext cx="350248" cy="830601"/>
            </a:xfrm>
            <a:custGeom>
              <a:rect b="b" l="l" r="r" t="t"/>
              <a:pathLst>
                <a:path extrusionOk="0" h="20148" w="8496">
                  <a:moveTo>
                    <a:pt x="3405" y="0"/>
                  </a:moveTo>
                  <a:cubicBezTo>
                    <a:pt x="2451" y="0"/>
                    <a:pt x="1359" y="490"/>
                    <a:pt x="684" y="2164"/>
                  </a:cubicBezTo>
                  <a:cubicBezTo>
                    <a:pt x="684" y="2164"/>
                    <a:pt x="0" y="6156"/>
                    <a:pt x="1336" y="9920"/>
                  </a:cubicBezTo>
                  <a:cubicBezTo>
                    <a:pt x="2666" y="13681"/>
                    <a:pt x="3114" y="14482"/>
                    <a:pt x="2981" y="16083"/>
                  </a:cubicBezTo>
                  <a:cubicBezTo>
                    <a:pt x="2856" y="17552"/>
                    <a:pt x="3634" y="20148"/>
                    <a:pt x="5591" y="20148"/>
                  </a:cubicBezTo>
                  <a:cubicBezTo>
                    <a:pt x="5764" y="20148"/>
                    <a:pt x="5947" y="20127"/>
                    <a:pt x="6139" y="20084"/>
                  </a:cubicBezTo>
                  <a:cubicBezTo>
                    <a:pt x="8495" y="19550"/>
                    <a:pt x="8091" y="16794"/>
                    <a:pt x="8091" y="14436"/>
                  </a:cubicBezTo>
                  <a:cubicBezTo>
                    <a:pt x="8095" y="12080"/>
                    <a:pt x="5405" y="1356"/>
                    <a:pt x="5319" y="824"/>
                  </a:cubicBezTo>
                  <a:cubicBezTo>
                    <a:pt x="5272" y="549"/>
                    <a:pt x="4415" y="0"/>
                    <a:pt x="3405"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8" name="Google Shape;4718;p107"/>
            <p:cNvSpPr/>
            <p:nvPr/>
          </p:nvSpPr>
          <p:spPr>
            <a:xfrm>
              <a:off x="1062746" y="3177670"/>
              <a:ext cx="239600" cy="973405"/>
            </a:xfrm>
            <a:custGeom>
              <a:rect b="b" l="l" r="r" t="t"/>
              <a:pathLst>
                <a:path extrusionOk="0" h="23612" w="5812">
                  <a:moveTo>
                    <a:pt x="4359" y="0"/>
                  </a:moveTo>
                  <a:cubicBezTo>
                    <a:pt x="3797" y="0"/>
                    <a:pt x="3207" y="353"/>
                    <a:pt x="2891" y="1257"/>
                  </a:cubicBezTo>
                  <a:cubicBezTo>
                    <a:pt x="2891" y="1257"/>
                    <a:pt x="1747" y="4187"/>
                    <a:pt x="876" y="7988"/>
                  </a:cubicBezTo>
                  <a:cubicBezTo>
                    <a:pt x="1" y="11789"/>
                    <a:pt x="183" y="21743"/>
                    <a:pt x="525" y="22915"/>
                  </a:cubicBezTo>
                  <a:cubicBezTo>
                    <a:pt x="619" y="23244"/>
                    <a:pt x="905" y="23612"/>
                    <a:pt x="1188" y="23612"/>
                  </a:cubicBezTo>
                  <a:cubicBezTo>
                    <a:pt x="1382" y="23612"/>
                    <a:pt x="1575" y="23438"/>
                    <a:pt x="1705" y="22960"/>
                  </a:cubicBezTo>
                  <a:cubicBezTo>
                    <a:pt x="2020" y="21784"/>
                    <a:pt x="5625" y="2801"/>
                    <a:pt x="5743" y="1421"/>
                  </a:cubicBezTo>
                  <a:cubicBezTo>
                    <a:pt x="5811" y="631"/>
                    <a:pt x="5110" y="0"/>
                    <a:pt x="4359"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9" name="Google Shape;4719;p107"/>
            <p:cNvSpPr/>
            <p:nvPr/>
          </p:nvSpPr>
          <p:spPr>
            <a:xfrm>
              <a:off x="1018223" y="3149555"/>
              <a:ext cx="302303" cy="814565"/>
            </a:xfrm>
            <a:custGeom>
              <a:rect b="b" l="l" r="r" t="t"/>
              <a:pathLst>
                <a:path extrusionOk="0" h="19759" w="7333">
                  <a:moveTo>
                    <a:pt x="4849" y="0"/>
                  </a:moveTo>
                  <a:cubicBezTo>
                    <a:pt x="4511" y="0"/>
                    <a:pt x="4152" y="65"/>
                    <a:pt x="3784" y="202"/>
                  </a:cubicBezTo>
                  <a:cubicBezTo>
                    <a:pt x="1869" y="913"/>
                    <a:pt x="2029" y="2467"/>
                    <a:pt x="2029" y="2467"/>
                  </a:cubicBezTo>
                  <a:cubicBezTo>
                    <a:pt x="2029" y="2467"/>
                    <a:pt x="1691" y="5890"/>
                    <a:pt x="1691" y="6556"/>
                  </a:cubicBezTo>
                  <a:cubicBezTo>
                    <a:pt x="1691" y="7225"/>
                    <a:pt x="0" y="19758"/>
                    <a:pt x="0" y="19758"/>
                  </a:cubicBezTo>
                  <a:lnTo>
                    <a:pt x="5520" y="19758"/>
                  </a:lnTo>
                  <a:cubicBezTo>
                    <a:pt x="5520" y="19758"/>
                    <a:pt x="6495" y="13802"/>
                    <a:pt x="6764" y="11314"/>
                  </a:cubicBezTo>
                  <a:cubicBezTo>
                    <a:pt x="7028" y="8825"/>
                    <a:pt x="7137" y="2868"/>
                    <a:pt x="7137" y="2868"/>
                  </a:cubicBezTo>
                  <a:cubicBezTo>
                    <a:pt x="7333" y="1142"/>
                    <a:pt x="6273" y="0"/>
                    <a:pt x="4849"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0" name="Google Shape;4720;p107"/>
            <p:cNvSpPr/>
            <p:nvPr/>
          </p:nvSpPr>
          <p:spPr>
            <a:xfrm>
              <a:off x="1030837" y="3869384"/>
              <a:ext cx="228675" cy="2886"/>
            </a:xfrm>
            <a:custGeom>
              <a:rect b="b" l="l" r="r" t="t"/>
              <a:pathLst>
                <a:path extrusionOk="0" h="70" w="5547">
                  <a:moveTo>
                    <a:pt x="0" y="0"/>
                  </a:moveTo>
                  <a:lnTo>
                    <a:pt x="0" y="69"/>
                  </a:lnTo>
                  <a:lnTo>
                    <a:pt x="5546" y="69"/>
                  </a:lnTo>
                  <a:lnTo>
                    <a:pt x="5546" y="0"/>
                  </a:lnTo>
                  <a:cubicBezTo>
                    <a:pt x="5510" y="0"/>
                    <a:pt x="3111" y="5"/>
                    <a:pt x="1480" y="5"/>
                  </a:cubicBezTo>
                  <a:cubicBezTo>
                    <a:pt x="665" y="5"/>
                    <a:pt x="41" y="4"/>
                    <a:pt x="0"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1" name="Google Shape;4721;p107"/>
            <p:cNvSpPr/>
            <p:nvPr/>
          </p:nvSpPr>
          <p:spPr>
            <a:xfrm>
              <a:off x="1074041" y="4164019"/>
              <a:ext cx="354205" cy="45306"/>
            </a:xfrm>
            <a:custGeom>
              <a:rect b="b" l="l" r="r" t="t"/>
              <a:pathLst>
                <a:path extrusionOk="0" h="1099" w="8592">
                  <a:moveTo>
                    <a:pt x="0" y="1"/>
                  </a:moveTo>
                  <a:lnTo>
                    <a:pt x="0" y="1099"/>
                  </a:lnTo>
                  <a:lnTo>
                    <a:pt x="8591" y="1099"/>
                  </a:lnTo>
                  <a:cubicBezTo>
                    <a:pt x="8591" y="1099"/>
                    <a:pt x="8564" y="985"/>
                    <a:pt x="8391" y="1"/>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2" name="Google Shape;4722;p107"/>
            <p:cNvSpPr/>
            <p:nvPr/>
          </p:nvSpPr>
          <p:spPr>
            <a:xfrm>
              <a:off x="1074041" y="3999985"/>
              <a:ext cx="345960" cy="164075"/>
            </a:xfrm>
            <a:custGeom>
              <a:rect b="b" l="l" r="r" t="t"/>
              <a:pathLst>
                <a:path extrusionOk="0" h="3980" w="8392">
                  <a:moveTo>
                    <a:pt x="0" y="0"/>
                  </a:moveTo>
                  <a:lnTo>
                    <a:pt x="0" y="3980"/>
                  </a:lnTo>
                  <a:lnTo>
                    <a:pt x="8391" y="3980"/>
                  </a:lnTo>
                  <a:cubicBezTo>
                    <a:pt x="8387" y="3961"/>
                    <a:pt x="8387" y="3938"/>
                    <a:pt x="8381" y="3915"/>
                  </a:cubicBezTo>
                  <a:cubicBezTo>
                    <a:pt x="8200" y="2876"/>
                    <a:pt x="5351" y="2644"/>
                    <a:pt x="3610" y="2475"/>
                  </a:cubicBezTo>
                  <a:cubicBezTo>
                    <a:pt x="1869" y="2307"/>
                    <a:pt x="2115" y="0"/>
                    <a:pt x="2115"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3" name="Google Shape;4723;p107"/>
            <p:cNvSpPr/>
            <p:nvPr/>
          </p:nvSpPr>
          <p:spPr>
            <a:xfrm>
              <a:off x="1235066" y="4127205"/>
              <a:ext cx="158222" cy="37226"/>
            </a:xfrm>
            <a:custGeom>
              <a:rect b="b" l="l" r="r" t="t"/>
              <a:pathLst>
                <a:path extrusionOk="0" h="903" w="3838">
                  <a:moveTo>
                    <a:pt x="2458" y="0"/>
                  </a:moveTo>
                  <a:cubicBezTo>
                    <a:pt x="2094" y="0"/>
                    <a:pt x="1709" y="6"/>
                    <a:pt x="1372" y="23"/>
                  </a:cubicBezTo>
                  <a:cubicBezTo>
                    <a:pt x="346" y="73"/>
                    <a:pt x="5" y="875"/>
                    <a:pt x="0" y="884"/>
                  </a:cubicBezTo>
                  <a:lnTo>
                    <a:pt x="51" y="902"/>
                  </a:lnTo>
                  <a:cubicBezTo>
                    <a:pt x="55" y="898"/>
                    <a:pt x="383" y="128"/>
                    <a:pt x="1376" y="78"/>
                  </a:cubicBezTo>
                  <a:cubicBezTo>
                    <a:pt x="1712" y="61"/>
                    <a:pt x="2096" y="55"/>
                    <a:pt x="2458" y="55"/>
                  </a:cubicBezTo>
                  <a:cubicBezTo>
                    <a:pt x="3183" y="55"/>
                    <a:pt x="3825" y="78"/>
                    <a:pt x="3838" y="78"/>
                  </a:cubicBezTo>
                  <a:lnTo>
                    <a:pt x="3838" y="23"/>
                  </a:lnTo>
                  <a:cubicBezTo>
                    <a:pt x="3829" y="23"/>
                    <a:pt x="3186" y="0"/>
                    <a:pt x="245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4" name="Google Shape;4724;p107"/>
            <p:cNvSpPr/>
            <p:nvPr/>
          </p:nvSpPr>
          <p:spPr>
            <a:xfrm>
              <a:off x="1116503" y="3999985"/>
              <a:ext cx="120088" cy="114853"/>
            </a:xfrm>
            <a:custGeom>
              <a:rect b="b" l="l" r="r" t="t"/>
              <a:pathLst>
                <a:path extrusionOk="0" h="2786" w="2913">
                  <a:moveTo>
                    <a:pt x="14" y="0"/>
                  </a:moveTo>
                  <a:cubicBezTo>
                    <a:pt x="14" y="96"/>
                    <a:pt x="1" y="2366"/>
                    <a:pt x="876" y="2676"/>
                  </a:cubicBezTo>
                  <a:cubicBezTo>
                    <a:pt x="1095" y="2753"/>
                    <a:pt x="1331" y="2785"/>
                    <a:pt x="1568" y="2785"/>
                  </a:cubicBezTo>
                  <a:cubicBezTo>
                    <a:pt x="2256" y="2785"/>
                    <a:pt x="2904" y="2535"/>
                    <a:pt x="2912" y="2530"/>
                  </a:cubicBezTo>
                  <a:lnTo>
                    <a:pt x="2890" y="2480"/>
                  </a:lnTo>
                  <a:cubicBezTo>
                    <a:pt x="2883" y="2483"/>
                    <a:pt x="2244" y="2730"/>
                    <a:pt x="1569" y="2730"/>
                  </a:cubicBezTo>
                  <a:cubicBezTo>
                    <a:pt x="1340" y="2730"/>
                    <a:pt x="1107" y="2702"/>
                    <a:pt x="893" y="2625"/>
                  </a:cubicBezTo>
                  <a:cubicBezTo>
                    <a:pt x="55" y="2329"/>
                    <a:pt x="68" y="23"/>
                    <a:pt x="6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5" name="Google Shape;4725;p107"/>
            <p:cNvSpPr/>
            <p:nvPr/>
          </p:nvSpPr>
          <p:spPr>
            <a:xfrm>
              <a:off x="1117657" y="4011404"/>
              <a:ext cx="46790" cy="32197"/>
            </a:xfrm>
            <a:custGeom>
              <a:rect b="b" l="l" r="r" t="t"/>
              <a:pathLst>
                <a:path extrusionOk="0" h="781" w="1135">
                  <a:moveTo>
                    <a:pt x="27" y="1"/>
                  </a:moveTo>
                  <a:lnTo>
                    <a:pt x="0" y="47"/>
                  </a:lnTo>
                  <a:lnTo>
                    <a:pt x="1107" y="781"/>
                  </a:lnTo>
                  <a:lnTo>
                    <a:pt x="1134" y="735"/>
                  </a:lnTo>
                  <a:lnTo>
                    <a:pt x="2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6" name="Google Shape;4726;p107"/>
            <p:cNvSpPr/>
            <p:nvPr/>
          </p:nvSpPr>
          <p:spPr>
            <a:xfrm>
              <a:off x="1120626" y="4019897"/>
              <a:ext cx="41019" cy="23911"/>
            </a:xfrm>
            <a:custGeom>
              <a:rect b="b" l="l" r="r" t="t"/>
              <a:pathLst>
                <a:path extrusionOk="0" h="580" w="995">
                  <a:moveTo>
                    <a:pt x="967" y="1"/>
                  </a:moveTo>
                  <a:lnTo>
                    <a:pt x="0" y="529"/>
                  </a:lnTo>
                  <a:lnTo>
                    <a:pt x="23" y="579"/>
                  </a:lnTo>
                  <a:lnTo>
                    <a:pt x="995" y="51"/>
                  </a:lnTo>
                  <a:lnTo>
                    <a:pt x="96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7" name="Google Shape;4727;p107"/>
            <p:cNvSpPr/>
            <p:nvPr/>
          </p:nvSpPr>
          <p:spPr>
            <a:xfrm>
              <a:off x="1123058" y="4055804"/>
              <a:ext cx="54541" cy="21066"/>
            </a:xfrm>
            <a:custGeom>
              <a:rect b="b" l="l" r="r" t="t"/>
              <a:pathLst>
                <a:path extrusionOk="0" h="511" w="1323">
                  <a:moveTo>
                    <a:pt x="19" y="0"/>
                  </a:moveTo>
                  <a:lnTo>
                    <a:pt x="0" y="51"/>
                  </a:lnTo>
                  <a:lnTo>
                    <a:pt x="1304" y="510"/>
                  </a:lnTo>
                  <a:lnTo>
                    <a:pt x="1323" y="461"/>
                  </a:lnTo>
                  <a:lnTo>
                    <a:pt x="19"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8" name="Google Shape;4728;p107"/>
            <p:cNvSpPr/>
            <p:nvPr/>
          </p:nvSpPr>
          <p:spPr>
            <a:xfrm>
              <a:off x="1129613" y="4055969"/>
              <a:ext cx="38793" cy="27085"/>
            </a:xfrm>
            <a:custGeom>
              <a:rect b="b" l="l" r="r" t="t"/>
              <a:pathLst>
                <a:path extrusionOk="0" h="657" w="941">
                  <a:moveTo>
                    <a:pt x="908" y="1"/>
                  </a:moveTo>
                  <a:lnTo>
                    <a:pt x="1" y="611"/>
                  </a:lnTo>
                  <a:lnTo>
                    <a:pt x="33" y="657"/>
                  </a:lnTo>
                  <a:lnTo>
                    <a:pt x="941" y="47"/>
                  </a:lnTo>
                  <a:lnTo>
                    <a:pt x="90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9" name="Google Shape;4729;p107"/>
            <p:cNvSpPr/>
            <p:nvPr/>
          </p:nvSpPr>
          <p:spPr>
            <a:xfrm>
              <a:off x="865031" y="2097204"/>
              <a:ext cx="227438" cy="474459"/>
            </a:xfrm>
            <a:custGeom>
              <a:rect b="b" l="l" r="r" t="t"/>
              <a:pathLst>
                <a:path extrusionOk="0" h="11509" w="5517">
                  <a:moveTo>
                    <a:pt x="4345" y="0"/>
                  </a:moveTo>
                  <a:cubicBezTo>
                    <a:pt x="3202" y="0"/>
                    <a:pt x="2782" y="1072"/>
                    <a:pt x="2500" y="1487"/>
                  </a:cubicBezTo>
                  <a:cubicBezTo>
                    <a:pt x="2218" y="1901"/>
                    <a:pt x="226" y="8651"/>
                    <a:pt x="98" y="9758"/>
                  </a:cubicBezTo>
                  <a:cubicBezTo>
                    <a:pt x="0" y="10572"/>
                    <a:pt x="579" y="11508"/>
                    <a:pt x="1276" y="11508"/>
                  </a:cubicBezTo>
                  <a:cubicBezTo>
                    <a:pt x="1528" y="11508"/>
                    <a:pt x="1796" y="11385"/>
                    <a:pt x="2053" y="11090"/>
                  </a:cubicBezTo>
                  <a:cubicBezTo>
                    <a:pt x="3019" y="9977"/>
                    <a:pt x="5403" y="1969"/>
                    <a:pt x="5403" y="1969"/>
                  </a:cubicBezTo>
                  <a:cubicBezTo>
                    <a:pt x="5517" y="1592"/>
                    <a:pt x="5494" y="0"/>
                    <a:pt x="4345"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0" name="Google Shape;4730;p107"/>
            <p:cNvSpPr/>
            <p:nvPr/>
          </p:nvSpPr>
          <p:spPr>
            <a:xfrm>
              <a:off x="915449" y="2040602"/>
              <a:ext cx="219853" cy="280783"/>
            </a:xfrm>
            <a:custGeom>
              <a:rect b="b" l="l" r="r" t="t"/>
              <a:pathLst>
                <a:path extrusionOk="0" h="6811" w="5333">
                  <a:moveTo>
                    <a:pt x="3523" y="1"/>
                  </a:moveTo>
                  <a:cubicBezTo>
                    <a:pt x="2253" y="1"/>
                    <a:pt x="1931" y="880"/>
                    <a:pt x="1481" y="1720"/>
                  </a:cubicBezTo>
                  <a:cubicBezTo>
                    <a:pt x="999" y="2637"/>
                    <a:pt x="0" y="6588"/>
                    <a:pt x="0" y="6588"/>
                  </a:cubicBezTo>
                  <a:lnTo>
                    <a:pt x="4134" y="6811"/>
                  </a:lnTo>
                  <a:cubicBezTo>
                    <a:pt x="4134" y="6811"/>
                    <a:pt x="4960" y="3775"/>
                    <a:pt x="5146" y="2385"/>
                  </a:cubicBezTo>
                  <a:cubicBezTo>
                    <a:pt x="5333" y="990"/>
                    <a:pt x="3866" y="20"/>
                    <a:pt x="3866" y="20"/>
                  </a:cubicBezTo>
                  <a:cubicBezTo>
                    <a:pt x="3744" y="7"/>
                    <a:pt x="3630" y="1"/>
                    <a:pt x="3523" y="1"/>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1" name="Google Shape;4731;p107"/>
            <p:cNvSpPr/>
            <p:nvPr/>
          </p:nvSpPr>
          <p:spPr>
            <a:xfrm>
              <a:off x="1933995" y="4143902"/>
              <a:ext cx="98487" cy="372427"/>
            </a:xfrm>
            <a:custGeom>
              <a:rect b="b" l="l" r="r" t="t"/>
              <a:pathLst>
                <a:path extrusionOk="0" h="9034" w="2389">
                  <a:moveTo>
                    <a:pt x="1236" y="1"/>
                  </a:moveTo>
                  <a:lnTo>
                    <a:pt x="1" y="9034"/>
                  </a:lnTo>
                  <a:cubicBezTo>
                    <a:pt x="1" y="9034"/>
                    <a:pt x="123" y="9021"/>
                    <a:pt x="1186" y="8979"/>
                  </a:cubicBezTo>
                  <a:lnTo>
                    <a:pt x="2389" y="156"/>
                  </a:lnTo>
                  <a:lnTo>
                    <a:pt x="1236" y="1"/>
                  </a:ln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2" name="Google Shape;4732;p107"/>
            <p:cNvSpPr/>
            <p:nvPr/>
          </p:nvSpPr>
          <p:spPr>
            <a:xfrm>
              <a:off x="2008612" y="4319603"/>
              <a:ext cx="34217" cy="171578"/>
            </a:xfrm>
            <a:custGeom>
              <a:rect b="b" l="l" r="r" t="t"/>
              <a:pathLst>
                <a:path extrusionOk="0" h="4162" w="830">
                  <a:moveTo>
                    <a:pt x="32" y="0"/>
                  </a:moveTo>
                  <a:lnTo>
                    <a:pt x="0" y="51"/>
                  </a:lnTo>
                  <a:cubicBezTo>
                    <a:pt x="9" y="55"/>
                    <a:pt x="770" y="515"/>
                    <a:pt x="679" y="1563"/>
                  </a:cubicBezTo>
                  <a:cubicBezTo>
                    <a:pt x="588" y="2634"/>
                    <a:pt x="328" y="4138"/>
                    <a:pt x="324" y="4153"/>
                  </a:cubicBezTo>
                  <a:lnTo>
                    <a:pt x="383" y="4161"/>
                  </a:lnTo>
                  <a:cubicBezTo>
                    <a:pt x="387" y="4147"/>
                    <a:pt x="648" y="2639"/>
                    <a:pt x="739" y="1572"/>
                  </a:cubicBezTo>
                  <a:cubicBezTo>
                    <a:pt x="829" y="483"/>
                    <a:pt x="41" y="5"/>
                    <a:pt x="3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3" name="Google Shape;4733;p107"/>
            <p:cNvSpPr/>
            <p:nvPr/>
          </p:nvSpPr>
          <p:spPr>
            <a:xfrm>
              <a:off x="2152322" y="4216829"/>
              <a:ext cx="19417" cy="45842"/>
            </a:xfrm>
            <a:custGeom>
              <a:rect b="b" l="l" r="r" t="t"/>
              <a:pathLst>
                <a:path extrusionOk="0" h="1112" w="471">
                  <a:moveTo>
                    <a:pt x="55" y="0"/>
                  </a:moveTo>
                  <a:lnTo>
                    <a:pt x="0" y="18"/>
                  </a:lnTo>
                  <a:lnTo>
                    <a:pt x="416" y="1112"/>
                  </a:lnTo>
                  <a:lnTo>
                    <a:pt x="471" y="1094"/>
                  </a:lnTo>
                  <a:lnTo>
                    <a:pt x="5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4" name="Google Shape;4734;p107"/>
            <p:cNvSpPr/>
            <p:nvPr/>
          </p:nvSpPr>
          <p:spPr>
            <a:xfrm>
              <a:off x="2109490" y="4216993"/>
              <a:ext cx="29723" cy="54870"/>
            </a:xfrm>
            <a:custGeom>
              <a:rect b="b" l="l" r="r" t="t"/>
              <a:pathLst>
                <a:path extrusionOk="0" h="1331" w="721">
                  <a:moveTo>
                    <a:pt x="671" y="1"/>
                  </a:moveTo>
                  <a:lnTo>
                    <a:pt x="0" y="1309"/>
                  </a:lnTo>
                  <a:lnTo>
                    <a:pt x="50" y="1331"/>
                  </a:lnTo>
                  <a:lnTo>
                    <a:pt x="721" y="28"/>
                  </a:lnTo>
                  <a:lnTo>
                    <a:pt x="67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5" name="Google Shape;4735;p107"/>
            <p:cNvSpPr/>
            <p:nvPr/>
          </p:nvSpPr>
          <p:spPr>
            <a:xfrm>
              <a:off x="2109696" y="4220745"/>
              <a:ext cx="23127" cy="44028"/>
            </a:xfrm>
            <a:custGeom>
              <a:rect b="b" l="l" r="r" t="t"/>
              <a:pathLst>
                <a:path extrusionOk="0" h="1068" w="561">
                  <a:moveTo>
                    <a:pt x="50" y="1"/>
                  </a:moveTo>
                  <a:lnTo>
                    <a:pt x="1" y="28"/>
                  </a:lnTo>
                  <a:lnTo>
                    <a:pt x="510" y="1067"/>
                  </a:lnTo>
                  <a:lnTo>
                    <a:pt x="561" y="1044"/>
                  </a:lnTo>
                  <a:lnTo>
                    <a:pt x="5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36" name="Google Shape;4736;p107"/>
            <p:cNvGrpSpPr/>
            <p:nvPr/>
          </p:nvGrpSpPr>
          <p:grpSpPr>
            <a:xfrm>
              <a:off x="1829160" y="2986015"/>
              <a:ext cx="1415584" cy="1528046"/>
              <a:chOff x="1829160" y="2986015"/>
              <a:chExt cx="1415584" cy="1528046"/>
            </a:xfrm>
          </p:grpSpPr>
          <p:sp>
            <p:nvSpPr>
              <p:cNvPr id="4737" name="Google Shape;4737;p107"/>
              <p:cNvSpPr/>
              <p:nvPr/>
            </p:nvSpPr>
            <p:spPr>
              <a:xfrm>
                <a:off x="1829160" y="4178943"/>
                <a:ext cx="146184" cy="212061"/>
              </a:xfrm>
              <a:custGeom>
                <a:rect b="b" l="l" r="r" t="t"/>
                <a:pathLst>
                  <a:path extrusionOk="0" h="5144" w="3546">
                    <a:moveTo>
                      <a:pt x="2908" y="0"/>
                    </a:moveTo>
                    <a:cubicBezTo>
                      <a:pt x="2308" y="0"/>
                      <a:pt x="1014" y="1612"/>
                      <a:pt x="684" y="2478"/>
                    </a:cubicBezTo>
                    <a:cubicBezTo>
                      <a:pt x="342" y="3389"/>
                      <a:pt x="1" y="4929"/>
                      <a:pt x="197" y="5125"/>
                    </a:cubicBezTo>
                    <a:cubicBezTo>
                      <a:pt x="209" y="5138"/>
                      <a:pt x="223" y="5144"/>
                      <a:pt x="238" y="5144"/>
                    </a:cubicBezTo>
                    <a:cubicBezTo>
                      <a:pt x="454" y="5144"/>
                      <a:pt x="892" y="3872"/>
                      <a:pt x="1063" y="3467"/>
                    </a:cubicBezTo>
                    <a:cubicBezTo>
                      <a:pt x="1240" y="3029"/>
                      <a:pt x="1665" y="2710"/>
                      <a:pt x="1665" y="2710"/>
                    </a:cubicBezTo>
                    <a:cubicBezTo>
                      <a:pt x="1687" y="2691"/>
                      <a:pt x="1711" y="2681"/>
                      <a:pt x="1734" y="2681"/>
                    </a:cubicBezTo>
                    <a:cubicBezTo>
                      <a:pt x="1811" y="2681"/>
                      <a:pt x="1882" y="2785"/>
                      <a:pt x="1865" y="3002"/>
                    </a:cubicBezTo>
                    <a:cubicBezTo>
                      <a:pt x="1837" y="3284"/>
                      <a:pt x="1139" y="4136"/>
                      <a:pt x="1377" y="4328"/>
                    </a:cubicBezTo>
                    <a:cubicBezTo>
                      <a:pt x="1391" y="4339"/>
                      <a:pt x="1407" y="4344"/>
                      <a:pt x="1425" y="4344"/>
                    </a:cubicBezTo>
                    <a:cubicBezTo>
                      <a:pt x="1714" y="4344"/>
                      <a:pt x="2510" y="3023"/>
                      <a:pt x="2630" y="2428"/>
                    </a:cubicBezTo>
                    <a:cubicBezTo>
                      <a:pt x="2758" y="1799"/>
                      <a:pt x="3546" y="181"/>
                      <a:pt x="2990" y="12"/>
                    </a:cubicBezTo>
                    <a:cubicBezTo>
                      <a:pt x="2965" y="4"/>
                      <a:pt x="2937" y="0"/>
                      <a:pt x="2908"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8" name="Google Shape;4738;p107"/>
              <p:cNvSpPr/>
              <p:nvPr/>
            </p:nvSpPr>
            <p:spPr>
              <a:xfrm>
                <a:off x="2465715" y="3135414"/>
                <a:ext cx="53057" cy="86902"/>
              </a:xfrm>
              <a:custGeom>
                <a:rect b="b" l="l" r="r" t="t"/>
                <a:pathLst>
                  <a:path extrusionOk="0" h="2108" w="1287">
                    <a:moveTo>
                      <a:pt x="843" y="1"/>
                    </a:moveTo>
                    <a:cubicBezTo>
                      <a:pt x="808" y="1"/>
                      <a:pt x="771" y="3"/>
                      <a:pt x="730" y="7"/>
                    </a:cubicBezTo>
                    <a:cubicBezTo>
                      <a:pt x="165" y="71"/>
                      <a:pt x="61" y="973"/>
                      <a:pt x="61" y="973"/>
                    </a:cubicBezTo>
                    <a:lnTo>
                      <a:pt x="0" y="2108"/>
                    </a:lnTo>
                    <a:cubicBezTo>
                      <a:pt x="516" y="1998"/>
                      <a:pt x="1254" y="358"/>
                      <a:pt x="1254" y="358"/>
                    </a:cubicBezTo>
                    <a:cubicBezTo>
                      <a:pt x="1254" y="358"/>
                      <a:pt x="1286" y="1"/>
                      <a:pt x="843" y="1"/>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9" name="Google Shape;4739;p107"/>
              <p:cNvSpPr/>
              <p:nvPr/>
            </p:nvSpPr>
            <p:spPr>
              <a:xfrm>
                <a:off x="2426056" y="3167611"/>
                <a:ext cx="42173" cy="62827"/>
              </a:xfrm>
              <a:custGeom>
                <a:rect b="b" l="l" r="r" t="t"/>
                <a:pathLst>
                  <a:path extrusionOk="0" h="1524" w="1023">
                    <a:moveTo>
                      <a:pt x="156" y="1"/>
                    </a:moveTo>
                    <a:lnTo>
                      <a:pt x="1" y="1524"/>
                    </a:lnTo>
                    <a:lnTo>
                      <a:pt x="1" y="1524"/>
                    </a:lnTo>
                    <a:lnTo>
                      <a:pt x="954" y="1455"/>
                    </a:lnTo>
                    <a:lnTo>
                      <a:pt x="1023" y="142"/>
                    </a:lnTo>
                    <a:lnTo>
                      <a:pt x="156" y="1"/>
                    </a:lnTo>
                    <a:close/>
                  </a:path>
                </a:pathLst>
              </a:custGeom>
              <a:solidFill>
                <a:srgbClr val="4918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0" name="Google Shape;4740;p107"/>
              <p:cNvSpPr/>
              <p:nvPr/>
            </p:nvSpPr>
            <p:spPr>
              <a:xfrm>
                <a:off x="2369331" y="2997599"/>
                <a:ext cx="184770" cy="198911"/>
              </a:xfrm>
              <a:custGeom>
                <a:rect b="b" l="l" r="r" t="t"/>
                <a:pathLst>
                  <a:path extrusionOk="0" h="4825" w="4482">
                    <a:moveTo>
                      <a:pt x="2282" y="1"/>
                    </a:moveTo>
                    <a:cubicBezTo>
                      <a:pt x="1913" y="1"/>
                      <a:pt x="1501" y="73"/>
                      <a:pt x="1099" y="178"/>
                    </a:cubicBezTo>
                    <a:cubicBezTo>
                      <a:pt x="1" y="465"/>
                      <a:pt x="174" y="2343"/>
                      <a:pt x="96" y="3200"/>
                    </a:cubicBezTo>
                    <a:cubicBezTo>
                      <a:pt x="20" y="4061"/>
                      <a:pt x="87" y="4653"/>
                      <a:pt x="543" y="4794"/>
                    </a:cubicBezTo>
                    <a:cubicBezTo>
                      <a:pt x="612" y="4815"/>
                      <a:pt x="700" y="4824"/>
                      <a:pt x="802" y="4824"/>
                    </a:cubicBezTo>
                    <a:cubicBezTo>
                      <a:pt x="1389" y="4824"/>
                      <a:pt x="2412" y="4526"/>
                      <a:pt x="2412" y="4526"/>
                    </a:cubicBezTo>
                    <a:cubicBezTo>
                      <a:pt x="3383" y="4211"/>
                      <a:pt x="3739" y="3460"/>
                      <a:pt x="3739" y="3460"/>
                    </a:cubicBezTo>
                    <a:cubicBezTo>
                      <a:pt x="3739" y="3460"/>
                      <a:pt x="3830" y="3551"/>
                      <a:pt x="3973" y="3551"/>
                    </a:cubicBezTo>
                    <a:cubicBezTo>
                      <a:pt x="4041" y="3551"/>
                      <a:pt x="4121" y="3531"/>
                      <a:pt x="4208" y="3469"/>
                    </a:cubicBezTo>
                    <a:cubicBezTo>
                      <a:pt x="4481" y="3277"/>
                      <a:pt x="4412" y="2452"/>
                      <a:pt x="4135" y="2288"/>
                    </a:cubicBezTo>
                    <a:cubicBezTo>
                      <a:pt x="4076" y="2254"/>
                      <a:pt x="4022" y="2241"/>
                      <a:pt x="3974" y="2241"/>
                    </a:cubicBezTo>
                    <a:cubicBezTo>
                      <a:pt x="3798" y="2241"/>
                      <a:pt x="3697" y="2421"/>
                      <a:pt x="3697" y="2421"/>
                    </a:cubicBezTo>
                    <a:cubicBezTo>
                      <a:pt x="3697" y="2421"/>
                      <a:pt x="3657" y="1919"/>
                      <a:pt x="3520" y="879"/>
                    </a:cubicBezTo>
                    <a:cubicBezTo>
                      <a:pt x="3433" y="222"/>
                      <a:pt x="2924" y="1"/>
                      <a:pt x="2282"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1" name="Google Shape;4741;p107"/>
              <p:cNvSpPr/>
              <p:nvPr/>
            </p:nvSpPr>
            <p:spPr>
              <a:xfrm>
                <a:off x="2445432" y="3072175"/>
                <a:ext cx="37474" cy="21643"/>
              </a:xfrm>
              <a:custGeom>
                <a:rect b="b" l="l" r="r" t="t"/>
                <a:pathLst>
                  <a:path extrusionOk="0" h="525" w="909">
                    <a:moveTo>
                      <a:pt x="488" y="0"/>
                    </a:moveTo>
                    <a:cubicBezTo>
                      <a:pt x="95" y="0"/>
                      <a:pt x="0" y="488"/>
                      <a:pt x="0" y="488"/>
                    </a:cubicBezTo>
                    <a:cubicBezTo>
                      <a:pt x="88" y="514"/>
                      <a:pt x="176" y="525"/>
                      <a:pt x="260" y="525"/>
                    </a:cubicBezTo>
                    <a:cubicBezTo>
                      <a:pt x="617" y="525"/>
                      <a:pt x="908" y="333"/>
                      <a:pt x="908" y="333"/>
                    </a:cubicBezTo>
                    <a:cubicBezTo>
                      <a:pt x="908" y="333"/>
                      <a:pt x="898" y="14"/>
                      <a:pt x="498" y="0"/>
                    </a:cubicBezTo>
                    <a:cubicBezTo>
                      <a:pt x="494" y="0"/>
                      <a:pt x="491" y="0"/>
                      <a:pt x="48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2" name="Google Shape;4742;p107"/>
              <p:cNvSpPr/>
              <p:nvPr/>
            </p:nvSpPr>
            <p:spPr>
              <a:xfrm>
                <a:off x="2385120" y="3069207"/>
                <a:ext cx="26343" cy="23127"/>
              </a:xfrm>
              <a:custGeom>
                <a:rect b="b" l="l" r="r" t="t"/>
                <a:pathLst>
                  <a:path extrusionOk="0" h="561" w="639">
                    <a:moveTo>
                      <a:pt x="226" y="1"/>
                    </a:moveTo>
                    <a:cubicBezTo>
                      <a:pt x="8" y="1"/>
                      <a:pt x="1" y="295"/>
                      <a:pt x="1" y="295"/>
                    </a:cubicBezTo>
                    <a:cubicBezTo>
                      <a:pt x="83" y="514"/>
                      <a:pt x="539" y="560"/>
                      <a:pt x="539" y="560"/>
                    </a:cubicBezTo>
                    <a:cubicBezTo>
                      <a:pt x="539" y="560"/>
                      <a:pt x="638" y="118"/>
                      <a:pt x="325" y="18"/>
                    </a:cubicBezTo>
                    <a:cubicBezTo>
                      <a:pt x="288" y="6"/>
                      <a:pt x="255" y="1"/>
                      <a:pt x="22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3" name="Google Shape;4743;p107"/>
              <p:cNvSpPr/>
              <p:nvPr/>
            </p:nvSpPr>
            <p:spPr>
              <a:xfrm>
                <a:off x="2445432" y="3070444"/>
                <a:ext cx="38339" cy="21890"/>
              </a:xfrm>
              <a:custGeom>
                <a:rect b="b" l="l" r="r" t="t"/>
                <a:pathLst>
                  <a:path extrusionOk="0" h="531" w="930">
                    <a:moveTo>
                      <a:pt x="500" y="0"/>
                    </a:moveTo>
                    <a:cubicBezTo>
                      <a:pt x="469" y="0"/>
                      <a:pt x="436" y="4"/>
                      <a:pt x="402" y="11"/>
                    </a:cubicBezTo>
                    <a:cubicBezTo>
                      <a:pt x="65" y="84"/>
                      <a:pt x="0" y="530"/>
                      <a:pt x="0" y="530"/>
                    </a:cubicBezTo>
                    <a:cubicBezTo>
                      <a:pt x="0" y="530"/>
                      <a:pt x="144" y="69"/>
                      <a:pt x="474" y="69"/>
                    </a:cubicBezTo>
                    <a:cubicBezTo>
                      <a:pt x="478" y="69"/>
                      <a:pt x="481" y="70"/>
                      <a:pt x="484" y="70"/>
                    </a:cubicBezTo>
                    <a:cubicBezTo>
                      <a:pt x="816" y="79"/>
                      <a:pt x="908" y="375"/>
                      <a:pt x="908" y="375"/>
                    </a:cubicBezTo>
                    <a:lnTo>
                      <a:pt x="926" y="380"/>
                    </a:lnTo>
                    <a:cubicBezTo>
                      <a:pt x="930" y="249"/>
                      <a:pt x="776" y="0"/>
                      <a:pt x="500"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4" name="Google Shape;4744;p107"/>
              <p:cNvSpPr/>
              <p:nvPr/>
            </p:nvSpPr>
            <p:spPr>
              <a:xfrm>
                <a:off x="2385120" y="3067764"/>
                <a:ext cx="24859" cy="24570"/>
              </a:xfrm>
              <a:custGeom>
                <a:rect b="b" l="l" r="r" t="t"/>
                <a:pathLst>
                  <a:path extrusionOk="0" h="596" w="603">
                    <a:moveTo>
                      <a:pt x="238" y="0"/>
                    </a:moveTo>
                    <a:cubicBezTo>
                      <a:pt x="5" y="0"/>
                      <a:pt x="1" y="330"/>
                      <a:pt x="1" y="330"/>
                    </a:cubicBezTo>
                    <a:cubicBezTo>
                      <a:pt x="1" y="330"/>
                      <a:pt x="65" y="44"/>
                      <a:pt x="230" y="44"/>
                    </a:cubicBezTo>
                    <a:cubicBezTo>
                      <a:pt x="266" y="44"/>
                      <a:pt x="306" y="57"/>
                      <a:pt x="352" y="90"/>
                    </a:cubicBezTo>
                    <a:cubicBezTo>
                      <a:pt x="602" y="276"/>
                      <a:pt x="539" y="595"/>
                      <a:pt x="539" y="595"/>
                    </a:cubicBezTo>
                    <a:cubicBezTo>
                      <a:pt x="598" y="427"/>
                      <a:pt x="598" y="76"/>
                      <a:pt x="302" y="8"/>
                    </a:cubicBezTo>
                    <a:cubicBezTo>
                      <a:pt x="279" y="3"/>
                      <a:pt x="258" y="0"/>
                      <a:pt x="238"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5" name="Google Shape;4745;p107"/>
              <p:cNvSpPr/>
              <p:nvPr/>
            </p:nvSpPr>
            <p:spPr>
              <a:xfrm>
                <a:off x="2456316" y="3072752"/>
                <a:ext cx="11914" cy="16943"/>
              </a:xfrm>
              <a:custGeom>
                <a:rect b="b" l="l" r="r" t="t"/>
                <a:pathLst>
                  <a:path extrusionOk="0" h="411" w="289">
                    <a:moveTo>
                      <a:pt x="155" y="0"/>
                    </a:moveTo>
                    <a:cubicBezTo>
                      <a:pt x="84" y="0"/>
                      <a:pt x="19" y="85"/>
                      <a:pt x="10" y="196"/>
                    </a:cubicBezTo>
                    <a:cubicBezTo>
                      <a:pt x="1" y="306"/>
                      <a:pt x="56" y="401"/>
                      <a:pt x="129" y="411"/>
                    </a:cubicBezTo>
                    <a:cubicBezTo>
                      <a:pt x="131" y="411"/>
                      <a:pt x="132" y="411"/>
                      <a:pt x="134" y="411"/>
                    </a:cubicBezTo>
                    <a:cubicBezTo>
                      <a:pt x="204" y="411"/>
                      <a:pt x="270" y="326"/>
                      <a:pt x="279" y="215"/>
                    </a:cubicBezTo>
                    <a:cubicBezTo>
                      <a:pt x="289" y="105"/>
                      <a:pt x="234" y="9"/>
                      <a:pt x="161" y="0"/>
                    </a:cubicBezTo>
                    <a:cubicBezTo>
                      <a:pt x="159" y="0"/>
                      <a:pt x="157" y="0"/>
                      <a:pt x="155"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6" name="Google Shape;4746;p107"/>
              <p:cNvSpPr/>
              <p:nvPr/>
            </p:nvSpPr>
            <p:spPr>
              <a:xfrm>
                <a:off x="2393035" y="3071186"/>
                <a:ext cx="11832" cy="16820"/>
              </a:xfrm>
              <a:custGeom>
                <a:rect b="b" l="l" r="r" t="t"/>
                <a:pathLst>
                  <a:path extrusionOk="0" h="408" w="287">
                    <a:moveTo>
                      <a:pt x="150" y="1"/>
                    </a:moveTo>
                    <a:cubicBezTo>
                      <a:pt x="80" y="1"/>
                      <a:pt x="18" y="84"/>
                      <a:pt x="9" y="193"/>
                    </a:cubicBezTo>
                    <a:cubicBezTo>
                      <a:pt x="0" y="308"/>
                      <a:pt x="55" y="403"/>
                      <a:pt x="128" y="407"/>
                    </a:cubicBezTo>
                    <a:cubicBezTo>
                      <a:pt x="130" y="407"/>
                      <a:pt x="132" y="407"/>
                      <a:pt x="133" y="407"/>
                    </a:cubicBezTo>
                    <a:cubicBezTo>
                      <a:pt x="204" y="407"/>
                      <a:pt x="270" y="322"/>
                      <a:pt x="278" y="216"/>
                    </a:cubicBezTo>
                    <a:cubicBezTo>
                      <a:pt x="287" y="102"/>
                      <a:pt x="232" y="7"/>
                      <a:pt x="160" y="1"/>
                    </a:cubicBezTo>
                    <a:cubicBezTo>
                      <a:pt x="156" y="1"/>
                      <a:pt x="153" y="1"/>
                      <a:pt x="150"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7" name="Google Shape;4747;p107"/>
              <p:cNvSpPr/>
              <p:nvPr/>
            </p:nvSpPr>
            <p:spPr>
              <a:xfrm>
                <a:off x="2406557" y="3082894"/>
                <a:ext cx="23333" cy="43121"/>
              </a:xfrm>
              <a:custGeom>
                <a:rect b="b" l="l" r="r" t="t"/>
                <a:pathLst>
                  <a:path extrusionOk="0" h="1046" w="566">
                    <a:moveTo>
                      <a:pt x="465" y="1"/>
                    </a:moveTo>
                    <a:lnTo>
                      <a:pt x="465" y="1"/>
                    </a:lnTo>
                    <a:cubicBezTo>
                      <a:pt x="438" y="18"/>
                      <a:pt x="461" y="493"/>
                      <a:pt x="429" y="561"/>
                    </a:cubicBezTo>
                    <a:cubicBezTo>
                      <a:pt x="392" y="630"/>
                      <a:pt x="5" y="670"/>
                      <a:pt x="0" y="684"/>
                    </a:cubicBezTo>
                    <a:cubicBezTo>
                      <a:pt x="0" y="693"/>
                      <a:pt x="396" y="1035"/>
                      <a:pt x="442" y="1044"/>
                    </a:cubicBezTo>
                    <a:cubicBezTo>
                      <a:pt x="447" y="1045"/>
                      <a:pt x="451" y="1045"/>
                      <a:pt x="454" y="1045"/>
                    </a:cubicBezTo>
                    <a:cubicBezTo>
                      <a:pt x="486" y="1045"/>
                      <a:pt x="474" y="1012"/>
                      <a:pt x="474" y="1012"/>
                    </a:cubicBezTo>
                    <a:lnTo>
                      <a:pt x="78" y="693"/>
                    </a:lnTo>
                    <a:cubicBezTo>
                      <a:pt x="78" y="693"/>
                      <a:pt x="329" y="689"/>
                      <a:pt x="447" y="625"/>
                    </a:cubicBezTo>
                    <a:cubicBezTo>
                      <a:pt x="566" y="565"/>
                      <a:pt x="465" y="1"/>
                      <a:pt x="465" y="1"/>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8" name="Google Shape;4748;p107"/>
              <p:cNvSpPr/>
              <p:nvPr/>
            </p:nvSpPr>
            <p:spPr>
              <a:xfrm>
                <a:off x="2405980" y="3137517"/>
                <a:ext cx="38009" cy="10801"/>
              </a:xfrm>
              <a:custGeom>
                <a:rect b="b" l="l" r="r" t="t"/>
                <a:pathLst>
                  <a:path extrusionOk="0" h="262" w="922">
                    <a:moveTo>
                      <a:pt x="497" y="1"/>
                    </a:moveTo>
                    <a:cubicBezTo>
                      <a:pt x="363" y="1"/>
                      <a:pt x="198" y="17"/>
                      <a:pt x="0" y="66"/>
                    </a:cubicBezTo>
                    <a:cubicBezTo>
                      <a:pt x="0" y="66"/>
                      <a:pt x="120" y="261"/>
                      <a:pt x="404" y="261"/>
                    </a:cubicBezTo>
                    <a:cubicBezTo>
                      <a:pt x="439" y="261"/>
                      <a:pt x="476" y="258"/>
                      <a:pt x="515" y="252"/>
                    </a:cubicBezTo>
                    <a:cubicBezTo>
                      <a:pt x="875" y="193"/>
                      <a:pt x="921" y="75"/>
                      <a:pt x="921" y="75"/>
                    </a:cubicBezTo>
                    <a:cubicBezTo>
                      <a:pt x="921" y="75"/>
                      <a:pt x="780" y="1"/>
                      <a:pt x="497"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9" name="Google Shape;4749;p107"/>
              <p:cNvSpPr/>
              <p:nvPr/>
            </p:nvSpPr>
            <p:spPr>
              <a:xfrm>
                <a:off x="2409360" y="3142629"/>
                <a:ext cx="34959" cy="12079"/>
              </a:xfrm>
              <a:custGeom>
                <a:rect b="b" l="l" r="r" t="t"/>
                <a:pathLst>
                  <a:path extrusionOk="0" h="293" w="848">
                    <a:moveTo>
                      <a:pt x="848" y="1"/>
                    </a:moveTo>
                    <a:cubicBezTo>
                      <a:pt x="848" y="1"/>
                      <a:pt x="671" y="146"/>
                      <a:pt x="438" y="161"/>
                    </a:cubicBezTo>
                    <a:cubicBezTo>
                      <a:pt x="431" y="161"/>
                      <a:pt x="424" y="161"/>
                      <a:pt x="417" y="161"/>
                    </a:cubicBezTo>
                    <a:cubicBezTo>
                      <a:pt x="197" y="161"/>
                      <a:pt x="0" y="33"/>
                      <a:pt x="0" y="33"/>
                    </a:cubicBezTo>
                    <a:lnTo>
                      <a:pt x="0" y="33"/>
                    </a:lnTo>
                    <a:cubicBezTo>
                      <a:pt x="0" y="33"/>
                      <a:pt x="28" y="279"/>
                      <a:pt x="383" y="292"/>
                    </a:cubicBezTo>
                    <a:cubicBezTo>
                      <a:pt x="391" y="292"/>
                      <a:pt x="399" y="292"/>
                      <a:pt x="407" y="292"/>
                    </a:cubicBezTo>
                    <a:cubicBezTo>
                      <a:pt x="749" y="292"/>
                      <a:pt x="848" y="1"/>
                      <a:pt x="848"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0" name="Google Shape;4750;p107"/>
              <p:cNvSpPr/>
              <p:nvPr/>
            </p:nvSpPr>
            <p:spPr>
              <a:xfrm>
                <a:off x="2398477" y="3130797"/>
                <a:ext cx="55283" cy="18592"/>
              </a:xfrm>
              <a:custGeom>
                <a:rect b="b" l="l" r="r" t="t"/>
                <a:pathLst>
                  <a:path extrusionOk="0" h="451" w="1341">
                    <a:moveTo>
                      <a:pt x="1341" y="0"/>
                    </a:moveTo>
                    <a:cubicBezTo>
                      <a:pt x="1340" y="0"/>
                      <a:pt x="1094" y="374"/>
                      <a:pt x="693" y="397"/>
                    </a:cubicBezTo>
                    <a:cubicBezTo>
                      <a:pt x="681" y="398"/>
                      <a:pt x="668" y="398"/>
                      <a:pt x="656" y="398"/>
                    </a:cubicBezTo>
                    <a:cubicBezTo>
                      <a:pt x="274" y="398"/>
                      <a:pt x="1" y="60"/>
                      <a:pt x="1" y="59"/>
                    </a:cubicBezTo>
                    <a:lnTo>
                      <a:pt x="1" y="59"/>
                    </a:lnTo>
                    <a:cubicBezTo>
                      <a:pt x="1" y="60"/>
                      <a:pt x="235" y="451"/>
                      <a:pt x="638" y="451"/>
                    </a:cubicBezTo>
                    <a:cubicBezTo>
                      <a:pt x="659" y="451"/>
                      <a:pt x="680" y="450"/>
                      <a:pt x="702" y="448"/>
                    </a:cubicBezTo>
                    <a:cubicBezTo>
                      <a:pt x="1149" y="397"/>
                      <a:pt x="1331" y="51"/>
                      <a:pt x="1341"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1" name="Google Shape;4751;p107"/>
              <p:cNvSpPr/>
              <p:nvPr/>
            </p:nvSpPr>
            <p:spPr>
              <a:xfrm>
                <a:off x="2461963" y="3098436"/>
                <a:ext cx="19788" cy="18757"/>
              </a:xfrm>
              <a:custGeom>
                <a:rect b="b" l="l" r="r" t="t"/>
                <a:pathLst>
                  <a:path extrusionOk="0" h="455" w="480">
                    <a:moveTo>
                      <a:pt x="240" y="1"/>
                    </a:moveTo>
                    <a:cubicBezTo>
                      <a:pt x="232" y="1"/>
                      <a:pt x="224" y="1"/>
                      <a:pt x="215" y="2"/>
                    </a:cubicBezTo>
                    <a:cubicBezTo>
                      <a:pt x="91" y="20"/>
                      <a:pt x="1" y="129"/>
                      <a:pt x="19" y="253"/>
                    </a:cubicBezTo>
                    <a:cubicBezTo>
                      <a:pt x="32" y="367"/>
                      <a:pt x="127" y="454"/>
                      <a:pt x="240" y="454"/>
                    </a:cubicBezTo>
                    <a:cubicBezTo>
                      <a:pt x="248" y="454"/>
                      <a:pt x="257" y="454"/>
                      <a:pt x="265" y="453"/>
                    </a:cubicBezTo>
                    <a:cubicBezTo>
                      <a:pt x="388" y="434"/>
                      <a:pt x="480" y="325"/>
                      <a:pt x="466" y="202"/>
                    </a:cubicBezTo>
                    <a:cubicBezTo>
                      <a:pt x="448" y="87"/>
                      <a:pt x="352" y="1"/>
                      <a:pt x="240"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2" name="Google Shape;4752;p107"/>
              <p:cNvSpPr/>
              <p:nvPr/>
            </p:nvSpPr>
            <p:spPr>
              <a:xfrm>
                <a:off x="2382894" y="3097652"/>
                <a:ext cx="19747" cy="18592"/>
              </a:xfrm>
              <a:custGeom>
                <a:rect b="b" l="l" r="r" t="t"/>
                <a:pathLst>
                  <a:path extrusionOk="0" h="451" w="479">
                    <a:moveTo>
                      <a:pt x="241" y="1"/>
                    </a:moveTo>
                    <a:cubicBezTo>
                      <a:pt x="232" y="1"/>
                      <a:pt x="223" y="1"/>
                      <a:pt x="214" y="2"/>
                    </a:cubicBezTo>
                    <a:cubicBezTo>
                      <a:pt x="91" y="16"/>
                      <a:pt x="0" y="125"/>
                      <a:pt x="19" y="253"/>
                    </a:cubicBezTo>
                    <a:cubicBezTo>
                      <a:pt x="31" y="368"/>
                      <a:pt x="126" y="450"/>
                      <a:pt x="238" y="450"/>
                    </a:cubicBezTo>
                    <a:cubicBezTo>
                      <a:pt x="247" y="450"/>
                      <a:pt x="256" y="450"/>
                      <a:pt x="265" y="449"/>
                    </a:cubicBezTo>
                    <a:cubicBezTo>
                      <a:pt x="387" y="436"/>
                      <a:pt x="478" y="322"/>
                      <a:pt x="465" y="198"/>
                    </a:cubicBezTo>
                    <a:cubicBezTo>
                      <a:pt x="452" y="85"/>
                      <a:pt x="353" y="1"/>
                      <a:pt x="241"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3" name="Google Shape;4753;p107"/>
              <p:cNvSpPr/>
              <p:nvPr/>
            </p:nvSpPr>
            <p:spPr>
              <a:xfrm>
                <a:off x="2524749" y="3104042"/>
                <a:ext cx="15830" cy="34134"/>
              </a:xfrm>
              <a:custGeom>
                <a:rect b="b" l="l" r="r" t="t"/>
                <a:pathLst>
                  <a:path extrusionOk="0" h="828" w="384">
                    <a:moveTo>
                      <a:pt x="197" y="0"/>
                    </a:moveTo>
                    <a:cubicBezTo>
                      <a:pt x="183" y="0"/>
                      <a:pt x="169" y="2"/>
                      <a:pt x="155" y="7"/>
                    </a:cubicBezTo>
                    <a:cubicBezTo>
                      <a:pt x="82" y="35"/>
                      <a:pt x="41" y="125"/>
                      <a:pt x="32" y="285"/>
                    </a:cubicBezTo>
                    <a:cubicBezTo>
                      <a:pt x="0" y="759"/>
                      <a:pt x="205" y="828"/>
                      <a:pt x="215" y="828"/>
                    </a:cubicBezTo>
                    <a:lnTo>
                      <a:pt x="232" y="763"/>
                    </a:lnTo>
                    <a:cubicBezTo>
                      <a:pt x="232" y="763"/>
                      <a:pt x="73" y="704"/>
                      <a:pt x="100" y="289"/>
                    </a:cubicBezTo>
                    <a:cubicBezTo>
                      <a:pt x="110" y="121"/>
                      <a:pt x="155" y="79"/>
                      <a:pt x="178" y="71"/>
                    </a:cubicBezTo>
                    <a:cubicBezTo>
                      <a:pt x="183" y="69"/>
                      <a:pt x="189" y="68"/>
                      <a:pt x="195" y="68"/>
                    </a:cubicBezTo>
                    <a:cubicBezTo>
                      <a:pt x="245" y="68"/>
                      <a:pt x="312" y="128"/>
                      <a:pt x="333" y="153"/>
                    </a:cubicBezTo>
                    <a:lnTo>
                      <a:pt x="383" y="102"/>
                    </a:lnTo>
                    <a:cubicBezTo>
                      <a:pt x="371" y="91"/>
                      <a:pt x="287" y="0"/>
                      <a:pt x="197" y="0"/>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4" name="Google Shape;4754;p107"/>
              <p:cNvSpPr/>
              <p:nvPr/>
            </p:nvSpPr>
            <p:spPr>
              <a:xfrm>
                <a:off x="2382894" y="3052099"/>
                <a:ext cx="30094" cy="16737"/>
              </a:xfrm>
              <a:custGeom>
                <a:rect b="b" l="l" r="r" t="t"/>
                <a:pathLst>
                  <a:path extrusionOk="0" h="406" w="730">
                    <a:moveTo>
                      <a:pt x="296" y="0"/>
                    </a:moveTo>
                    <a:cubicBezTo>
                      <a:pt x="75" y="0"/>
                      <a:pt x="0" y="218"/>
                      <a:pt x="0" y="218"/>
                    </a:cubicBezTo>
                    <a:cubicBezTo>
                      <a:pt x="105" y="112"/>
                      <a:pt x="204" y="72"/>
                      <a:pt x="294" y="72"/>
                    </a:cubicBezTo>
                    <a:cubicBezTo>
                      <a:pt x="553" y="72"/>
                      <a:pt x="730" y="405"/>
                      <a:pt x="730" y="405"/>
                    </a:cubicBezTo>
                    <a:cubicBezTo>
                      <a:pt x="730" y="405"/>
                      <a:pt x="724" y="114"/>
                      <a:pt x="410" y="18"/>
                    </a:cubicBezTo>
                    <a:cubicBezTo>
                      <a:pt x="369" y="6"/>
                      <a:pt x="331" y="0"/>
                      <a:pt x="296"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5" name="Google Shape;4755;p107"/>
              <p:cNvSpPr/>
              <p:nvPr/>
            </p:nvSpPr>
            <p:spPr>
              <a:xfrm>
                <a:off x="2443948" y="3056716"/>
                <a:ext cx="46625" cy="12532"/>
              </a:xfrm>
              <a:custGeom>
                <a:rect b="b" l="l" r="r" t="t"/>
                <a:pathLst>
                  <a:path extrusionOk="0" h="304" w="1131">
                    <a:moveTo>
                      <a:pt x="567" y="1"/>
                    </a:moveTo>
                    <a:cubicBezTo>
                      <a:pt x="196" y="1"/>
                      <a:pt x="0" y="303"/>
                      <a:pt x="0" y="303"/>
                    </a:cubicBezTo>
                    <a:cubicBezTo>
                      <a:pt x="231" y="147"/>
                      <a:pt x="440" y="97"/>
                      <a:pt x="614" y="97"/>
                    </a:cubicBezTo>
                    <a:cubicBezTo>
                      <a:pt x="930" y="97"/>
                      <a:pt x="1130" y="262"/>
                      <a:pt x="1130" y="262"/>
                    </a:cubicBezTo>
                    <a:cubicBezTo>
                      <a:pt x="1130" y="262"/>
                      <a:pt x="1085" y="66"/>
                      <a:pt x="656" y="7"/>
                    </a:cubicBezTo>
                    <a:cubicBezTo>
                      <a:pt x="625" y="3"/>
                      <a:pt x="596" y="1"/>
                      <a:pt x="567"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6" name="Google Shape;4756;p107"/>
              <p:cNvSpPr/>
              <p:nvPr/>
            </p:nvSpPr>
            <p:spPr>
              <a:xfrm>
                <a:off x="2403341" y="2986015"/>
                <a:ext cx="191325" cy="231437"/>
              </a:xfrm>
              <a:custGeom>
                <a:rect b="b" l="l" r="r" t="t"/>
                <a:pathLst>
                  <a:path extrusionOk="0" h="5614" w="4641">
                    <a:moveTo>
                      <a:pt x="2049" y="0"/>
                    </a:moveTo>
                    <a:cubicBezTo>
                      <a:pt x="1055" y="0"/>
                      <a:pt x="42" y="277"/>
                      <a:pt x="1" y="577"/>
                    </a:cubicBezTo>
                    <a:cubicBezTo>
                      <a:pt x="1" y="577"/>
                      <a:pt x="302" y="2405"/>
                      <a:pt x="2872" y="2702"/>
                    </a:cubicBezTo>
                    <a:lnTo>
                      <a:pt x="2672" y="5540"/>
                    </a:lnTo>
                    <a:lnTo>
                      <a:pt x="2977" y="5518"/>
                    </a:lnTo>
                    <a:lnTo>
                      <a:pt x="2973" y="2797"/>
                    </a:lnTo>
                    <a:cubicBezTo>
                      <a:pt x="2973" y="2797"/>
                      <a:pt x="3026" y="2638"/>
                      <a:pt x="3201" y="2638"/>
                    </a:cubicBezTo>
                    <a:cubicBezTo>
                      <a:pt x="3242" y="2638"/>
                      <a:pt x="3290" y="2647"/>
                      <a:pt x="3346" y="2669"/>
                    </a:cubicBezTo>
                    <a:cubicBezTo>
                      <a:pt x="3638" y="2784"/>
                      <a:pt x="3602" y="3571"/>
                      <a:pt x="3383" y="3750"/>
                    </a:cubicBezTo>
                    <a:cubicBezTo>
                      <a:pt x="3306" y="3813"/>
                      <a:pt x="3240" y="3834"/>
                      <a:pt x="3188" y="3834"/>
                    </a:cubicBezTo>
                    <a:cubicBezTo>
                      <a:pt x="3093" y="3834"/>
                      <a:pt x="3041" y="3768"/>
                      <a:pt x="3040" y="3768"/>
                    </a:cubicBezTo>
                    <a:lnTo>
                      <a:pt x="3040" y="3768"/>
                    </a:lnTo>
                    <a:lnTo>
                      <a:pt x="3200" y="5614"/>
                    </a:lnTo>
                    <a:lnTo>
                      <a:pt x="4641" y="5272"/>
                    </a:lnTo>
                    <a:cubicBezTo>
                      <a:pt x="4641" y="5272"/>
                      <a:pt x="4595" y="1307"/>
                      <a:pt x="3743" y="468"/>
                    </a:cubicBezTo>
                    <a:cubicBezTo>
                      <a:pt x="3399" y="129"/>
                      <a:pt x="2728" y="0"/>
                      <a:pt x="2049" y="0"/>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7" name="Google Shape;4757;p107"/>
              <p:cNvSpPr/>
              <p:nvPr/>
            </p:nvSpPr>
            <p:spPr>
              <a:xfrm>
                <a:off x="2419708" y="2996280"/>
                <a:ext cx="158799" cy="52438"/>
              </a:xfrm>
              <a:custGeom>
                <a:rect b="b" l="l" r="r" t="t"/>
                <a:pathLst>
                  <a:path extrusionOk="0" h="1272" w="3852">
                    <a:moveTo>
                      <a:pt x="23" y="0"/>
                    </a:moveTo>
                    <a:lnTo>
                      <a:pt x="1" y="28"/>
                    </a:lnTo>
                    <a:cubicBezTo>
                      <a:pt x="962" y="926"/>
                      <a:pt x="3819" y="1267"/>
                      <a:pt x="3847" y="1271"/>
                    </a:cubicBezTo>
                    <a:lnTo>
                      <a:pt x="3851" y="1235"/>
                    </a:lnTo>
                    <a:cubicBezTo>
                      <a:pt x="3824" y="1231"/>
                      <a:pt x="980" y="894"/>
                      <a:pt x="23"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8" name="Google Shape;4758;p107"/>
              <p:cNvSpPr/>
              <p:nvPr/>
            </p:nvSpPr>
            <p:spPr>
              <a:xfrm>
                <a:off x="2408989" y="3001722"/>
                <a:ext cx="175371" cy="79317"/>
              </a:xfrm>
              <a:custGeom>
                <a:rect b="b" l="l" r="r" t="t"/>
                <a:pathLst>
                  <a:path extrusionOk="0" h="1924" w="4254">
                    <a:moveTo>
                      <a:pt x="32" y="1"/>
                    </a:moveTo>
                    <a:lnTo>
                      <a:pt x="0" y="18"/>
                    </a:lnTo>
                    <a:cubicBezTo>
                      <a:pt x="5" y="24"/>
                      <a:pt x="306" y="561"/>
                      <a:pt x="981" y="1057"/>
                    </a:cubicBezTo>
                    <a:cubicBezTo>
                      <a:pt x="1532" y="1468"/>
                      <a:pt x="2443" y="1924"/>
                      <a:pt x="3756" y="1924"/>
                    </a:cubicBezTo>
                    <a:cubicBezTo>
                      <a:pt x="3915" y="1924"/>
                      <a:pt x="4079" y="1919"/>
                      <a:pt x="4253" y="1905"/>
                    </a:cubicBezTo>
                    <a:lnTo>
                      <a:pt x="4248" y="1869"/>
                    </a:lnTo>
                    <a:cubicBezTo>
                      <a:pt x="4078" y="1883"/>
                      <a:pt x="3913" y="1890"/>
                      <a:pt x="3755" y="1890"/>
                    </a:cubicBezTo>
                    <a:cubicBezTo>
                      <a:pt x="2455" y="1890"/>
                      <a:pt x="1551" y="1437"/>
                      <a:pt x="1003" y="1030"/>
                    </a:cubicBezTo>
                    <a:cubicBezTo>
                      <a:pt x="333" y="538"/>
                      <a:pt x="32" y="5"/>
                      <a:pt x="32"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9" name="Google Shape;4759;p107"/>
              <p:cNvSpPr/>
              <p:nvPr/>
            </p:nvSpPr>
            <p:spPr>
              <a:xfrm>
                <a:off x="2547629" y="3104496"/>
                <a:ext cx="28445" cy="103598"/>
              </a:xfrm>
              <a:custGeom>
                <a:rect b="b" l="l" r="r" t="t"/>
                <a:pathLst>
                  <a:path extrusionOk="0" h="2513" w="690">
                    <a:moveTo>
                      <a:pt x="28" y="1"/>
                    </a:moveTo>
                    <a:lnTo>
                      <a:pt x="1" y="28"/>
                    </a:lnTo>
                    <a:cubicBezTo>
                      <a:pt x="5" y="28"/>
                      <a:pt x="402" y="406"/>
                      <a:pt x="516" y="1381"/>
                    </a:cubicBezTo>
                    <a:cubicBezTo>
                      <a:pt x="634" y="2361"/>
                      <a:pt x="657" y="2508"/>
                      <a:pt x="657" y="2512"/>
                    </a:cubicBezTo>
                    <a:lnTo>
                      <a:pt x="689" y="2502"/>
                    </a:lnTo>
                    <a:cubicBezTo>
                      <a:pt x="689" y="2502"/>
                      <a:pt x="666" y="2357"/>
                      <a:pt x="552" y="1377"/>
                    </a:cubicBezTo>
                    <a:cubicBezTo>
                      <a:pt x="434" y="388"/>
                      <a:pt x="43" y="14"/>
                      <a:pt x="28"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0" name="Google Shape;4760;p107"/>
              <p:cNvSpPr/>
              <p:nvPr/>
            </p:nvSpPr>
            <p:spPr>
              <a:xfrm>
                <a:off x="2539920" y="3142052"/>
                <a:ext cx="11502" cy="71855"/>
              </a:xfrm>
              <a:custGeom>
                <a:rect b="b" l="l" r="r" t="t"/>
                <a:pathLst>
                  <a:path extrusionOk="0" h="1743" w="279">
                    <a:moveTo>
                      <a:pt x="33" y="1"/>
                    </a:moveTo>
                    <a:lnTo>
                      <a:pt x="1" y="5"/>
                    </a:lnTo>
                    <a:lnTo>
                      <a:pt x="247" y="1742"/>
                    </a:lnTo>
                    <a:lnTo>
                      <a:pt x="279" y="1738"/>
                    </a:lnTo>
                    <a:lnTo>
                      <a:pt x="33" y="1"/>
                    </a:ln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1" name="Google Shape;4761;p107"/>
              <p:cNvSpPr/>
              <p:nvPr/>
            </p:nvSpPr>
            <p:spPr>
              <a:xfrm>
                <a:off x="1982846" y="4150291"/>
                <a:ext cx="222120" cy="363769"/>
              </a:xfrm>
              <a:custGeom>
                <a:rect b="b" l="l" r="r" t="t"/>
                <a:pathLst>
                  <a:path extrusionOk="0" h="8824" w="5388">
                    <a:moveTo>
                      <a:pt x="1204" y="1"/>
                    </a:moveTo>
                    <a:lnTo>
                      <a:pt x="1" y="8824"/>
                    </a:lnTo>
                    <a:lnTo>
                      <a:pt x="64" y="8824"/>
                    </a:lnTo>
                    <a:cubicBezTo>
                      <a:pt x="1191" y="8783"/>
                      <a:pt x="1842" y="5820"/>
                      <a:pt x="2270" y="4015"/>
                    </a:cubicBezTo>
                    <a:cubicBezTo>
                      <a:pt x="2527" y="2919"/>
                      <a:pt x="3507" y="2703"/>
                      <a:pt x="4239" y="2703"/>
                    </a:cubicBezTo>
                    <a:cubicBezTo>
                      <a:pt x="4715" y="2703"/>
                      <a:pt x="5087" y="2795"/>
                      <a:pt x="5087" y="2795"/>
                    </a:cubicBezTo>
                    <a:lnTo>
                      <a:pt x="5388" y="575"/>
                    </a:lnTo>
                    <a:lnTo>
                      <a:pt x="1204"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2" name="Google Shape;4762;p107"/>
              <p:cNvSpPr/>
              <p:nvPr/>
            </p:nvSpPr>
            <p:spPr>
              <a:xfrm>
                <a:off x="2059319" y="4215880"/>
                <a:ext cx="139670" cy="113905"/>
              </a:xfrm>
              <a:custGeom>
                <a:rect b="b" l="l" r="r" t="t"/>
                <a:pathLst>
                  <a:path extrusionOk="0" h="2763" w="3388">
                    <a:moveTo>
                      <a:pt x="2266" y="1"/>
                    </a:moveTo>
                    <a:cubicBezTo>
                      <a:pt x="1545" y="1"/>
                      <a:pt x="698" y="112"/>
                      <a:pt x="447" y="598"/>
                    </a:cubicBezTo>
                    <a:cubicBezTo>
                      <a:pt x="1" y="1463"/>
                      <a:pt x="306" y="2748"/>
                      <a:pt x="306" y="2762"/>
                    </a:cubicBezTo>
                    <a:lnTo>
                      <a:pt x="365" y="2748"/>
                    </a:lnTo>
                    <a:cubicBezTo>
                      <a:pt x="361" y="2735"/>
                      <a:pt x="60" y="1473"/>
                      <a:pt x="497" y="625"/>
                    </a:cubicBezTo>
                    <a:cubicBezTo>
                      <a:pt x="734" y="167"/>
                      <a:pt x="1561" y="63"/>
                      <a:pt x="2269" y="63"/>
                    </a:cubicBezTo>
                    <a:cubicBezTo>
                      <a:pt x="2859" y="63"/>
                      <a:pt x="3365" y="135"/>
                      <a:pt x="3377" y="137"/>
                    </a:cubicBezTo>
                    <a:lnTo>
                      <a:pt x="3387" y="78"/>
                    </a:lnTo>
                    <a:cubicBezTo>
                      <a:pt x="3341" y="72"/>
                      <a:pt x="2844" y="1"/>
                      <a:pt x="226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3" name="Google Shape;4763;p107"/>
              <p:cNvSpPr/>
              <p:nvPr/>
            </p:nvSpPr>
            <p:spPr>
              <a:xfrm>
                <a:off x="2146304" y="4217736"/>
                <a:ext cx="40277" cy="45347"/>
              </a:xfrm>
              <a:custGeom>
                <a:rect b="b" l="l" r="r" t="t"/>
                <a:pathLst>
                  <a:path extrusionOk="0" h="1100" w="977">
                    <a:moveTo>
                      <a:pt x="931" y="0"/>
                    </a:moveTo>
                    <a:lnTo>
                      <a:pt x="1" y="1058"/>
                    </a:lnTo>
                    <a:lnTo>
                      <a:pt x="47" y="1100"/>
                    </a:lnTo>
                    <a:lnTo>
                      <a:pt x="976" y="37"/>
                    </a:lnTo>
                    <a:lnTo>
                      <a:pt x="93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4" name="Google Shape;4764;p107"/>
              <p:cNvSpPr/>
              <p:nvPr/>
            </p:nvSpPr>
            <p:spPr>
              <a:xfrm>
                <a:off x="2173388" y="3236952"/>
                <a:ext cx="325265" cy="568452"/>
              </a:xfrm>
              <a:custGeom>
                <a:rect b="b" l="l" r="r" t="t"/>
                <a:pathLst>
                  <a:path extrusionOk="0" h="13789" w="7890">
                    <a:moveTo>
                      <a:pt x="46" y="0"/>
                    </a:moveTo>
                    <a:cubicBezTo>
                      <a:pt x="23" y="0"/>
                      <a:pt x="0" y="19"/>
                      <a:pt x="0" y="46"/>
                    </a:cubicBezTo>
                    <a:lnTo>
                      <a:pt x="0" y="13742"/>
                    </a:lnTo>
                    <a:cubicBezTo>
                      <a:pt x="0" y="13765"/>
                      <a:pt x="23" y="13788"/>
                      <a:pt x="46" y="13788"/>
                    </a:cubicBezTo>
                    <a:lnTo>
                      <a:pt x="7844" y="13788"/>
                    </a:lnTo>
                    <a:cubicBezTo>
                      <a:pt x="7867" y="13788"/>
                      <a:pt x="7890" y="13765"/>
                      <a:pt x="7890" y="13742"/>
                    </a:cubicBezTo>
                    <a:lnTo>
                      <a:pt x="7890" y="46"/>
                    </a:lnTo>
                    <a:cubicBezTo>
                      <a:pt x="7890" y="19"/>
                      <a:pt x="7867" y="0"/>
                      <a:pt x="7844" y="0"/>
                    </a:cubicBezTo>
                    <a:close/>
                  </a:path>
                </a:pathLst>
              </a:cu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5" name="Google Shape;4765;p107"/>
              <p:cNvSpPr/>
              <p:nvPr/>
            </p:nvSpPr>
            <p:spPr>
              <a:xfrm>
                <a:off x="1877228" y="3809237"/>
                <a:ext cx="730342" cy="449600"/>
              </a:xfrm>
              <a:custGeom>
                <a:rect b="b" l="l" r="r" t="t"/>
                <a:pathLst>
                  <a:path extrusionOk="0" h="10906" w="17716">
                    <a:moveTo>
                      <a:pt x="13837" y="1"/>
                    </a:moveTo>
                    <a:cubicBezTo>
                      <a:pt x="13771" y="1"/>
                      <a:pt x="13707" y="3"/>
                      <a:pt x="13647" y="6"/>
                    </a:cubicBezTo>
                    <a:cubicBezTo>
                      <a:pt x="12321" y="75"/>
                      <a:pt x="3812" y="5904"/>
                      <a:pt x="2161" y="7229"/>
                    </a:cubicBezTo>
                    <a:cubicBezTo>
                      <a:pt x="516" y="8552"/>
                      <a:pt x="1" y="9800"/>
                      <a:pt x="1118" y="10689"/>
                    </a:cubicBezTo>
                    <a:cubicBezTo>
                      <a:pt x="1304" y="10838"/>
                      <a:pt x="1543" y="10905"/>
                      <a:pt x="1833" y="10905"/>
                    </a:cubicBezTo>
                    <a:cubicBezTo>
                      <a:pt x="3274" y="10905"/>
                      <a:pt x="5985" y="9262"/>
                      <a:pt x="9919" y="7858"/>
                    </a:cubicBezTo>
                    <a:cubicBezTo>
                      <a:pt x="14645" y="6173"/>
                      <a:pt x="16824" y="3994"/>
                      <a:pt x="16824" y="3994"/>
                    </a:cubicBezTo>
                    <a:cubicBezTo>
                      <a:pt x="17716" y="719"/>
                      <a:pt x="15221" y="1"/>
                      <a:pt x="13837" y="1"/>
                    </a:cubicBezTo>
                    <a:close/>
                  </a:path>
                </a:pathLst>
              </a:custGeom>
              <a:solidFill>
                <a:srgbClr val="581D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6" name="Google Shape;4766;p107"/>
              <p:cNvSpPr/>
              <p:nvPr/>
            </p:nvSpPr>
            <p:spPr>
              <a:xfrm>
                <a:off x="1878959" y="4099543"/>
                <a:ext cx="838187" cy="160654"/>
              </a:xfrm>
              <a:custGeom>
                <a:rect b="b" l="l" r="r" t="t"/>
                <a:pathLst>
                  <a:path extrusionOk="0" h="3897" w="20332">
                    <a:moveTo>
                      <a:pt x="10269" y="0"/>
                    </a:moveTo>
                    <a:cubicBezTo>
                      <a:pt x="10092" y="0"/>
                      <a:pt x="9923" y="4"/>
                      <a:pt x="9763" y="10"/>
                    </a:cubicBezTo>
                    <a:cubicBezTo>
                      <a:pt x="5629" y="179"/>
                      <a:pt x="2343" y="803"/>
                      <a:pt x="2343" y="803"/>
                    </a:cubicBezTo>
                    <a:cubicBezTo>
                      <a:pt x="0" y="1163"/>
                      <a:pt x="497" y="3666"/>
                      <a:pt x="1961" y="3811"/>
                    </a:cubicBezTo>
                    <a:cubicBezTo>
                      <a:pt x="2559" y="3873"/>
                      <a:pt x="6354" y="3897"/>
                      <a:pt x="10715" y="3897"/>
                    </a:cubicBezTo>
                    <a:cubicBezTo>
                      <a:pt x="13787" y="3897"/>
                      <a:pt x="17139" y="3885"/>
                      <a:pt x="19854" y="3866"/>
                    </a:cubicBezTo>
                    <a:lnTo>
                      <a:pt x="20332" y="1300"/>
                    </a:lnTo>
                    <a:cubicBezTo>
                      <a:pt x="16977" y="644"/>
                      <a:pt x="12784" y="0"/>
                      <a:pt x="10269" y="0"/>
                    </a:cubicBezTo>
                    <a:close/>
                  </a:path>
                </a:pathLst>
              </a:custGeom>
              <a:solidFill>
                <a:srgbClr val="581D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7" name="Google Shape;4767;p107"/>
              <p:cNvSpPr/>
              <p:nvPr/>
            </p:nvSpPr>
            <p:spPr>
              <a:xfrm>
                <a:off x="2697399" y="4153095"/>
                <a:ext cx="274765" cy="105825"/>
              </a:xfrm>
              <a:custGeom>
                <a:rect b="b" l="l" r="r" t="t"/>
                <a:pathLst>
                  <a:path extrusionOk="0" h="2567" w="6665">
                    <a:moveTo>
                      <a:pt x="479" y="1"/>
                    </a:moveTo>
                    <a:lnTo>
                      <a:pt x="1" y="2567"/>
                    </a:lnTo>
                    <a:cubicBezTo>
                      <a:pt x="2845" y="2548"/>
                      <a:pt x="4986" y="2521"/>
                      <a:pt x="5374" y="2489"/>
                    </a:cubicBezTo>
                    <a:cubicBezTo>
                      <a:pt x="6664" y="2384"/>
                      <a:pt x="6103" y="1523"/>
                      <a:pt x="5556" y="1250"/>
                    </a:cubicBezTo>
                    <a:cubicBezTo>
                      <a:pt x="5073" y="1008"/>
                      <a:pt x="3017" y="502"/>
                      <a:pt x="479"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8" name="Google Shape;4768;p107"/>
              <p:cNvSpPr/>
              <p:nvPr/>
            </p:nvSpPr>
            <p:spPr>
              <a:xfrm>
                <a:off x="2957818" y="4088495"/>
                <a:ext cx="286926" cy="305354"/>
              </a:xfrm>
              <a:custGeom>
                <a:rect b="b" l="l" r="r" t="t"/>
                <a:pathLst>
                  <a:path extrusionOk="0" h="7407" w="6960">
                    <a:moveTo>
                      <a:pt x="871" y="0"/>
                    </a:moveTo>
                    <a:lnTo>
                      <a:pt x="1" y="775"/>
                    </a:lnTo>
                    <a:lnTo>
                      <a:pt x="5948" y="7407"/>
                    </a:lnTo>
                    <a:cubicBezTo>
                      <a:pt x="6846" y="6841"/>
                      <a:pt x="6960" y="6787"/>
                      <a:pt x="6960" y="6787"/>
                    </a:cubicBezTo>
                    <a:lnTo>
                      <a:pt x="871" y="0"/>
                    </a:ln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9" name="Google Shape;4769;p107"/>
              <p:cNvSpPr/>
              <p:nvPr/>
            </p:nvSpPr>
            <p:spPr>
              <a:xfrm>
                <a:off x="2828371" y="4120403"/>
                <a:ext cx="374653" cy="279093"/>
              </a:xfrm>
              <a:custGeom>
                <a:rect b="b" l="l" r="r" t="t"/>
                <a:pathLst>
                  <a:path extrusionOk="0" h="6770" w="9088">
                    <a:moveTo>
                      <a:pt x="3141" y="1"/>
                    </a:moveTo>
                    <a:lnTo>
                      <a:pt x="0" y="2822"/>
                    </a:lnTo>
                    <a:lnTo>
                      <a:pt x="1495" y="4490"/>
                    </a:lnTo>
                    <a:cubicBezTo>
                      <a:pt x="1495" y="4490"/>
                      <a:pt x="2409" y="3478"/>
                      <a:pt x="3439" y="3478"/>
                    </a:cubicBezTo>
                    <a:cubicBezTo>
                      <a:pt x="3794" y="3478"/>
                      <a:pt x="4162" y="3598"/>
                      <a:pt x="4512" y="3920"/>
                    </a:cubicBezTo>
                    <a:cubicBezTo>
                      <a:pt x="5710" y="5026"/>
                      <a:pt x="7560" y="6770"/>
                      <a:pt x="8636" y="6770"/>
                    </a:cubicBezTo>
                    <a:cubicBezTo>
                      <a:pt x="8785" y="6770"/>
                      <a:pt x="8918" y="6737"/>
                      <a:pt x="9033" y="6664"/>
                    </a:cubicBezTo>
                    <a:cubicBezTo>
                      <a:pt x="9052" y="6655"/>
                      <a:pt x="9070" y="6642"/>
                      <a:pt x="9088" y="6633"/>
                    </a:cubicBezTo>
                    <a:lnTo>
                      <a:pt x="3141"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0" name="Google Shape;4770;p107"/>
              <p:cNvSpPr/>
              <p:nvPr/>
            </p:nvSpPr>
            <p:spPr>
              <a:xfrm>
                <a:off x="3055315" y="4247995"/>
                <a:ext cx="102279" cy="150141"/>
              </a:xfrm>
              <a:custGeom>
                <a:rect b="b" l="l" r="r" t="t"/>
                <a:pathLst>
                  <a:path extrusionOk="0" h="3642" w="2481">
                    <a:moveTo>
                      <a:pt x="393" y="0"/>
                    </a:moveTo>
                    <a:cubicBezTo>
                      <a:pt x="393" y="10"/>
                      <a:pt x="0" y="844"/>
                      <a:pt x="690" y="1696"/>
                    </a:cubicBezTo>
                    <a:cubicBezTo>
                      <a:pt x="1368" y="2530"/>
                      <a:pt x="2426" y="3629"/>
                      <a:pt x="2434" y="3642"/>
                    </a:cubicBezTo>
                    <a:lnTo>
                      <a:pt x="2480" y="3601"/>
                    </a:lnTo>
                    <a:cubicBezTo>
                      <a:pt x="2467" y="3587"/>
                      <a:pt x="1409" y="2489"/>
                      <a:pt x="734" y="1660"/>
                    </a:cubicBezTo>
                    <a:cubicBezTo>
                      <a:pt x="69" y="839"/>
                      <a:pt x="444" y="32"/>
                      <a:pt x="448" y="23"/>
                    </a:cubicBezTo>
                    <a:lnTo>
                      <a:pt x="39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1" name="Google Shape;4771;p107"/>
              <p:cNvSpPr/>
              <p:nvPr/>
            </p:nvSpPr>
            <p:spPr>
              <a:xfrm>
                <a:off x="2858795" y="4216870"/>
                <a:ext cx="167085" cy="75112"/>
              </a:xfrm>
              <a:custGeom>
                <a:rect b="b" l="l" r="r" t="t"/>
                <a:pathLst>
                  <a:path extrusionOk="0" h="1822" w="4053">
                    <a:moveTo>
                      <a:pt x="2356" y="1"/>
                    </a:moveTo>
                    <a:cubicBezTo>
                      <a:pt x="1434" y="1"/>
                      <a:pt x="65" y="1247"/>
                      <a:pt x="1" y="1307"/>
                    </a:cubicBezTo>
                    <a:lnTo>
                      <a:pt x="37" y="1348"/>
                    </a:lnTo>
                    <a:cubicBezTo>
                      <a:pt x="53" y="1332"/>
                      <a:pt x="1456" y="62"/>
                      <a:pt x="2357" y="62"/>
                    </a:cubicBezTo>
                    <a:cubicBezTo>
                      <a:pt x="2480" y="62"/>
                      <a:pt x="2595" y="86"/>
                      <a:pt x="2695" y="141"/>
                    </a:cubicBezTo>
                    <a:cubicBezTo>
                      <a:pt x="3533" y="596"/>
                      <a:pt x="3993" y="1809"/>
                      <a:pt x="3997" y="1822"/>
                    </a:cubicBezTo>
                    <a:lnTo>
                      <a:pt x="4052" y="1799"/>
                    </a:lnTo>
                    <a:cubicBezTo>
                      <a:pt x="4048" y="1790"/>
                      <a:pt x="3578" y="555"/>
                      <a:pt x="2722" y="86"/>
                    </a:cubicBezTo>
                    <a:cubicBezTo>
                      <a:pt x="2613" y="27"/>
                      <a:pt x="2489" y="1"/>
                      <a:pt x="235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2" name="Google Shape;4772;p107"/>
              <p:cNvSpPr/>
              <p:nvPr/>
            </p:nvSpPr>
            <p:spPr>
              <a:xfrm>
                <a:off x="2869143" y="4261516"/>
                <a:ext cx="56808" cy="17108"/>
              </a:xfrm>
              <a:custGeom>
                <a:rect b="b" l="l" r="r" t="t"/>
                <a:pathLst>
                  <a:path extrusionOk="0" h="415" w="1378">
                    <a:moveTo>
                      <a:pt x="14" y="0"/>
                    </a:moveTo>
                    <a:lnTo>
                      <a:pt x="0" y="59"/>
                    </a:lnTo>
                    <a:lnTo>
                      <a:pt x="1363" y="415"/>
                    </a:lnTo>
                    <a:lnTo>
                      <a:pt x="1377" y="356"/>
                    </a:lnTo>
                    <a:lnTo>
                      <a:pt x="1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3" name="Google Shape;4773;p107"/>
              <p:cNvSpPr/>
              <p:nvPr/>
            </p:nvSpPr>
            <p:spPr>
              <a:xfrm>
                <a:off x="2894084" y="4243295"/>
                <a:ext cx="13398" cy="47574"/>
              </a:xfrm>
              <a:custGeom>
                <a:rect b="b" l="l" r="r" t="t"/>
                <a:pathLst>
                  <a:path extrusionOk="0" h="1154" w="325">
                    <a:moveTo>
                      <a:pt x="56" y="1"/>
                    </a:moveTo>
                    <a:lnTo>
                      <a:pt x="1" y="15"/>
                    </a:lnTo>
                    <a:lnTo>
                      <a:pt x="270" y="1153"/>
                    </a:lnTo>
                    <a:lnTo>
                      <a:pt x="325" y="1140"/>
                    </a:lnTo>
                    <a:lnTo>
                      <a:pt x="5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4" name="Google Shape;4774;p107"/>
              <p:cNvSpPr/>
              <p:nvPr/>
            </p:nvSpPr>
            <p:spPr>
              <a:xfrm>
                <a:off x="2907441" y="4234267"/>
                <a:ext cx="54335" cy="31249"/>
              </a:xfrm>
              <a:custGeom>
                <a:rect b="b" l="l" r="r" t="t"/>
                <a:pathLst>
                  <a:path extrusionOk="0" h="758" w="1318">
                    <a:moveTo>
                      <a:pt x="32" y="1"/>
                    </a:moveTo>
                    <a:lnTo>
                      <a:pt x="1" y="51"/>
                    </a:lnTo>
                    <a:lnTo>
                      <a:pt x="1290" y="758"/>
                    </a:lnTo>
                    <a:lnTo>
                      <a:pt x="1318" y="707"/>
                    </a:lnTo>
                    <a:lnTo>
                      <a:pt x="3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5" name="Google Shape;4775;p107"/>
              <p:cNvSpPr/>
              <p:nvPr/>
            </p:nvSpPr>
            <p:spPr>
              <a:xfrm>
                <a:off x="2931722" y="4222806"/>
                <a:ext cx="9069" cy="47780"/>
              </a:xfrm>
              <a:custGeom>
                <a:rect b="b" l="l" r="r" t="t"/>
                <a:pathLst>
                  <a:path extrusionOk="0" h="1159" w="220">
                    <a:moveTo>
                      <a:pt x="59" y="1"/>
                    </a:moveTo>
                    <a:lnTo>
                      <a:pt x="0" y="10"/>
                    </a:lnTo>
                    <a:lnTo>
                      <a:pt x="160" y="1158"/>
                    </a:lnTo>
                    <a:lnTo>
                      <a:pt x="219" y="1154"/>
                    </a:lnTo>
                    <a:lnTo>
                      <a:pt x="5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6" name="Google Shape;4776;p107"/>
              <p:cNvSpPr/>
              <p:nvPr/>
            </p:nvSpPr>
            <p:spPr>
              <a:xfrm>
                <a:off x="2120744" y="3411704"/>
                <a:ext cx="271178" cy="492927"/>
              </a:xfrm>
              <a:custGeom>
                <a:rect b="b" l="l" r="r" t="t"/>
                <a:pathLst>
                  <a:path extrusionOk="0" h="11957" w="6578">
                    <a:moveTo>
                      <a:pt x="5000" y="0"/>
                    </a:moveTo>
                    <a:cubicBezTo>
                      <a:pt x="4258" y="0"/>
                      <a:pt x="3570" y="843"/>
                      <a:pt x="3446" y="1144"/>
                    </a:cubicBezTo>
                    <a:cubicBezTo>
                      <a:pt x="3446" y="1144"/>
                      <a:pt x="1" y="9320"/>
                      <a:pt x="42" y="10884"/>
                    </a:cubicBezTo>
                    <a:cubicBezTo>
                      <a:pt x="62" y="11648"/>
                      <a:pt x="506" y="11957"/>
                      <a:pt x="1030" y="11957"/>
                    </a:cubicBezTo>
                    <a:cubicBezTo>
                      <a:pt x="1579" y="11957"/>
                      <a:pt x="2215" y="11618"/>
                      <a:pt x="2544" y="11108"/>
                    </a:cubicBezTo>
                    <a:cubicBezTo>
                      <a:pt x="3187" y="10114"/>
                      <a:pt x="6099" y="3237"/>
                      <a:pt x="6149" y="2703"/>
                    </a:cubicBezTo>
                    <a:cubicBezTo>
                      <a:pt x="6195" y="2174"/>
                      <a:pt x="6578" y="1017"/>
                      <a:pt x="5639" y="242"/>
                    </a:cubicBezTo>
                    <a:cubicBezTo>
                      <a:pt x="5430" y="70"/>
                      <a:pt x="5212" y="0"/>
                      <a:pt x="5000"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7" name="Google Shape;4777;p107"/>
              <p:cNvSpPr/>
              <p:nvPr/>
            </p:nvSpPr>
            <p:spPr>
              <a:xfrm>
                <a:off x="2219602" y="3452146"/>
                <a:ext cx="168610" cy="241414"/>
              </a:xfrm>
              <a:custGeom>
                <a:rect b="b" l="l" r="r" t="t"/>
                <a:pathLst>
                  <a:path extrusionOk="0" h="5856" w="4090">
                    <a:moveTo>
                      <a:pt x="2001" y="1"/>
                    </a:moveTo>
                    <a:cubicBezTo>
                      <a:pt x="1429" y="1"/>
                      <a:pt x="921" y="384"/>
                      <a:pt x="684" y="819"/>
                    </a:cubicBezTo>
                    <a:cubicBezTo>
                      <a:pt x="288" y="1540"/>
                      <a:pt x="0" y="2638"/>
                      <a:pt x="0" y="2638"/>
                    </a:cubicBezTo>
                    <a:lnTo>
                      <a:pt x="2047" y="5855"/>
                    </a:lnTo>
                    <a:lnTo>
                      <a:pt x="3286" y="2935"/>
                    </a:lnTo>
                    <a:cubicBezTo>
                      <a:pt x="3286" y="2935"/>
                      <a:pt x="4089" y="1654"/>
                      <a:pt x="3149" y="587"/>
                    </a:cubicBezTo>
                    <a:cubicBezTo>
                      <a:pt x="2778" y="165"/>
                      <a:pt x="2376" y="1"/>
                      <a:pt x="2001" y="1"/>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8" name="Google Shape;4778;p107"/>
              <p:cNvSpPr/>
              <p:nvPr/>
            </p:nvSpPr>
            <p:spPr>
              <a:xfrm>
                <a:off x="2224301" y="3354896"/>
                <a:ext cx="198828" cy="329882"/>
              </a:xfrm>
              <a:custGeom>
                <a:rect b="b" l="l" r="r" t="t"/>
                <a:pathLst>
                  <a:path extrusionOk="0" h="8002" w="4823">
                    <a:moveTo>
                      <a:pt x="3165" y="0"/>
                    </a:moveTo>
                    <a:cubicBezTo>
                      <a:pt x="2625" y="0"/>
                      <a:pt x="1390" y="113"/>
                      <a:pt x="784" y="1087"/>
                    </a:cubicBezTo>
                    <a:lnTo>
                      <a:pt x="0" y="2354"/>
                    </a:lnTo>
                    <a:lnTo>
                      <a:pt x="2170" y="8001"/>
                    </a:lnTo>
                    <a:cubicBezTo>
                      <a:pt x="2170" y="8001"/>
                      <a:pt x="4016" y="4091"/>
                      <a:pt x="4234" y="3014"/>
                    </a:cubicBezTo>
                    <a:cubicBezTo>
                      <a:pt x="4453" y="1935"/>
                      <a:pt x="4823" y="923"/>
                      <a:pt x="3428" y="11"/>
                    </a:cubicBezTo>
                    <a:cubicBezTo>
                      <a:pt x="3428" y="11"/>
                      <a:pt x="3328" y="0"/>
                      <a:pt x="3165"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9" name="Google Shape;4779;p107"/>
              <p:cNvSpPr/>
              <p:nvPr/>
            </p:nvSpPr>
            <p:spPr>
              <a:xfrm>
                <a:off x="1903859" y="3786728"/>
                <a:ext cx="336231" cy="458381"/>
              </a:xfrm>
              <a:custGeom>
                <a:rect b="b" l="l" r="r" t="t"/>
                <a:pathLst>
                  <a:path extrusionOk="0" h="11119" w="8156">
                    <a:moveTo>
                      <a:pt x="7023" y="1"/>
                    </a:moveTo>
                    <a:cubicBezTo>
                      <a:pt x="6526" y="1"/>
                      <a:pt x="5952" y="299"/>
                      <a:pt x="5558" y="680"/>
                    </a:cubicBezTo>
                    <a:cubicBezTo>
                      <a:pt x="4747" y="1464"/>
                      <a:pt x="175" y="10365"/>
                      <a:pt x="175" y="10365"/>
                    </a:cubicBezTo>
                    <a:cubicBezTo>
                      <a:pt x="0" y="10702"/>
                      <a:pt x="45" y="11119"/>
                      <a:pt x="387" y="11119"/>
                    </a:cubicBezTo>
                    <a:cubicBezTo>
                      <a:pt x="552" y="11119"/>
                      <a:pt x="787" y="11021"/>
                      <a:pt x="1101" y="10770"/>
                    </a:cubicBezTo>
                    <a:cubicBezTo>
                      <a:pt x="2062" y="10000"/>
                      <a:pt x="8156" y="2985"/>
                      <a:pt x="8038" y="1227"/>
                    </a:cubicBezTo>
                    <a:cubicBezTo>
                      <a:pt x="7980" y="327"/>
                      <a:pt x="7543" y="1"/>
                      <a:pt x="7023"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0" name="Google Shape;4780;p107"/>
              <p:cNvSpPr/>
              <p:nvPr/>
            </p:nvSpPr>
            <p:spPr>
              <a:xfrm>
                <a:off x="2366734" y="3335232"/>
                <a:ext cx="251802" cy="101908"/>
              </a:xfrm>
              <a:custGeom>
                <a:rect b="b" l="l" r="r" t="t"/>
                <a:pathLst>
                  <a:path extrusionOk="0" h="2472" w="6108">
                    <a:moveTo>
                      <a:pt x="3619" y="1"/>
                    </a:moveTo>
                    <a:lnTo>
                      <a:pt x="2188" y="123"/>
                    </a:lnTo>
                    <a:cubicBezTo>
                      <a:pt x="2188" y="123"/>
                      <a:pt x="2176" y="123"/>
                      <a:pt x="2154" y="123"/>
                    </a:cubicBezTo>
                    <a:cubicBezTo>
                      <a:pt x="1948" y="123"/>
                      <a:pt x="836" y="130"/>
                      <a:pt x="0" y="279"/>
                    </a:cubicBezTo>
                    <a:cubicBezTo>
                      <a:pt x="597" y="1290"/>
                      <a:pt x="1591" y="2101"/>
                      <a:pt x="2657" y="2389"/>
                    </a:cubicBezTo>
                    <a:cubicBezTo>
                      <a:pt x="2858" y="2445"/>
                      <a:pt x="3055" y="2471"/>
                      <a:pt x="3247" y="2471"/>
                    </a:cubicBezTo>
                    <a:cubicBezTo>
                      <a:pt x="4527" y="2471"/>
                      <a:pt x="5584" y="1302"/>
                      <a:pt x="6107" y="100"/>
                    </a:cubicBezTo>
                    <a:cubicBezTo>
                      <a:pt x="5018" y="50"/>
                      <a:pt x="3619" y="1"/>
                      <a:pt x="3619"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1" name="Google Shape;4781;p107"/>
              <p:cNvSpPr/>
              <p:nvPr/>
            </p:nvSpPr>
            <p:spPr>
              <a:xfrm>
                <a:off x="2285355" y="3339354"/>
                <a:ext cx="432203" cy="486496"/>
              </a:xfrm>
              <a:custGeom>
                <a:rect b="b" l="l" r="r" t="t"/>
                <a:pathLst>
                  <a:path extrusionOk="0" h="11801" w="10484">
                    <a:moveTo>
                      <a:pt x="8081" y="0"/>
                    </a:moveTo>
                    <a:cubicBezTo>
                      <a:pt x="7558" y="1202"/>
                      <a:pt x="6501" y="2371"/>
                      <a:pt x="5221" y="2371"/>
                    </a:cubicBezTo>
                    <a:cubicBezTo>
                      <a:pt x="5029" y="2371"/>
                      <a:pt x="4832" y="2345"/>
                      <a:pt x="4631" y="2289"/>
                    </a:cubicBezTo>
                    <a:cubicBezTo>
                      <a:pt x="3565" y="2001"/>
                      <a:pt x="2571" y="1190"/>
                      <a:pt x="1974" y="179"/>
                    </a:cubicBezTo>
                    <a:cubicBezTo>
                      <a:pt x="1586" y="246"/>
                      <a:pt x="1254" y="343"/>
                      <a:pt x="1104" y="488"/>
                    </a:cubicBezTo>
                    <a:cubicBezTo>
                      <a:pt x="593" y="972"/>
                      <a:pt x="0" y="3542"/>
                      <a:pt x="1285" y="5907"/>
                    </a:cubicBezTo>
                    <a:cubicBezTo>
                      <a:pt x="2566" y="8277"/>
                      <a:pt x="3296" y="10114"/>
                      <a:pt x="3410" y="10888"/>
                    </a:cubicBezTo>
                    <a:cubicBezTo>
                      <a:pt x="3523" y="11664"/>
                      <a:pt x="3664" y="11801"/>
                      <a:pt x="3664" y="11801"/>
                    </a:cubicBezTo>
                    <a:lnTo>
                      <a:pt x="8450" y="11249"/>
                    </a:lnTo>
                    <a:cubicBezTo>
                      <a:pt x="8450" y="11249"/>
                      <a:pt x="8806" y="7525"/>
                      <a:pt x="9116" y="6700"/>
                    </a:cubicBezTo>
                    <a:cubicBezTo>
                      <a:pt x="9430" y="5880"/>
                      <a:pt x="10456" y="3551"/>
                      <a:pt x="10469" y="2320"/>
                    </a:cubicBezTo>
                    <a:cubicBezTo>
                      <a:pt x="10484" y="1090"/>
                      <a:pt x="9937" y="101"/>
                      <a:pt x="9052" y="46"/>
                    </a:cubicBezTo>
                    <a:cubicBezTo>
                      <a:pt x="8820" y="32"/>
                      <a:pt x="8469" y="15"/>
                      <a:pt x="8081"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2" name="Google Shape;4782;p107"/>
              <p:cNvSpPr/>
              <p:nvPr/>
            </p:nvSpPr>
            <p:spPr>
              <a:xfrm>
                <a:off x="2308112" y="3496463"/>
                <a:ext cx="119305" cy="291997"/>
              </a:xfrm>
              <a:custGeom>
                <a:rect b="b" l="l" r="r" t="t"/>
                <a:pathLst>
                  <a:path extrusionOk="0" h="7083" w="2894">
                    <a:moveTo>
                      <a:pt x="73" y="0"/>
                    </a:moveTo>
                    <a:lnTo>
                      <a:pt x="0" y="9"/>
                    </a:lnTo>
                    <a:cubicBezTo>
                      <a:pt x="5" y="18"/>
                      <a:pt x="96" y="1181"/>
                      <a:pt x="830" y="2356"/>
                    </a:cubicBezTo>
                    <a:cubicBezTo>
                      <a:pt x="1559" y="3518"/>
                      <a:pt x="2712" y="6157"/>
                      <a:pt x="2826" y="7083"/>
                    </a:cubicBezTo>
                    <a:lnTo>
                      <a:pt x="2894" y="7073"/>
                    </a:lnTo>
                    <a:cubicBezTo>
                      <a:pt x="2780" y="6143"/>
                      <a:pt x="1618" y="3486"/>
                      <a:pt x="889" y="2319"/>
                    </a:cubicBezTo>
                    <a:cubicBezTo>
                      <a:pt x="165" y="1162"/>
                      <a:pt x="73" y="13"/>
                      <a:pt x="73"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3" name="Google Shape;4783;p107"/>
              <p:cNvSpPr/>
              <p:nvPr/>
            </p:nvSpPr>
            <p:spPr>
              <a:xfrm>
                <a:off x="2567582" y="3466781"/>
                <a:ext cx="62538" cy="21437"/>
              </a:xfrm>
              <a:custGeom>
                <a:rect b="b" l="l" r="r" t="t"/>
                <a:pathLst>
                  <a:path extrusionOk="0" h="520" w="1517">
                    <a:moveTo>
                      <a:pt x="128" y="1"/>
                    </a:moveTo>
                    <a:cubicBezTo>
                      <a:pt x="76" y="1"/>
                      <a:pt x="23" y="34"/>
                      <a:pt x="18" y="100"/>
                    </a:cubicBezTo>
                    <a:cubicBezTo>
                      <a:pt x="0" y="332"/>
                      <a:pt x="205" y="479"/>
                      <a:pt x="419" y="510"/>
                    </a:cubicBezTo>
                    <a:cubicBezTo>
                      <a:pt x="454" y="516"/>
                      <a:pt x="488" y="519"/>
                      <a:pt x="522" y="519"/>
                    </a:cubicBezTo>
                    <a:cubicBezTo>
                      <a:pt x="595" y="519"/>
                      <a:pt x="666" y="505"/>
                      <a:pt x="734" y="474"/>
                    </a:cubicBezTo>
                    <a:cubicBezTo>
                      <a:pt x="870" y="412"/>
                      <a:pt x="959" y="309"/>
                      <a:pt x="1062" y="309"/>
                    </a:cubicBezTo>
                    <a:cubicBezTo>
                      <a:pt x="1126" y="309"/>
                      <a:pt x="1194" y="348"/>
                      <a:pt x="1281" y="460"/>
                    </a:cubicBezTo>
                    <a:cubicBezTo>
                      <a:pt x="1304" y="489"/>
                      <a:pt x="1335" y="501"/>
                      <a:pt x="1366" y="501"/>
                    </a:cubicBezTo>
                    <a:cubicBezTo>
                      <a:pt x="1442" y="501"/>
                      <a:pt x="1517" y="429"/>
                      <a:pt x="1459" y="355"/>
                    </a:cubicBezTo>
                    <a:cubicBezTo>
                      <a:pt x="1355" y="216"/>
                      <a:pt x="1221" y="81"/>
                      <a:pt x="1039" y="81"/>
                    </a:cubicBezTo>
                    <a:cubicBezTo>
                      <a:pt x="1036" y="81"/>
                      <a:pt x="1033" y="81"/>
                      <a:pt x="1030" y="81"/>
                    </a:cubicBezTo>
                    <a:cubicBezTo>
                      <a:pt x="958" y="81"/>
                      <a:pt x="893" y="100"/>
                      <a:pt x="834" y="136"/>
                    </a:cubicBezTo>
                    <a:cubicBezTo>
                      <a:pt x="771" y="173"/>
                      <a:pt x="729" y="246"/>
                      <a:pt x="666" y="277"/>
                    </a:cubicBezTo>
                    <a:cubicBezTo>
                      <a:pt x="625" y="299"/>
                      <a:pt x="565" y="312"/>
                      <a:pt x="501" y="312"/>
                    </a:cubicBezTo>
                    <a:cubicBezTo>
                      <a:pt x="364" y="312"/>
                      <a:pt x="214" y="253"/>
                      <a:pt x="224" y="100"/>
                    </a:cubicBezTo>
                    <a:cubicBezTo>
                      <a:pt x="228" y="34"/>
                      <a:pt x="179" y="1"/>
                      <a:pt x="128" y="1"/>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4" name="Google Shape;4784;p107"/>
              <p:cNvSpPr/>
              <p:nvPr/>
            </p:nvSpPr>
            <p:spPr>
              <a:xfrm>
                <a:off x="2436981" y="3464225"/>
                <a:ext cx="61178" cy="20777"/>
              </a:xfrm>
              <a:custGeom>
                <a:rect b="b" l="l" r="r" t="t"/>
                <a:pathLst>
                  <a:path extrusionOk="0" h="504" w="1484">
                    <a:moveTo>
                      <a:pt x="1046" y="1"/>
                    </a:moveTo>
                    <a:cubicBezTo>
                      <a:pt x="1035" y="1"/>
                      <a:pt x="1024" y="1"/>
                      <a:pt x="1013" y="2"/>
                    </a:cubicBezTo>
                    <a:cubicBezTo>
                      <a:pt x="916" y="11"/>
                      <a:pt x="848" y="61"/>
                      <a:pt x="771" y="112"/>
                    </a:cubicBezTo>
                    <a:cubicBezTo>
                      <a:pt x="716" y="153"/>
                      <a:pt x="661" y="203"/>
                      <a:pt x="602" y="240"/>
                    </a:cubicBezTo>
                    <a:cubicBezTo>
                      <a:pt x="559" y="263"/>
                      <a:pt x="420" y="301"/>
                      <a:pt x="321" y="301"/>
                    </a:cubicBezTo>
                    <a:cubicBezTo>
                      <a:pt x="264" y="301"/>
                      <a:pt x="220" y="288"/>
                      <a:pt x="215" y="253"/>
                    </a:cubicBezTo>
                    <a:cubicBezTo>
                      <a:pt x="208" y="187"/>
                      <a:pt x="152" y="154"/>
                      <a:pt x="100" y="154"/>
                    </a:cubicBezTo>
                    <a:cubicBezTo>
                      <a:pt x="49" y="154"/>
                      <a:pt x="1" y="187"/>
                      <a:pt x="9" y="253"/>
                    </a:cubicBezTo>
                    <a:cubicBezTo>
                      <a:pt x="28" y="431"/>
                      <a:pt x="233" y="503"/>
                      <a:pt x="392" y="503"/>
                    </a:cubicBezTo>
                    <a:cubicBezTo>
                      <a:pt x="502" y="503"/>
                      <a:pt x="611" y="472"/>
                      <a:pt x="707" y="417"/>
                    </a:cubicBezTo>
                    <a:cubicBezTo>
                      <a:pt x="826" y="348"/>
                      <a:pt x="940" y="233"/>
                      <a:pt x="1054" y="233"/>
                    </a:cubicBezTo>
                    <a:cubicBezTo>
                      <a:pt x="1121" y="233"/>
                      <a:pt x="1187" y="272"/>
                      <a:pt x="1254" y="381"/>
                    </a:cubicBezTo>
                    <a:cubicBezTo>
                      <a:pt x="1276" y="415"/>
                      <a:pt x="1308" y="430"/>
                      <a:pt x="1340" y="430"/>
                    </a:cubicBezTo>
                    <a:cubicBezTo>
                      <a:pt x="1412" y="430"/>
                      <a:pt x="1484" y="355"/>
                      <a:pt x="1436" y="276"/>
                    </a:cubicBezTo>
                    <a:cubicBezTo>
                      <a:pt x="1346" y="135"/>
                      <a:pt x="1220" y="1"/>
                      <a:pt x="1046" y="1"/>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5" name="Google Shape;4785;p107"/>
              <p:cNvSpPr/>
              <p:nvPr/>
            </p:nvSpPr>
            <p:spPr>
              <a:xfrm>
                <a:off x="2338536" y="3386227"/>
                <a:ext cx="51490" cy="54128"/>
              </a:xfrm>
              <a:custGeom>
                <a:rect b="b" l="l" r="r" t="t"/>
                <a:pathLst>
                  <a:path extrusionOk="0" h="1313" w="1249">
                    <a:moveTo>
                      <a:pt x="126" y="0"/>
                    </a:moveTo>
                    <a:cubicBezTo>
                      <a:pt x="67" y="0"/>
                      <a:pt x="0" y="52"/>
                      <a:pt x="14" y="131"/>
                    </a:cubicBezTo>
                    <a:cubicBezTo>
                      <a:pt x="46" y="350"/>
                      <a:pt x="46" y="673"/>
                      <a:pt x="302" y="764"/>
                    </a:cubicBezTo>
                    <a:cubicBezTo>
                      <a:pt x="333" y="775"/>
                      <a:pt x="363" y="780"/>
                      <a:pt x="392" y="780"/>
                    </a:cubicBezTo>
                    <a:cubicBezTo>
                      <a:pt x="472" y="780"/>
                      <a:pt x="544" y="747"/>
                      <a:pt x="624" y="727"/>
                    </a:cubicBezTo>
                    <a:cubicBezTo>
                      <a:pt x="657" y="719"/>
                      <a:pt x="688" y="715"/>
                      <a:pt x="717" y="715"/>
                    </a:cubicBezTo>
                    <a:cubicBezTo>
                      <a:pt x="949" y="715"/>
                      <a:pt x="1034" y="973"/>
                      <a:pt x="948" y="1188"/>
                    </a:cubicBezTo>
                    <a:cubicBezTo>
                      <a:pt x="921" y="1263"/>
                      <a:pt x="982" y="1312"/>
                      <a:pt x="1046" y="1312"/>
                    </a:cubicBezTo>
                    <a:cubicBezTo>
                      <a:pt x="1087" y="1312"/>
                      <a:pt x="1130" y="1291"/>
                      <a:pt x="1149" y="1242"/>
                    </a:cubicBezTo>
                    <a:cubicBezTo>
                      <a:pt x="1249" y="988"/>
                      <a:pt x="1185" y="687"/>
                      <a:pt x="925" y="554"/>
                    </a:cubicBezTo>
                    <a:cubicBezTo>
                      <a:pt x="859" y="520"/>
                      <a:pt x="792" y="506"/>
                      <a:pt x="724" y="506"/>
                    </a:cubicBezTo>
                    <a:cubicBezTo>
                      <a:pt x="673" y="506"/>
                      <a:pt x="622" y="514"/>
                      <a:pt x="570" y="527"/>
                    </a:cubicBezTo>
                    <a:cubicBezTo>
                      <a:pt x="529" y="541"/>
                      <a:pt x="493" y="554"/>
                      <a:pt x="447" y="569"/>
                    </a:cubicBezTo>
                    <a:cubicBezTo>
                      <a:pt x="329" y="541"/>
                      <a:pt x="264" y="472"/>
                      <a:pt x="256" y="367"/>
                    </a:cubicBezTo>
                    <a:cubicBezTo>
                      <a:pt x="224" y="281"/>
                      <a:pt x="224" y="167"/>
                      <a:pt x="210" y="76"/>
                    </a:cubicBezTo>
                    <a:cubicBezTo>
                      <a:pt x="203" y="23"/>
                      <a:pt x="166" y="0"/>
                      <a:pt x="126" y="0"/>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6" name="Google Shape;4786;p107"/>
              <p:cNvSpPr/>
              <p:nvPr/>
            </p:nvSpPr>
            <p:spPr>
              <a:xfrm>
                <a:off x="2607570" y="3378807"/>
                <a:ext cx="61961" cy="45141"/>
              </a:xfrm>
              <a:custGeom>
                <a:rect b="b" l="l" r="r" t="t"/>
                <a:pathLst>
                  <a:path extrusionOk="0" h="1095" w="1503">
                    <a:moveTo>
                      <a:pt x="1019" y="0"/>
                    </a:moveTo>
                    <a:cubicBezTo>
                      <a:pt x="901" y="0"/>
                      <a:pt x="791" y="42"/>
                      <a:pt x="712" y="160"/>
                    </a:cubicBezTo>
                    <a:cubicBezTo>
                      <a:pt x="644" y="265"/>
                      <a:pt x="640" y="397"/>
                      <a:pt x="648" y="516"/>
                    </a:cubicBezTo>
                    <a:cubicBezTo>
                      <a:pt x="661" y="671"/>
                      <a:pt x="707" y="743"/>
                      <a:pt x="507" y="844"/>
                    </a:cubicBezTo>
                    <a:cubicBezTo>
                      <a:pt x="407" y="898"/>
                      <a:pt x="247" y="885"/>
                      <a:pt x="137" y="890"/>
                    </a:cubicBezTo>
                    <a:cubicBezTo>
                      <a:pt x="6" y="890"/>
                      <a:pt x="1" y="1094"/>
                      <a:pt x="133" y="1094"/>
                    </a:cubicBezTo>
                    <a:cubicBezTo>
                      <a:pt x="135" y="1094"/>
                      <a:pt x="136" y="1094"/>
                      <a:pt x="137" y="1094"/>
                    </a:cubicBezTo>
                    <a:cubicBezTo>
                      <a:pt x="352" y="1090"/>
                      <a:pt x="694" y="1090"/>
                      <a:pt x="821" y="880"/>
                    </a:cubicBezTo>
                    <a:cubicBezTo>
                      <a:pt x="880" y="785"/>
                      <a:pt x="876" y="684"/>
                      <a:pt x="867" y="579"/>
                    </a:cubicBezTo>
                    <a:cubicBezTo>
                      <a:pt x="853" y="457"/>
                      <a:pt x="844" y="425"/>
                      <a:pt x="917" y="311"/>
                    </a:cubicBezTo>
                    <a:cubicBezTo>
                      <a:pt x="937" y="234"/>
                      <a:pt x="976" y="195"/>
                      <a:pt x="1038" y="195"/>
                    </a:cubicBezTo>
                    <a:cubicBezTo>
                      <a:pt x="1064" y="195"/>
                      <a:pt x="1093" y="201"/>
                      <a:pt x="1126" y="215"/>
                    </a:cubicBezTo>
                    <a:cubicBezTo>
                      <a:pt x="1181" y="233"/>
                      <a:pt x="1236" y="256"/>
                      <a:pt x="1290" y="278"/>
                    </a:cubicBezTo>
                    <a:cubicBezTo>
                      <a:pt x="1306" y="285"/>
                      <a:pt x="1321" y="289"/>
                      <a:pt x="1336" y="289"/>
                    </a:cubicBezTo>
                    <a:cubicBezTo>
                      <a:pt x="1434" y="289"/>
                      <a:pt x="1503" y="149"/>
                      <a:pt x="1395" y="101"/>
                    </a:cubicBezTo>
                    <a:cubicBezTo>
                      <a:pt x="1282" y="49"/>
                      <a:pt x="1146" y="0"/>
                      <a:pt x="1019" y="0"/>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7" name="Google Shape;4787;p107"/>
              <p:cNvSpPr/>
              <p:nvPr/>
            </p:nvSpPr>
            <p:spPr>
              <a:xfrm>
                <a:off x="2339237" y="3516127"/>
                <a:ext cx="63651" cy="36237"/>
              </a:xfrm>
              <a:custGeom>
                <a:rect b="b" l="l" r="r" t="t"/>
                <a:pathLst>
                  <a:path extrusionOk="0" h="879" w="1544">
                    <a:moveTo>
                      <a:pt x="318" y="1"/>
                    </a:moveTo>
                    <a:cubicBezTo>
                      <a:pt x="242" y="1"/>
                      <a:pt x="168" y="16"/>
                      <a:pt x="102" y="52"/>
                    </a:cubicBezTo>
                    <a:cubicBezTo>
                      <a:pt x="0" y="106"/>
                      <a:pt x="63" y="246"/>
                      <a:pt x="159" y="246"/>
                    </a:cubicBezTo>
                    <a:cubicBezTo>
                      <a:pt x="174" y="246"/>
                      <a:pt x="190" y="242"/>
                      <a:pt x="207" y="234"/>
                    </a:cubicBezTo>
                    <a:cubicBezTo>
                      <a:pt x="235" y="220"/>
                      <a:pt x="271" y="213"/>
                      <a:pt x="312" y="213"/>
                    </a:cubicBezTo>
                    <a:cubicBezTo>
                      <a:pt x="397" y="213"/>
                      <a:pt x="499" y="242"/>
                      <a:pt x="558" y="279"/>
                    </a:cubicBezTo>
                    <a:cubicBezTo>
                      <a:pt x="676" y="352"/>
                      <a:pt x="658" y="439"/>
                      <a:pt x="685" y="562"/>
                    </a:cubicBezTo>
                    <a:cubicBezTo>
                      <a:pt x="704" y="658"/>
                      <a:pt x="727" y="735"/>
                      <a:pt x="809" y="799"/>
                    </a:cubicBezTo>
                    <a:cubicBezTo>
                      <a:pt x="884" y="857"/>
                      <a:pt x="965" y="879"/>
                      <a:pt x="1049" y="879"/>
                    </a:cubicBezTo>
                    <a:cubicBezTo>
                      <a:pt x="1183" y="879"/>
                      <a:pt x="1321" y="821"/>
                      <a:pt x="1442" y="763"/>
                    </a:cubicBezTo>
                    <a:cubicBezTo>
                      <a:pt x="1544" y="715"/>
                      <a:pt x="1480" y="573"/>
                      <a:pt x="1384" y="573"/>
                    </a:cubicBezTo>
                    <a:cubicBezTo>
                      <a:pt x="1369" y="573"/>
                      <a:pt x="1353" y="576"/>
                      <a:pt x="1337" y="584"/>
                    </a:cubicBezTo>
                    <a:cubicBezTo>
                      <a:pt x="1269" y="621"/>
                      <a:pt x="1200" y="649"/>
                      <a:pt x="1127" y="666"/>
                    </a:cubicBezTo>
                    <a:cubicBezTo>
                      <a:pt x="1050" y="607"/>
                      <a:pt x="968" y="553"/>
                      <a:pt x="886" y="493"/>
                    </a:cubicBezTo>
                    <a:cubicBezTo>
                      <a:pt x="881" y="489"/>
                      <a:pt x="872" y="348"/>
                      <a:pt x="872" y="334"/>
                    </a:cubicBezTo>
                    <a:cubicBezTo>
                      <a:pt x="845" y="252"/>
                      <a:pt x="786" y="184"/>
                      <a:pt x="717" y="134"/>
                    </a:cubicBezTo>
                    <a:cubicBezTo>
                      <a:pt x="605" y="54"/>
                      <a:pt x="458" y="1"/>
                      <a:pt x="318" y="1"/>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8" name="Google Shape;4788;p107"/>
              <p:cNvSpPr/>
              <p:nvPr/>
            </p:nvSpPr>
            <p:spPr>
              <a:xfrm>
                <a:off x="2557853" y="3552653"/>
                <a:ext cx="67898" cy="39411"/>
              </a:xfrm>
              <a:custGeom>
                <a:rect b="b" l="l" r="r" t="t"/>
                <a:pathLst>
                  <a:path extrusionOk="0" h="956" w="1647">
                    <a:moveTo>
                      <a:pt x="1201" y="1"/>
                    </a:moveTo>
                    <a:cubicBezTo>
                      <a:pt x="1141" y="1"/>
                      <a:pt x="1083" y="19"/>
                      <a:pt x="1034" y="64"/>
                    </a:cubicBezTo>
                    <a:cubicBezTo>
                      <a:pt x="952" y="136"/>
                      <a:pt x="938" y="310"/>
                      <a:pt x="906" y="405"/>
                    </a:cubicBezTo>
                    <a:cubicBezTo>
                      <a:pt x="837" y="594"/>
                      <a:pt x="672" y="743"/>
                      <a:pt x="509" y="743"/>
                    </a:cubicBezTo>
                    <a:cubicBezTo>
                      <a:pt x="405" y="743"/>
                      <a:pt x="301" y="682"/>
                      <a:pt x="222" y="533"/>
                    </a:cubicBezTo>
                    <a:cubicBezTo>
                      <a:pt x="203" y="498"/>
                      <a:pt x="172" y="483"/>
                      <a:pt x="141" y="483"/>
                    </a:cubicBezTo>
                    <a:cubicBezTo>
                      <a:pt x="72" y="483"/>
                      <a:pt x="1" y="556"/>
                      <a:pt x="45" y="638"/>
                    </a:cubicBezTo>
                    <a:cubicBezTo>
                      <a:pt x="146" y="833"/>
                      <a:pt x="331" y="956"/>
                      <a:pt x="535" y="956"/>
                    </a:cubicBezTo>
                    <a:cubicBezTo>
                      <a:pt x="607" y="956"/>
                      <a:pt x="682" y="940"/>
                      <a:pt x="756" y="907"/>
                    </a:cubicBezTo>
                    <a:cubicBezTo>
                      <a:pt x="879" y="852"/>
                      <a:pt x="965" y="752"/>
                      <a:pt x="1034" y="634"/>
                    </a:cubicBezTo>
                    <a:cubicBezTo>
                      <a:pt x="1099" y="513"/>
                      <a:pt x="1151" y="241"/>
                      <a:pt x="1281" y="241"/>
                    </a:cubicBezTo>
                    <a:cubicBezTo>
                      <a:pt x="1323" y="241"/>
                      <a:pt x="1374" y="270"/>
                      <a:pt x="1435" y="341"/>
                    </a:cubicBezTo>
                    <a:cubicBezTo>
                      <a:pt x="1456" y="365"/>
                      <a:pt x="1480" y="375"/>
                      <a:pt x="1503" y="375"/>
                    </a:cubicBezTo>
                    <a:cubicBezTo>
                      <a:pt x="1578" y="375"/>
                      <a:pt x="1647" y="272"/>
                      <a:pt x="1581" y="196"/>
                    </a:cubicBezTo>
                    <a:cubicBezTo>
                      <a:pt x="1501" y="103"/>
                      <a:pt x="1344" y="1"/>
                      <a:pt x="1201" y="1"/>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9" name="Google Shape;4789;p107"/>
              <p:cNvSpPr/>
              <p:nvPr/>
            </p:nvSpPr>
            <p:spPr>
              <a:xfrm>
                <a:off x="2380255" y="3591487"/>
                <a:ext cx="74617" cy="23539"/>
              </a:xfrm>
              <a:custGeom>
                <a:rect b="b" l="l" r="r" t="t"/>
                <a:pathLst>
                  <a:path extrusionOk="0" h="571" w="1810">
                    <a:moveTo>
                      <a:pt x="1375" y="1"/>
                    </a:moveTo>
                    <a:cubicBezTo>
                      <a:pt x="1340" y="1"/>
                      <a:pt x="1304" y="5"/>
                      <a:pt x="1267" y="14"/>
                    </a:cubicBezTo>
                    <a:cubicBezTo>
                      <a:pt x="1167" y="42"/>
                      <a:pt x="1085" y="106"/>
                      <a:pt x="1003" y="165"/>
                    </a:cubicBezTo>
                    <a:cubicBezTo>
                      <a:pt x="920" y="229"/>
                      <a:pt x="644" y="375"/>
                      <a:pt x="443" y="375"/>
                    </a:cubicBezTo>
                    <a:cubicBezTo>
                      <a:pt x="311" y="375"/>
                      <a:pt x="212" y="313"/>
                      <a:pt x="219" y="124"/>
                    </a:cubicBezTo>
                    <a:cubicBezTo>
                      <a:pt x="219" y="58"/>
                      <a:pt x="168" y="25"/>
                      <a:pt x="116" y="25"/>
                    </a:cubicBezTo>
                    <a:cubicBezTo>
                      <a:pt x="64" y="25"/>
                      <a:pt x="12" y="58"/>
                      <a:pt x="9" y="124"/>
                    </a:cubicBezTo>
                    <a:cubicBezTo>
                      <a:pt x="1" y="388"/>
                      <a:pt x="192" y="539"/>
                      <a:pt x="443" y="567"/>
                    </a:cubicBezTo>
                    <a:cubicBezTo>
                      <a:pt x="468" y="569"/>
                      <a:pt x="494" y="570"/>
                      <a:pt x="521" y="570"/>
                    </a:cubicBezTo>
                    <a:cubicBezTo>
                      <a:pt x="641" y="570"/>
                      <a:pt x="776" y="547"/>
                      <a:pt x="880" y="502"/>
                    </a:cubicBezTo>
                    <a:cubicBezTo>
                      <a:pt x="1014" y="445"/>
                      <a:pt x="1214" y="214"/>
                      <a:pt x="1388" y="214"/>
                    </a:cubicBezTo>
                    <a:cubicBezTo>
                      <a:pt x="1463" y="214"/>
                      <a:pt x="1533" y="257"/>
                      <a:pt x="1591" y="375"/>
                    </a:cubicBezTo>
                    <a:cubicBezTo>
                      <a:pt x="1609" y="412"/>
                      <a:pt x="1639" y="427"/>
                      <a:pt x="1669" y="427"/>
                    </a:cubicBezTo>
                    <a:cubicBezTo>
                      <a:pt x="1737" y="427"/>
                      <a:pt x="1809" y="352"/>
                      <a:pt x="1768" y="270"/>
                    </a:cubicBezTo>
                    <a:cubicBezTo>
                      <a:pt x="1689" y="107"/>
                      <a:pt x="1547" y="1"/>
                      <a:pt x="1375" y="1"/>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0" name="Google Shape;4790;p107"/>
              <p:cNvSpPr/>
              <p:nvPr/>
            </p:nvSpPr>
            <p:spPr>
              <a:xfrm>
                <a:off x="2432116" y="3544284"/>
                <a:ext cx="77503" cy="33351"/>
              </a:xfrm>
              <a:custGeom>
                <a:rect b="b" l="l" r="r" t="t"/>
                <a:pathLst>
                  <a:path extrusionOk="0" h="809" w="1880">
                    <a:moveTo>
                      <a:pt x="99" y="1"/>
                    </a:moveTo>
                    <a:cubicBezTo>
                      <a:pt x="48" y="1"/>
                      <a:pt x="0" y="33"/>
                      <a:pt x="5" y="98"/>
                    </a:cubicBezTo>
                    <a:cubicBezTo>
                      <a:pt x="28" y="353"/>
                      <a:pt x="96" y="622"/>
                      <a:pt x="392" y="654"/>
                    </a:cubicBezTo>
                    <a:cubicBezTo>
                      <a:pt x="407" y="655"/>
                      <a:pt x="423" y="656"/>
                      <a:pt x="438" y="656"/>
                    </a:cubicBezTo>
                    <a:cubicBezTo>
                      <a:pt x="550" y="656"/>
                      <a:pt x="660" y="616"/>
                      <a:pt x="756" y="567"/>
                    </a:cubicBezTo>
                    <a:cubicBezTo>
                      <a:pt x="917" y="488"/>
                      <a:pt x="1078" y="426"/>
                      <a:pt x="1225" y="426"/>
                    </a:cubicBezTo>
                    <a:cubicBezTo>
                      <a:pt x="1399" y="426"/>
                      <a:pt x="1552" y="512"/>
                      <a:pt x="1663" y="754"/>
                    </a:cubicBezTo>
                    <a:cubicBezTo>
                      <a:pt x="1680" y="793"/>
                      <a:pt x="1709" y="808"/>
                      <a:pt x="1739" y="808"/>
                    </a:cubicBezTo>
                    <a:cubicBezTo>
                      <a:pt x="1806" y="808"/>
                      <a:pt x="1879" y="731"/>
                      <a:pt x="1842" y="649"/>
                    </a:cubicBezTo>
                    <a:cubicBezTo>
                      <a:pt x="1728" y="403"/>
                      <a:pt x="1522" y="229"/>
                      <a:pt x="1244" y="202"/>
                    </a:cubicBezTo>
                    <a:cubicBezTo>
                      <a:pt x="1226" y="201"/>
                      <a:pt x="1207" y="200"/>
                      <a:pt x="1188" y="200"/>
                    </a:cubicBezTo>
                    <a:cubicBezTo>
                      <a:pt x="1092" y="200"/>
                      <a:pt x="995" y="219"/>
                      <a:pt x="903" y="252"/>
                    </a:cubicBezTo>
                    <a:cubicBezTo>
                      <a:pt x="825" y="284"/>
                      <a:pt x="766" y="334"/>
                      <a:pt x="693" y="366"/>
                    </a:cubicBezTo>
                    <a:cubicBezTo>
                      <a:pt x="634" y="396"/>
                      <a:pt x="575" y="410"/>
                      <a:pt x="520" y="410"/>
                    </a:cubicBezTo>
                    <a:cubicBezTo>
                      <a:pt x="361" y="410"/>
                      <a:pt x="231" y="294"/>
                      <a:pt x="214" y="98"/>
                    </a:cubicBezTo>
                    <a:cubicBezTo>
                      <a:pt x="207" y="34"/>
                      <a:pt x="152" y="1"/>
                      <a:pt x="99" y="1"/>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1" name="Google Shape;4791;p107"/>
              <p:cNvSpPr/>
              <p:nvPr/>
            </p:nvSpPr>
            <p:spPr>
              <a:xfrm>
                <a:off x="2543465" y="3657117"/>
                <a:ext cx="78451" cy="38339"/>
              </a:xfrm>
              <a:custGeom>
                <a:rect b="b" l="l" r="r" t="t"/>
                <a:pathLst>
                  <a:path extrusionOk="0" h="930" w="1903">
                    <a:moveTo>
                      <a:pt x="1312" y="0"/>
                    </a:moveTo>
                    <a:cubicBezTo>
                      <a:pt x="1246" y="0"/>
                      <a:pt x="1183" y="20"/>
                      <a:pt x="1128" y="68"/>
                    </a:cubicBezTo>
                    <a:cubicBezTo>
                      <a:pt x="1041" y="145"/>
                      <a:pt x="1036" y="260"/>
                      <a:pt x="996" y="359"/>
                    </a:cubicBezTo>
                    <a:cubicBezTo>
                      <a:pt x="902" y="588"/>
                      <a:pt x="704" y="717"/>
                      <a:pt x="486" y="717"/>
                    </a:cubicBezTo>
                    <a:cubicBezTo>
                      <a:pt x="394" y="717"/>
                      <a:pt x="299" y="694"/>
                      <a:pt x="207" y="647"/>
                    </a:cubicBezTo>
                    <a:cubicBezTo>
                      <a:pt x="191" y="639"/>
                      <a:pt x="174" y="635"/>
                      <a:pt x="159" y="635"/>
                    </a:cubicBezTo>
                    <a:cubicBezTo>
                      <a:pt x="64" y="635"/>
                      <a:pt x="0" y="774"/>
                      <a:pt x="102" y="829"/>
                    </a:cubicBezTo>
                    <a:cubicBezTo>
                      <a:pt x="231" y="893"/>
                      <a:pt x="368" y="929"/>
                      <a:pt x="503" y="929"/>
                    </a:cubicBezTo>
                    <a:cubicBezTo>
                      <a:pt x="647" y="929"/>
                      <a:pt x="789" y="889"/>
                      <a:pt x="918" y="797"/>
                    </a:cubicBezTo>
                    <a:cubicBezTo>
                      <a:pt x="1023" y="719"/>
                      <a:pt x="1105" y="620"/>
                      <a:pt x="1160" y="506"/>
                    </a:cubicBezTo>
                    <a:cubicBezTo>
                      <a:pt x="1205" y="405"/>
                      <a:pt x="1196" y="342"/>
                      <a:pt x="1292" y="273"/>
                    </a:cubicBezTo>
                    <a:cubicBezTo>
                      <a:pt x="1326" y="249"/>
                      <a:pt x="1360" y="239"/>
                      <a:pt x="1394" y="239"/>
                    </a:cubicBezTo>
                    <a:cubicBezTo>
                      <a:pt x="1503" y="239"/>
                      <a:pt x="1613" y="340"/>
                      <a:pt x="1707" y="405"/>
                    </a:cubicBezTo>
                    <a:cubicBezTo>
                      <a:pt x="1726" y="419"/>
                      <a:pt x="1744" y="425"/>
                      <a:pt x="1762" y="425"/>
                    </a:cubicBezTo>
                    <a:cubicBezTo>
                      <a:pt x="1846" y="425"/>
                      <a:pt x="1902" y="291"/>
                      <a:pt x="1812" y="227"/>
                    </a:cubicBezTo>
                    <a:cubicBezTo>
                      <a:pt x="1688" y="138"/>
                      <a:pt x="1489" y="0"/>
                      <a:pt x="1312" y="0"/>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2" name="Google Shape;4792;p107"/>
              <p:cNvSpPr/>
              <p:nvPr/>
            </p:nvSpPr>
            <p:spPr>
              <a:xfrm>
                <a:off x="2436899" y="3648789"/>
                <a:ext cx="76514" cy="26425"/>
              </a:xfrm>
              <a:custGeom>
                <a:rect b="b" l="l" r="r" t="t"/>
                <a:pathLst>
                  <a:path extrusionOk="0" h="641" w="1856">
                    <a:moveTo>
                      <a:pt x="1339" y="0"/>
                    </a:moveTo>
                    <a:cubicBezTo>
                      <a:pt x="1309" y="0"/>
                      <a:pt x="1278" y="3"/>
                      <a:pt x="1246" y="10"/>
                    </a:cubicBezTo>
                    <a:cubicBezTo>
                      <a:pt x="1137" y="33"/>
                      <a:pt x="1078" y="88"/>
                      <a:pt x="1006" y="165"/>
                    </a:cubicBezTo>
                    <a:cubicBezTo>
                      <a:pt x="905" y="270"/>
                      <a:pt x="842" y="393"/>
                      <a:pt x="682" y="425"/>
                    </a:cubicBezTo>
                    <a:cubicBezTo>
                      <a:pt x="654" y="431"/>
                      <a:pt x="627" y="434"/>
                      <a:pt x="600" y="434"/>
                    </a:cubicBezTo>
                    <a:cubicBezTo>
                      <a:pt x="446" y="434"/>
                      <a:pt x="312" y="337"/>
                      <a:pt x="226" y="202"/>
                    </a:cubicBezTo>
                    <a:cubicBezTo>
                      <a:pt x="205" y="168"/>
                      <a:pt x="174" y="154"/>
                      <a:pt x="144" y="154"/>
                    </a:cubicBezTo>
                    <a:cubicBezTo>
                      <a:pt x="73" y="154"/>
                      <a:pt x="1" y="227"/>
                      <a:pt x="49" y="307"/>
                    </a:cubicBezTo>
                    <a:cubicBezTo>
                      <a:pt x="172" y="504"/>
                      <a:pt x="361" y="641"/>
                      <a:pt x="596" y="641"/>
                    </a:cubicBezTo>
                    <a:cubicBezTo>
                      <a:pt x="610" y="641"/>
                      <a:pt x="625" y="640"/>
                      <a:pt x="640" y="639"/>
                    </a:cubicBezTo>
                    <a:cubicBezTo>
                      <a:pt x="768" y="630"/>
                      <a:pt x="891" y="580"/>
                      <a:pt x="987" y="502"/>
                    </a:cubicBezTo>
                    <a:cubicBezTo>
                      <a:pt x="1023" y="471"/>
                      <a:pt x="1051" y="435"/>
                      <a:pt x="1088" y="402"/>
                    </a:cubicBezTo>
                    <a:cubicBezTo>
                      <a:pt x="1163" y="335"/>
                      <a:pt x="1266" y="295"/>
                      <a:pt x="1365" y="295"/>
                    </a:cubicBezTo>
                    <a:cubicBezTo>
                      <a:pt x="1470" y="295"/>
                      <a:pt x="1571" y="340"/>
                      <a:pt x="1629" y="448"/>
                    </a:cubicBezTo>
                    <a:cubicBezTo>
                      <a:pt x="1651" y="483"/>
                      <a:pt x="1682" y="498"/>
                      <a:pt x="1714" y="498"/>
                    </a:cubicBezTo>
                    <a:cubicBezTo>
                      <a:pt x="1785" y="498"/>
                      <a:pt x="1856" y="425"/>
                      <a:pt x="1812" y="343"/>
                    </a:cubicBezTo>
                    <a:cubicBezTo>
                      <a:pt x="1708" y="160"/>
                      <a:pt x="1549" y="0"/>
                      <a:pt x="1339" y="0"/>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3" name="Google Shape;4793;p107"/>
              <p:cNvSpPr/>
              <p:nvPr/>
            </p:nvSpPr>
            <p:spPr>
              <a:xfrm>
                <a:off x="2435167" y="3729961"/>
                <a:ext cx="68846" cy="32403"/>
              </a:xfrm>
              <a:custGeom>
                <a:rect b="b" l="l" r="r" t="t"/>
                <a:pathLst>
                  <a:path extrusionOk="0" h="786" w="1670">
                    <a:moveTo>
                      <a:pt x="101" y="0"/>
                    </a:moveTo>
                    <a:cubicBezTo>
                      <a:pt x="50" y="0"/>
                      <a:pt x="1" y="33"/>
                      <a:pt x="3" y="101"/>
                    </a:cubicBezTo>
                    <a:cubicBezTo>
                      <a:pt x="13" y="320"/>
                      <a:pt x="154" y="493"/>
                      <a:pt x="377" y="534"/>
                    </a:cubicBezTo>
                    <a:cubicBezTo>
                      <a:pt x="413" y="541"/>
                      <a:pt x="450" y="544"/>
                      <a:pt x="487" y="544"/>
                    </a:cubicBezTo>
                    <a:cubicBezTo>
                      <a:pt x="593" y="544"/>
                      <a:pt x="699" y="518"/>
                      <a:pt x="796" y="484"/>
                    </a:cubicBezTo>
                    <a:cubicBezTo>
                      <a:pt x="899" y="447"/>
                      <a:pt x="1009" y="378"/>
                      <a:pt x="1122" y="378"/>
                    </a:cubicBezTo>
                    <a:cubicBezTo>
                      <a:pt x="1176" y="378"/>
                      <a:pt x="1230" y="393"/>
                      <a:pt x="1284" y="434"/>
                    </a:cubicBezTo>
                    <a:cubicBezTo>
                      <a:pt x="1370" y="498"/>
                      <a:pt x="1416" y="635"/>
                      <a:pt x="1458" y="730"/>
                    </a:cubicBezTo>
                    <a:cubicBezTo>
                      <a:pt x="1474" y="769"/>
                      <a:pt x="1502" y="785"/>
                      <a:pt x="1532" y="785"/>
                    </a:cubicBezTo>
                    <a:cubicBezTo>
                      <a:pt x="1597" y="785"/>
                      <a:pt x="1670" y="710"/>
                      <a:pt x="1635" y="626"/>
                    </a:cubicBezTo>
                    <a:cubicBezTo>
                      <a:pt x="1553" y="434"/>
                      <a:pt x="1444" y="220"/>
                      <a:pt x="1221" y="174"/>
                    </a:cubicBezTo>
                    <a:cubicBezTo>
                      <a:pt x="1207" y="171"/>
                      <a:pt x="1192" y="170"/>
                      <a:pt x="1176" y="170"/>
                    </a:cubicBezTo>
                    <a:cubicBezTo>
                      <a:pt x="1002" y="170"/>
                      <a:pt x="670" y="327"/>
                      <a:pt x="444" y="327"/>
                    </a:cubicBezTo>
                    <a:cubicBezTo>
                      <a:pt x="312" y="327"/>
                      <a:pt x="215" y="273"/>
                      <a:pt x="209" y="101"/>
                    </a:cubicBezTo>
                    <a:cubicBezTo>
                      <a:pt x="207" y="35"/>
                      <a:pt x="153" y="0"/>
                      <a:pt x="101" y="0"/>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4" name="Google Shape;4794;p107"/>
              <p:cNvSpPr/>
              <p:nvPr/>
            </p:nvSpPr>
            <p:spPr>
              <a:xfrm>
                <a:off x="2512711" y="3740309"/>
                <a:ext cx="75194" cy="51902"/>
              </a:xfrm>
              <a:custGeom>
                <a:rect b="b" l="l" r="r" t="t"/>
                <a:pathLst>
                  <a:path extrusionOk="0" h="1259" w="1824">
                    <a:moveTo>
                      <a:pt x="1696" y="1"/>
                    </a:moveTo>
                    <a:cubicBezTo>
                      <a:pt x="1694" y="1"/>
                      <a:pt x="1693" y="1"/>
                      <a:pt x="1691" y="1"/>
                    </a:cubicBezTo>
                    <a:cubicBezTo>
                      <a:pt x="1427" y="10"/>
                      <a:pt x="1231" y="129"/>
                      <a:pt x="1108" y="361"/>
                    </a:cubicBezTo>
                    <a:cubicBezTo>
                      <a:pt x="1035" y="497"/>
                      <a:pt x="1008" y="661"/>
                      <a:pt x="921" y="794"/>
                    </a:cubicBezTo>
                    <a:cubicBezTo>
                      <a:pt x="782" y="1005"/>
                      <a:pt x="556" y="1053"/>
                      <a:pt x="326" y="1053"/>
                    </a:cubicBezTo>
                    <a:cubicBezTo>
                      <a:pt x="263" y="1053"/>
                      <a:pt x="199" y="1049"/>
                      <a:pt x="137" y="1044"/>
                    </a:cubicBezTo>
                    <a:cubicBezTo>
                      <a:pt x="133" y="1044"/>
                      <a:pt x="129" y="1044"/>
                      <a:pt x="125" y="1044"/>
                    </a:cubicBezTo>
                    <a:cubicBezTo>
                      <a:pt x="1" y="1044"/>
                      <a:pt x="9" y="1240"/>
                      <a:pt x="137" y="1250"/>
                    </a:cubicBezTo>
                    <a:cubicBezTo>
                      <a:pt x="201" y="1255"/>
                      <a:pt x="267" y="1258"/>
                      <a:pt x="333" y="1258"/>
                    </a:cubicBezTo>
                    <a:cubicBezTo>
                      <a:pt x="562" y="1258"/>
                      <a:pt x="794" y="1217"/>
                      <a:pt x="972" y="1059"/>
                    </a:cubicBezTo>
                    <a:cubicBezTo>
                      <a:pt x="1263" y="794"/>
                      <a:pt x="1203" y="224"/>
                      <a:pt x="1691" y="205"/>
                    </a:cubicBezTo>
                    <a:cubicBezTo>
                      <a:pt x="1822" y="201"/>
                      <a:pt x="1824" y="1"/>
                      <a:pt x="1696" y="1"/>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5" name="Google Shape;4795;p107"/>
              <p:cNvSpPr/>
              <p:nvPr/>
            </p:nvSpPr>
            <p:spPr>
              <a:xfrm>
                <a:off x="2455367" y="3138547"/>
                <a:ext cx="100218" cy="236054"/>
              </a:xfrm>
              <a:custGeom>
                <a:rect b="b" l="l" r="r" t="t"/>
                <a:pathLst>
                  <a:path extrusionOk="0" h="5726" w="2431">
                    <a:moveTo>
                      <a:pt x="1340" y="1"/>
                    </a:moveTo>
                    <a:cubicBezTo>
                      <a:pt x="448" y="1"/>
                      <a:pt x="325" y="1107"/>
                      <a:pt x="325" y="1107"/>
                    </a:cubicBezTo>
                    <a:lnTo>
                      <a:pt x="1" y="5373"/>
                    </a:lnTo>
                    <a:cubicBezTo>
                      <a:pt x="1" y="5373"/>
                      <a:pt x="425" y="5726"/>
                      <a:pt x="1009" y="5726"/>
                    </a:cubicBezTo>
                    <a:cubicBezTo>
                      <a:pt x="1085" y="5726"/>
                      <a:pt x="1164" y="5720"/>
                      <a:pt x="1246" y="5706"/>
                    </a:cubicBezTo>
                    <a:cubicBezTo>
                      <a:pt x="1947" y="5592"/>
                      <a:pt x="2430" y="5090"/>
                      <a:pt x="2430" y="5090"/>
                    </a:cubicBezTo>
                    <a:lnTo>
                      <a:pt x="1652" y="41"/>
                    </a:lnTo>
                    <a:cubicBezTo>
                      <a:pt x="1539" y="13"/>
                      <a:pt x="1435" y="1"/>
                      <a:pt x="1340"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6" name="Google Shape;4796;p107"/>
              <p:cNvSpPr/>
              <p:nvPr/>
            </p:nvSpPr>
            <p:spPr>
              <a:xfrm>
                <a:off x="2337010" y="3782029"/>
                <a:ext cx="443457" cy="399099"/>
              </a:xfrm>
              <a:custGeom>
                <a:rect b="b" l="l" r="r" t="t"/>
                <a:pathLst>
                  <a:path extrusionOk="0" h="9681" w="10757">
                    <a:moveTo>
                      <a:pt x="7052" y="1"/>
                    </a:moveTo>
                    <a:lnTo>
                      <a:pt x="2247" y="347"/>
                    </a:lnTo>
                    <a:cubicBezTo>
                      <a:pt x="2247" y="347"/>
                      <a:pt x="1505" y="1359"/>
                      <a:pt x="1191" y="3137"/>
                    </a:cubicBezTo>
                    <a:cubicBezTo>
                      <a:pt x="840" y="5078"/>
                      <a:pt x="1" y="6892"/>
                      <a:pt x="2840" y="8979"/>
                    </a:cubicBezTo>
                    <a:cubicBezTo>
                      <a:pt x="3502" y="9466"/>
                      <a:pt x="4390" y="9680"/>
                      <a:pt x="5324" y="9680"/>
                    </a:cubicBezTo>
                    <a:cubicBezTo>
                      <a:pt x="7872" y="9680"/>
                      <a:pt x="10756" y="8081"/>
                      <a:pt x="10270" y="6040"/>
                    </a:cubicBezTo>
                    <a:cubicBezTo>
                      <a:pt x="9604" y="3250"/>
                      <a:pt x="7052" y="1"/>
                      <a:pt x="7052" y="1"/>
                    </a:cubicBezTo>
                    <a:close/>
                  </a:path>
                </a:pathLst>
              </a:custGeom>
              <a:solidFill>
                <a:srgbClr val="581D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7" name="Google Shape;4797;p107"/>
              <p:cNvSpPr/>
              <p:nvPr/>
            </p:nvSpPr>
            <p:spPr>
              <a:xfrm>
                <a:off x="2573559" y="3809072"/>
                <a:ext cx="105660" cy="54005"/>
              </a:xfrm>
              <a:custGeom>
                <a:rect b="b" l="l" r="r" t="t"/>
                <a:pathLst>
                  <a:path extrusionOk="0" h="1310" w="2563">
                    <a:moveTo>
                      <a:pt x="70" y="1"/>
                    </a:moveTo>
                    <a:lnTo>
                      <a:pt x="1" y="10"/>
                    </a:lnTo>
                    <a:cubicBezTo>
                      <a:pt x="1" y="28"/>
                      <a:pt x="70" y="479"/>
                      <a:pt x="890" y="1026"/>
                    </a:cubicBezTo>
                    <a:cubicBezTo>
                      <a:pt x="1218" y="1245"/>
                      <a:pt x="1541" y="1309"/>
                      <a:pt x="1820" y="1309"/>
                    </a:cubicBezTo>
                    <a:cubicBezTo>
                      <a:pt x="2248" y="1309"/>
                      <a:pt x="2558" y="1154"/>
                      <a:pt x="2563" y="1154"/>
                    </a:cubicBezTo>
                    <a:lnTo>
                      <a:pt x="2531" y="1090"/>
                    </a:lnTo>
                    <a:cubicBezTo>
                      <a:pt x="2528" y="1093"/>
                      <a:pt x="2231" y="1241"/>
                      <a:pt x="1821" y="1241"/>
                    </a:cubicBezTo>
                    <a:cubicBezTo>
                      <a:pt x="1554" y="1241"/>
                      <a:pt x="1239" y="1178"/>
                      <a:pt x="926" y="971"/>
                    </a:cubicBezTo>
                    <a:cubicBezTo>
                      <a:pt x="138" y="443"/>
                      <a:pt x="70" y="5"/>
                      <a:pt x="70"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8" name="Google Shape;4798;p107"/>
              <p:cNvSpPr/>
              <p:nvPr/>
            </p:nvSpPr>
            <p:spPr>
              <a:xfrm>
                <a:off x="2410886" y="3802847"/>
                <a:ext cx="233375" cy="19829"/>
              </a:xfrm>
              <a:custGeom>
                <a:rect b="b" l="l" r="r" t="t"/>
                <a:pathLst>
                  <a:path extrusionOk="0" h="481" w="5661">
                    <a:moveTo>
                      <a:pt x="5657" y="1"/>
                    </a:moveTo>
                    <a:lnTo>
                      <a:pt x="0" y="407"/>
                    </a:lnTo>
                    <a:lnTo>
                      <a:pt x="5" y="480"/>
                    </a:lnTo>
                    <a:lnTo>
                      <a:pt x="5661" y="70"/>
                    </a:lnTo>
                    <a:lnTo>
                      <a:pt x="5657"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9" name="Google Shape;4799;p107"/>
              <p:cNvSpPr/>
              <p:nvPr/>
            </p:nvSpPr>
            <p:spPr>
              <a:xfrm>
                <a:off x="2486245" y="3811711"/>
                <a:ext cx="644264" cy="509665"/>
              </a:xfrm>
              <a:custGeom>
                <a:rect b="b" l="l" r="r" t="t"/>
                <a:pathLst>
                  <a:path extrusionOk="0" h="12363" w="15628">
                    <a:moveTo>
                      <a:pt x="3596" y="0"/>
                    </a:moveTo>
                    <a:cubicBezTo>
                      <a:pt x="642" y="465"/>
                      <a:pt x="0" y="2630"/>
                      <a:pt x="619" y="3801"/>
                    </a:cubicBezTo>
                    <a:cubicBezTo>
                      <a:pt x="1235" y="4977"/>
                      <a:pt x="10167" y="10848"/>
                      <a:pt x="12060" y="11786"/>
                    </a:cubicBezTo>
                    <a:cubicBezTo>
                      <a:pt x="12829" y="12170"/>
                      <a:pt x="13449" y="12363"/>
                      <a:pt x="13938" y="12363"/>
                    </a:cubicBezTo>
                    <a:cubicBezTo>
                      <a:pt x="14651" y="12363"/>
                      <a:pt x="15083" y="11953"/>
                      <a:pt x="15287" y="11130"/>
                    </a:cubicBezTo>
                    <a:cubicBezTo>
                      <a:pt x="15628" y="9745"/>
                      <a:pt x="12538" y="7908"/>
                      <a:pt x="9029" y="4321"/>
                    </a:cubicBezTo>
                    <a:cubicBezTo>
                      <a:pt x="5519" y="734"/>
                      <a:pt x="3596" y="0"/>
                      <a:pt x="3596" y="0"/>
                    </a:cubicBezTo>
                    <a:close/>
                  </a:path>
                </a:pathLst>
              </a:custGeom>
              <a:solidFill>
                <a:srgbClr val="581D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0" name="Google Shape;4800;p107"/>
              <p:cNvSpPr/>
              <p:nvPr/>
            </p:nvSpPr>
            <p:spPr>
              <a:xfrm>
                <a:off x="2048806" y="4157629"/>
                <a:ext cx="303292" cy="112585"/>
              </a:xfrm>
              <a:custGeom>
                <a:rect b="b" l="l" r="r" t="t"/>
                <a:pathLst>
                  <a:path extrusionOk="0" h="2731" w="7357">
                    <a:moveTo>
                      <a:pt x="7051" y="0"/>
                    </a:moveTo>
                    <a:cubicBezTo>
                      <a:pt x="4166" y="328"/>
                      <a:pt x="1732" y="730"/>
                      <a:pt x="1190" y="953"/>
                    </a:cubicBezTo>
                    <a:cubicBezTo>
                      <a:pt x="620" y="1190"/>
                      <a:pt x="1" y="2005"/>
                      <a:pt x="1281" y="2202"/>
                    </a:cubicBezTo>
                    <a:cubicBezTo>
                      <a:pt x="1696" y="2270"/>
                      <a:pt x="4171" y="2480"/>
                      <a:pt x="7357" y="2730"/>
                    </a:cubicBezTo>
                    <a:lnTo>
                      <a:pt x="7051" y="0"/>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1" name="Google Shape;4801;p107"/>
              <p:cNvSpPr/>
              <p:nvPr/>
            </p:nvSpPr>
            <p:spPr>
              <a:xfrm>
                <a:off x="2339443" y="4135615"/>
                <a:ext cx="807062" cy="184028"/>
              </a:xfrm>
              <a:custGeom>
                <a:rect b="b" l="l" r="r" t="t"/>
                <a:pathLst>
                  <a:path extrusionOk="0" h="4464" w="19577">
                    <a:moveTo>
                      <a:pt x="7821" y="1"/>
                    </a:moveTo>
                    <a:cubicBezTo>
                      <a:pt x="5546" y="1"/>
                      <a:pt x="2593" y="237"/>
                      <a:pt x="1" y="534"/>
                    </a:cubicBezTo>
                    <a:lnTo>
                      <a:pt x="307" y="3264"/>
                    </a:lnTo>
                    <a:cubicBezTo>
                      <a:pt x="6755" y="3780"/>
                      <a:pt x="16138" y="4464"/>
                      <a:pt x="17380" y="4464"/>
                    </a:cubicBezTo>
                    <a:cubicBezTo>
                      <a:pt x="17400" y="4464"/>
                      <a:pt x="17418" y="4464"/>
                      <a:pt x="17434" y="4463"/>
                    </a:cubicBezTo>
                    <a:cubicBezTo>
                      <a:pt x="18902" y="4422"/>
                      <a:pt x="19576" y="1961"/>
                      <a:pt x="17266" y="1432"/>
                    </a:cubicBezTo>
                    <a:cubicBezTo>
                      <a:pt x="17266" y="1432"/>
                      <a:pt x="14039" y="570"/>
                      <a:pt x="9927" y="97"/>
                    </a:cubicBezTo>
                    <a:cubicBezTo>
                      <a:pt x="9340" y="30"/>
                      <a:pt x="8622" y="1"/>
                      <a:pt x="7821" y="1"/>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2" name="Google Shape;4802;p107"/>
              <p:cNvSpPr/>
              <p:nvPr/>
            </p:nvSpPr>
            <p:spPr>
              <a:xfrm>
                <a:off x="2621710" y="3397935"/>
                <a:ext cx="380342" cy="438057"/>
              </a:xfrm>
              <a:custGeom>
                <a:rect b="b" l="l" r="r" t="t"/>
                <a:pathLst>
                  <a:path extrusionOk="0" h="10626" w="9226">
                    <a:moveTo>
                      <a:pt x="1711" y="1"/>
                    </a:moveTo>
                    <a:cubicBezTo>
                      <a:pt x="1535" y="1"/>
                      <a:pt x="1349" y="30"/>
                      <a:pt x="1153" y="98"/>
                    </a:cubicBezTo>
                    <a:cubicBezTo>
                      <a:pt x="0" y="498"/>
                      <a:pt x="528" y="2098"/>
                      <a:pt x="775" y="2439"/>
                    </a:cubicBezTo>
                    <a:cubicBezTo>
                      <a:pt x="775" y="2439"/>
                      <a:pt x="5947" y="9650"/>
                      <a:pt x="7301" y="10430"/>
                    </a:cubicBezTo>
                    <a:cubicBezTo>
                      <a:pt x="7538" y="10566"/>
                      <a:pt x="7753" y="10626"/>
                      <a:pt x="7945" y="10626"/>
                    </a:cubicBezTo>
                    <a:cubicBezTo>
                      <a:pt x="8850" y="10626"/>
                      <a:pt x="9225" y="9295"/>
                      <a:pt x="8801" y="8415"/>
                    </a:cubicBezTo>
                    <a:cubicBezTo>
                      <a:pt x="8286" y="7344"/>
                      <a:pt x="3947" y="1269"/>
                      <a:pt x="3518" y="950"/>
                    </a:cubicBezTo>
                    <a:cubicBezTo>
                      <a:pt x="3163" y="685"/>
                      <a:pt x="2561" y="1"/>
                      <a:pt x="1711"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3" name="Google Shape;4803;p107"/>
              <p:cNvSpPr/>
              <p:nvPr/>
            </p:nvSpPr>
            <p:spPr>
              <a:xfrm>
                <a:off x="2646693" y="3412364"/>
                <a:ext cx="178917" cy="156037"/>
              </a:xfrm>
              <a:custGeom>
                <a:rect b="b" l="l" r="r" t="t"/>
                <a:pathLst>
                  <a:path extrusionOk="0" h="3785" w="4340">
                    <a:moveTo>
                      <a:pt x="1829" y="1"/>
                    </a:moveTo>
                    <a:cubicBezTo>
                      <a:pt x="1724" y="1"/>
                      <a:pt x="1614" y="10"/>
                      <a:pt x="1500" y="30"/>
                    </a:cubicBezTo>
                    <a:cubicBezTo>
                      <a:pt x="101" y="271"/>
                      <a:pt x="0" y="1543"/>
                      <a:pt x="410" y="2254"/>
                    </a:cubicBezTo>
                    <a:cubicBezTo>
                      <a:pt x="816" y="2965"/>
                      <a:pt x="1605" y="3785"/>
                      <a:pt x="1605" y="3785"/>
                    </a:cubicBezTo>
                    <a:lnTo>
                      <a:pt x="4339" y="2418"/>
                    </a:lnTo>
                    <a:lnTo>
                      <a:pt x="3574" y="1142"/>
                    </a:lnTo>
                    <a:cubicBezTo>
                      <a:pt x="3574" y="1142"/>
                      <a:pt x="3005" y="1"/>
                      <a:pt x="1829" y="1"/>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4" name="Google Shape;4804;p107"/>
              <p:cNvSpPr/>
              <p:nvPr/>
            </p:nvSpPr>
            <p:spPr>
              <a:xfrm>
                <a:off x="2572281" y="3341787"/>
                <a:ext cx="216844" cy="299747"/>
              </a:xfrm>
              <a:custGeom>
                <a:rect b="b" l="l" r="r" t="t"/>
                <a:pathLst>
                  <a:path extrusionOk="0" h="7271" w="5260">
                    <a:moveTo>
                      <a:pt x="2493" y="0"/>
                    </a:moveTo>
                    <a:cubicBezTo>
                      <a:pt x="2115" y="0"/>
                      <a:pt x="1675" y="109"/>
                      <a:pt x="1135" y="366"/>
                    </a:cubicBezTo>
                    <a:cubicBezTo>
                      <a:pt x="1135" y="366"/>
                      <a:pt x="0" y="1847"/>
                      <a:pt x="675" y="3178"/>
                    </a:cubicBezTo>
                    <a:cubicBezTo>
                      <a:pt x="1345" y="4508"/>
                      <a:pt x="3223" y="7270"/>
                      <a:pt x="3223" y="7270"/>
                    </a:cubicBezTo>
                    <a:lnTo>
                      <a:pt x="5259" y="2116"/>
                    </a:lnTo>
                    <a:cubicBezTo>
                      <a:pt x="5259" y="2116"/>
                      <a:pt x="4973" y="1582"/>
                      <a:pt x="4170" y="831"/>
                    </a:cubicBezTo>
                    <a:cubicBezTo>
                      <a:pt x="3653" y="350"/>
                      <a:pt x="3171" y="0"/>
                      <a:pt x="2493" y="0"/>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5" name="Google Shape;4805;p107"/>
              <p:cNvSpPr/>
              <p:nvPr/>
            </p:nvSpPr>
            <p:spPr>
              <a:xfrm>
                <a:off x="2881263" y="3710173"/>
                <a:ext cx="270354" cy="497627"/>
              </a:xfrm>
              <a:custGeom>
                <a:rect b="b" l="l" r="r" t="t"/>
                <a:pathLst>
                  <a:path extrusionOk="0" h="12071" w="6558">
                    <a:moveTo>
                      <a:pt x="1166" y="1"/>
                    </a:moveTo>
                    <a:cubicBezTo>
                      <a:pt x="247" y="1"/>
                      <a:pt x="0" y="1179"/>
                      <a:pt x="198" y="2063"/>
                    </a:cubicBezTo>
                    <a:cubicBezTo>
                      <a:pt x="440" y="3161"/>
                      <a:pt x="5640" y="11711"/>
                      <a:pt x="5640" y="11711"/>
                    </a:cubicBezTo>
                    <a:cubicBezTo>
                      <a:pt x="5769" y="11921"/>
                      <a:pt x="5973" y="12071"/>
                      <a:pt x="6149" y="12071"/>
                    </a:cubicBezTo>
                    <a:cubicBezTo>
                      <a:pt x="6376" y="12071"/>
                      <a:pt x="6557" y="11821"/>
                      <a:pt x="6470" y="11132"/>
                    </a:cubicBezTo>
                    <a:cubicBezTo>
                      <a:pt x="6315" y="9911"/>
                      <a:pt x="3521" y="1051"/>
                      <a:pt x="1958" y="231"/>
                    </a:cubicBezTo>
                    <a:cubicBezTo>
                      <a:pt x="1652" y="70"/>
                      <a:pt x="1389" y="1"/>
                      <a:pt x="1166"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6" name="Google Shape;4806;p107"/>
              <p:cNvSpPr/>
              <p:nvPr/>
            </p:nvSpPr>
            <p:spPr>
              <a:xfrm>
                <a:off x="3094726" y="4133348"/>
                <a:ext cx="79770" cy="239311"/>
              </a:xfrm>
              <a:custGeom>
                <a:rect b="b" l="l" r="r" t="t"/>
                <a:pathLst>
                  <a:path extrusionOk="0" h="5805" w="1935">
                    <a:moveTo>
                      <a:pt x="706" y="0"/>
                    </a:moveTo>
                    <a:cubicBezTo>
                      <a:pt x="160" y="0"/>
                      <a:pt x="251" y="1749"/>
                      <a:pt x="125" y="2367"/>
                    </a:cubicBezTo>
                    <a:cubicBezTo>
                      <a:pt x="0" y="2985"/>
                      <a:pt x="241" y="4608"/>
                      <a:pt x="520" y="4608"/>
                    </a:cubicBezTo>
                    <a:cubicBezTo>
                      <a:pt x="526" y="4608"/>
                      <a:pt x="533" y="4607"/>
                      <a:pt x="540" y="4605"/>
                    </a:cubicBezTo>
                    <a:cubicBezTo>
                      <a:pt x="827" y="4523"/>
                      <a:pt x="521" y="3465"/>
                      <a:pt x="609" y="3196"/>
                    </a:cubicBezTo>
                    <a:cubicBezTo>
                      <a:pt x="665" y="3018"/>
                      <a:pt x="750" y="2943"/>
                      <a:pt x="817" y="2943"/>
                    </a:cubicBezTo>
                    <a:cubicBezTo>
                      <a:pt x="853" y="2943"/>
                      <a:pt x="885" y="2965"/>
                      <a:pt x="904" y="3004"/>
                    </a:cubicBezTo>
                    <a:cubicBezTo>
                      <a:pt x="904" y="3004"/>
                      <a:pt x="1169" y="3461"/>
                      <a:pt x="1164" y="3934"/>
                    </a:cubicBezTo>
                    <a:cubicBezTo>
                      <a:pt x="1164" y="4393"/>
                      <a:pt x="1066" y="5804"/>
                      <a:pt x="1290" y="5804"/>
                    </a:cubicBezTo>
                    <a:cubicBezTo>
                      <a:pt x="1298" y="5804"/>
                      <a:pt x="1306" y="5803"/>
                      <a:pt x="1314" y="5799"/>
                    </a:cubicBezTo>
                    <a:cubicBezTo>
                      <a:pt x="1575" y="5694"/>
                      <a:pt x="1857" y="4144"/>
                      <a:pt x="1898" y="3174"/>
                    </a:cubicBezTo>
                    <a:cubicBezTo>
                      <a:pt x="1934" y="2203"/>
                      <a:pt x="1310" y="61"/>
                      <a:pt x="736" y="2"/>
                    </a:cubicBezTo>
                    <a:cubicBezTo>
                      <a:pt x="725" y="1"/>
                      <a:pt x="715" y="0"/>
                      <a:pt x="706"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7" name="Google Shape;4807;p107"/>
              <p:cNvSpPr/>
              <p:nvPr/>
            </p:nvSpPr>
            <p:spPr>
              <a:xfrm>
                <a:off x="2652299" y="3378477"/>
                <a:ext cx="75401" cy="57839"/>
              </a:xfrm>
              <a:custGeom>
                <a:rect b="b" l="l" r="r" t="t"/>
                <a:pathLst>
                  <a:path extrusionOk="0" h="1403" w="1829">
                    <a:moveTo>
                      <a:pt x="1345" y="1"/>
                    </a:moveTo>
                    <a:cubicBezTo>
                      <a:pt x="1173" y="1"/>
                      <a:pt x="1005" y="45"/>
                      <a:pt x="922" y="195"/>
                    </a:cubicBezTo>
                    <a:cubicBezTo>
                      <a:pt x="830" y="374"/>
                      <a:pt x="903" y="614"/>
                      <a:pt x="840" y="801"/>
                    </a:cubicBezTo>
                    <a:cubicBezTo>
                      <a:pt x="721" y="1161"/>
                      <a:pt x="388" y="1089"/>
                      <a:pt x="110" y="1194"/>
                    </a:cubicBezTo>
                    <a:cubicBezTo>
                      <a:pt x="0" y="1238"/>
                      <a:pt x="28" y="1402"/>
                      <a:pt x="126" y="1402"/>
                    </a:cubicBezTo>
                    <a:cubicBezTo>
                      <a:pt x="138" y="1402"/>
                      <a:pt x="151" y="1400"/>
                      <a:pt x="165" y="1394"/>
                    </a:cubicBezTo>
                    <a:cubicBezTo>
                      <a:pt x="457" y="1281"/>
                      <a:pt x="771" y="1335"/>
                      <a:pt x="962" y="1034"/>
                    </a:cubicBezTo>
                    <a:cubicBezTo>
                      <a:pt x="1036" y="915"/>
                      <a:pt x="1067" y="770"/>
                      <a:pt x="1080" y="629"/>
                    </a:cubicBezTo>
                    <a:cubicBezTo>
                      <a:pt x="1095" y="501"/>
                      <a:pt x="1076" y="428"/>
                      <a:pt x="1158" y="319"/>
                    </a:cubicBezTo>
                    <a:cubicBezTo>
                      <a:pt x="1225" y="233"/>
                      <a:pt x="1305" y="206"/>
                      <a:pt x="1393" y="206"/>
                    </a:cubicBezTo>
                    <a:cubicBezTo>
                      <a:pt x="1474" y="206"/>
                      <a:pt x="1562" y="228"/>
                      <a:pt x="1655" y="250"/>
                    </a:cubicBezTo>
                    <a:cubicBezTo>
                      <a:pt x="1664" y="252"/>
                      <a:pt x="1673" y="254"/>
                      <a:pt x="1682" y="254"/>
                    </a:cubicBezTo>
                    <a:cubicBezTo>
                      <a:pt x="1790" y="254"/>
                      <a:pt x="1828" y="79"/>
                      <a:pt x="1709" y="50"/>
                    </a:cubicBezTo>
                    <a:cubicBezTo>
                      <a:pt x="1609" y="26"/>
                      <a:pt x="1476" y="1"/>
                      <a:pt x="1345" y="1"/>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8" name="Google Shape;4808;p107"/>
              <p:cNvSpPr/>
              <p:nvPr/>
            </p:nvSpPr>
            <p:spPr>
              <a:xfrm>
                <a:off x="2637747" y="3482776"/>
                <a:ext cx="55448" cy="46007"/>
              </a:xfrm>
              <a:custGeom>
                <a:rect b="b" l="l" r="r" t="t"/>
                <a:pathLst>
                  <a:path extrusionOk="0" h="1116" w="1345">
                    <a:moveTo>
                      <a:pt x="1041" y="0"/>
                    </a:moveTo>
                    <a:cubicBezTo>
                      <a:pt x="900" y="0"/>
                      <a:pt x="761" y="39"/>
                      <a:pt x="701" y="181"/>
                    </a:cubicBezTo>
                    <a:cubicBezTo>
                      <a:pt x="650" y="305"/>
                      <a:pt x="705" y="432"/>
                      <a:pt x="686" y="555"/>
                    </a:cubicBezTo>
                    <a:cubicBezTo>
                      <a:pt x="651" y="774"/>
                      <a:pt x="475" y="910"/>
                      <a:pt x="271" y="910"/>
                    </a:cubicBezTo>
                    <a:cubicBezTo>
                      <a:pt x="241" y="910"/>
                      <a:pt x="211" y="907"/>
                      <a:pt x="181" y="901"/>
                    </a:cubicBezTo>
                    <a:cubicBezTo>
                      <a:pt x="174" y="900"/>
                      <a:pt x="168" y="899"/>
                      <a:pt x="161" y="899"/>
                    </a:cubicBezTo>
                    <a:cubicBezTo>
                      <a:pt x="43" y="899"/>
                      <a:pt x="1" y="1081"/>
                      <a:pt x="126" y="1102"/>
                    </a:cubicBezTo>
                    <a:cubicBezTo>
                      <a:pt x="173" y="1111"/>
                      <a:pt x="220" y="1115"/>
                      <a:pt x="267" y="1115"/>
                    </a:cubicBezTo>
                    <a:cubicBezTo>
                      <a:pt x="468" y="1115"/>
                      <a:pt x="656" y="1035"/>
                      <a:pt x="783" y="861"/>
                    </a:cubicBezTo>
                    <a:cubicBezTo>
                      <a:pt x="850" y="770"/>
                      <a:pt x="892" y="655"/>
                      <a:pt x="901" y="541"/>
                    </a:cubicBezTo>
                    <a:cubicBezTo>
                      <a:pt x="905" y="478"/>
                      <a:pt x="873" y="396"/>
                      <a:pt x="887" y="332"/>
                    </a:cubicBezTo>
                    <a:cubicBezTo>
                      <a:pt x="908" y="229"/>
                      <a:pt x="970" y="204"/>
                      <a:pt x="1043" y="204"/>
                    </a:cubicBezTo>
                    <a:cubicBezTo>
                      <a:pt x="1082" y="204"/>
                      <a:pt x="1125" y="211"/>
                      <a:pt x="1165" y="217"/>
                    </a:cubicBezTo>
                    <a:cubicBezTo>
                      <a:pt x="1173" y="219"/>
                      <a:pt x="1179" y="219"/>
                      <a:pt x="1186" y="219"/>
                    </a:cubicBezTo>
                    <a:cubicBezTo>
                      <a:pt x="1302" y="219"/>
                      <a:pt x="1344" y="39"/>
                      <a:pt x="1220" y="17"/>
                    </a:cubicBezTo>
                    <a:cubicBezTo>
                      <a:pt x="1164" y="8"/>
                      <a:pt x="1102" y="0"/>
                      <a:pt x="1041" y="0"/>
                    </a:cubicBezTo>
                    <a:close/>
                  </a:path>
                </a:pathLst>
              </a:custGeom>
              <a:solidFill>
                <a:srgbClr val="372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09" name="Google Shape;4809;p107"/>
            <p:cNvSpPr/>
            <p:nvPr/>
          </p:nvSpPr>
          <p:spPr>
            <a:xfrm>
              <a:off x="4611270" y="2616186"/>
              <a:ext cx="468440" cy="343693"/>
            </a:xfrm>
            <a:custGeom>
              <a:rect b="b" l="l" r="r" t="t"/>
              <a:pathLst>
                <a:path extrusionOk="0" h="8337" w="11363">
                  <a:moveTo>
                    <a:pt x="5683" y="0"/>
                  </a:moveTo>
                  <a:cubicBezTo>
                    <a:pt x="2544" y="0"/>
                    <a:pt x="1" y="1864"/>
                    <a:pt x="1" y="4170"/>
                  </a:cubicBezTo>
                  <a:cubicBezTo>
                    <a:pt x="1" y="6471"/>
                    <a:pt x="2544" y="8336"/>
                    <a:pt x="5683" y="8336"/>
                  </a:cubicBezTo>
                  <a:cubicBezTo>
                    <a:pt x="8819" y="8336"/>
                    <a:pt x="11362" y="6471"/>
                    <a:pt x="11362" y="4170"/>
                  </a:cubicBezTo>
                  <a:cubicBezTo>
                    <a:pt x="11362" y="1864"/>
                    <a:pt x="8819" y="0"/>
                    <a:pt x="5683" y="0"/>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0" name="Google Shape;4810;p107"/>
            <p:cNvSpPr/>
            <p:nvPr/>
          </p:nvSpPr>
          <p:spPr>
            <a:xfrm>
              <a:off x="4131370" y="2095885"/>
              <a:ext cx="605636" cy="281938"/>
            </a:xfrm>
            <a:custGeom>
              <a:rect b="b" l="l" r="r" t="t"/>
              <a:pathLst>
                <a:path extrusionOk="0" h="6839" w="14691">
                  <a:moveTo>
                    <a:pt x="2809" y="1"/>
                  </a:moveTo>
                  <a:cubicBezTo>
                    <a:pt x="1675" y="1"/>
                    <a:pt x="852" y="149"/>
                    <a:pt x="648" y="507"/>
                  </a:cubicBezTo>
                  <a:cubicBezTo>
                    <a:pt x="1" y="1641"/>
                    <a:pt x="971" y="2485"/>
                    <a:pt x="3392" y="3770"/>
                  </a:cubicBezTo>
                  <a:cubicBezTo>
                    <a:pt x="5086" y="4671"/>
                    <a:pt x="9144" y="6839"/>
                    <a:pt x="11953" y="6839"/>
                  </a:cubicBezTo>
                  <a:cubicBezTo>
                    <a:pt x="13164" y="6839"/>
                    <a:pt x="14142" y="6436"/>
                    <a:pt x="14599" y="5356"/>
                  </a:cubicBezTo>
                  <a:cubicBezTo>
                    <a:pt x="14599" y="5356"/>
                    <a:pt x="14690" y="2558"/>
                    <a:pt x="11423" y="1454"/>
                  </a:cubicBezTo>
                  <a:cubicBezTo>
                    <a:pt x="9186" y="697"/>
                    <a:pt x="5267" y="1"/>
                    <a:pt x="2809" y="1"/>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1" name="Google Shape;4811;p107"/>
            <p:cNvSpPr/>
            <p:nvPr/>
          </p:nvSpPr>
          <p:spPr>
            <a:xfrm>
              <a:off x="4102636" y="1705278"/>
              <a:ext cx="161149" cy="513045"/>
            </a:xfrm>
            <a:custGeom>
              <a:rect b="b" l="l" r="r" t="t"/>
              <a:pathLst>
                <a:path extrusionOk="0" h="12445" w="3909">
                  <a:moveTo>
                    <a:pt x="2175" y="1"/>
                  </a:moveTo>
                  <a:lnTo>
                    <a:pt x="124" y="83"/>
                  </a:lnTo>
                  <a:cubicBezTo>
                    <a:pt x="92" y="2502"/>
                    <a:pt x="46" y="5893"/>
                    <a:pt x="27" y="7626"/>
                  </a:cubicBezTo>
                  <a:cubicBezTo>
                    <a:pt x="0" y="10492"/>
                    <a:pt x="1258" y="11230"/>
                    <a:pt x="1258" y="11230"/>
                  </a:cubicBezTo>
                  <a:cubicBezTo>
                    <a:pt x="2242" y="12254"/>
                    <a:pt x="3520" y="12445"/>
                    <a:pt x="3834" y="12445"/>
                  </a:cubicBezTo>
                  <a:cubicBezTo>
                    <a:pt x="3882" y="12445"/>
                    <a:pt x="3908" y="12440"/>
                    <a:pt x="3906" y="12433"/>
                  </a:cubicBezTo>
                  <a:cubicBezTo>
                    <a:pt x="3897" y="12397"/>
                    <a:pt x="2781" y="4362"/>
                    <a:pt x="2175" y="1"/>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2" name="Google Shape;4812;p107"/>
            <p:cNvSpPr/>
            <p:nvPr/>
          </p:nvSpPr>
          <p:spPr>
            <a:xfrm>
              <a:off x="4107707" y="1592157"/>
              <a:ext cx="84594" cy="116543"/>
            </a:xfrm>
            <a:custGeom>
              <a:rect b="b" l="l" r="r" t="t"/>
              <a:pathLst>
                <a:path extrusionOk="0" h="2827" w="2052">
                  <a:moveTo>
                    <a:pt x="1673" y="0"/>
                  </a:moveTo>
                  <a:lnTo>
                    <a:pt x="37" y="65"/>
                  </a:lnTo>
                  <a:cubicBezTo>
                    <a:pt x="37" y="65"/>
                    <a:pt x="24" y="1236"/>
                    <a:pt x="1" y="2827"/>
                  </a:cubicBezTo>
                  <a:lnTo>
                    <a:pt x="2052" y="2745"/>
                  </a:lnTo>
                  <a:cubicBezTo>
                    <a:pt x="1828" y="1117"/>
                    <a:pt x="1673" y="0"/>
                    <a:pt x="1673" y="0"/>
                  </a:cubicBezTo>
                  <a:close/>
                </a:path>
              </a:pathLst>
            </a:custGeom>
            <a:solidFill>
              <a:srgbClr val="B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3" name="Google Shape;4813;p107"/>
            <p:cNvSpPr/>
            <p:nvPr/>
          </p:nvSpPr>
          <p:spPr>
            <a:xfrm>
              <a:off x="4053042" y="1436244"/>
              <a:ext cx="123675" cy="159500"/>
            </a:xfrm>
            <a:custGeom>
              <a:rect b="b" l="l" r="r" t="t"/>
              <a:pathLst>
                <a:path extrusionOk="0" h="3869" w="3000">
                  <a:moveTo>
                    <a:pt x="1101" y="1"/>
                  </a:moveTo>
                  <a:cubicBezTo>
                    <a:pt x="1089" y="1"/>
                    <a:pt x="1077" y="2"/>
                    <a:pt x="1066" y="4"/>
                  </a:cubicBezTo>
                  <a:cubicBezTo>
                    <a:pt x="848" y="50"/>
                    <a:pt x="1140" y="2575"/>
                    <a:pt x="971" y="2657"/>
                  </a:cubicBezTo>
                  <a:cubicBezTo>
                    <a:pt x="962" y="2661"/>
                    <a:pt x="953" y="2663"/>
                    <a:pt x="943" y="2663"/>
                  </a:cubicBezTo>
                  <a:cubicBezTo>
                    <a:pt x="764" y="2663"/>
                    <a:pt x="425" y="2006"/>
                    <a:pt x="292" y="1864"/>
                  </a:cubicBezTo>
                  <a:cubicBezTo>
                    <a:pt x="280" y="1852"/>
                    <a:pt x="268" y="1846"/>
                    <a:pt x="257" y="1846"/>
                  </a:cubicBezTo>
                  <a:cubicBezTo>
                    <a:pt x="126" y="1846"/>
                    <a:pt x="0" y="2552"/>
                    <a:pt x="100" y="3263"/>
                  </a:cubicBezTo>
                  <a:cubicBezTo>
                    <a:pt x="170" y="3782"/>
                    <a:pt x="707" y="3869"/>
                    <a:pt x="1057" y="3869"/>
                  </a:cubicBezTo>
                  <a:cubicBezTo>
                    <a:pt x="1233" y="3869"/>
                    <a:pt x="1363" y="3847"/>
                    <a:pt x="1363" y="3847"/>
                  </a:cubicBezTo>
                  <a:lnTo>
                    <a:pt x="2999" y="3782"/>
                  </a:lnTo>
                  <a:cubicBezTo>
                    <a:pt x="2999" y="3782"/>
                    <a:pt x="2416" y="1609"/>
                    <a:pt x="2133" y="993"/>
                  </a:cubicBezTo>
                  <a:cubicBezTo>
                    <a:pt x="1865" y="404"/>
                    <a:pt x="1340" y="1"/>
                    <a:pt x="1101" y="1"/>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4" name="Google Shape;4814;p107"/>
            <p:cNvSpPr/>
            <p:nvPr/>
          </p:nvSpPr>
          <p:spPr>
            <a:xfrm>
              <a:off x="4733214" y="1896933"/>
              <a:ext cx="331078" cy="318958"/>
            </a:xfrm>
            <a:custGeom>
              <a:rect b="b" l="l" r="r" t="t"/>
              <a:pathLst>
                <a:path extrusionOk="0" h="7737" w="8031">
                  <a:moveTo>
                    <a:pt x="5118" y="0"/>
                  </a:moveTo>
                  <a:lnTo>
                    <a:pt x="3278" y="1427"/>
                  </a:lnTo>
                  <a:cubicBezTo>
                    <a:pt x="3278" y="1427"/>
                    <a:pt x="3227" y="4909"/>
                    <a:pt x="0" y="6112"/>
                  </a:cubicBezTo>
                  <a:cubicBezTo>
                    <a:pt x="0" y="6112"/>
                    <a:pt x="1708" y="7737"/>
                    <a:pt x="3908" y="7737"/>
                  </a:cubicBezTo>
                  <a:cubicBezTo>
                    <a:pt x="4119" y="7737"/>
                    <a:pt x="4334" y="7722"/>
                    <a:pt x="4553" y="7689"/>
                  </a:cubicBezTo>
                  <a:cubicBezTo>
                    <a:pt x="7056" y="7311"/>
                    <a:pt x="8030" y="6463"/>
                    <a:pt x="8030" y="6463"/>
                  </a:cubicBezTo>
                  <a:cubicBezTo>
                    <a:pt x="8030" y="6463"/>
                    <a:pt x="6690" y="6436"/>
                    <a:pt x="5962" y="4685"/>
                  </a:cubicBezTo>
                  <a:cubicBezTo>
                    <a:pt x="5228" y="2931"/>
                    <a:pt x="5118" y="0"/>
                    <a:pt x="5118"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5" name="Google Shape;4815;p107"/>
            <p:cNvSpPr/>
            <p:nvPr/>
          </p:nvSpPr>
          <p:spPr>
            <a:xfrm>
              <a:off x="4859073" y="1913258"/>
              <a:ext cx="62456" cy="96054"/>
            </a:xfrm>
            <a:custGeom>
              <a:rect b="b" l="l" r="r" t="t"/>
              <a:pathLst>
                <a:path extrusionOk="0" h="2330" w="1515">
                  <a:moveTo>
                    <a:pt x="1514" y="0"/>
                  </a:moveTo>
                  <a:lnTo>
                    <a:pt x="225" y="1031"/>
                  </a:lnTo>
                  <a:lnTo>
                    <a:pt x="215" y="1086"/>
                  </a:lnTo>
                  <a:lnTo>
                    <a:pt x="0" y="2329"/>
                  </a:lnTo>
                  <a:cubicBezTo>
                    <a:pt x="0" y="2329"/>
                    <a:pt x="885" y="1673"/>
                    <a:pt x="1172" y="1031"/>
                  </a:cubicBezTo>
                  <a:cubicBezTo>
                    <a:pt x="1459" y="383"/>
                    <a:pt x="1514" y="1"/>
                    <a:pt x="1514" y="0"/>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6" name="Google Shape;4816;p107"/>
            <p:cNvSpPr/>
            <p:nvPr/>
          </p:nvSpPr>
          <p:spPr>
            <a:xfrm>
              <a:off x="4786559" y="1756809"/>
              <a:ext cx="197674" cy="206991"/>
            </a:xfrm>
            <a:custGeom>
              <a:rect b="b" l="l" r="r" t="t"/>
              <a:pathLst>
                <a:path extrusionOk="0" h="5021" w="4795">
                  <a:moveTo>
                    <a:pt x="2134" y="0"/>
                  </a:moveTo>
                  <a:cubicBezTo>
                    <a:pt x="1729" y="0"/>
                    <a:pt x="1353" y="86"/>
                    <a:pt x="1126" y="268"/>
                  </a:cubicBezTo>
                  <a:cubicBezTo>
                    <a:pt x="457" y="806"/>
                    <a:pt x="0" y="4424"/>
                    <a:pt x="128" y="4830"/>
                  </a:cubicBezTo>
                  <a:cubicBezTo>
                    <a:pt x="171" y="4962"/>
                    <a:pt x="406" y="5021"/>
                    <a:pt x="729" y="5021"/>
                  </a:cubicBezTo>
                  <a:cubicBezTo>
                    <a:pt x="1398" y="5021"/>
                    <a:pt x="2445" y="4769"/>
                    <a:pt x="2949" y="4397"/>
                  </a:cubicBezTo>
                  <a:cubicBezTo>
                    <a:pt x="3696" y="3846"/>
                    <a:pt x="3824" y="3399"/>
                    <a:pt x="3824" y="3399"/>
                  </a:cubicBezTo>
                  <a:cubicBezTo>
                    <a:pt x="3824" y="3399"/>
                    <a:pt x="3949" y="3476"/>
                    <a:pt x="4117" y="3476"/>
                  </a:cubicBezTo>
                  <a:cubicBezTo>
                    <a:pt x="4227" y="3476"/>
                    <a:pt x="4356" y="3443"/>
                    <a:pt x="4481" y="3335"/>
                  </a:cubicBezTo>
                  <a:cubicBezTo>
                    <a:pt x="4795" y="3061"/>
                    <a:pt x="4663" y="2405"/>
                    <a:pt x="4417" y="2260"/>
                  </a:cubicBezTo>
                  <a:cubicBezTo>
                    <a:pt x="4347" y="2220"/>
                    <a:pt x="4286" y="2206"/>
                    <a:pt x="4235" y="2206"/>
                  </a:cubicBezTo>
                  <a:cubicBezTo>
                    <a:pt x="4103" y="2206"/>
                    <a:pt x="4034" y="2301"/>
                    <a:pt x="4034" y="2301"/>
                  </a:cubicBezTo>
                  <a:cubicBezTo>
                    <a:pt x="4034" y="2301"/>
                    <a:pt x="4117" y="1790"/>
                    <a:pt x="3943" y="911"/>
                  </a:cubicBezTo>
                  <a:cubicBezTo>
                    <a:pt x="3831" y="329"/>
                    <a:pt x="2927" y="0"/>
                    <a:pt x="2134"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7" name="Google Shape;4817;p107"/>
            <p:cNvSpPr/>
            <p:nvPr/>
          </p:nvSpPr>
          <p:spPr>
            <a:xfrm>
              <a:off x="4876182" y="1828293"/>
              <a:ext cx="36113" cy="14635"/>
            </a:xfrm>
            <a:custGeom>
              <a:rect b="b" l="l" r="r" t="t"/>
              <a:pathLst>
                <a:path extrusionOk="0" h="355" w="876">
                  <a:moveTo>
                    <a:pt x="423" y="0"/>
                  </a:moveTo>
                  <a:cubicBezTo>
                    <a:pt x="323" y="0"/>
                    <a:pt x="235" y="6"/>
                    <a:pt x="197" y="25"/>
                  </a:cubicBezTo>
                  <a:cubicBezTo>
                    <a:pt x="83" y="75"/>
                    <a:pt x="1" y="311"/>
                    <a:pt x="1" y="311"/>
                  </a:cubicBezTo>
                  <a:cubicBezTo>
                    <a:pt x="1" y="311"/>
                    <a:pt x="213" y="354"/>
                    <a:pt x="398" y="354"/>
                  </a:cubicBezTo>
                  <a:cubicBezTo>
                    <a:pt x="490" y="354"/>
                    <a:pt x="576" y="343"/>
                    <a:pt x="624" y="311"/>
                  </a:cubicBezTo>
                  <a:cubicBezTo>
                    <a:pt x="767" y="221"/>
                    <a:pt x="876" y="25"/>
                    <a:pt x="876" y="25"/>
                  </a:cubicBezTo>
                  <a:cubicBezTo>
                    <a:pt x="876" y="25"/>
                    <a:pt x="625" y="0"/>
                    <a:pt x="4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8" name="Google Shape;4818;p107"/>
            <p:cNvSpPr/>
            <p:nvPr/>
          </p:nvSpPr>
          <p:spPr>
            <a:xfrm>
              <a:off x="4816983" y="1815596"/>
              <a:ext cx="23704" cy="23292"/>
            </a:xfrm>
            <a:custGeom>
              <a:rect b="b" l="l" r="r" t="t"/>
              <a:pathLst>
                <a:path extrusionOk="0" h="565" w="575">
                  <a:moveTo>
                    <a:pt x="32" y="0"/>
                  </a:moveTo>
                  <a:cubicBezTo>
                    <a:pt x="32" y="0"/>
                    <a:pt x="1" y="49"/>
                    <a:pt x="106" y="232"/>
                  </a:cubicBezTo>
                  <a:cubicBezTo>
                    <a:pt x="211" y="415"/>
                    <a:pt x="552" y="565"/>
                    <a:pt x="552" y="565"/>
                  </a:cubicBezTo>
                  <a:cubicBezTo>
                    <a:pt x="552" y="565"/>
                    <a:pt x="575" y="301"/>
                    <a:pt x="466" y="182"/>
                  </a:cubicBezTo>
                  <a:cubicBezTo>
                    <a:pt x="356" y="64"/>
                    <a:pt x="33" y="0"/>
                    <a:pt x="3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9" name="Google Shape;4819;p107"/>
            <p:cNvSpPr/>
            <p:nvPr/>
          </p:nvSpPr>
          <p:spPr>
            <a:xfrm>
              <a:off x="4818302" y="1815514"/>
              <a:ext cx="24282" cy="23375"/>
            </a:xfrm>
            <a:custGeom>
              <a:rect b="b" l="l" r="r" t="t"/>
              <a:pathLst>
                <a:path extrusionOk="0" h="567" w="589">
                  <a:moveTo>
                    <a:pt x="51" y="1"/>
                  </a:moveTo>
                  <a:cubicBezTo>
                    <a:pt x="20" y="1"/>
                    <a:pt x="0" y="2"/>
                    <a:pt x="0" y="2"/>
                  </a:cubicBezTo>
                  <a:cubicBezTo>
                    <a:pt x="0" y="2"/>
                    <a:pt x="347" y="74"/>
                    <a:pt x="434" y="211"/>
                  </a:cubicBezTo>
                  <a:cubicBezTo>
                    <a:pt x="520" y="352"/>
                    <a:pt x="520" y="567"/>
                    <a:pt x="520" y="567"/>
                  </a:cubicBezTo>
                  <a:cubicBezTo>
                    <a:pt x="520" y="567"/>
                    <a:pt x="589" y="316"/>
                    <a:pt x="457" y="143"/>
                  </a:cubicBezTo>
                  <a:cubicBezTo>
                    <a:pt x="357" y="16"/>
                    <a:pt x="148" y="1"/>
                    <a:pt x="51"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0" name="Google Shape;4820;p107"/>
            <p:cNvSpPr/>
            <p:nvPr/>
          </p:nvSpPr>
          <p:spPr>
            <a:xfrm>
              <a:off x="4820940" y="1798776"/>
              <a:ext cx="25230" cy="14017"/>
            </a:xfrm>
            <a:custGeom>
              <a:rect b="b" l="l" r="r" t="t"/>
              <a:pathLst>
                <a:path extrusionOk="0" h="340" w="612">
                  <a:moveTo>
                    <a:pt x="246" y="1"/>
                  </a:moveTo>
                  <a:cubicBezTo>
                    <a:pt x="114" y="1"/>
                    <a:pt x="1" y="57"/>
                    <a:pt x="1" y="57"/>
                  </a:cubicBezTo>
                  <a:cubicBezTo>
                    <a:pt x="1" y="57"/>
                    <a:pt x="37" y="52"/>
                    <a:pt x="93" y="52"/>
                  </a:cubicBezTo>
                  <a:cubicBezTo>
                    <a:pt x="155" y="52"/>
                    <a:pt x="240" y="58"/>
                    <a:pt x="329" y="84"/>
                  </a:cubicBezTo>
                  <a:cubicBezTo>
                    <a:pt x="502" y="129"/>
                    <a:pt x="611" y="339"/>
                    <a:pt x="611" y="339"/>
                  </a:cubicBezTo>
                  <a:cubicBezTo>
                    <a:pt x="611" y="339"/>
                    <a:pt x="607" y="135"/>
                    <a:pt x="416" y="38"/>
                  </a:cubicBezTo>
                  <a:cubicBezTo>
                    <a:pt x="360" y="10"/>
                    <a:pt x="302" y="1"/>
                    <a:pt x="246"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1" name="Google Shape;4821;p107"/>
            <p:cNvSpPr/>
            <p:nvPr/>
          </p:nvSpPr>
          <p:spPr>
            <a:xfrm>
              <a:off x="4876182" y="1826933"/>
              <a:ext cx="36113" cy="14223"/>
            </a:xfrm>
            <a:custGeom>
              <a:rect b="b" l="l" r="r" t="t"/>
              <a:pathLst>
                <a:path extrusionOk="0" h="345" w="876">
                  <a:moveTo>
                    <a:pt x="438" y="1"/>
                  </a:moveTo>
                  <a:cubicBezTo>
                    <a:pt x="337" y="1"/>
                    <a:pt x="246" y="9"/>
                    <a:pt x="197" y="30"/>
                  </a:cubicBezTo>
                  <a:cubicBezTo>
                    <a:pt x="60" y="94"/>
                    <a:pt x="1" y="344"/>
                    <a:pt x="1" y="344"/>
                  </a:cubicBezTo>
                  <a:cubicBezTo>
                    <a:pt x="1" y="344"/>
                    <a:pt x="119" y="121"/>
                    <a:pt x="269" y="81"/>
                  </a:cubicBezTo>
                  <a:cubicBezTo>
                    <a:pt x="349" y="59"/>
                    <a:pt x="513" y="54"/>
                    <a:pt x="651" y="54"/>
                  </a:cubicBezTo>
                  <a:cubicBezTo>
                    <a:pt x="774" y="54"/>
                    <a:pt x="876" y="58"/>
                    <a:pt x="876" y="58"/>
                  </a:cubicBezTo>
                  <a:cubicBezTo>
                    <a:pt x="832" y="28"/>
                    <a:pt x="620" y="1"/>
                    <a:pt x="438"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2" name="Google Shape;4822;p107"/>
            <p:cNvSpPr/>
            <p:nvPr/>
          </p:nvSpPr>
          <p:spPr>
            <a:xfrm>
              <a:off x="4877707" y="1809907"/>
              <a:ext cx="38875" cy="9441"/>
            </a:xfrm>
            <a:custGeom>
              <a:rect b="b" l="l" r="r" t="t"/>
              <a:pathLst>
                <a:path extrusionOk="0" h="229" w="943">
                  <a:moveTo>
                    <a:pt x="451" y="1"/>
                  </a:moveTo>
                  <a:cubicBezTo>
                    <a:pt x="406" y="1"/>
                    <a:pt x="361" y="4"/>
                    <a:pt x="319" y="10"/>
                  </a:cubicBezTo>
                  <a:cubicBezTo>
                    <a:pt x="82" y="46"/>
                    <a:pt x="0" y="229"/>
                    <a:pt x="0" y="229"/>
                  </a:cubicBezTo>
                  <a:cubicBezTo>
                    <a:pt x="0" y="229"/>
                    <a:pt x="105" y="88"/>
                    <a:pt x="401" y="69"/>
                  </a:cubicBezTo>
                  <a:cubicBezTo>
                    <a:pt x="419" y="68"/>
                    <a:pt x="437" y="68"/>
                    <a:pt x="455" y="68"/>
                  </a:cubicBezTo>
                  <a:cubicBezTo>
                    <a:pt x="730" y="68"/>
                    <a:pt x="943" y="197"/>
                    <a:pt x="943" y="197"/>
                  </a:cubicBezTo>
                  <a:cubicBezTo>
                    <a:pt x="894" y="69"/>
                    <a:pt x="663" y="1"/>
                    <a:pt x="451"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3" name="Google Shape;4823;p107"/>
            <p:cNvSpPr/>
            <p:nvPr/>
          </p:nvSpPr>
          <p:spPr>
            <a:xfrm>
              <a:off x="4886694" y="1829654"/>
              <a:ext cx="9234" cy="11914"/>
            </a:xfrm>
            <a:custGeom>
              <a:rect b="b" l="l" r="r" t="t"/>
              <a:pathLst>
                <a:path extrusionOk="0" h="289" w="224">
                  <a:moveTo>
                    <a:pt x="110" y="0"/>
                  </a:moveTo>
                  <a:cubicBezTo>
                    <a:pt x="51" y="0"/>
                    <a:pt x="1" y="64"/>
                    <a:pt x="1" y="142"/>
                  </a:cubicBezTo>
                  <a:cubicBezTo>
                    <a:pt x="1" y="224"/>
                    <a:pt x="51" y="288"/>
                    <a:pt x="110" y="288"/>
                  </a:cubicBezTo>
                  <a:cubicBezTo>
                    <a:pt x="174" y="288"/>
                    <a:pt x="224" y="224"/>
                    <a:pt x="224" y="142"/>
                  </a:cubicBezTo>
                  <a:cubicBezTo>
                    <a:pt x="224" y="64"/>
                    <a:pt x="174" y="0"/>
                    <a:pt x="110"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4" name="Google Shape;4824;p107"/>
            <p:cNvSpPr/>
            <p:nvPr/>
          </p:nvSpPr>
          <p:spPr>
            <a:xfrm>
              <a:off x="4826588" y="1820955"/>
              <a:ext cx="10183" cy="11955"/>
            </a:xfrm>
            <a:custGeom>
              <a:rect b="b" l="l" r="r" t="t"/>
              <a:pathLst>
                <a:path extrusionOk="0" h="290" w="247">
                  <a:moveTo>
                    <a:pt x="129" y="1"/>
                  </a:moveTo>
                  <a:cubicBezTo>
                    <a:pt x="70" y="1"/>
                    <a:pt x="22" y="57"/>
                    <a:pt x="9" y="129"/>
                  </a:cubicBezTo>
                  <a:cubicBezTo>
                    <a:pt x="1" y="207"/>
                    <a:pt x="41" y="280"/>
                    <a:pt x="100" y="289"/>
                  </a:cubicBezTo>
                  <a:cubicBezTo>
                    <a:pt x="105" y="290"/>
                    <a:pt x="109" y="290"/>
                    <a:pt x="113" y="290"/>
                  </a:cubicBezTo>
                  <a:cubicBezTo>
                    <a:pt x="172" y="290"/>
                    <a:pt x="224" y="234"/>
                    <a:pt x="233" y="161"/>
                  </a:cubicBezTo>
                  <a:cubicBezTo>
                    <a:pt x="247" y="79"/>
                    <a:pt x="205" y="11"/>
                    <a:pt x="142" y="1"/>
                  </a:cubicBezTo>
                  <a:cubicBezTo>
                    <a:pt x="138" y="1"/>
                    <a:pt x="133" y="1"/>
                    <a:pt x="129"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5" name="Google Shape;4825;p107"/>
            <p:cNvSpPr/>
            <p:nvPr/>
          </p:nvSpPr>
          <p:spPr>
            <a:xfrm>
              <a:off x="4838214" y="1823058"/>
              <a:ext cx="22797" cy="50954"/>
            </a:xfrm>
            <a:custGeom>
              <a:rect b="b" l="l" r="r" t="t"/>
              <a:pathLst>
                <a:path extrusionOk="0" h="1236" w="553">
                  <a:moveTo>
                    <a:pt x="498" y="1"/>
                  </a:moveTo>
                  <a:lnTo>
                    <a:pt x="1" y="1236"/>
                  </a:lnTo>
                  <a:lnTo>
                    <a:pt x="534" y="1044"/>
                  </a:lnTo>
                  <a:lnTo>
                    <a:pt x="516" y="990"/>
                  </a:lnTo>
                  <a:lnTo>
                    <a:pt x="106" y="1136"/>
                  </a:lnTo>
                  <a:lnTo>
                    <a:pt x="552" y="24"/>
                  </a:lnTo>
                  <a:lnTo>
                    <a:pt x="498" y="1"/>
                  </a:ln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6" name="Google Shape;4826;p107"/>
            <p:cNvSpPr/>
            <p:nvPr/>
          </p:nvSpPr>
          <p:spPr>
            <a:xfrm>
              <a:off x="4947006" y="1861809"/>
              <a:ext cx="16943" cy="12780"/>
            </a:xfrm>
            <a:custGeom>
              <a:rect b="b" l="l" r="r" t="t"/>
              <a:pathLst>
                <a:path extrusionOk="0" h="310" w="411">
                  <a:moveTo>
                    <a:pt x="410" y="0"/>
                  </a:moveTo>
                  <a:cubicBezTo>
                    <a:pt x="374" y="0"/>
                    <a:pt x="88" y="9"/>
                    <a:pt x="0" y="291"/>
                  </a:cubicBezTo>
                  <a:lnTo>
                    <a:pt x="55" y="310"/>
                  </a:lnTo>
                  <a:cubicBezTo>
                    <a:pt x="134" y="64"/>
                    <a:pt x="384" y="59"/>
                    <a:pt x="409" y="59"/>
                  </a:cubicBezTo>
                  <a:cubicBezTo>
                    <a:pt x="410" y="59"/>
                    <a:pt x="410" y="59"/>
                    <a:pt x="410" y="59"/>
                  </a:cubicBezTo>
                  <a:lnTo>
                    <a:pt x="410" y="0"/>
                  </a:ln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7" name="Google Shape;4827;p107"/>
            <p:cNvSpPr/>
            <p:nvPr/>
          </p:nvSpPr>
          <p:spPr>
            <a:xfrm>
              <a:off x="4832937" y="1754501"/>
              <a:ext cx="126313" cy="36896"/>
            </a:xfrm>
            <a:custGeom>
              <a:rect b="b" l="l" r="r" t="t"/>
              <a:pathLst>
                <a:path extrusionOk="0" h="895" w="3064">
                  <a:moveTo>
                    <a:pt x="995" y="1"/>
                  </a:moveTo>
                  <a:cubicBezTo>
                    <a:pt x="396" y="1"/>
                    <a:pt x="33" y="182"/>
                    <a:pt x="1" y="324"/>
                  </a:cubicBezTo>
                  <a:cubicBezTo>
                    <a:pt x="1" y="324"/>
                    <a:pt x="461" y="894"/>
                    <a:pt x="1186" y="894"/>
                  </a:cubicBezTo>
                  <a:cubicBezTo>
                    <a:pt x="1225" y="894"/>
                    <a:pt x="1264" y="893"/>
                    <a:pt x="1305" y="889"/>
                  </a:cubicBezTo>
                  <a:cubicBezTo>
                    <a:pt x="2093" y="820"/>
                    <a:pt x="2795" y="807"/>
                    <a:pt x="2795" y="807"/>
                  </a:cubicBezTo>
                  <a:cubicBezTo>
                    <a:pt x="2795" y="807"/>
                    <a:pt x="3064" y="420"/>
                    <a:pt x="1925" y="128"/>
                  </a:cubicBezTo>
                  <a:cubicBezTo>
                    <a:pt x="1574" y="37"/>
                    <a:pt x="1261" y="1"/>
                    <a:pt x="995"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8" name="Google Shape;4828;p107"/>
            <p:cNvSpPr/>
            <p:nvPr/>
          </p:nvSpPr>
          <p:spPr>
            <a:xfrm>
              <a:off x="4947006" y="1787769"/>
              <a:ext cx="15830" cy="63940"/>
            </a:xfrm>
            <a:custGeom>
              <a:rect b="b" l="l" r="r" t="t"/>
              <a:pathLst>
                <a:path extrusionOk="0" h="1551" w="384">
                  <a:moveTo>
                    <a:pt x="0" y="0"/>
                  </a:moveTo>
                  <a:cubicBezTo>
                    <a:pt x="23" y="51"/>
                    <a:pt x="42" y="105"/>
                    <a:pt x="51" y="160"/>
                  </a:cubicBezTo>
                  <a:cubicBezTo>
                    <a:pt x="225" y="1039"/>
                    <a:pt x="142" y="1550"/>
                    <a:pt x="142" y="1550"/>
                  </a:cubicBezTo>
                  <a:cubicBezTo>
                    <a:pt x="142" y="1550"/>
                    <a:pt x="383" y="615"/>
                    <a:pt x="28" y="0"/>
                  </a:cubicBezTo>
                  <a:close/>
                </a:path>
              </a:pathLst>
            </a:custGeom>
            <a:solidFill>
              <a:srgbClr val="68688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9" name="Google Shape;4829;p107"/>
            <p:cNvSpPr/>
            <p:nvPr/>
          </p:nvSpPr>
          <p:spPr>
            <a:xfrm>
              <a:off x="4918644" y="1787769"/>
              <a:ext cx="37638" cy="72556"/>
            </a:xfrm>
            <a:custGeom>
              <a:rect b="b" l="l" r="r" t="t"/>
              <a:pathLst>
                <a:path extrusionOk="0" h="1760" w="913">
                  <a:moveTo>
                    <a:pt x="688" y="0"/>
                  </a:moveTo>
                  <a:lnTo>
                    <a:pt x="0" y="28"/>
                  </a:lnTo>
                  <a:lnTo>
                    <a:pt x="174" y="1016"/>
                  </a:lnTo>
                  <a:cubicBezTo>
                    <a:pt x="174" y="1016"/>
                    <a:pt x="402" y="1039"/>
                    <a:pt x="497" y="1304"/>
                  </a:cubicBezTo>
                  <a:cubicBezTo>
                    <a:pt x="589" y="1563"/>
                    <a:pt x="616" y="1759"/>
                    <a:pt x="616" y="1759"/>
                  </a:cubicBezTo>
                  <a:lnTo>
                    <a:pt x="830" y="1550"/>
                  </a:lnTo>
                  <a:cubicBezTo>
                    <a:pt x="830" y="1550"/>
                    <a:pt x="913" y="1039"/>
                    <a:pt x="739" y="160"/>
                  </a:cubicBezTo>
                  <a:cubicBezTo>
                    <a:pt x="730" y="105"/>
                    <a:pt x="711" y="51"/>
                    <a:pt x="688" y="0"/>
                  </a:cubicBezTo>
                  <a:close/>
                </a:path>
              </a:pathLst>
            </a:custGeom>
            <a:solidFill>
              <a:srgbClr val="682C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0" name="Google Shape;4830;p107"/>
            <p:cNvSpPr/>
            <p:nvPr/>
          </p:nvSpPr>
          <p:spPr>
            <a:xfrm>
              <a:off x="4774933" y="1852657"/>
              <a:ext cx="173846" cy="126849"/>
            </a:xfrm>
            <a:custGeom>
              <a:rect b="b" l="l" r="r" t="t"/>
              <a:pathLst>
                <a:path extrusionOk="0" h="3077" w="4217">
                  <a:moveTo>
                    <a:pt x="4122" y="1"/>
                  </a:moveTo>
                  <a:cubicBezTo>
                    <a:pt x="4107" y="1"/>
                    <a:pt x="4089" y="4"/>
                    <a:pt x="4065" y="12"/>
                  </a:cubicBezTo>
                  <a:cubicBezTo>
                    <a:pt x="4065" y="12"/>
                    <a:pt x="3696" y="1179"/>
                    <a:pt x="3486" y="1371"/>
                  </a:cubicBezTo>
                  <a:cubicBezTo>
                    <a:pt x="3282" y="1557"/>
                    <a:pt x="2287" y="1672"/>
                    <a:pt x="2119" y="1890"/>
                  </a:cubicBezTo>
                  <a:cubicBezTo>
                    <a:pt x="1950" y="2114"/>
                    <a:pt x="1814" y="2291"/>
                    <a:pt x="1591" y="2341"/>
                  </a:cubicBezTo>
                  <a:cubicBezTo>
                    <a:pt x="1577" y="2344"/>
                    <a:pt x="1565" y="2346"/>
                    <a:pt x="1553" y="2346"/>
                  </a:cubicBezTo>
                  <a:cubicBezTo>
                    <a:pt x="1362" y="2346"/>
                    <a:pt x="1310" y="1954"/>
                    <a:pt x="1048" y="1817"/>
                  </a:cubicBezTo>
                  <a:cubicBezTo>
                    <a:pt x="992" y="1788"/>
                    <a:pt x="945" y="1776"/>
                    <a:pt x="905" y="1776"/>
                  </a:cubicBezTo>
                  <a:cubicBezTo>
                    <a:pt x="757" y="1776"/>
                    <a:pt x="698" y="1933"/>
                    <a:pt x="581" y="1933"/>
                  </a:cubicBezTo>
                  <a:cubicBezTo>
                    <a:pt x="573" y="1933"/>
                    <a:pt x="565" y="1933"/>
                    <a:pt x="556" y="1931"/>
                  </a:cubicBezTo>
                  <a:cubicBezTo>
                    <a:pt x="387" y="1899"/>
                    <a:pt x="478" y="1649"/>
                    <a:pt x="428" y="1607"/>
                  </a:cubicBezTo>
                  <a:cubicBezTo>
                    <a:pt x="427" y="1606"/>
                    <a:pt x="426" y="1606"/>
                    <a:pt x="425" y="1606"/>
                  </a:cubicBezTo>
                  <a:cubicBezTo>
                    <a:pt x="360" y="1606"/>
                    <a:pt x="1" y="2692"/>
                    <a:pt x="287" y="2947"/>
                  </a:cubicBezTo>
                  <a:cubicBezTo>
                    <a:pt x="389" y="3038"/>
                    <a:pt x="672" y="3077"/>
                    <a:pt x="1018" y="3077"/>
                  </a:cubicBezTo>
                  <a:cubicBezTo>
                    <a:pt x="1680" y="3077"/>
                    <a:pt x="2574" y="2936"/>
                    <a:pt x="2894" y="2751"/>
                  </a:cubicBezTo>
                  <a:cubicBezTo>
                    <a:pt x="3387" y="2469"/>
                    <a:pt x="3696" y="1689"/>
                    <a:pt x="3783" y="1470"/>
                  </a:cubicBezTo>
                  <a:cubicBezTo>
                    <a:pt x="3865" y="1252"/>
                    <a:pt x="4152" y="140"/>
                    <a:pt x="4152" y="140"/>
                  </a:cubicBezTo>
                  <a:cubicBezTo>
                    <a:pt x="4152" y="140"/>
                    <a:pt x="4217" y="1"/>
                    <a:pt x="4122" y="1"/>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1" name="Google Shape;4831;p107"/>
            <p:cNvSpPr/>
            <p:nvPr/>
          </p:nvSpPr>
          <p:spPr>
            <a:xfrm>
              <a:off x="4795051" y="1875249"/>
              <a:ext cx="94488" cy="46749"/>
            </a:xfrm>
            <a:custGeom>
              <a:rect b="b" l="l" r="r" t="t"/>
              <a:pathLst>
                <a:path extrusionOk="0" h="1134" w="2292">
                  <a:moveTo>
                    <a:pt x="1138" y="0"/>
                  </a:moveTo>
                  <a:cubicBezTo>
                    <a:pt x="685" y="0"/>
                    <a:pt x="287" y="312"/>
                    <a:pt x="287" y="312"/>
                  </a:cubicBezTo>
                  <a:cubicBezTo>
                    <a:pt x="118" y="512"/>
                    <a:pt x="0" y="872"/>
                    <a:pt x="109" y="922"/>
                  </a:cubicBezTo>
                  <a:cubicBezTo>
                    <a:pt x="116" y="926"/>
                    <a:pt x="124" y="927"/>
                    <a:pt x="134" y="927"/>
                  </a:cubicBezTo>
                  <a:cubicBezTo>
                    <a:pt x="279" y="927"/>
                    <a:pt x="725" y="566"/>
                    <a:pt x="918" y="566"/>
                  </a:cubicBezTo>
                  <a:cubicBezTo>
                    <a:pt x="924" y="566"/>
                    <a:pt x="929" y="566"/>
                    <a:pt x="934" y="567"/>
                  </a:cubicBezTo>
                  <a:cubicBezTo>
                    <a:pt x="1126" y="589"/>
                    <a:pt x="1839" y="1133"/>
                    <a:pt x="2065" y="1133"/>
                  </a:cubicBezTo>
                  <a:cubicBezTo>
                    <a:pt x="2070" y="1133"/>
                    <a:pt x="2074" y="1133"/>
                    <a:pt x="2078" y="1132"/>
                  </a:cubicBezTo>
                  <a:cubicBezTo>
                    <a:pt x="2292" y="1110"/>
                    <a:pt x="2146" y="426"/>
                    <a:pt x="1553" y="102"/>
                  </a:cubicBezTo>
                  <a:cubicBezTo>
                    <a:pt x="1416" y="28"/>
                    <a:pt x="1275" y="0"/>
                    <a:pt x="1138" y="0"/>
                  </a:cubicBezTo>
                  <a:close/>
                </a:path>
              </a:pathLst>
            </a:custGeom>
            <a:solidFill>
              <a:srgbClr val="2120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2" name="Google Shape;4832;p107"/>
            <p:cNvSpPr/>
            <p:nvPr/>
          </p:nvSpPr>
          <p:spPr>
            <a:xfrm>
              <a:off x="4687948" y="2831669"/>
              <a:ext cx="119099" cy="672297"/>
            </a:xfrm>
            <a:custGeom>
              <a:rect b="b" l="l" r="r" t="t"/>
              <a:pathLst>
                <a:path extrusionOk="0" h="16308" w="2889">
                  <a:moveTo>
                    <a:pt x="72" y="1"/>
                  </a:moveTo>
                  <a:cubicBezTo>
                    <a:pt x="32" y="1"/>
                    <a:pt x="0" y="33"/>
                    <a:pt x="0" y="74"/>
                  </a:cubicBezTo>
                  <a:lnTo>
                    <a:pt x="0" y="16230"/>
                  </a:lnTo>
                  <a:cubicBezTo>
                    <a:pt x="0" y="16272"/>
                    <a:pt x="32" y="16308"/>
                    <a:pt x="72" y="16308"/>
                  </a:cubicBezTo>
                  <a:lnTo>
                    <a:pt x="2817" y="16308"/>
                  </a:lnTo>
                  <a:cubicBezTo>
                    <a:pt x="2857" y="16308"/>
                    <a:pt x="2889" y="16272"/>
                    <a:pt x="2889" y="16230"/>
                  </a:cubicBezTo>
                  <a:lnTo>
                    <a:pt x="2889" y="74"/>
                  </a:lnTo>
                  <a:cubicBezTo>
                    <a:pt x="2889" y="33"/>
                    <a:pt x="2857" y="1"/>
                    <a:pt x="2817" y="1"/>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3" name="Google Shape;4833;p107"/>
            <p:cNvSpPr/>
            <p:nvPr/>
          </p:nvSpPr>
          <p:spPr>
            <a:xfrm>
              <a:off x="4708932" y="3516540"/>
              <a:ext cx="55901" cy="605801"/>
            </a:xfrm>
            <a:custGeom>
              <a:rect b="b" l="l" r="r" t="t"/>
              <a:pathLst>
                <a:path extrusionOk="0" h="14695" w="1356">
                  <a:moveTo>
                    <a:pt x="1" y="0"/>
                  </a:moveTo>
                  <a:lnTo>
                    <a:pt x="1" y="14695"/>
                  </a:lnTo>
                  <a:lnTo>
                    <a:pt x="1355" y="14695"/>
                  </a:lnTo>
                  <a:lnTo>
                    <a:pt x="1355" y="0"/>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4" name="Google Shape;4834;p107"/>
            <p:cNvSpPr/>
            <p:nvPr/>
          </p:nvSpPr>
          <p:spPr>
            <a:xfrm>
              <a:off x="4687948" y="3918071"/>
              <a:ext cx="119099" cy="79688"/>
            </a:xfrm>
            <a:custGeom>
              <a:rect b="b" l="l" r="r" t="t"/>
              <a:pathLst>
                <a:path extrusionOk="0" h="1933" w="2889">
                  <a:moveTo>
                    <a:pt x="0" y="1"/>
                  </a:moveTo>
                  <a:lnTo>
                    <a:pt x="0" y="1932"/>
                  </a:lnTo>
                  <a:lnTo>
                    <a:pt x="2889" y="1932"/>
                  </a:lnTo>
                  <a:lnTo>
                    <a:pt x="2889"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5" name="Google Shape;4835;p107"/>
            <p:cNvSpPr/>
            <p:nvPr/>
          </p:nvSpPr>
          <p:spPr>
            <a:xfrm>
              <a:off x="4687948" y="3402099"/>
              <a:ext cx="119099" cy="516013"/>
            </a:xfrm>
            <a:custGeom>
              <a:rect b="b" l="l" r="r" t="t"/>
              <a:pathLst>
                <a:path extrusionOk="0" h="12517" w="2889">
                  <a:moveTo>
                    <a:pt x="1180" y="1"/>
                  </a:moveTo>
                  <a:cubicBezTo>
                    <a:pt x="528" y="1"/>
                    <a:pt x="0" y="534"/>
                    <a:pt x="0" y="1181"/>
                  </a:cubicBezTo>
                  <a:lnTo>
                    <a:pt x="0" y="12517"/>
                  </a:lnTo>
                  <a:lnTo>
                    <a:pt x="2889" y="12517"/>
                  </a:lnTo>
                  <a:lnTo>
                    <a:pt x="2889" y="1181"/>
                  </a:lnTo>
                  <a:cubicBezTo>
                    <a:pt x="2889" y="534"/>
                    <a:pt x="2361" y="1"/>
                    <a:pt x="1709" y="1"/>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6" name="Google Shape;4836;p107"/>
            <p:cNvSpPr/>
            <p:nvPr/>
          </p:nvSpPr>
          <p:spPr>
            <a:xfrm>
              <a:off x="4443319" y="4246140"/>
              <a:ext cx="321514" cy="40978"/>
            </a:xfrm>
            <a:custGeom>
              <a:rect b="b" l="l" r="r" t="t"/>
              <a:pathLst>
                <a:path extrusionOk="0" h="994" w="7799">
                  <a:moveTo>
                    <a:pt x="186" y="0"/>
                  </a:moveTo>
                  <a:cubicBezTo>
                    <a:pt x="32" y="893"/>
                    <a:pt x="0" y="994"/>
                    <a:pt x="0" y="994"/>
                  </a:cubicBezTo>
                  <a:lnTo>
                    <a:pt x="7798" y="994"/>
                  </a:lnTo>
                  <a:lnTo>
                    <a:pt x="7798" y="0"/>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7" name="Google Shape;4837;p107"/>
            <p:cNvSpPr/>
            <p:nvPr/>
          </p:nvSpPr>
          <p:spPr>
            <a:xfrm>
              <a:off x="4450946" y="4097317"/>
              <a:ext cx="313887" cy="148863"/>
            </a:xfrm>
            <a:custGeom>
              <a:rect b="b" l="l" r="r" t="t"/>
              <a:pathLst>
                <a:path extrusionOk="0" h="3611" w="7614">
                  <a:moveTo>
                    <a:pt x="5694" y="1"/>
                  </a:moveTo>
                  <a:cubicBezTo>
                    <a:pt x="5694" y="1"/>
                    <a:pt x="5918" y="2092"/>
                    <a:pt x="4336" y="2243"/>
                  </a:cubicBezTo>
                  <a:cubicBezTo>
                    <a:pt x="2759" y="2393"/>
                    <a:pt x="175" y="2607"/>
                    <a:pt x="11" y="3550"/>
                  </a:cubicBezTo>
                  <a:cubicBezTo>
                    <a:pt x="6" y="3573"/>
                    <a:pt x="1" y="3592"/>
                    <a:pt x="1" y="3610"/>
                  </a:cubicBezTo>
                  <a:lnTo>
                    <a:pt x="7613" y="3610"/>
                  </a:lnTo>
                  <a:lnTo>
                    <a:pt x="7613"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8" name="Google Shape;4838;p107"/>
            <p:cNvSpPr/>
            <p:nvPr/>
          </p:nvSpPr>
          <p:spPr>
            <a:xfrm>
              <a:off x="4475227" y="4212582"/>
              <a:ext cx="143587" cy="33969"/>
            </a:xfrm>
            <a:custGeom>
              <a:rect b="b" l="l" r="r" t="t"/>
              <a:pathLst>
                <a:path extrusionOk="0" h="824" w="3483">
                  <a:moveTo>
                    <a:pt x="1250" y="1"/>
                  </a:moveTo>
                  <a:cubicBezTo>
                    <a:pt x="590" y="1"/>
                    <a:pt x="6" y="21"/>
                    <a:pt x="0" y="21"/>
                  </a:cubicBezTo>
                  <a:lnTo>
                    <a:pt x="0" y="71"/>
                  </a:lnTo>
                  <a:cubicBezTo>
                    <a:pt x="9" y="71"/>
                    <a:pt x="592" y="51"/>
                    <a:pt x="1251" y="51"/>
                  </a:cubicBezTo>
                  <a:cubicBezTo>
                    <a:pt x="1580" y="51"/>
                    <a:pt x="1929" y="56"/>
                    <a:pt x="2234" y="71"/>
                  </a:cubicBezTo>
                  <a:cubicBezTo>
                    <a:pt x="3131" y="117"/>
                    <a:pt x="3432" y="814"/>
                    <a:pt x="3437" y="823"/>
                  </a:cubicBezTo>
                  <a:lnTo>
                    <a:pt x="3482" y="805"/>
                  </a:lnTo>
                  <a:cubicBezTo>
                    <a:pt x="3478" y="796"/>
                    <a:pt x="3168" y="71"/>
                    <a:pt x="2234" y="21"/>
                  </a:cubicBezTo>
                  <a:cubicBezTo>
                    <a:pt x="1929" y="6"/>
                    <a:pt x="1579" y="1"/>
                    <a:pt x="125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9" name="Google Shape;4839;p107"/>
            <p:cNvSpPr/>
            <p:nvPr/>
          </p:nvSpPr>
          <p:spPr>
            <a:xfrm>
              <a:off x="4617454" y="4097317"/>
              <a:ext cx="109040" cy="104134"/>
            </a:xfrm>
            <a:custGeom>
              <a:rect b="b" l="l" r="r" t="t"/>
              <a:pathLst>
                <a:path extrusionOk="0" h="2526" w="2645">
                  <a:moveTo>
                    <a:pt x="2580" y="1"/>
                  </a:moveTo>
                  <a:cubicBezTo>
                    <a:pt x="2580" y="18"/>
                    <a:pt x="2594" y="2111"/>
                    <a:pt x="1833" y="2380"/>
                  </a:cubicBezTo>
                  <a:cubicBezTo>
                    <a:pt x="1638" y="2449"/>
                    <a:pt x="1427" y="2475"/>
                    <a:pt x="1218" y="2475"/>
                  </a:cubicBezTo>
                  <a:cubicBezTo>
                    <a:pt x="606" y="2475"/>
                    <a:pt x="26" y="2251"/>
                    <a:pt x="19" y="2247"/>
                  </a:cubicBezTo>
                  <a:lnTo>
                    <a:pt x="0" y="2292"/>
                  </a:lnTo>
                  <a:cubicBezTo>
                    <a:pt x="5" y="2298"/>
                    <a:pt x="593" y="2525"/>
                    <a:pt x="1218" y="2525"/>
                  </a:cubicBezTo>
                  <a:cubicBezTo>
                    <a:pt x="1431" y="2525"/>
                    <a:pt x="1650" y="2498"/>
                    <a:pt x="1851" y="2429"/>
                  </a:cubicBezTo>
                  <a:cubicBezTo>
                    <a:pt x="2644" y="2147"/>
                    <a:pt x="2630" y="87"/>
                    <a:pt x="263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0" name="Google Shape;4840;p107"/>
            <p:cNvSpPr/>
            <p:nvPr/>
          </p:nvSpPr>
          <p:spPr>
            <a:xfrm>
              <a:off x="4682837" y="4107665"/>
              <a:ext cx="42503" cy="29146"/>
            </a:xfrm>
            <a:custGeom>
              <a:rect b="b" l="l" r="r" t="t"/>
              <a:pathLst>
                <a:path extrusionOk="0" h="707" w="1031">
                  <a:moveTo>
                    <a:pt x="1004" y="0"/>
                  </a:moveTo>
                  <a:lnTo>
                    <a:pt x="1" y="665"/>
                  </a:lnTo>
                  <a:lnTo>
                    <a:pt x="28" y="707"/>
                  </a:lnTo>
                  <a:lnTo>
                    <a:pt x="1031" y="41"/>
                  </a:lnTo>
                  <a:lnTo>
                    <a:pt x="100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1" name="Google Shape;4841;p107"/>
            <p:cNvSpPr/>
            <p:nvPr/>
          </p:nvSpPr>
          <p:spPr>
            <a:xfrm>
              <a:off x="4685434" y="4115374"/>
              <a:ext cx="37267" cy="21437"/>
            </a:xfrm>
            <a:custGeom>
              <a:rect b="b" l="l" r="r" t="t"/>
              <a:pathLst>
                <a:path extrusionOk="0" h="520" w="904">
                  <a:moveTo>
                    <a:pt x="24" y="0"/>
                  </a:moveTo>
                  <a:lnTo>
                    <a:pt x="1" y="41"/>
                  </a:lnTo>
                  <a:lnTo>
                    <a:pt x="882" y="520"/>
                  </a:lnTo>
                  <a:lnTo>
                    <a:pt x="903" y="478"/>
                  </a:lnTo>
                  <a:lnTo>
                    <a:pt x="2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2" name="Google Shape;4842;p107"/>
            <p:cNvSpPr/>
            <p:nvPr/>
          </p:nvSpPr>
          <p:spPr>
            <a:xfrm>
              <a:off x="4671005" y="4147818"/>
              <a:ext cx="49429" cy="19211"/>
            </a:xfrm>
            <a:custGeom>
              <a:rect b="b" l="l" r="r" t="t"/>
              <a:pathLst>
                <a:path extrusionOk="0" h="466" w="1199">
                  <a:moveTo>
                    <a:pt x="1181" y="1"/>
                  </a:moveTo>
                  <a:lnTo>
                    <a:pt x="1" y="416"/>
                  </a:lnTo>
                  <a:lnTo>
                    <a:pt x="14" y="466"/>
                  </a:lnTo>
                  <a:lnTo>
                    <a:pt x="1199" y="47"/>
                  </a:lnTo>
                  <a:lnTo>
                    <a:pt x="118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3" name="Google Shape;4843;p107"/>
            <p:cNvSpPr/>
            <p:nvPr/>
          </p:nvSpPr>
          <p:spPr>
            <a:xfrm>
              <a:off x="4679291" y="4147818"/>
              <a:ext cx="34959" cy="24694"/>
            </a:xfrm>
            <a:custGeom>
              <a:rect b="b" l="l" r="r" t="t"/>
              <a:pathLst>
                <a:path extrusionOk="0" h="599" w="848">
                  <a:moveTo>
                    <a:pt x="27" y="1"/>
                  </a:moveTo>
                  <a:lnTo>
                    <a:pt x="0" y="47"/>
                  </a:lnTo>
                  <a:lnTo>
                    <a:pt x="820" y="598"/>
                  </a:lnTo>
                  <a:lnTo>
                    <a:pt x="848" y="558"/>
                  </a:lnTo>
                  <a:lnTo>
                    <a:pt x="2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4" name="Google Shape;4844;p107"/>
            <p:cNvSpPr/>
            <p:nvPr/>
          </p:nvSpPr>
          <p:spPr>
            <a:xfrm>
              <a:off x="4854786" y="2831669"/>
              <a:ext cx="119140" cy="672297"/>
            </a:xfrm>
            <a:custGeom>
              <a:rect b="b" l="l" r="r" t="t"/>
              <a:pathLst>
                <a:path extrusionOk="0" h="16308" w="2890">
                  <a:moveTo>
                    <a:pt x="73" y="1"/>
                  </a:moveTo>
                  <a:cubicBezTo>
                    <a:pt x="32" y="1"/>
                    <a:pt x="0" y="33"/>
                    <a:pt x="0" y="74"/>
                  </a:cubicBezTo>
                  <a:lnTo>
                    <a:pt x="0" y="16230"/>
                  </a:lnTo>
                  <a:cubicBezTo>
                    <a:pt x="0" y="16272"/>
                    <a:pt x="32" y="16308"/>
                    <a:pt x="73" y="16308"/>
                  </a:cubicBezTo>
                  <a:lnTo>
                    <a:pt x="2817" y="16308"/>
                  </a:lnTo>
                  <a:cubicBezTo>
                    <a:pt x="2857" y="16308"/>
                    <a:pt x="2889" y="16272"/>
                    <a:pt x="2889" y="16230"/>
                  </a:cubicBezTo>
                  <a:lnTo>
                    <a:pt x="2889" y="74"/>
                  </a:lnTo>
                  <a:cubicBezTo>
                    <a:pt x="2889" y="33"/>
                    <a:pt x="2857" y="1"/>
                    <a:pt x="2817" y="1"/>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5" name="Google Shape;4845;p107"/>
            <p:cNvSpPr/>
            <p:nvPr/>
          </p:nvSpPr>
          <p:spPr>
            <a:xfrm>
              <a:off x="4880881" y="3516540"/>
              <a:ext cx="55654" cy="605801"/>
            </a:xfrm>
            <a:custGeom>
              <a:rect b="b" l="l" r="r" t="t"/>
              <a:pathLst>
                <a:path extrusionOk="0" h="14695" w="1350">
                  <a:moveTo>
                    <a:pt x="1" y="0"/>
                  </a:moveTo>
                  <a:lnTo>
                    <a:pt x="1" y="14695"/>
                  </a:lnTo>
                  <a:lnTo>
                    <a:pt x="1349" y="14695"/>
                  </a:lnTo>
                  <a:lnTo>
                    <a:pt x="1349" y="0"/>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6" name="Google Shape;4846;p107"/>
            <p:cNvSpPr/>
            <p:nvPr/>
          </p:nvSpPr>
          <p:spPr>
            <a:xfrm>
              <a:off x="4854786" y="3402099"/>
              <a:ext cx="119140" cy="516013"/>
            </a:xfrm>
            <a:custGeom>
              <a:rect b="b" l="l" r="r" t="t"/>
              <a:pathLst>
                <a:path extrusionOk="0" h="12517" w="2890">
                  <a:moveTo>
                    <a:pt x="1181" y="1"/>
                  </a:moveTo>
                  <a:cubicBezTo>
                    <a:pt x="529" y="1"/>
                    <a:pt x="0" y="534"/>
                    <a:pt x="0" y="1181"/>
                  </a:cubicBezTo>
                  <a:lnTo>
                    <a:pt x="0" y="12517"/>
                  </a:lnTo>
                  <a:lnTo>
                    <a:pt x="2889" y="12517"/>
                  </a:lnTo>
                  <a:lnTo>
                    <a:pt x="2889" y="1181"/>
                  </a:lnTo>
                  <a:cubicBezTo>
                    <a:pt x="2889" y="534"/>
                    <a:pt x="2356" y="1"/>
                    <a:pt x="1709" y="1"/>
                  </a:cubicBezTo>
                  <a:close/>
                </a:path>
              </a:pathLst>
            </a:custGeom>
            <a:solidFill>
              <a:srgbClr val="1413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7" name="Google Shape;4847;p107"/>
            <p:cNvSpPr/>
            <p:nvPr/>
          </p:nvSpPr>
          <p:spPr>
            <a:xfrm>
              <a:off x="4854786" y="3918071"/>
              <a:ext cx="119140" cy="79688"/>
            </a:xfrm>
            <a:custGeom>
              <a:rect b="b" l="l" r="r" t="t"/>
              <a:pathLst>
                <a:path extrusionOk="0" h="1933" w="2890">
                  <a:moveTo>
                    <a:pt x="0" y="1"/>
                  </a:moveTo>
                  <a:lnTo>
                    <a:pt x="0" y="1932"/>
                  </a:lnTo>
                  <a:lnTo>
                    <a:pt x="2889" y="1932"/>
                  </a:lnTo>
                  <a:lnTo>
                    <a:pt x="2889"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8" name="Google Shape;4848;p107"/>
            <p:cNvSpPr/>
            <p:nvPr/>
          </p:nvSpPr>
          <p:spPr>
            <a:xfrm>
              <a:off x="4624792" y="4246140"/>
              <a:ext cx="321514" cy="40978"/>
            </a:xfrm>
            <a:custGeom>
              <a:rect b="b" l="l" r="r" t="t"/>
              <a:pathLst>
                <a:path extrusionOk="0" h="994" w="7799">
                  <a:moveTo>
                    <a:pt x="182" y="0"/>
                  </a:moveTo>
                  <a:cubicBezTo>
                    <a:pt x="28" y="893"/>
                    <a:pt x="1" y="994"/>
                    <a:pt x="1" y="994"/>
                  </a:cubicBezTo>
                  <a:lnTo>
                    <a:pt x="7799" y="994"/>
                  </a:lnTo>
                  <a:lnTo>
                    <a:pt x="7799" y="0"/>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9" name="Google Shape;4849;p107"/>
            <p:cNvSpPr/>
            <p:nvPr/>
          </p:nvSpPr>
          <p:spPr>
            <a:xfrm>
              <a:off x="4632295" y="4097317"/>
              <a:ext cx="314011" cy="148863"/>
            </a:xfrm>
            <a:custGeom>
              <a:rect b="b" l="l" r="r" t="t"/>
              <a:pathLst>
                <a:path extrusionOk="0" h="3611" w="7617">
                  <a:moveTo>
                    <a:pt x="5698" y="1"/>
                  </a:moveTo>
                  <a:cubicBezTo>
                    <a:pt x="5698" y="1"/>
                    <a:pt x="5921" y="2092"/>
                    <a:pt x="4340" y="2243"/>
                  </a:cubicBezTo>
                  <a:cubicBezTo>
                    <a:pt x="2762" y="2393"/>
                    <a:pt x="174" y="2607"/>
                    <a:pt x="10" y="3550"/>
                  </a:cubicBezTo>
                  <a:cubicBezTo>
                    <a:pt x="10" y="3573"/>
                    <a:pt x="5" y="3592"/>
                    <a:pt x="0" y="3610"/>
                  </a:cubicBezTo>
                  <a:lnTo>
                    <a:pt x="7617" y="3610"/>
                  </a:lnTo>
                  <a:lnTo>
                    <a:pt x="7617" y="1"/>
                  </a:ln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0" name="Google Shape;4850;p107"/>
            <p:cNvSpPr/>
            <p:nvPr/>
          </p:nvSpPr>
          <p:spPr>
            <a:xfrm>
              <a:off x="4656535" y="4212582"/>
              <a:ext cx="143587" cy="33969"/>
            </a:xfrm>
            <a:custGeom>
              <a:rect b="b" l="l" r="r" t="t"/>
              <a:pathLst>
                <a:path extrusionOk="0" h="824" w="3483">
                  <a:moveTo>
                    <a:pt x="1252" y="1"/>
                  </a:moveTo>
                  <a:cubicBezTo>
                    <a:pt x="592" y="1"/>
                    <a:pt x="10" y="21"/>
                    <a:pt x="1" y="21"/>
                  </a:cubicBezTo>
                  <a:lnTo>
                    <a:pt x="5" y="71"/>
                  </a:lnTo>
                  <a:cubicBezTo>
                    <a:pt x="11" y="71"/>
                    <a:pt x="592" y="51"/>
                    <a:pt x="1251" y="51"/>
                  </a:cubicBezTo>
                  <a:cubicBezTo>
                    <a:pt x="1580" y="51"/>
                    <a:pt x="1928" y="56"/>
                    <a:pt x="2233" y="71"/>
                  </a:cubicBezTo>
                  <a:cubicBezTo>
                    <a:pt x="3136" y="117"/>
                    <a:pt x="3437" y="814"/>
                    <a:pt x="3437" y="823"/>
                  </a:cubicBezTo>
                  <a:lnTo>
                    <a:pt x="3483" y="805"/>
                  </a:lnTo>
                  <a:cubicBezTo>
                    <a:pt x="3483" y="796"/>
                    <a:pt x="3169" y="71"/>
                    <a:pt x="2239" y="21"/>
                  </a:cubicBezTo>
                  <a:cubicBezTo>
                    <a:pt x="1932" y="6"/>
                    <a:pt x="1582" y="1"/>
                    <a:pt x="125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1" name="Google Shape;4851;p107"/>
            <p:cNvSpPr/>
            <p:nvPr/>
          </p:nvSpPr>
          <p:spPr>
            <a:xfrm>
              <a:off x="4798761" y="4097317"/>
              <a:ext cx="109040" cy="104134"/>
            </a:xfrm>
            <a:custGeom>
              <a:rect b="b" l="l" r="r" t="t"/>
              <a:pathLst>
                <a:path extrusionOk="0" h="2526" w="2645">
                  <a:moveTo>
                    <a:pt x="2580" y="1"/>
                  </a:moveTo>
                  <a:cubicBezTo>
                    <a:pt x="2580" y="18"/>
                    <a:pt x="2594" y="2111"/>
                    <a:pt x="1833" y="2380"/>
                  </a:cubicBezTo>
                  <a:cubicBezTo>
                    <a:pt x="1639" y="2449"/>
                    <a:pt x="1427" y="2475"/>
                    <a:pt x="1219" y="2475"/>
                  </a:cubicBezTo>
                  <a:cubicBezTo>
                    <a:pt x="608" y="2475"/>
                    <a:pt x="29" y="2251"/>
                    <a:pt x="19" y="2247"/>
                  </a:cubicBezTo>
                  <a:lnTo>
                    <a:pt x="1" y="2292"/>
                  </a:lnTo>
                  <a:cubicBezTo>
                    <a:pt x="10" y="2298"/>
                    <a:pt x="598" y="2525"/>
                    <a:pt x="1223" y="2525"/>
                  </a:cubicBezTo>
                  <a:cubicBezTo>
                    <a:pt x="1436" y="2525"/>
                    <a:pt x="1650" y="2498"/>
                    <a:pt x="1852" y="2429"/>
                  </a:cubicBezTo>
                  <a:cubicBezTo>
                    <a:pt x="2645" y="2147"/>
                    <a:pt x="2630" y="87"/>
                    <a:pt x="263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2" name="Google Shape;4852;p107"/>
            <p:cNvSpPr/>
            <p:nvPr/>
          </p:nvSpPr>
          <p:spPr>
            <a:xfrm>
              <a:off x="4864144" y="4107665"/>
              <a:ext cx="42709" cy="29146"/>
            </a:xfrm>
            <a:custGeom>
              <a:rect b="b" l="l" r="r" t="t"/>
              <a:pathLst>
                <a:path extrusionOk="0" h="707" w="1036">
                  <a:moveTo>
                    <a:pt x="1008" y="0"/>
                  </a:moveTo>
                  <a:lnTo>
                    <a:pt x="1" y="665"/>
                  </a:lnTo>
                  <a:lnTo>
                    <a:pt x="28" y="707"/>
                  </a:lnTo>
                  <a:lnTo>
                    <a:pt x="1036" y="41"/>
                  </a:lnTo>
                  <a:lnTo>
                    <a:pt x="100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3" name="Google Shape;4853;p107"/>
            <p:cNvSpPr/>
            <p:nvPr/>
          </p:nvSpPr>
          <p:spPr>
            <a:xfrm>
              <a:off x="4866783" y="4115374"/>
              <a:ext cx="37226" cy="21437"/>
            </a:xfrm>
            <a:custGeom>
              <a:rect b="b" l="l" r="r" t="t"/>
              <a:pathLst>
                <a:path extrusionOk="0" h="520" w="903">
                  <a:moveTo>
                    <a:pt x="23" y="0"/>
                  </a:moveTo>
                  <a:lnTo>
                    <a:pt x="0" y="41"/>
                  </a:lnTo>
                  <a:lnTo>
                    <a:pt x="880" y="520"/>
                  </a:lnTo>
                  <a:lnTo>
                    <a:pt x="903" y="478"/>
                  </a:lnTo>
                  <a:lnTo>
                    <a:pt x="2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4" name="Google Shape;4854;p107"/>
            <p:cNvSpPr/>
            <p:nvPr/>
          </p:nvSpPr>
          <p:spPr>
            <a:xfrm>
              <a:off x="4852313" y="4147818"/>
              <a:ext cx="49470" cy="19211"/>
            </a:xfrm>
            <a:custGeom>
              <a:rect b="b" l="l" r="r" t="t"/>
              <a:pathLst>
                <a:path extrusionOk="0" h="466" w="1200">
                  <a:moveTo>
                    <a:pt x="1186" y="1"/>
                  </a:moveTo>
                  <a:lnTo>
                    <a:pt x="0" y="416"/>
                  </a:lnTo>
                  <a:lnTo>
                    <a:pt x="19" y="466"/>
                  </a:lnTo>
                  <a:lnTo>
                    <a:pt x="1199" y="47"/>
                  </a:lnTo>
                  <a:lnTo>
                    <a:pt x="118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5" name="Google Shape;4855;p107"/>
            <p:cNvSpPr/>
            <p:nvPr/>
          </p:nvSpPr>
          <p:spPr>
            <a:xfrm>
              <a:off x="4860599" y="4147818"/>
              <a:ext cx="35165" cy="24694"/>
            </a:xfrm>
            <a:custGeom>
              <a:rect b="b" l="l" r="r" t="t"/>
              <a:pathLst>
                <a:path extrusionOk="0" h="599" w="853">
                  <a:moveTo>
                    <a:pt x="28" y="1"/>
                  </a:moveTo>
                  <a:lnTo>
                    <a:pt x="0" y="47"/>
                  </a:lnTo>
                  <a:lnTo>
                    <a:pt x="825" y="598"/>
                  </a:lnTo>
                  <a:lnTo>
                    <a:pt x="853" y="558"/>
                  </a:lnTo>
                  <a:lnTo>
                    <a:pt x="2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6" name="Google Shape;4856;p107"/>
            <p:cNvSpPr/>
            <p:nvPr/>
          </p:nvSpPr>
          <p:spPr>
            <a:xfrm>
              <a:off x="4486688" y="2140449"/>
              <a:ext cx="764188" cy="693528"/>
            </a:xfrm>
            <a:custGeom>
              <a:rect b="b" l="l" r="r" t="t"/>
              <a:pathLst>
                <a:path extrusionOk="0" h="16823" w="18537">
                  <a:moveTo>
                    <a:pt x="6368" y="0"/>
                  </a:moveTo>
                  <a:cubicBezTo>
                    <a:pt x="6368" y="0"/>
                    <a:pt x="1349" y="615"/>
                    <a:pt x="675" y="1404"/>
                  </a:cubicBezTo>
                  <a:cubicBezTo>
                    <a:pt x="0" y="2192"/>
                    <a:pt x="2175" y="15838"/>
                    <a:pt x="3149" y="16663"/>
                  </a:cubicBezTo>
                  <a:cubicBezTo>
                    <a:pt x="3214" y="16722"/>
                    <a:pt x="3318" y="16772"/>
                    <a:pt x="3455" y="16822"/>
                  </a:cubicBezTo>
                  <a:lnTo>
                    <a:pt x="14174" y="16822"/>
                  </a:lnTo>
                  <a:cubicBezTo>
                    <a:pt x="15082" y="15022"/>
                    <a:pt x="18463" y="4197"/>
                    <a:pt x="18500" y="2680"/>
                  </a:cubicBezTo>
                  <a:cubicBezTo>
                    <a:pt x="18537" y="1067"/>
                    <a:pt x="16723" y="724"/>
                    <a:pt x="14403" y="351"/>
                  </a:cubicBezTo>
                  <a:lnTo>
                    <a:pt x="6368" y="0"/>
                  </a:ln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7" name="Google Shape;4857;p107"/>
            <p:cNvSpPr/>
            <p:nvPr/>
          </p:nvSpPr>
          <p:spPr>
            <a:xfrm>
              <a:off x="4507919" y="2328517"/>
              <a:ext cx="106196" cy="500348"/>
            </a:xfrm>
            <a:custGeom>
              <a:rect b="b" l="l" r="r" t="t"/>
              <a:pathLst>
                <a:path extrusionOk="0" h="12137" w="2576">
                  <a:moveTo>
                    <a:pt x="60" y="1"/>
                  </a:moveTo>
                  <a:lnTo>
                    <a:pt x="1" y="9"/>
                  </a:lnTo>
                  <a:cubicBezTo>
                    <a:pt x="5" y="46"/>
                    <a:pt x="402" y="3952"/>
                    <a:pt x="839" y="6135"/>
                  </a:cubicBezTo>
                  <a:cubicBezTo>
                    <a:pt x="1107" y="7471"/>
                    <a:pt x="1901" y="10136"/>
                    <a:pt x="2516" y="12137"/>
                  </a:cubicBezTo>
                  <a:lnTo>
                    <a:pt x="2575" y="12124"/>
                  </a:lnTo>
                  <a:cubicBezTo>
                    <a:pt x="1955" y="10123"/>
                    <a:pt x="1168" y="7456"/>
                    <a:pt x="899" y="6121"/>
                  </a:cubicBezTo>
                  <a:cubicBezTo>
                    <a:pt x="461" y="3943"/>
                    <a:pt x="64" y="41"/>
                    <a:pt x="60" y="1"/>
                  </a:cubicBezTo>
                  <a:close/>
                </a:path>
              </a:pathLst>
            </a:custGeom>
            <a:solidFill>
              <a:srgbClr val="65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8" name="Google Shape;4858;p107"/>
            <p:cNvSpPr/>
            <p:nvPr/>
          </p:nvSpPr>
          <p:spPr>
            <a:xfrm>
              <a:off x="4749168" y="2113199"/>
              <a:ext cx="288451" cy="123840"/>
            </a:xfrm>
            <a:custGeom>
              <a:rect b="b" l="l" r="r" t="t"/>
              <a:pathLst>
                <a:path extrusionOk="0" h="3004" w="6997">
                  <a:moveTo>
                    <a:pt x="3629" y="1"/>
                  </a:moveTo>
                  <a:lnTo>
                    <a:pt x="1" y="661"/>
                  </a:lnTo>
                  <a:lnTo>
                    <a:pt x="2197" y="3003"/>
                  </a:lnTo>
                  <a:lnTo>
                    <a:pt x="6997" y="966"/>
                  </a:lnTo>
                  <a:lnTo>
                    <a:pt x="3629" y="1"/>
                  </a:ln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9" name="Google Shape;4859;p107"/>
            <p:cNvSpPr/>
            <p:nvPr/>
          </p:nvSpPr>
          <p:spPr>
            <a:xfrm>
              <a:off x="4717795" y="2140449"/>
              <a:ext cx="362656" cy="129859"/>
            </a:xfrm>
            <a:custGeom>
              <a:rect b="b" l="l" r="r" t="t"/>
              <a:pathLst>
                <a:path extrusionOk="0" h="3150" w="8797">
                  <a:moveTo>
                    <a:pt x="762" y="0"/>
                  </a:moveTo>
                  <a:lnTo>
                    <a:pt x="0" y="105"/>
                  </a:lnTo>
                  <a:lnTo>
                    <a:pt x="2798" y="3149"/>
                  </a:lnTo>
                  <a:lnTo>
                    <a:pt x="8560" y="342"/>
                  </a:lnTo>
                  <a:lnTo>
                    <a:pt x="8797" y="351"/>
                  </a:lnTo>
                  <a:lnTo>
                    <a:pt x="8797" y="351"/>
                  </a:lnTo>
                  <a:lnTo>
                    <a:pt x="7758" y="305"/>
                  </a:lnTo>
                  <a:lnTo>
                    <a:pt x="2958" y="2342"/>
                  </a:lnTo>
                  <a:lnTo>
                    <a:pt x="762" y="0"/>
                  </a:lnTo>
                  <a:close/>
                </a:path>
              </a:pathLst>
            </a:custGeom>
            <a:solidFill>
              <a:srgbClr val="B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0" name="Google Shape;4860;p107"/>
            <p:cNvSpPr/>
            <p:nvPr/>
          </p:nvSpPr>
          <p:spPr>
            <a:xfrm>
              <a:off x="5044916" y="2185343"/>
              <a:ext cx="278887" cy="610130"/>
            </a:xfrm>
            <a:custGeom>
              <a:rect b="b" l="l" r="r" t="t"/>
              <a:pathLst>
                <a:path extrusionOk="0" h="14800" w="6765">
                  <a:moveTo>
                    <a:pt x="3870" y="1"/>
                  </a:moveTo>
                  <a:cubicBezTo>
                    <a:pt x="0" y="392"/>
                    <a:pt x="1569" y="8478"/>
                    <a:pt x="2088" y="11171"/>
                  </a:cubicBezTo>
                  <a:cubicBezTo>
                    <a:pt x="2557" y="13607"/>
                    <a:pt x="3026" y="14799"/>
                    <a:pt x="4052" y="14799"/>
                  </a:cubicBezTo>
                  <a:cubicBezTo>
                    <a:pt x="4162" y="14799"/>
                    <a:pt x="4279" y="14785"/>
                    <a:pt x="4403" y="14758"/>
                  </a:cubicBezTo>
                  <a:cubicBezTo>
                    <a:pt x="5675" y="14476"/>
                    <a:pt x="6764" y="7630"/>
                    <a:pt x="6668" y="4179"/>
                  </a:cubicBezTo>
                  <a:cubicBezTo>
                    <a:pt x="6573" y="734"/>
                    <a:pt x="3870" y="1"/>
                    <a:pt x="3870" y="1"/>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1" name="Google Shape;4861;p107"/>
            <p:cNvSpPr/>
            <p:nvPr/>
          </p:nvSpPr>
          <p:spPr>
            <a:xfrm>
              <a:off x="5136806" y="2622699"/>
              <a:ext cx="157727" cy="515313"/>
            </a:xfrm>
            <a:custGeom>
              <a:rect b="b" l="l" r="r" t="t"/>
              <a:pathLst>
                <a:path extrusionOk="0" h="12500" w="3826">
                  <a:moveTo>
                    <a:pt x="3771" y="1"/>
                  </a:moveTo>
                  <a:cubicBezTo>
                    <a:pt x="3495" y="1"/>
                    <a:pt x="2190" y="229"/>
                    <a:pt x="1226" y="1315"/>
                  </a:cubicBezTo>
                  <a:cubicBezTo>
                    <a:pt x="1226" y="1315"/>
                    <a:pt x="0" y="2102"/>
                    <a:pt x="141" y="4965"/>
                  </a:cubicBezTo>
                  <a:cubicBezTo>
                    <a:pt x="228" y="6696"/>
                    <a:pt x="406" y="10083"/>
                    <a:pt x="533" y="12499"/>
                  </a:cubicBezTo>
                  <a:lnTo>
                    <a:pt x="2584" y="12499"/>
                  </a:lnTo>
                  <a:cubicBezTo>
                    <a:pt x="3021" y="8114"/>
                    <a:pt x="3819" y="47"/>
                    <a:pt x="3824" y="11"/>
                  </a:cubicBezTo>
                  <a:cubicBezTo>
                    <a:pt x="3826" y="4"/>
                    <a:pt x="3807" y="1"/>
                    <a:pt x="3771" y="1"/>
                  </a:cubicBezTo>
                  <a:close/>
                </a:path>
              </a:pathLst>
            </a:custGeom>
            <a:solidFill>
              <a:srgbClr val="7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2" name="Google Shape;4862;p107"/>
            <p:cNvSpPr/>
            <p:nvPr/>
          </p:nvSpPr>
          <p:spPr>
            <a:xfrm>
              <a:off x="5158738" y="3137970"/>
              <a:ext cx="84594" cy="113657"/>
            </a:xfrm>
            <a:custGeom>
              <a:rect b="b" l="l" r="r" t="t"/>
              <a:pathLst>
                <a:path extrusionOk="0" h="2757" w="2052">
                  <a:moveTo>
                    <a:pt x="1" y="0"/>
                  </a:moveTo>
                  <a:cubicBezTo>
                    <a:pt x="83" y="1586"/>
                    <a:pt x="148" y="2757"/>
                    <a:pt x="148" y="2757"/>
                  </a:cubicBezTo>
                  <a:lnTo>
                    <a:pt x="1783" y="2757"/>
                  </a:lnTo>
                  <a:cubicBezTo>
                    <a:pt x="1783" y="2757"/>
                    <a:pt x="1892" y="1635"/>
                    <a:pt x="2052" y="0"/>
                  </a:cubicBezTo>
                  <a:close/>
                </a:path>
              </a:pathLst>
            </a:custGeom>
            <a:solidFill>
              <a:srgbClr val="B025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3" name="Google Shape;4863;p107"/>
            <p:cNvSpPr/>
            <p:nvPr/>
          </p:nvSpPr>
          <p:spPr>
            <a:xfrm>
              <a:off x="5110752" y="3251133"/>
              <a:ext cx="121490" cy="159376"/>
            </a:xfrm>
            <a:custGeom>
              <a:rect b="b" l="l" r="r" t="t"/>
              <a:pathLst>
                <a:path extrusionOk="0" h="3866" w="2947">
                  <a:moveTo>
                    <a:pt x="1092" y="0"/>
                  </a:moveTo>
                  <a:cubicBezTo>
                    <a:pt x="750" y="0"/>
                    <a:pt x="124" y="79"/>
                    <a:pt x="71" y="646"/>
                  </a:cubicBezTo>
                  <a:cubicBezTo>
                    <a:pt x="0" y="1358"/>
                    <a:pt x="154" y="2055"/>
                    <a:pt x="282" y="2055"/>
                  </a:cubicBezTo>
                  <a:cubicBezTo>
                    <a:pt x="294" y="2055"/>
                    <a:pt x="306" y="2048"/>
                    <a:pt x="317" y="2035"/>
                  </a:cubicBezTo>
                  <a:cubicBezTo>
                    <a:pt x="443" y="1889"/>
                    <a:pt x="763" y="1209"/>
                    <a:pt x="939" y="1209"/>
                  </a:cubicBezTo>
                  <a:cubicBezTo>
                    <a:pt x="948" y="1209"/>
                    <a:pt x="957" y="1211"/>
                    <a:pt x="965" y="1215"/>
                  </a:cubicBezTo>
                  <a:cubicBezTo>
                    <a:pt x="1138" y="1293"/>
                    <a:pt x="946" y="3827"/>
                    <a:pt x="1165" y="3863"/>
                  </a:cubicBezTo>
                  <a:cubicBezTo>
                    <a:pt x="1174" y="3865"/>
                    <a:pt x="1183" y="3865"/>
                    <a:pt x="1192" y="3865"/>
                  </a:cubicBezTo>
                  <a:cubicBezTo>
                    <a:pt x="1427" y="3865"/>
                    <a:pt x="1941" y="3438"/>
                    <a:pt x="2191" y="2834"/>
                  </a:cubicBezTo>
                  <a:cubicBezTo>
                    <a:pt x="2450" y="2205"/>
                    <a:pt x="2947" y="12"/>
                    <a:pt x="2947" y="12"/>
                  </a:cubicBezTo>
                  <a:lnTo>
                    <a:pt x="1312" y="12"/>
                  </a:lnTo>
                  <a:cubicBezTo>
                    <a:pt x="1312" y="12"/>
                    <a:pt x="1222" y="0"/>
                    <a:pt x="1092"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4" name="Google Shape;4864;p107"/>
            <p:cNvSpPr/>
            <p:nvPr/>
          </p:nvSpPr>
          <p:spPr>
            <a:xfrm>
              <a:off x="4334114" y="1206991"/>
              <a:ext cx="702227" cy="159706"/>
            </a:xfrm>
            <a:custGeom>
              <a:rect b="b" l="l" r="r" t="t"/>
              <a:pathLst>
                <a:path extrusionOk="0" h="3874" w="17034">
                  <a:moveTo>
                    <a:pt x="6112" y="1"/>
                  </a:moveTo>
                  <a:cubicBezTo>
                    <a:pt x="3415" y="1"/>
                    <a:pt x="1085" y="1587"/>
                    <a:pt x="1" y="3874"/>
                  </a:cubicBezTo>
                  <a:lnTo>
                    <a:pt x="17033" y="3874"/>
                  </a:lnTo>
                  <a:cubicBezTo>
                    <a:pt x="16436" y="2622"/>
                    <a:pt x="15159" y="1751"/>
                    <a:pt x="13678" y="1751"/>
                  </a:cubicBezTo>
                  <a:cubicBezTo>
                    <a:pt x="13341" y="1751"/>
                    <a:pt x="13013" y="1796"/>
                    <a:pt x="12698" y="1883"/>
                  </a:cubicBezTo>
                  <a:cubicBezTo>
                    <a:pt x="12456" y="1950"/>
                    <a:pt x="12209" y="1982"/>
                    <a:pt x="11964" y="1982"/>
                  </a:cubicBezTo>
                  <a:cubicBezTo>
                    <a:pt x="11336" y="1982"/>
                    <a:pt x="10716" y="1771"/>
                    <a:pt x="10205" y="1381"/>
                  </a:cubicBezTo>
                  <a:cubicBezTo>
                    <a:pt x="9070" y="516"/>
                    <a:pt x="7653" y="1"/>
                    <a:pt x="6112" y="1"/>
                  </a:cubicBezTo>
                  <a:close/>
                </a:path>
              </a:pathLst>
            </a:custGeom>
            <a:solidFill>
              <a:srgbClr val="71B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5" name="Google Shape;4865;p107"/>
            <p:cNvSpPr/>
            <p:nvPr/>
          </p:nvSpPr>
          <p:spPr>
            <a:xfrm>
              <a:off x="3956081" y="1581809"/>
              <a:ext cx="706514" cy="228881"/>
            </a:xfrm>
            <a:custGeom>
              <a:rect b="b" l="l" r="r" t="t"/>
              <a:pathLst>
                <a:path extrusionOk="0" h="5552" w="17138">
                  <a:moveTo>
                    <a:pt x="5666" y="1"/>
                  </a:moveTo>
                  <a:cubicBezTo>
                    <a:pt x="2571" y="1"/>
                    <a:pt x="60" y="2476"/>
                    <a:pt x="0" y="5552"/>
                  </a:cubicBezTo>
                  <a:lnTo>
                    <a:pt x="17137" y="5552"/>
                  </a:lnTo>
                  <a:cubicBezTo>
                    <a:pt x="16718" y="3638"/>
                    <a:pt x="15009" y="2203"/>
                    <a:pt x="12968" y="2203"/>
                  </a:cubicBezTo>
                  <a:cubicBezTo>
                    <a:pt x="12534" y="2203"/>
                    <a:pt x="12114" y="2266"/>
                    <a:pt x="11718" y="2390"/>
                  </a:cubicBezTo>
                  <a:cubicBezTo>
                    <a:pt x="11546" y="2442"/>
                    <a:pt x="11371" y="2468"/>
                    <a:pt x="11196" y="2468"/>
                  </a:cubicBezTo>
                  <a:cubicBezTo>
                    <a:pt x="10705" y="2468"/>
                    <a:pt x="10226" y="2265"/>
                    <a:pt x="9886" y="1888"/>
                  </a:cubicBezTo>
                  <a:cubicBezTo>
                    <a:pt x="8851" y="730"/>
                    <a:pt x="7343" y="1"/>
                    <a:pt x="5666" y="1"/>
                  </a:cubicBezTo>
                  <a:close/>
                </a:path>
              </a:pathLst>
            </a:custGeom>
            <a:solidFill>
              <a:srgbClr val="71B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0" name="Shape 4870"/>
        <p:cNvGrpSpPr/>
        <p:nvPr/>
      </p:nvGrpSpPr>
      <p:grpSpPr>
        <a:xfrm>
          <a:off x="0" y="0"/>
          <a:ext cx="0" cy="0"/>
          <a:chOff x="0" y="0"/>
          <a:chExt cx="0" cy="0"/>
        </a:xfrm>
      </p:grpSpPr>
      <p:sp>
        <p:nvSpPr>
          <p:cNvPr id="4871" name="Google Shape;4871;p108"/>
          <p:cNvSpPr txBox="1"/>
          <p:nvPr>
            <p:ph type="ctrTitle"/>
          </p:nvPr>
        </p:nvSpPr>
        <p:spPr>
          <a:xfrm flipH="1">
            <a:off x="973500" y="1951175"/>
            <a:ext cx="20634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400"/>
              <a:t>Experience?</a:t>
            </a:r>
            <a:endParaRPr sz="2400"/>
          </a:p>
        </p:txBody>
      </p:sp>
      <p:sp>
        <p:nvSpPr>
          <p:cNvPr id="4872" name="Google Shape;4872;p108"/>
          <p:cNvSpPr txBox="1"/>
          <p:nvPr>
            <p:ph idx="4294967295" type="subTitle"/>
          </p:nvPr>
        </p:nvSpPr>
        <p:spPr>
          <a:xfrm flipH="1">
            <a:off x="3671250" y="0"/>
            <a:ext cx="4645500" cy="5143500"/>
          </a:xfrm>
          <a:prstGeom prst="rect">
            <a:avLst/>
          </a:prstGeom>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en" sz="1400"/>
              <a:t>Home, entertainment, shopping</a:t>
            </a:r>
            <a:br>
              <a:rPr lang="en" sz="1400"/>
            </a:br>
            <a:r>
              <a:rPr lang="en" sz="1400"/>
              <a:t>– not enough that people can use a system</a:t>
            </a:r>
            <a:br>
              <a:rPr lang="en" sz="1400"/>
            </a:br>
            <a:r>
              <a:rPr lang="en" sz="1400"/>
              <a:t>– they must want to use it!</a:t>
            </a:r>
            <a:endParaRPr sz="1400"/>
          </a:p>
          <a:p>
            <a:pPr indent="-317500" lvl="0" marL="457200" rtl="0" algn="l">
              <a:spcBef>
                <a:spcPts val="1000"/>
              </a:spcBef>
              <a:spcAft>
                <a:spcPts val="0"/>
              </a:spcAft>
              <a:buSzPts val="1400"/>
              <a:buChar char="●"/>
            </a:pPr>
            <a:r>
              <a:rPr lang="en" sz="1400"/>
              <a:t>Psychology of experience</a:t>
            </a:r>
            <a:br>
              <a:rPr lang="en" sz="1400"/>
            </a:br>
            <a:r>
              <a:rPr lang="en" sz="1400"/>
              <a:t>– flow (Csikszentimihalyi)</a:t>
            </a:r>
            <a:br>
              <a:rPr lang="en" sz="1400"/>
            </a:br>
            <a:r>
              <a:rPr lang="en" sz="1400"/>
              <a:t>– balance between anxiety and boredom</a:t>
            </a:r>
            <a:endParaRPr sz="1400"/>
          </a:p>
          <a:p>
            <a:pPr indent="-317500" lvl="0" marL="457200" rtl="0" algn="l">
              <a:spcBef>
                <a:spcPts val="1000"/>
              </a:spcBef>
              <a:spcAft>
                <a:spcPts val="0"/>
              </a:spcAft>
              <a:buSzPts val="1400"/>
              <a:buChar char="●"/>
            </a:pPr>
            <a:r>
              <a:rPr lang="en" sz="1400"/>
              <a:t>Education</a:t>
            </a:r>
            <a:br>
              <a:rPr lang="en" sz="1400"/>
            </a:br>
            <a:r>
              <a:rPr lang="en" sz="1400"/>
              <a:t>– zone of proximal development</a:t>
            </a:r>
            <a:br>
              <a:rPr lang="en" sz="1400"/>
            </a:br>
            <a:r>
              <a:rPr lang="en" sz="1400"/>
              <a:t>– things you can just do with help</a:t>
            </a:r>
            <a:endParaRPr sz="1400"/>
          </a:p>
          <a:p>
            <a:pPr indent="-317500" lvl="0" marL="457200" rtl="0" algn="l">
              <a:spcBef>
                <a:spcPts val="1000"/>
              </a:spcBef>
              <a:spcAft>
                <a:spcPts val="1000"/>
              </a:spcAft>
              <a:buSzPts val="1400"/>
              <a:buChar char="●"/>
            </a:pPr>
            <a:r>
              <a:rPr lang="en" sz="1400"/>
              <a:t>Wider …</a:t>
            </a:r>
            <a:br>
              <a:rPr lang="en" sz="1400"/>
            </a:br>
            <a:r>
              <a:rPr lang="en" sz="1400"/>
              <a:t>– literary analysis, film studies, drama</a:t>
            </a:r>
            <a:endParaRPr sz="1400"/>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7" name="Shape 4877"/>
        <p:cNvGrpSpPr/>
        <p:nvPr/>
      </p:nvGrpSpPr>
      <p:grpSpPr>
        <a:xfrm>
          <a:off x="0" y="0"/>
          <a:ext cx="0" cy="0"/>
          <a:chOff x="0" y="0"/>
          <a:chExt cx="0" cy="0"/>
        </a:xfrm>
      </p:grpSpPr>
      <p:sp>
        <p:nvSpPr>
          <p:cNvPr id="4878" name="Google Shape;4878;p109"/>
          <p:cNvSpPr txBox="1"/>
          <p:nvPr>
            <p:ph type="ctrTitle"/>
          </p:nvPr>
        </p:nvSpPr>
        <p:spPr>
          <a:xfrm flipH="1">
            <a:off x="973500" y="1951175"/>
            <a:ext cx="20634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400"/>
              <a:t>Designing experience</a:t>
            </a:r>
            <a:endParaRPr sz="2400"/>
          </a:p>
        </p:txBody>
      </p:sp>
      <p:sp>
        <p:nvSpPr>
          <p:cNvPr id="4879" name="Google Shape;4879;p109"/>
          <p:cNvSpPr txBox="1"/>
          <p:nvPr>
            <p:ph idx="4294967295" type="subTitle"/>
          </p:nvPr>
        </p:nvSpPr>
        <p:spPr>
          <a:xfrm flipH="1">
            <a:off x="3671250" y="0"/>
            <a:ext cx="4645500" cy="5143500"/>
          </a:xfrm>
          <a:prstGeom prst="rect">
            <a:avLst/>
          </a:prstGeom>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en" sz="1400"/>
              <a:t>Real crackers</a:t>
            </a:r>
            <a:br>
              <a:rPr lang="en" sz="1400"/>
            </a:br>
            <a:r>
              <a:rPr lang="en" sz="1400"/>
              <a:t>– cheap and cheerful!</a:t>
            </a:r>
            <a:br>
              <a:rPr lang="en" sz="1400"/>
            </a:br>
            <a:r>
              <a:rPr lang="en" sz="1400"/>
              <a:t>– bad joke, plastic toy, paper hat</a:t>
            </a:r>
            <a:br>
              <a:rPr lang="en" sz="1400"/>
            </a:br>
            <a:r>
              <a:rPr lang="en" sz="1400"/>
              <a:t>– pull and bang</a:t>
            </a:r>
            <a:endParaRPr sz="1400"/>
          </a:p>
          <a:p>
            <a:pPr indent="-317500" lvl="0" marL="457200" rtl="0" algn="l">
              <a:spcBef>
                <a:spcPts val="1000"/>
              </a:spcBef>
              <a:spcAft>
                <a:spcPts val="0"/>
              </a:spcAft>
              <a:buSzPts val="1400"/>
              <a:buChar char="●"/>
            </a:pPr>
            <a:r>
              <a:rPr lang="en" sz="1400"/>
              <a:t>Virtual crackers</a:t>
            </a:r>
            <a:br>
              <a:rPr lang="en" sz="1400"/>
            </a:br>
            <a:r>
              <a:rPr lang="en" sz="1400"/>
              <a:t>– </a:t>
            </a:r>
            <a:r>
              <a:rPr lang="en" sz="1400"/>
              <a:t>Cheap and cheerful</a:t>
            </a:r>
            <a:br>
              <a:rPr lang="en" sz="1400"/>
            </a:br>
            <a:r>
              <a:rPr lang="en" sz="1400"/>
              <a:t>– Bad joke, web toy, cut-out mask</a:t>
            </a:r>
            <a:br>
              <a:rPr lang="en" sz="1400"/>
            </a:br>
            <a:r>
              <a:rPr lang="en" sz="1400"/>
              <a:t>– Click and bang</a:t>
            </a:r>
            <a:endParaRPr sz="1400"/>
          </a:p>
          <a:p>
            <a:pPr indent="0" lvl="0" marL="0" rtl="0" algn="l">
              <a:spcBef>
                <a:spcPts val="1000"/>
              </a:spcBef>
              <a:spcAft>
                <a:spcPts val="1000"/>
              </a:spcAft>
              <a:buNone/>
            </a:pPr>
            <a:r>
              <a:t/>
            </a:r>
            <a:endParaRPr sz="1400"/>
          </a:p>
        </p:txBody>
      </p:sp>
      <p:pic>
        <p:nvPicPr>
          <p:cNvPr id="4880" name="Google Shape;4880;p109"/>
          <p:cNvPicPr preferRelativeResize="0"/>
          <p:nvPr/>
        </p:nvPicPr>
        <p:blipFill>
          <a:blip r:embed="rId3">
            <a:alphaModFix/>
          </a:blip>
          <a:stretch>
            <a:fillRect/>
          </a:stretch>
        </p:blipFill>
        <p:spPr>
          <a:xfrm>
            <a:off x="2366950" y="4001475"/>
            <a:ext cx="4410075" cy="857250"/>
          </a:xfrm>
          <a:prstGeom prst="rect">
            <a:avLst/>
          </a:prstGeom>
          <a:noFill/>
          <a:ln>
            <a:noFill/>
          </a:ln>
        </p:spPr>
      </p:pic>
      <p:pic>
        <p:nvPicPr>
          <p:cNvPr id="4881" name="Google Shape;4881;p109"/>
          <p:cNvPicPr preferRelativeResize="0"/>
          <p:nvPr/>
        </p:nvPicPr>
        <p:blipFill>
          <a:blip r:embed="rId4">
            <a:alphaModFix/>
          </a:blip>
          <a:stretch>
            <a:fillRect/>
          </a:stretch>
        </p:blipFill>
        <p:spPr>
          <a:xfrm>
            <a:off x="2014587" y="3763175"/>
            <a:ext cx="5114824" cy="14020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6" name="Shape 4886"/>
        <p:cNvGrpSpPr/>
        <p:nvPr/>
      </p:nvGrpSpPr>
      <p:grpSpPr>
        <a:xfrm>
          <a:off x="0" y="0"/>
          <a:ext cx="0" cy="0"/>
          <a:chOff x="0" y="0"/>
          <a:chExt cx="0" cy="0"/>
        </a:xfrm>
      </p:grpSpPr>
      <p:sp>
        <p:nvSpPr>
          <p:cNvPr id="4887" name="Google Shape;4887;p110"/>
          <p:cNvSpPr txBox="1"/>
          <p:nvPr>
            <p:ph type="ctrTitle"/>
          </p:nvPr>
        </p:nvSpPr>
        <p:spPr>
          <a:xfrm flipH="1">
            <a:off x="973500" y="1951175"/>
            <a:ext cx="20634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400"/>
              <a:t>how crackers work</a:t>
            </a:r>
            <a:endParaRPr sz="2400"/>
          </a:p>
        </p:txBody>
      </p:sp>
      <p:pic>
        <p:nvPicPr>
          <p:cNvPr id="4888" name="Google Shape;4888;p110"/>
          <p:cNvPicPr preferRelativeResize="0"/>
          <p:nvPr/>
        </p:nvPicPr>
        <p:blipFill>
          <a:blip r:embed="rId3">
            <a:alphaModFix/>
          </a:blip>
          <a:stretch>
            <a:fillRect/>
          </a:stretch>
        </p:blipFill>
        <p:spPr>
          <a:xfrm>
            <a:off x="3189300" y="457200"/>
            <a:ext cx="5114925" cy="422910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4893" name="Shape 4893"/>
        <p:cNvGrpSpPr/>
        <p:nvPr/>
      </p:nvGrpSpPr>
      <p:grpSpPr>
        <a:xfrm>
          <a:off x="0" y="0"/>
          <a:ext cx="0" cy="0"/>
          <a:chOff x="0" y="0"/>
          <a:chExt cx="0" cy="0"/>
        </a:xfrm>
      </p:grpSpPr>
      <p:graphicFrame>
        <p:nvGraphicFramePr>
          <p:cNvPr id="4894" name="Google Shape;4894;p111"/>
          <p:cNvGraphicFramePr/>
          <p:nvPr/>
        </p:nvGraphicFramePr>
        <p:xfrm>
          <a:off x="2333752" y="610800"/>
          <a:ext cx="3000000" cy="3000000"/>
        </p:xfrm>
        <a:graphic>
          <a:graphicData uri="http://schemas.openxmlformats.org/drawingml/2006/table">
            <a:tbl>
              <a:tblPr>
                <a:noFill/>
                <a:tableStyleId>{8E2523EC-8D93-478D-B652-976DB8C055D0}</a:tableStyleId>
              </a:tblPr>
              <a:tblGrid>
                <a:gridCol w="1893925"/>
                <a:gridCol w="1893925"/>
                <a:gridCol w="1893925"/>
              </a:tblGrid>
              <a:tr h="549475">
                <a:tc>
                  <a:txBody>
                    <a:bodyPr/>
                    <a:lstStyle/>
                    <a:p>
                      <a:pPr indent="0" lvl="0" marL="0" rtl="0" algn="ctr">
                        <a:spcBef>
                          <a:spcPts val="0"/>
                        </a:spcBef>
                        <a:spcAft>
                          <a:spcPts val="0"/>
                        </a:spcAft>
                        <a:buNone/>
                      </a:pPr>
                      <a:r>
                        <a:t/>
                      </a:r>
                      <a:endParaRPr sz="1200">
                        <a:solidFill>
                          <a:srgbClr val="21204D"/>
                        </a:solidFill>
                        <a:latin typeface="Saira SemiCondensed SemiBold"/>
                        <a:ea typeface="Saira SemiCondensed SemiBold"/>
                        <a:cs typeface="Saira SemiCondensed SemiBold"/>
                        <a:sym typeface="Saira SemiCondensed SemiBold"/>
                      </a:endParaRPr>
                    </a:p>
                  </a:txBody>
                  <a:tcPr marT="91425" marB="91425" marR="91425" marL="91425" anchor="ctr">
                    <a:lnL cap="flat" cmpd="sng" w="76200">
                      <a:solidFill>
                        <a:srgbClr val="F3F3F3"/>
                      </a:solidFill>
                      <a:prstDash val="solid"/>
                      <a:round/>
                      <a:headEnd len="sm" w="sm" type="none"/>
                      <a:tailEnd len="sm" w="sm" type="none"/>
                    </a:lnL>
                    <a:lnR cap="flat" cmpd="sng" w="76200">
                      <a:solidFill>
                        <a:srgbClr val="F3F3F3"/>
                      </a:solidFill>
                      <a:prstDash val="solid"/>
                      <a:round/>
                      <a:headEnd len="sm" w="sm" type="none"/>
                      <a:tailEnd len="sm" w="sm" type="none"/>
                    </a:lnR>
                    <a:lnT cap="flat" cmpd="sng" w="76200">
                      <a:solidFill>
                        <a:srgbClr val="F3F3F3"/>
                      </a:solidFill>
                      <a:prstDash val="solid"/>
                      <a:round/>
                      <a:headEnd len="sm" w="sm" type="none"/>
                      <a:tailEnd len="sm" w="sm" type="none"/>
                    </a:lnT>
                    <a:lnB cap="flat" cmpd="sng" w="28575">
                      <a:solidFill>
                        <a:srgbClr val="FF3C68">
                          <a:alpha val="0"/>
                        </a:srgbClr>
                      </a:solidFill>
                      <a:prstDash val="solid"/>
                      <a:round/>
                      <a:headEnd len="sm" w="sm" type="none"/>
                      <a:tailEnd len="sm" w="sm" type="none"/>
                    </a:lnB>
                    <a:solidFill>
                      <a:srgbClr val="FFD4E0"/>
                    </a:solidFill>
                  </a:tcPr>
                </a:tc>
                <a:tc>
                  <a:txBody>
                    <a:bodyPr/>
                    <a:lstStyle/>
                    <a:p>
                      <a:pPr indent="0" lvl="0" marL="0" rtl="0" algn="ctr">
                        <a:spcBef>
                          <a:spcPts val="0"/>
                        </a:spcBef>
                        <a:spcAft>
                          <a:spcPts val="0"/>
                        </a:spcAft>
                        <a:buNone/>
                      </a:pPr>
                      <a:r>
                        <a:rPr lang="en" sz="1200">
                          <a:solidFill>
                            <a:srgbClr val="21204D"/>
                          </a:solidFill>
                          <a:latin typeface="Saira SemiCondensed SemiBold"/>
                          <a:ea typeface="Saira SemiCondensed SemiBold"/>
                          <a:cs typeface="Saira SemiCondensed SemiBold"/>
                          <a:sym typeface="Saira SemiCondensed SemiBold"/>
                        </a:rPr>
                        <a:t>real cracker</a:t>
                      </a:r>
                      <a:endParaRPr sz="1200">
                        <a:solidFill>
                          <a:srgbClr val="21204D"/>
                        </a:solidFill>
                        <a:latin typeface="Saira SemiCondensed SemiBold"/>
                        <a:ea typeface="Saira SemiCondensed SemiBold"/>
                        <a:cs typeface="Saira SemiCondensed SemiBold"/>
                        <a:sym typeface="Saira SemiCondensed SemiBold"/>
                      </a:endParaRPr>
                    </a:p>
                  </a:txBody>
                  <a:tcPr marT="91425" marB="91425" marR="91425" marL="91425" anchor="ctr">
                    <a:lnL cap="flat" cmpd="sng" w="76200">
                      <a:solidFill>
                        <a:srgbClr val="F3F3F3"/>
                      </a:solidFill>
                      <a:prstDash val="solid"/>
                      <a:round/>
                      <a:headEnd len="sm" w="sm" type="none"/>
                      <a:tailEnd len="sm" w="sm" type="none"/>
                    </a:lnL>
                    <a:lnR cap="flat" cmpd="sng" w="76200">
                      <a:solidFill>
                        <a:srgbClr val="F3F3F3"/>
                      </a:solidFill>
                      <a:prstDash val="solid"/>
                      <a:round/>
                      <a:headEnd len="sm" w="sm" type="none"/>
                      <a:tailEnd len="sm" w="sm" type="none"/>
                    </a:lnR>
                    <a:lnT cap="flat" cmpd="sng" w="76200">
                      <a:solidFill>
                        <a:srgbClr val="F3F3F3"/>
                      </a:solidFill>
                      <a:prstDash val="solid"/>
                      <a:round/>
                      <a:headEnd len="sm" w="sm" type="none"/>
                      <a:tailEnd len="sm" w="sm" type="none"/>
                    </a:lnT>
                    <a:lnB cap="flat" cmpd="sng" w="28575">
                      <a:solidFill>
                        <a:srgbClr val="FF3C68">
                          <a:alpha val="0"/>
                        </a:srgbClr>
                      </a:solidFill>
                      <a:prstDash val="solid"/>
                      <a:round/>
                      <a:headEnd len="sm" w="sm" type="none"/>
                      <a:tailEnd len="sm" w="sm" type="none"/>
                    </a:lnB>
                    <a:solidFill>
                      <a:srgbClr val="FFD4E0"/>
                    </a:solidFill>
                  </a:tcPr>
                </a:tc>
                <a:tc>
                  <a:txBody>
                    <a:bodyPr/>
                    <a:lstStyle/>
                    <a:p>
                      <a:pPr indent="0" lvl="0" marL="0" rtl="0" algn="ctr">
                        <a:spcBef>
                          <a:spcPts val="0"/>
                        </a:spcBef>
                        <a:spcAft>
                          <a:spcPts val="0"/>
                        </a:spcAft>
                        <a:buNone/>
                      </a:pPr>
                      <a:r>
                        <a:rPr lang="en" sz="1200">
                          <a:solidFill>
                            <a:srgbClr val="21204D"/>
                          </a:solidFill>
                          <a:latin typeface="Saira SemiCondensed SemiBold"/>
                          <a:ea typeface="Saira SemiCondensed SemiBold"/>
                          <a:cs typeface="Saira SemiCondensed SemiBold"/>
                          <a:sym typeface="Saira SemiCondensed SemiBold"/>
                        </a:rPr>
                        <a:t>virtual cracker</a:t>
                      </a:r>
                      <a:endParaRPr sz="1200">
                        <a:solidFill>
                          <a:srgbClr val="21204D"/>
                        </a:solidFill>
                        <a:latin typeface="Saira SemiCondensed SemiBold"/>
                        <a:ea typeface="Saira SemiCondensed SemiBold"/>
                        <a:cs typeface="Saira SemiCondensed SemiBold"/>
                        <a:sym typeface="Saira SemiCondensed SemiBold"/>
                      </a:endParaRPr>
                    </a:p>
                  </a:txBody>
                  <a:tcPr marT="91425" marB="91425" marR="91425" marL="91425" anchor="ctr">
                    <a:lnL cap="flat" cmpd="sng" w="76200">
                      <a:solidFill>
                        <a:srgbClr val="F3F3F3"/>
                      </a:solidFill>
                      <a:prstDash val="solid"/>
                      <a:round/>
                      <a:headEnd len="sm" w="sm" type="none"/>
                      <a:tailEnd len="sm" w="sm" type="none"/>
                    </a:lnL>
                    <a:lnR cap="flat" cmpd="sng" w="76200">
                      <a:solidFill>
                        <a:srgbClr val="F3F3F3"/>
                      </a:solidFill>
                      <a:prstDash val="solid"/>
                      <a:round/>
                      <a:headEnd len="sm" w="sm" type="none"/>
                      <a:tailEnd len="sm" w="sm" type="none"/>
                    </a:lnR>
                    <a:lnT cap="flat" cmpd="sng" w="76200">
                      <a:solidFill>
                        <a:srgbClr val="F3F3F3"/>
                      </a:solidFill>
                      <a:prstDash val="solid"/>
                      <a:round/>
                      <a:headEnd len="sm" w="sm" type="none"/>
                      <a:tailEnd len="sm" w="sm" type="none"/>
                    </a:lnT>
                    <a:lnB cap="flat" cmpd="sng" w="28575">
                      <a:solidFill>
                        <a:srgbClr val="FF3C68">
                          <a:alpha val="0"/>
                        </a:srgbClr>
                      </a:solidFill>
                      <a:prstDash val="solid"/>
                      <a:round/>
                      <a:headEnd len="sm" w="sm" type="none"/>
                      <a:tailEnd len="sm" w="sm" type="none"/>
                    </a:lnB>
                    <a:solidFill>
                      <a:srgbClr val="FFD4E0"/>
                    </a:solidFill>
                  </a:tcPr>
                </a:tc>
              </a:tr>
              <a:tr h="1043550">
                <a:tc>
                  <a:txBody>
                    <a:bodyPr/>
                    <a:lstStyle/>
                    <a:p>
                      <a:pPr indent="-184150" lvl="0" marL="342900" rtl="0" algn="l">
                        <a:spcBef>
                          <a:spcPts val="0"/>
                        </a:spcBef>
                        <a:spcAft>
                          <a:spcPts val="0"/>
                        </a:spcAft>
                        <a:buClr>
                          <a:srgbClr val="21204D"/>
                        </a:buClr>
                        <a:buSzPts val="1100"/>
                        <a:buFont typeface="Abel"/>
                        <a:buChar char="●"/>
                      </a:pPr>
                      <a:r>
                        <a:rPr b="1" lang="en" sz="1100">
                          <a:solidFill>
                            <a:srgbClr val="21204D"/>
                          </a:solidFill>
                          <a:latin typeface="Abel"/>
                          <a:ea typeface="Abel"/>
                          <a:cs typeface="Abel"/>
                          <a:sym typeface="Abel"/>
                        </a:rPr>
                        <a:t>Surface elements</a:t>
                      </a:r>
                      <a:br>
                        <a:rPr b="1" lang="en" sz="1100">
                          <a:solidFill>
                            <a:srgbClr val="21204D"/>
                          </a:solidFill>
                          <a:latin typeface="Abel"/>
                          <a:ea typeface="Abel"/>
                          <a:cs typeface="Abel"/>
                          <a:sym typeface="Abel"/>
                        </a:rPr>
                      </a:br>
                      <a:r>
                        <a:rPr b="1" lang="en" sz="1100">
                          <a:solidFill>
                            <a:srgbClr val="21204D"/>
                          </a:solidFill>
                          <a:latin typeface="Abel"/>
                          <a:ea typeface="Abel"/>
                          <a:cs typeface="Abel"/>
                          <a:sym typeface="Abel"/>
                        </a:rPr>
                        <a:t>- design </a:t>
                      </a:r>
                      <a:br>
                        <a:rPr b="1" lang="en" sz="1100">
                          <a:solidFill>
                            <a:srgbClr val="21204D"/>
                          </a:solidFill>
                          <a:latin typeface="Abel"/>
                          <a:ea typeface="Abel"/>
                          <a:cs typeface="Abel"/>
                          <a:sym typeface="Abel"/>
                        </a:rPr>
                      </a:br>
                      <a:r>
                        <a:rPr b="1" lang="en" sz="1100">
                          <a:solidFill>
                            <a:srgbClr val="21204D"/>
                          </a:solidFill>
                          <a:latin typeface="Abel"/>
                          <a:ea typeface="Abel"/>
                          <a:cs typeface="Abel"/>
                          <a:sym typeface="Abel"/>
                        </a:rPr>
                        <a:t>- Play</a:t>
                      </a:r>
                      <a:br>
                        <a:rPr b="1" lang="en" sz="1100">
                          <a:solidFill>
                            <a:srgbClr val="21204D"/>
                          </a:solidFill>
                          <a:latin typeface="Abel"/>
                          <a:ea typeface="Abel"/>
                          <a:cs typeface="Abel"/>
                          <a:sym typeface="Abel"/>
                        </a:rPr>
                      </a:br>
                      <a:r>
                        <a:rPr b="1" lang="en" sz="1100">
                          <a:solidFill>
                            <a:srgbClr val="21204D"/>
                          </a:solidFill>
                          <a:latin typeface="Abel"/>
                          <a:ea typeface="Abel"/>
                          <a:cs typeface="Abel"/>
                          <a:sym typeface="Abel"/>
                        </a:rPr>
                        <a:t>- dressing up</a:t>
                      </a:r>
                      <a:endParaRPr b="1" sz="1100">
                        <a:solidFill>
                          <a:srgbClr val="21204D"/>
                        </a:solidFill>
                        <a:latin typeface="Abel"/>
                        <a:ea typeface="Abel"/>
                        <a:cs typeface="Abel"/>
                        <a:sym typeface="Abel"/>
                      </a:endParaRPr>
                    </a:p>
                  </a:txBody>
                  <a:tcPr marT="91425" marB="91425" marR="91425" marL="91425">
                    <a:lnL cap="flat" cmpd="sng" w="28575">
                      <a:solidFill>
                        <a:srgbClr val="FF3C68">
                          <a:alpha val="0"/>
                        </a:srgbClr>
                      </a:solidFill>
                      <a:prstDash val="solid"/>
                      <a:round/>
                      <a:headEnd len="sm" w="sm" type="none"/>
                      <a:tailEnd len="sm" w="sm" type="none"/>
                    </a:lnL>
                    <a:lnR cap="flat" cmpd="sng" w="28575">
                      <a:solidFill>
                        <a:srgbClr val="FF3C68">
                          <a:alpha val="0"/>
                        </a:srgbClr>
                      </a:solidFill>
                      <a:prstDash val="solid"/>
                      <a:round/>
                      <a:headEnd len="sm" w="sm" type="none"/>
                      <a:tailEnd len="sm" w="sm" type="none"/>
                    </a:lnR>
                    <a:lnT cap="flat" cmpd="sng" w="28575">
                      <a:solidFill>
                        <a:srgbClr val="FF3C68">
                          <a:alpha val="0"/>
                        </a:srgbClr>
                      </a:solidFill>
                      <a:prstDash val="solid"/>
                      <a:round/>
                      <a:headEnd len="sm" w="sm" type="none"/>
                      <a:tailEnd len="sm" w="sm" type="none"/>
                    </a:lnT>
                    <a:lnB cap="flat" cmpd="sng" w="28575">
                      <a:solidFill>
                        <a:srgbClr val="FF457A"/>
                      </a:solidFill>
                      <a:prstDash val="solid"/>
                      <a:round/>
                      <a:headEnd len="sm" w="sm" type="none"/>
                      <a:tailEnd len="sm" w="sm" type="none"/>
                    </a:lnB>
                  </a:tcPr>
                </a:tc>
                <a:tc>
                  <a:txBody>
                    <a:bodyPr/>
                    <a:lstStyle/>
                    <a:p>
                      <a:pPr indent="0" lvl="0" marL="0" rtl="0" algn="l">
                        <a:spcBef>
                          <a:spcPts val="0"/>
                        </a:spcBef>
                        <a:spcAft>
                          <a:spcPts val="0"/>
                        </a:spcAft>
                        <a:buNone/>
                      </a:pPr>
                      <a:r>
                        <a:t/>
                      </a:r>
                      <a:endParaRPr sz="1100">
                        <a:solidFill>
                          <a:srgbClr val="21204D"/>
                        </a:solidFill>
                        <a:latin typeface="Abel"/>
                        <a:ea typeface="Abel"/>
                        <a:cs typeface="Abel"/>
                        <a:sym typeface="Abel"/>
                      </a:endParaRPr>
                    </a:p>
                    <a:p>
                      <a:pPr indent="0" lvl="0" marL="0" rtl="0" algn="l">
                        <a:spcBef>
                          <a:spcPts val="0"/>
                        </a:spcBef>
                        <a:spcAft>
                          <a:spcPts val="0"/>
                        </a:spcAft>
                        <a:buNone/>
                      </a:pPr>
                      <a:r>
                        <a:rPr lang="en" sz="1100">
                          <a:solidFill>
                            <a:srgbClr val="21204D"/>
                          </a:solidFill>
                          <a:latin typeface="Abel"/>
                          <a:ea typeface="Abel"/>
                          <a:cs typeface="Abel"/>
                          <a:sym typeface="Abel"/>
                        </a:rPr>
                        <a:t>- </a:t>
                      </a:r>
                      <a:r>
                        <a:rPr lang="en" sz="1100">
                          <a:solidFill>
                            <a:srgbClr val="21204D"/>
                          </a:solidFill>
                          <a:latin typeface="Abel"/>
                          <a:ea typeface="Abel"/>
                          <a:cs typeface="Abel"/>
                          <a:sym typeface="Abel"/>
                        </a:rPr>
                        <a:t>cheap and cheerful simple </a:t>
                      </a:r>
                      <a:br>
                        <a:rPr lang="en" sz="1100">
                          <a:solidFill>
                            <a:srgbClr val="21204D"/>
                          </a:solidFill>
                          <a:latin typeface="Abel"/>
                          <a:ea typeface="Abel"/>
                          <a:cs typeface="Abel"/>
                          <a:sym typeface="Abel"/>
                        </a:rPr>
                      </a:br>
                      <a:r>
                        <a:rPr lang="en" sz="1100">
                          <a:solidFill>
                            <a:srgbClr val="21204D"/>
                          </a:solidFill>
                          <a:latin typeface="Abel"/>
                          <a:ea typeface="Abel"/>
                          <a:cs typeface="Abel"/>
                          <a:sym typeface="Abel"/>
                        </a:rPr>
                        <a:t>- plastic toy and joke</a:t>
                      </a:r>
                      <a:br>
                        <a:rPr lang="en" sz="1100">
                          <a:solidFill>
                            <a:srgbClr val="21204D"/>
                          </a:solidFill>
                          <a:latin typeface="Abel"/>
                          <a:ea typeface="Abel"/>
                          <a:cs typeface="Abel"/>
                          <a:sym typeface="Abel"/>
                        </a:rPr>
                      </a:br>
                      <a:r>
                        <a:rPr lang="en" sz="1100">
                          <a:solidFill>
                            <a:srgbClr val="21204D"/>
                          </a:solidFill>
                          <a:latin typeface="Abel"/>
                          <a:ea typeface="Abel"/>
                          <a:cs typeface="Abel"/>
                          <a:sym typeface="Abel"/>
                        </a:rPr>
                        <a:t>- paper hat</a:t>
                      </a:r>
                      <a:endParaRPr sz="1100">
                        <a:solidFill>
                          <a:srgbClr val="21204D"/>
                        </a:solidFill>
                        <a:latin typeface="Abel"/>
                        <a:ea typeface="Abel"/>
                        <a:cs typeface="Abel"/>
                        <a:sym typeface="Abel"/>
                      </a:endParaRPr>
                    </a:p>
                  </a:txBody>
                  <a:tcPr marT="91425" marB="91425" marR="91425" marL="91425">
                    <a:lnL cap="flat" cmpd="sng" w="28575">
                      <a:solidFill>
                        <a:srgbClr val="FF3C68">
                          <a:alpha val="0"/>
                        </a:srgbClr>
                      </a:solidFill>
                      <a:prstDash val="solid"/>
                      <a:round/>
                      <a:headEnd len="sm" w="sm" type="none"/>
                      <a:tailEnd len="sm" w="sm" type="none"/>
                    </a:lnL>
                    <a:lnR cap="flat" cmpd="sng" w="28575">
                      <a:solidFill>
                        <a:srgbClr val="FF3C68">
                          <a:alpha val="0"/>
                        </a:srgbClr>
                      </a:solidFill>
                      <a:prstDash val="solid"/>
                      <a:round/>
                      <a:headEnd len="sm" w="sm" type="none"/>
                      <a:tailEnd len="sm" w="sm" type="none"/>
                    </a:lnR>
                    <a:lnT cap="flat" cmpd="sng" w="28575">
                      <a:solidFill>
                        <a:srgbClr val="FF3C68">
                          <a:alpha val="0"/>
                        </a:srgbClr>
                      </a:solidFill>
                      <a:prstDash val="solid"/>
                      <a:round/>
                      <a:headEnd len="sm" w="sm" type="none"/>
                      <a:tailEnd len="sm" w="sm" type="none"/>
                    </a:lnT>
                    <a:lnB cap="flat" cmpd="sng" w="28575">
                      <a:solidFill>
                        <a:srgbClr val="FF457A"/>
                      </a:solidFill>
                      <a:prstDash val="solid"/>
                      <a:round/>
                      <a:headEnd len="sm" w="sm" type="none"/>
                      <a:tailEnd len="sm" w="sm" type="none"/>
                    </a:lnB>
                  </a:tcPr>
                </a:tc>
                <a:tc>
                  <a:txBody>
                    <a:bodyPr/>
                    <a:lstStyle/>
                    <a:p>
                      <a:pPr indent="0" lvl="0" marL="0" rtl="0" algn="l">
                        <a:spcBef>
                          <a:spcPts val="0"/>
                        </a:spcBef>
                        <a:spcAft>
                          <a:spcPts val="0"/>
                        </a:spcAft>
                        <a:buNone/>
                      </a:pPr>
                      <a:r>
                        <a:t/>
                      </a:r>
                      <a:endParaRPr sz="1100">
                        <a:solidFill>
                          <a:srgbClr val="21204D"/>
                        </a:solidFill>
                        <a:latin typeface="Abel"/>
                        <a:ea typeface="Abel"/>
                        <a:cs typeface="Abel"/>
                        <a:sym typeface="Abel"/>
                      </a:endParaRPr>
                    </a:p>
                    <a:p>
                      <a:pPr indent="0" lvl="0" marL="0" rtl="0" algn="l">
                        <a:spcBef>
                          <a:spcPts val="0"/>
                        </a:spcBef>
                        <a:spcAft>
                          <a:spcPts val="0"/>
                        </a:spcAft>
                        <a:buNone/>
                      </a:pPr>
                      <a:r>
                        <a:rPr lang="en" sz="1100">
                          <a:solidFill>
                            <a:srgbClr val="21204D"/>
                          </a:solidFill>
                          <a:latin typeface="Abel"/>
                          <a:ea typeface="Abel"/>
                          <a:cs typeface="Abel"/>
                          <a:sym typeface="Abel"/>
                        </a:rPr>
                        <a:t>- </a:t>
                      </a:r>
                      <a:r>
                        <a:rPr lang="en" sz="1100">
                          <a:solidFill>
                            <a:srgbClr val="21204D"/>
                          </a:solidFill>
                          <a:latin typeface="Abel"/>
                          <a:ea typeface="Abel"/>
                          <a:cs typeface="Abel"/>
                          <a:sym typeface="Abel"/>
                        </a:rPr>
                        <a:t>simple page/graphics</a:t>
                      </a:r>
                      <a:endParaRPr sz="1100">
                        <a:solidFill>
                          <a:srgbClr val="21204D"/>
                        </a:solidFill>
                        <a:latin typeface="Abel"/>
                        <a:ea typeface="Abel"/>
                        <a:cs typeface="Abel"/>
                        <a:sym typeface="Abel"/>
                      </a:endParaRPr>
                    </a:p>
                    <a:p>
                      <a:pPr indent="0" lvl="0" marL="0" rtl="0" algn="l">
                        <a:spcBef>
                          <a:spcPts val="0"/>
                        </a:spcBef>
                        <a:spcAft>
                          <a:spcPts val="0"/>
                        </a:spcAft>
                        <a:buNone/>
                      </a:pPr>
                      <a:r>
                        <a:rPr lang="en" sz="1100">
                          <a:solidFill>
                            <a:srgbClr val="21204D"/>
                          </a:solidFill>
                          <a:latin typeface="Abel"/>
                          <a:ea typeface="Abel"/>
                          <a:cs typeface="Abel"/>
                          <a:sym typeface="Abel"/>
                        </a:rPr>
                        <a:t>- web toy and joke</a:t>
                      </a:r>
                      <a:endParaRPr sz="1100">
                        <a:solidFill>
                          <a:srgbClr val="21204D"/>
                        </a:solidFill>
                        <a:latin typeface="Abel"/>
                        <a:ea typeface="Abel"/>
                        <a:cs typeface="Abel"/>
                        <a:sym typeface="Abel"/>
                      </a:endParaRPr>
                    </a:p>
                    <a:p>
                      <a:pPr indent="0" lvl="0" marL="0" rtl="0" algn="l">
                        <a:spcBef>
                          <a:spcPts val="0"/>
                        </a:spcBef>
                        <a:spcAft>
                          <a:spcPts val="0"/>
                        </a:spcAft>
                        <a:buNone/>
                      </a:pPr>
                      <a:r>
                        <a:rPr lang="en" sz="1100">
                          <a:solidFill>
                            <a:srgbClr val="21204D"/>
                          </a:solidFill>
                          <a:latin typeface="Abel"/>
                          <a:ea typeface="Abel"/>
                          <a:cs typeface="Abel"/>
                          <a:sym typeface="Abel"/>
                        </a:rPr>
                        <a:t>- mask to cut out</a:t>
                      </a:r>
                      <a:endParaRPr sz="1100">
                        <a:solidFill>
                          <a:srgbClr val="21204D"/>
                        </a:solidFill>
                        <a:latin typeface="Abel"/>
                        <a:ea typeface="Abel"/>
                        <a:cs typeface="Abel"/>
                        <a:sym typeface="Abel"/>
                      </a:endParaRPr>
                    </a:p>
                  </a:txBody>
                  <a:tcPr marT="91425" marB="91425" marR="91425" marL="91425">
                    <a:lnL cap="flat" cmpd="sng" w="28575">
                      <a:solidFill>
                        <a:srgbClr val="FF3C68">
                          <a:alpha val="0"/>
                        </a:srgbClr>
                      </a:solidFill>
                      <a:prstDash val="solid"/>
                      <a:round/>
                      <a:headEnd len="sm" w="sm" type="none"/>
                      <a:tailEnd len="sm" w="sm" type="none"/>
                    </a:lnL>
                    <a:lnR cap="flat" cmpd="sng" w="28575">
                      <a:solidFill>
                        <a:srgbClr val="FF3C68">
                          <a:alpha val="0"/>
                        </a:srgbClr>
                      </a:solidFill>
                      <a:prstDash val="solid"/>
                      <a:round/>
                      <a:headEnd len="sm" w="sm" type="none"/>
                      <a:tailEnd len="sm" w="sm" type="none"/>
                    </a:lnR>
                    <a:lnT cap="flat" cmpd="sng" w="28575">
                      <a:solidFill>
                        <a:srgbClr val="FF3C68">
                          <a:alpha val="0"/>
                        </a:srgbClr>
                      </a:solidFill>
                      <a:prstDash val="solid"/>
                      <a:round/>
                      <a:headEnd len="sm" w="sm" type="none"/>
                      <a:tailEnd len="sm" w="sm" type="none"/>
                    </a:lnT>
                    <a:lnB cap="flat" cmpd="sng" w="28575">
                      <a:solidFill>
                        <a:srgbClr val="FF457A"/>
                      </a:solidFill>
                      <a:prstDash val="solid"/>
                      <a:round/>
                      <a:headEnd len="sm" w="sm" type="none"/>
                      <a:tailEnd len="sm" w="sm" type="none"/>
                    </a:lnB>
                  </a:tcPr>
                </a:tc>
              </a:tr>
              <a:tr h="1699750">
                <a:tc>
                  <a:txBody>
                    <a:bodyPr/>
                    <a:lstStyle/>
                    <a:p>
                      <a:pPr indent="-184150" lvl="0" marL="342900" rtl="0" algn="l">
                        <a:spcBef>
                          <a:spcPts val="0"/>
                        </a:spcBef>
                        <a:spcAft>
                          <a:spcPts val="0"/>
                        </a:spcAft>
                        <a:buClr>
                          <a:srgbClr val="21204D"/>
                        </a:buClr>
                        <a:buSzPts val="1100"/>
                        <a:buFont typeface="Abel"/>
                        <a:buChar char="●"/>
                      </a:pPr>
                      <a:r>
                        <a:rPr b="1" lang="en" sz="1100">
                          <a:solidFill>
                            <a:srgbClr val="21204D"/>
                          </a:solidFill>
                          <a:latin typeface="Abel"/>
                          <a:ea typeface="Abel"/>
                          <a:cs typeface="Abel"/>
                          <a:sym typeface="Abel"/>
                        </a:rPr>
                        <a:t>Experienced effects</a:t>
                      </a:r>
                      <a:br>
                        <a:rPr b="1" lang="en" sz="1100">
                          <a:solidFill>
                            <a:srgbClr val="21204D"/>
                          </a:solidFill>
                          <a:latin typeface="Abel"/>
                          <a:ea typeface="Abel"/>
                          <a:cs typeface="Abel"/>
                          <a:sym typeface="Abel"/>
                        </a:rPr>
                      </a:br>
                      <a:r>
                        <a:rPr b="1" lang="en" sz="1100">
                          <a:solidFill>
                            <a:srgbClr val="21204D"/>
                          </a:solidFill>
                          <a:latin typeface="Abel"/>
                          <a:ea typeface="Abel"/>
                          <a:cs typeface="Abel"/>
                          <a:sym typeface="Abel"/>
                        </a:rPr>
                        <a:t>- shared </a:t>
                      </a:r>
                      <a:br>
                        <a:rPr b="1" lang="en" sz="1100">
                          <a:solidFill>
                            <a:srgbClr val="21204D"/>
                          </a:solidFill>
                          <a:latin typeface="Abel"/>
                          <a:ea typeface="Abel"/>
                          <a:cs typeface="Abel"/>
                          <a:sym typeface="Abel"/>
                        </a:rPr>
                      </a:br>
                      <a:r>
                        <a:rPr b="1" lang="en" sz="1100">
                          <a:solidFill>
                            <a:srgbClr val="21204D"/>
                          </a:solidFill>
                          <a:latin typeface="Abel"/>
                          <a:ea typeface="Abel"/>
                          <a:cs typeface="Abel"/>
                          <a:sym typeface="Abel"/>
                        </a:rPr>
                        <a:t>- co-experience </a:t>
                      </a:r>
                      <a:br>
                        <a:rPr b="1" lang="en" sz="1100">
                          <a:solidFill>
                            <a:srgbClr val="21204D"/>
                          </a:solidFill>
                          <a:latin typeface="Abel"/>
                          <a:ea typeface="Abel"/>
                          <a:cs typeface="Abel"/>
                          <a:sym typeface="Abel"/>
                        </a:rPr>
                      </a:br>
                      <a:br>
                        <a:rPr b="1" lang="en" sz="1100">
                          <a:solidFill>
                            <a:srgbClr val="21204D"/>
                          </a:solidFill>
                          <a:latin typeface="Abel"/>
                          <a:ea typeface="Abel"/>
                          <a:cs typeface="Abel"/>
                          <a:sym typeface="Abel"/>
                        </a:rPr>
                      </a:br>
                      <a:r>
                        <a:rPr b="1" lang="en" sz="1100">
                          <a:solidFill>
                            <a:srgbClr val="21204D"/>
                          </a:solidFill>
                          <a:latin typeface="Abel"/>
                          <a:ea typeface="Abel"/>
                          <a:cs typeface="Abel"/>
                          <a:sym typeface="Abel"/>
                        </a:rPr>
                        <a:t>- excitement </a:t>
                      </a:r>
                      <a:br>
                        <a:rPr b="1" lang="en" sz="1100">
                          <a:solidFill>
                            <a:srgbClr val="21204D"/>
                          </a:solidFill>
                          <a:latin typeface="Abel"/>
                          <a:ea typeface="Abel"/>
                          <a:cs typeface="Abel"/>
                          <a:sym typeface="Abel"/>
                        </a:rPr>
                      </a:br>
                      <a:r>
                        <a:rPr b="1" lang="en" sz="1100">
                          <a:solidFill>
                            <a:srgbClr val="21204D"/>
                          </a:solidFill>
                          <a:latin typeface="Abel"/>
                          <a:ea typeface="Abel"/>
                          <a:cs typeface="Abel"/>
                          <a:sym typeface="Abel"/>
                        </a:rPr>
                        <a:t>- hiddenness </a:t>
                      </a:r>
                      <a:br>
                        <a:rPr b="1" lang="en" sz="1100">
                          <a:solidFill>
                            <a:srgbClr val="21204D"/>
                          </a:solidFill>
                          <a:latin typeface="Abel"/>
                          <a:ea typeface="Abel"/>
                          <a:cs typeface="Abel"/>
                          <a:sym typeface="Abel"/>
                        </a:rPr>
                      </a:br>
                      <a:r>
                        <a:rPr b="1" lang="en" sz="1100">
                          <a:solidFill>
                            <a:srgbClr val="21204D"/>
                          </a:solidFill>
                          <a:latin typeface="Abel"/>
                          <a:ea typeface="Abel"/>
                          <a:cs typeface="Abel"/>
                          <a:sym typeface="Abel"/>
                        </a:rPr>
                        <a:t>- suspense </a:t>
                      </a:r>
                      <a:br>
                        <a:rPr b="1" lang="en" sz="1100">
                          <a:solidFill>
                            <a:srgbClr val="21204D"/>
                          </a:solidFill>
                          <a:latin typeface="Abel"/>
                          <a:ea typeface="Abel"/>
                          <a:cs typeface="Abel"/>
                          <a:sym typeface="Abel"/>
                        </a:rPr>
                      </a:br>
                      <a:r>
                        <a:rPr b="1" lang="en" sz="1100">
                          <a:solidFill>
                            <a:srgbClr val="21204D"/>
                          </a:solidFill>
                          <a:latin typeface="Abel"/>
                          <a:ea typeface="Abel"/>
                          <a:cs typeface="Abel"/>
                          <a:sym typeface="Abel"/>
                        </a:rPr>
                        <a:t>- surprise</a:t>
                      </a:r>
                      <a:endParaRPr b="1" sz="1100">
                        <a:solidFill>
                          <a:srgbClr val="21204D"/>
                        </a:solidFill>
                        <a:latin typeface="Abel"/>
                        <a:ea typeface="Abel"/>
                        <a:cs typeface="Abel"/>
                        <a:sym typeface="Abel"/>
                      </a:endParaRPr>
                    </a:p>
                  </a:txBody>
                  <a:tcPr marT="91425" marB="91425" marR="91425" marL="91425">
                    <a:lnL cap="flat" cmpd="sng" w="28575">
                      <a:solidFill>
                        <a:srgbClr val="FF3C68">
                          <a:alpha val="0"/>
                        </a:srgbClr>
                      </a:solidFill>
                      <a:prstDash val="solid"/>
                      <a:round/>
                      <a:headEnd len="sm" w="sm" type="none"/>
                      <a:tailEnd len="sm" w="sm" type="none"/>
                    </a:lnL>
                    <a:lnR cap="flat" cmpd="sng" w="28575">
                      <a:solidFill>
                        <a:srgbClr val="FF3C68">
                          <a:alpha val="0"/>
                        </a:srgbClr>
                      </a:solidFill>
                      <a:prstDash val="solid"/>
                      <a:round/>
                      <a:headEnd len="sm" w="sm" type="none"/>
                      <a:tailEnd len="sm" w="sm" type="none"/>
                    </a:lnR>
                    <a:lnT cap="flat" cmpd="sng" w="28575">
                      <a:solidFill>
                        <a:srgbClr val="FF457A"/>
                      </a:solidFill>
                      <a:prstDash val="solid"/>
                      <a:round/>
                      <a:headEnd len="sm" w="sm" type="none"/>
                      <a:tailEnd len="sm" w="sm" type="none"/>
                    </a:lnT>
                    <a:lnB cap="flat" cmpd="sng" w="28575">
                      <a:solidFill>
                        <a:srgbClr val="FF457A"/>
                      </a:solidFill>
                      <a:prstDash val="solid"/>
                      <a:round/>
                      <a:headEnd len="sm" w="sm" type="none"/>
                      <a:tailEnd len="sm" w="sm" type="none"/>
                    </a:lnB>
                  </a:tcPr>
                </a:tc>
                <a:tc>
                  <a:txBody>
                    <a:bodyPr/>
                    <a:lstStyle/>
                    <a:p>
                      <a:pPr indent="0" lvl="0" marL="0" rtl="0" algn="l">
                        <a:spcBef>
                          <a:spcPts val="0"/>
                        </a:spcBef>
                        <a:spcAft>
                          <a:spcPts val="0"/>
                        </a:spcAft>
                        <a:buNone/>
                      </a:pPr>
                      <a:r>
                        <a:t/>
                      </a:r>
                      <a:endParaRPr sz="1100">
                        <a:solidFill>
                          <a:srgbClr val="21204D"/>
                        </a:solidFill>
                        <a:latin typeface="Abel"/>
                        <a:ea typeface="Abel"/>
                        <a:cs typeface="Abel"/>
                        <a:sym typeface="Abel"/>
                      </a:endParaRPr>
                    </a:p>
                    <a:p>
                      <a:pPr indent="0" lvl="0" marL="0" rtl="0" algn="l">
                        <a:spcBef>
                          <a:spcPts val="0"/>
                        </a:spcBef>
                        <a:spcAft>
                          <a:spcPts val="0"/>
                        </a:spcAft>
                        <a:buNone/>
                      </a:pPr>
                      <a:r>
                        <a:rPr lang="en" sz="1100">
                          <a:solidFill>
                            <a:srgbClr val="21204D"/>
                          </a:solidFill>
                          <a:latin typeface="Abel"/>
                          <a:ea typeface="Abel"/>
                          <a:cs typeface="Abel"/>
                          <a:sym typeface="Abel"/>
                        </a:rPr>
                        <a:t>- </a:t>
                      </a:r>
                      <a:r>
                        <a:rPr lang="en" sz="1100">
                          <a:solidFill>
                            <a:srgbClr val="21204D"/>
                          </a:solidFill>
                          <a:latin typeface="Abel"/>
                          <a:ea typeface="Abel"/>
                          <a:cs typeface="Abel"/>
                          <a:sym typeface="Abel"/>
                        </a:rPr>
                        <a:t>offered to another </a:t>
                      </a:r>
                      <a:br>
                        <a:rPr lang="en" sz="1100">
                          <a:solidFill>
                            <a:srgbClr val="21204D"/>
                          </a:solidFill>
                          <a:latin typeface="Abel"/>
                          <a:ea typeface="Abel"/>
                          <a:cs typeface="Abel"/>
                          <a:sym typeface="Abel"/>
                        </a:rPr>
                      </a:br>
                      <a:r>
                        <a:rPr lang="en" sz="1100">
                          <a:solidFill>
                            <a:srgbClr val="21204D"/>
                          </a:solidFill>
                          <a:latin typeface="Abel"/>
                          <a:ea typeface="Abel"/>
                          <a:cs typeface="Abel"/>
                          <a:sym typeface="Abel"/>
                        </a:rPr>
                        <a:t>- pulled together</a:t>
                      </a:r>
                      <a:br>
                        <a:rPr lang="en" sz="1100">
                          <a:solidFill>
                            <a:srgbClr val="21204D"/>
                          </a:solidFill>
                          <a:latin typeface="Abel"/>
                          <a:ea typeface="Abel"/>
                          <a:cs typeface="Abel"/>
                          <a:sym typeface="Abel"/>
                        </a:rPr>
                      </a:br>
                      <a:br>
                        <a:rPr lang="en" sz="1100">
                          <a:solidFill>
                            <a:srgbClr val="21204D"/>
                          </a:solidFill>
                          <a:latin typeface="Abel"/>
                          <a:ea typeface="Abel"/>
                          <a:cs typeface="Abel"/>
                          <a:sym typeface="Abel"/>
                        </a:rPr>
                      </a:br>
                      <a:r>
                        <a:rPr lang="en" sz="1100">
                          <a:solidFill>
                            <a:srgbClr val="21204D"/>
                          </a:solidFill>
                          <a:latin typeface="Abel"/>
                          <a:ea typeface="Abel"/>
                          <a:cs typeface="Abel"/>
                          <a:sym typeface="Abel"/>
                        </a:rPr>
                        <a:t>- cultural connotations</a:t>
                      </a:r>
                      <a:br>
                        <a:rPr lang="en" sz="1100">
                          <a:solidFill>
                            <a:srgbClr val="21204D"/>
                          </a:solidFill>
                          <a:latin typeface="Abel"/>
                          <a:ea typeface="Abel"/>
                          <a:cs typeface="Abel"/>
                          <a:sym typeface="Abel"/>
                        </a:rPr>
                      </a:br>
                      <a:r>
                        <a:rPr lang="en" sz="1100">
                          <a:solidFill>
                            <a:srgbClr val="21204D"/>
                          </a:solidFill>
                          <a:latin typeface="Abel"/>
                          <a:ea typeface="Abel"/>
                          <a:cs typeface="Abel"/>
                          <a:sym typeface="Abel"/>
                        </a:rPr>
                        <a:t>- contents inside </a:t>
                      </a:r>
                      <a:br>
                        <a:rPr lang="en" sz="1100">
                          <a:solidFill>
                            <a:srgbClr val="21204D"/>
                          </a:solidFill>
                          <a:latin typeface="Abel"/>
                          <a:ea typeface="Abel"/>
                          <a:cs typeface="Abel"/>
                          <a:sym typeface="Abel"/>
                        </a:rPr>
                      </a:br>
                      <a:r>
                        <a:rPr lang="en" sz="1100">
                          <a:solidFill>
                            <a:srgbClr val="21204D"/>
                          </a:solidFill>
                          <a:latin typeface="Abel"/>
                          <a:ea typeface="Abel"/>
                          <a:cs typeface="Abel"/>
                          <a:sym typeface="Abel"/>
                        </a:rPr>
                        <a:t>- pulling cracker</a:t>
                      </a:r>
                      <a:endParaRPr sz="1100">
                        <a:solidFill>
                          <a:srgbClr val="21204D"/>
                        </a:solidFill>
                        <a:latin typeface="Abel"/>
                        <a:ea typeface="Abel"/>
                        <a:cs typeface="Abel"/>
                        <a:sym typeface="Abel"/>
                      </a:endParaRPr>
                    </a:p>
                  </a:txBody>
                  <a:tcPr marT="91425" marB="91425" marR="91425" marL="91425">
                    <a:lnL cap="flat" cmpd="sng" w="28575">
                      <a:solidFill>
                        <a:srgbClr val="FF3C68">
                          <a:alpha val="0"/>
                        </a:srgbClr>
                      </a:solidFill>
                      <a:prstDash val="solid"/>
                      <a:round/>
                      <a:headEnd len="sm" w="sm" type="none"/>
                      <a:tailEnd len="sm" w="sm" type="none"/>
                    </a:lnL>
                    <a:lnR cap="flat" cmpd="sng" w="28575">
                      <a:solidFill>
                        <a:srgbClr val="FF3C68">
                          <a:alpha val="0"/>
                        </a:srgbClr>
                      </a:solidFill>
                      <a:prstDash val="solid"/>
                      <a:round/>
                      <a:headEnd len="sm" w="sm" type="none"/>
                      <a:tailEnd len="sm" w="sm" type="none"/>
                    </a:lnR>
                    <a:lnT cap="flat" cmpd="sng" w="28575">
                      <a:solidFill>
                        <a:srgbClr val="FF457A"/>
                      </a:solidFill>
                      <a:prstDash val="solid"/>
                      <a:round/>
                      <a:headEnd len="sm" w="sm" type="none"/>
                      <a:tailEnd len="sm" w="sm" type="none"/>
                    </a:lnT>
                    <a:lnB cap="flat" cmpd="sng" w="28575">
                      <a:solidFill>
                        <a:srgbClr val="FF457A"/>
                      </a:solidFill>
                      <a:prstDash val="solid"/>
                      <a:round/>
                      <a:headEnd len="sm" w="sm" type="none"/>
                      <a:tailEnd len="sm" w="sm" type="none"/>
                    </a:lnB>
                  </a:tcPr>
                </a:tc>
                <a:tc>
                  <a:txBody>
                    <a:bodyPr/>
                    <a:lstStyle/>
                    <a:p>
                      <a:pPr indent="0" lvl="0" marL="0" rtl="0" algn="l">
                        <a:spcBef>
                          <a:spcPts val="0"/>
                        </a:spcBef>
                        <a:spcAft>
                          <a:spcPts val="0"/>
                        </a:spcAft>
                        <a:buNone/>
                      </a:pPr>
                      <a:r>
                        <a:t/>
                      </a:r>
                      <a:endParaRPr sz="1100">
                        <a:solidFill>
                          <a:srgbClr val="21204D"/>
                        </a:solidFill>
                        <a:latin typeface="Abel"/>
                        <a:ea typeface="Abel"/>
                        <a:cs typeface="Abel"/>
                        <a:sym typeface="Abel"/>
                      </a:endParaRPr>
                    </a:p>
                    <a:p>
                      <a:pPr indent="0" lvl="0" marL="0" rtl="0" algn="l">
                        <a:spcBef>
                          <a:spcPts val="0"/>
                        </a:spcBef>
                        <a:spcAft>
                          <a:spcPts val="0"/>
                        </a:spcAft>
                        <a:buNone/>
                      </a:pPr>
                      <a:r>
                        <a:rPr lang="en" sz="1100">
                          <a:solidFill>
                            <a:srgbClr val="21204D"/>
                          </a:solidFill>
                          <a:latin typeface="Abel"/>
                          <a:ea typeface="Abel"/>
                          <a:cs typeface="Abel"/>
                          <a:sym typeface="Abel"/>
                        </a:rPr>
                        <a:t>- sent by email message</a:t>
                      </a:r>
                      <a:endParaRPr sz="1100">
                        <a:solidFill>
                          <a:srgbClr val="21204D"/>
                        </a:solidFill>
                        <a:latin typeface="Abel"/>
                        <a:ea typeface="Abel"/>
                        <a:cs typeface="Abel"/>
                        <a:sym typeface="Abel"/>
                      </a:endParaRPr>
                    </a:p>
                    <a:p>
                      <a:pPr indent="0" lvl="0" marL="0" rtl="0" algn="l">
                        <a:spcBef>
                          <a:spcPts val="0"/>
                        </a:spcBef>
                        <a:spcAft>
                          <a:spcPts val="0"/>
                        </a:spcAft>
                        <a:buNone/>
                      </a:pPr>
                      <a:r>
                        <a:rPr lang="en" sz="1100">
                          <a:solidFill>
                            <a:srgbClr val="21204D"/>
                          </a:solidFill>
                          <a:latin typeface="Abel"/>
                          <a:ea typeface="Abel"/>
                          <a:cs typeface="Abel"/>
                          <a:sym typeface="Abel"/>
                        </a:rPr>
                        <a:t>- sender can't see content</a:t>
                      </a:r>
                      <a:endParaRPr sz="1100">
                        <a:solidFill>
                          <a:srgbClr val="21204D"/>
                        </a:solidFill>
                        <a:latin typeface="Abel"/>
                        <a:ea typeface="Abel"/>
                        <a:cs typeface="Abel"/>
                        <a:sym typeface="Abel"/>
                      </a:endParaRPr>
                    </a:p>
                    <a:p>
                      <a:pPr indent="0" lvl="0" marL="0" rtl="0" algn="l">
                        <a:spcBef>
                          <a:spcPts val="0"/>
                        </a:spcBef>
                        <a:spcAft>
                          <a:spcPts val="0"/>
                        </a:spcAft>
                        <a:buNone/>
                      </a:pPr>
                      <a:r>
                        <a:rPr lang="en" sz="1100">
                          <a:solidFill>
                            <a:srgbClr val="21204D"/>
                          </a:solidFill>
                          <a:latin typeface="Abel"/>
                          <a:ea typeface="Abel"/>
                          <a:cs typeface="Abel"/>
                          <a:sym typeface="Abel"/>
                        </a:rPr>
                        <a:t>until opened by recipient</a:t>
                      </a:r>
                      <a:endParaRPr sz="1100">
                        <a:solidFill>
                          <a:srgbClr val="21204D"/>
                        </a:solidFill>
                        <a:latin typeface="Abel"/>
                        <a:ea typeface="Abel"/>
                        <a:cs typeface="Abel"/>
                        <a:sym typeface="Abel"/>
                      </a:endParaRPr>
                    </a:p>
                    <a:p>
                      <a:pPr indent="0" lvl="0" marL="0" rtl="0" algn="l">
                        <a:spcBef>
                          <a:spcPts val="0"/>
                        </a:spcBef>
                        <a:spcAft>
                          <a:spcPts val="0"/>
                        </a:spcAft>
                        <a:buNone/>
                      </a:pPr>
                      <a:r>
                        <a:rPr lang="en" sz="1100">
                          <a:solidFill>
                            <a:srgbClr val="21204D"/>
                          </a:solidFill>
                          <a:latin typeface="Abel"/>
                          <a:ea typeface="Abel"/>
                          <a:cs typeface="Abel"/>
                          <a:sym typeface="Abel"/>
                        </a:rPr>
                        <a:t>- recruited expectation</a:t>
                      </a:r>
                      <a:endParaRPr sz="1100">
                        <a:solidFill>
                          <a:srgbClr val="21204D"/>
                        </a:solidFill>
                        <a:latin typeface="Abel"/>
                        <a:ea typeface="Abel"/>
                        <a:cs typeface="Abel"/>
                        <a:sym typeface="Abel"/>
                      </a:endParaRPr>
                    </a:p>
                    <a:p>
                      <a:pPr indent="0" lvl="0" marL="0" rtl="0" algn="l">
                        <a:spcBef>
                          <a:spcPts val="0"/>
                        </a:spcBef>
                        <a:spcAft>
                          <a:spcPts val="0"/>
                        </a:spcAft>
                        <a:buNone/>
                      </a:pPr>
                      <a:r>
                        <a:rPr lang="en" sz="1100">
                          <a:solidFill>
                            <a:srgbClr val="21204D"/>
                          </a:solidFill>
                          <a:latin typeface="Abel"/>
                          <a:ea typeface="Abel"/>
                          <a:cs typeface="Abel"/>
                          <a:sym typeface="Abel"/>
                        </a:rPr>
                        <a:t>- first page - no contents</a:t>
                      </a:r>
                      <a:endParaRPr sz="1100">
                        <a:solidFill>
                          <a:srgbClr val="21204D"/>
                        </a:solidFill>
                        <a:latin typeface="Abel"/>
                        <a:ea typeface="Abel"/>
                        <a:cs typeface="Abel"/>
                        <a:sym typeface="Abel"/>
                      </a:endParaRPr>
                    </a:p>
                    <a:p>
                      <a:pPr indent="0" lvl="0" marL="0" rtl="0" algn="l">
                        <a:spcBef>
                          <a:spcPts val="0"/>
                        </a:spcBef>
                        <a:spcAft>
                          <a:spcPts val="0"/>
                        </a:spcAft>
                        <a:buNone/>
                      </a:pPr>
                      <a:r>
                        <a:rPr lang="en" sz="1100">
                          <a:solidFill>
                            <a:srgbClr val="21204D"/>
                          </a:solidFill>
                          <a:latin typeface="Abel"/>
                          <a:ea typeface="Abel"/>
                          <a:cs typeface="Abel"/>
                          <a:sym typeface="Abel"/>
                        </a:rPr>
                        <a:t>- slow ... page change</a:t>
                      </a:r>
                      <a:endParaRPr sz="1100">
                        <a:solidFill>
                          <a:srgbClr val="21204D"/>
                        </a:solidFill>
                        <a:latin typeface="Abel"/>
                        <a:ea typeface="Abel"/>
                        <a:cs typeface="Abel"/>
                        <a:sym typeface="Abel"/>
                      </a:endParaRPr>
                    </a:p>
                    <a:p>
                      <a:pPr indent="0" lvl="0" marL="0" rtl="0" algn="l">
                        <a:spcBef>
                          <a:spcPts val="0"/>
                        </a:spcBef>
                        <a:spcAft>
                          <a:spcPts val="0"/>
                        </a:spcAft>
                        <a:buNone/>
                      </a:pPr>
                      <a:r>
                        <a:rPr lang="en" sz="1100">
                          <a:solidFill>
                            <a:srgbClr val="21204D"/>
                          </a:solidFill>
                          <a:latin typeface="Abel"/>
                          <a:ea typeface="Abel"/>
                          <a:cs typeface="Abel"/>
                          <a:sym typeface="Abel"/>
                        </a:rPr>
                        <a:t>- WAV file (when it works)</a:t>
                      </a:r>
                      <a:endParaRPr sz="1100">
                        <a:solidFill>
                          <a:srgbClr val="21204D"/>
                        </a:solidFill>
                        <a:latin typeface="Abel"/>
                        <a:ea typeface="Abel"/>
                        <a:cs typeface="Abel"/>
                        <a:sym typeface="Abel"/>
                      </a:endParaRPr>
                    </a:p>
                  </a:txBody>
                  <a:tcPr marT="91425" marB="91425" marR="91425" marL="91425">
                    <a:lnL cap="flat" cmpd="sng" w="28575">
                      <a:solidFill>
                        <a:srgbClr val="FF3C68">
                          <a:alpha val="0"/>
                        </a:srgbClr>
                      </a:solidFill>
                      <a:prstDash val="solid"/>
                      <a:round/>
                      <a:headEnd len="sm" w="sm" type="none"/>
                      <a:tailEnd len="sm" w="sm" type="none"/>
                    </a:lnL>
                    <a:lnR cap="flat" cmpd="sng" w="28575">
                      <a:solidFill>
                        <a:srgbClr val="FF3C68">
                          <a:alpha val="0"/>
                        </a:srgbClr>
                      </a:solidFill>
                      <a:prstDash val="solid"/>
                      <a:round/>
                      <a:headEnd len="sm" w="sm" type="none"/>
                      <a:tailEnd len="sm" w="sm" type="none"/>
                    </a:lnR>
                    <a:lnT cap="flat" cmpd="sng" w="28575">
                      <a:solidFill>
                        <a:srgbClr val="FF457A"/>
                      </a:solidFill>
                      <a:prstDash val="solid"/>
                      <a:round/>
                      <a:headEnd len="sm" w="sm" type="none"/>
                      <a:tailEnd len="sm" w="sm" type="none"/>
                    </a:lnT>
                    <a:lnB cap="flat" cmpd="sng" w="28575">
                      <a:solidFill>
                        <a:srgbClr val="FF457A"/>
                      </a:solidFill>
                      <a:prstDash val="solid"/>
                      <a:round/>
                      <a:headEnd len="sm" w="sm" type="none"/>
                      <a:tailEnd len="sm" w="sm" type="none"/>
                    </a:lnB>
                  </a:tcPr>
                </a:tc>
              </a:tr>
            </a:tbl>
          </a:graphicData>
        </a:graphic>
      </p:graphicFrame>
      <p:grpSp>
        <p:nvGrpSpPr>
          <p:cNvPr id="4895" name="Google Shape;4895;p111"/>
          <p:cNvGrpSpPr/>
          <p:nvPr/>
        </p:nvGrpSpPr>
        <p:grpSpPr>
          <a:xfrm flipH="1">
            <a:off x="7773012" y="4146996"/>
            <a:ext cx="574667" cy="996778"/>
            <a:chOff x="7281325" y="2522625"/>
            <a:chExt cx="230725" cy="400200"/>
          </a:xfrm>
        </p:grpSpPr>
        <p:sp>
          <p:nvSpPr>
            <p:cNvPr id="4896" name="Google Shape;4896;p111"/>
            <p:cNvSpPr/>
            <p:nvPr/>
          </p:nvSpPr>
          <p:spPr>
            <a:xfrm>
              <a:off x="7281325" y="2522625"/>
              <a:ext cx="230725" cy="399600"/>
            </a:xfrm>
            <a:custGeom>
              <a:rect b="b" l="l" r="r" t="t"/>
              <a:pathLst>
                <a:path extrusionOk="0" h="15984" w="9229">
                  <a:moveTo>
                    <a:pt x="5655" y="0"/>
                  </a:moveTo>
                  <a:cubicBezTo>
                    <a:pt x="5365" y="0"/>
                    <a:pt x="5080" y="96"/>
                    <a:pt x="4829" y="305"/>
                  </a:cubicBezTo>
                  <a:cubicBezTo>
                    <a:pt x="3436" y="1461"/>
                    <a:pt x="4999" y="3542"/>
                    <a:pt x="3743" y="4501"/>
                  </a:cubicBezTo>
                  <a:cubicBezTo>
                    <a:pt x="2487" y="5460"/>
                    <a:pt x="2093" y="6155"/>
                    <a:pt x="2059" y="8203"/>
                  </a:cubicBezTo>
                  <a:cubicBezTo>
                    <a:pt x="2025" y="10250"/>
                    <a:pt x="3413" y="11109"/>
                    <a:pt x="1705" y="12165"/>
                  </a:cubicBezTo>
                  <a:cubicBezTo>
                    <a:pt x="1" y="13217"/>
                    <a:pt x="506" y="15983"/>
                    <a:pt x="506" y="15983"/>
                  </a:cubicBezTo>
                  <a:lnTo>
                    <a:pt x="8668" y="15983"/>
                  </a:lnTo>
                  <a:cubicBezTo>
                    <a:pt x="8668" y="15983"/>
                    <a:pt x="8039" y="15141"/>
                    <a:pt x="8634" y="13588"/>
                  </a:cubicBezTo>
                  <a:cubicBezTo>
                    <a:pt x="9229" y="12034"/>
                    <a:pt x="8500" y="10845"/>
                    <a:pt x="7545" y="9589"/>
                  </a:cubicBezTo>
                  <a:cubicBezTo>
                    <a:pt x="6586" y="8333"/>
                    <a:pt x="6552" y="7013"/>
                    <a:pt x="7575" y="4237"/>
                  </a:cubicBezTo>
                  <a:cubicBezTo>
                    <a:pt x="8415" y="1963"/>
                    <a:pt x="6971" y="0"/>
                    <a:pt x="5655" y="0"/>
                  </a:cubicBezTo>
                  <a:close/>
                </a:path>
              </a:pathLst>
            </a:custGeom>
            <a:solidFill>
              <a:srgbClr val="FF45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7" name="Google Shape;4897;p111"/>
            <p:cNvSpPr/>
            <p:nvPr/>
          </p:nvSpPr>
          <p:spPr>
            <a:xfrm>
              <a:off x="7338725" y="2545775"/>
              <a:ext cx="116275" cy="229725"/>
            </a:xfrm>
            <a:custGeom>
              <a:rect b="b" l="l" r="r" t="t"/>
              <a:pathLst>
                <a:path extrusionOk="0" h="9189" w="4651">
                  <a:moveTo>
                    <a:pt x="2092" y="0"/>
                  </a:moveTo>
                  <a:lnTo>
                    <a:pt x="2035" y="14"/>
                  </a:lnTo>
                  <a:cubicBezTo>
                    <a:pt x="2042" y="34"/>
                    <a:pt x="2523" y="2085"/>
                    <a:pt x="3669" y="2807"/>
                  </a:cubicBezTo>
                  <a:cubicBezTo>
                    <a:pt x="4313" y="3218"/>
                    <a:pt x="4591" y="3872"/>
                    <a:pt x="4450" y="4661"/>
                  </a:cubicBezTo>
                  <a:cubicBezTo>
                    <a:pt x="4253" y="5736"/>
                    <a:pt x="3348" y="6706"/>
                    <a:pt x="2339" y="6916"/>
                  </a:cubicBezTo>
                  <a:cubicBezTo>
                    <a:pt x="1450" y="7103"/>
                    <a:pt x="712" y="7568"/>
                    <a:pt x="311" y="8189"/>
                  </a:cubicBezTo>
                  <a:cubicBezTo>
                    <a:pt x="90" y="8533"/>
                    <a:pt x="0" y="8897"/>
                    <a:pt x="67" y="9188"/>
                  </a:cubicBezTo>
                  <a:lnTo>
                    <a:pt x="124" y="9174"/>
                  </a:lnTo>
                  <a:cubicBezTo>
                    <a:pt x="61" y="8897"/>
                    <a:pt x="147" y="8550"/>
                    <a:pt x="361" y="8219"/>
                  </a:cubicBezTo>
                  <a:cubicBezTo>
                    <a:pt x="752" y="7611"/>
                    <a:pt x="1477" y="7156"/>
                    <a:pt x="2352" y="6973"/>
                  </a:cubicBezTo>
                  <a:cubicBezTo>
                    <a:pt x="3382" y="6755"/>
                    <a:pt x="4307" y="5767"/>
                    <a:pt x="4507" y="4671"/>
                  </a:cubicBezTo>
                  <a:cubicBezTo>
                    <a:pt x="4651" y="3859"/>
                    <a:pt x="4367" y="3181"/>
                    <a:pt x="3698" y="2760"/>
                  </a:cubicBezTo>
                  <a:cubicBezTo>
                    <a:pt x="2573" y="2048"/>
                    <a:pt x="2095" y="20"/>
                    <a:pt x="2092" y="0"/>
                  </a:cubicBez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8" name="Google Shape;4898;p111"/>
            <p:cNvSpPr/>
            <p:nvPr/>
          </p:nvSpPr>
          <p:spPr>
            <a:xfrm>
              <a:off x="7332125" y="2585200"/>
              <a:ext cx="100500" cy="142675"/>
            </a:xfrm>
            <a:custGeom>
              <a:rect b="b" l="l" r="r" t="t"/>
              <a:pathLst>
                <a:path extrusionOk="0" h="5707" w="4020">
                  <a:moveTo>
                    <a:pt x="2232" y="0"/>
                  </a:moveTo>
                  <a:lnTo>
                    <a:pt x="2175" y="7"/>
                  </a:lnTo>
                  <a:cubicBezTo>
                    <a:pt x="2178" y="24"/>
                    <a:pt x="2329" y="1698"/>
                    <a:pt x="3338" y="2435"/>
                  </a:cubicBezTo>
                  <a:cubicBezTo>
                    <a:pt x="3782" y="2760"/>
                    <a:pt x="3959" y="3305"/>
                    <a:pt x="3786" y="3823"/>
                  </a:cubicBezTo>
                  <a:cubicBezTo>
                    <a:pt x="3624" y="4306"/>
                    <a:pt x="3107" y="4821"/>
                    <a:pt x="2148" y="4821"/>
                  </a:cubicBezTo>
                  <a:cubicBezTo>
                    <a:pt x="2133" y="4821"/>
                    <a:pt x="2118" y="4821"/>
                    <a:pt x="2102" y="4821"/>
                  </a:cubicBezTo>
                  <a:lnTo>
                    <a:pt x="2025" y="4821"/>
                  </a:lnTo>
                  <a:cubicBezTo>
                    <a:pt x="294" y="4821"/>
                    <a:pt x="10" y="5653"/>
                    <a:pt x="1" y="5690"/>
                  </a:cubicBezTo>
                  <a:lnTo>
                    <a:pt x="54" y="5707"/>
                  </a:lnTo>
                  <a:cubicBezTo>
                    <a:pt x="58" y="5700"/>
                    <a:pt x="341" y="4878"/>
                    <a:pt x="2025" y="4878"/>
                  </a:cubicBezTo>
                  <a:lnTo>
                    <a:pt x="2098" y="4878"/>
                  </a:lnTo>
                  <a:cubicBezTo>
                    <a:pt x="2114" y="4878"/>
                    <a:pt x="2129" y="4878"/>
                    <a:pt x="2145" y="4878"/>
                  </a:cubicBezTo>
                  <a:cubicBezTo>
                    <a:pt x="3137" y="4878"/>
                    <a:pt x="3672" y="4346"/>
                    <a:pt x="3839" y="3843"/>
                  </a:cubicBezTo>
                  <a:cubicBezTo>
                    <a:pt x="4019" y="3297"/>
                    <a:pt x="3839" y="2730"/>
                    <a:pt x="3371" y="2389"/>
                  </a:cubicBezTo>
                  <a:cubicBezTo>
                    <a:pt x="2386" y="1667"/>
                    <a:pt x="2235" y="17"/>
                    <a:pt x="2232" y="0"/>
                  </a:cubicBez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9" name="Google Shape;4899;p111"/>
            <p:cNvSpPr/>
            <p:nvPr/>
          </p:nvSpPr>
          <p:spPr>
            <a:xfrm>
              <a:off x="7323600" y="2727025"/>
              <a:ext cx="128250" cy="195800"/>
            </a:xfrm>
            <a:custGeom>
              <a:rect b="b" l="l" r="r" t="t"/>
              <a:pathLst>
                <a:path extrusionOk="0" h="7832" w="5130">
                  <a:moveTo>
                    <a:pt x="5109" y="0"/>
                  </a:moveTo>
                  <a:cubicBezTo>
                    <a:pt x="5085" y="6"/>
                    <a:pt x="2847" y="839"/>
                    <a:pt x="2266" y="2449"/>
                  </a:cubicBezTo>
                  <a:cubicBezTo>
                    <a:pt x="2098" y="2920"/>
                    <a:pt x="1995" y="3457"/>
                    <a:pt x="1885" y="4029"/>
                  </a:cubicBezTo>
                  <a:cubicBezTo>
                    <a:pt x="1628" y="5389"/>
                    <a:pt x="1334" y="6932"/>
                    <a:pt x="1" y="7784"/>
                  </a:cubicBezTo>
                  <a:lnTo>
                    <a:pt x="31" y="7831"/>
                  </a:lnTo>
                  <a:cubicBezTo>
                    <a:pt x="1384" y="6965"/>
                    <a:pt x="1682" y="5412"/>
                    <a:pt x="1942" y="4039"/>
                  </a:cubicBezTo>
                  <a:cubicBezTo>
                    <a:pt x="2052" y="3471"/>
                    <a:pt x="2152" y="2933"/>
                    <a:pt x="2323" y="2469"/>
                  </a:cubicBezTo>
                  <a:cubicBezTo>
                    <a:pt x="2891" y="885"/>
                    <a:pt x="5105" y="60"/>
                    <a:pt x="5129" y="54"/>
                  </a:cubicBezTo>
                  <a:lnTo>
                    <a:pt x="5109" y="0"/>
                  </a:ln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0" name="Google Shape;4900;p111"/>
            <p:cNvSpPr/>
            <p:nvPr/>
          </p:nvSpPr>
          <p:spPr>
            <a:xfrm>
              <a:off x="7368950" y="2806025"/>
              <a:ext cx="128575" cy="32000"/>
            </a:xfrm>
            <a:custGeom>
              <a:rect b="b" l="l" r="r" t="t"/>
              <a:pathLst>
                <a:path extrusionOk="0" h="1280" w="5143">
                  <a:moveTo>
                    <a:pt x="5099" y="1"/>
                  </a:moveTo>
                  <a:cubicBezTo>
                    <a:pt x="4932" y="187"/>
                    <a:pt x="4706" y="357"/>
                    <a:pt x="4068" y="357"/>
                  </a:cubicBezTo>
                  <a:cubicBezTo>
                    <a:pt x="3721" y="357"/>
                    <a:pt x="3252" y="307"/>
                    <a:pt x="2606" y="181"/>
                  </a:cubicBezTo>
                  <a:cubicBezTo>
                    <a:pt x="2405" y="142"/>
                    <a:pt x="2216" y="125"/>
                    <a:pt x="2040" y="125"/>
                  </a:cubicBezTo>
                  <a:cubicBezTo>
                    <a:pt x="623" y="125"/>
                    <a:pt x="7" y="1241"/>
                    <a:pt x="1" y="1253"/>
                  </a:cubicBezTo>
                  <a:lnTo>
                    <a:pt x="51" y="1280"/>
                  </a:lnTo>
                  <a:cubicBezTo>
                    <a:pt x="57" y="1268"/>
                    <a:pt x="657" y="182"/>
                    <a:pt x="2040" y="182"/>
                  </a:cubicBezTo>
                  <a:cubicBezTo>
                    <a:pt x="2213" y="182"/>
                    <a:pt x="2399" y="199"/>
                    <a:pt x="2597" y="237"/>
                  </a:cubicBezTo>
                  <a:cubicBezTo>
                    <a:pt x="3242" y="362"/>
                    <a:pt x="3713" y="413"/>
                    <a:pt x="4065" y="413"/>
                  </a:cubicBezTo>
                  <a:cubicBezTo>
                    <a:pt x="4729" y="413"/>
                    <a:pt x="4967" y="233"/>
                    <a:pt x="5143" y="37"/>
                  </a:cubicBezTo>
                  <a:lnTo>
                    <a:pt x="5099" y="1"/>
                  </a:ln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1" name="Google Shape;4901;p111"/>
            <p:cNvSpPr/>
            <p:nvPr/>
          </p:nvSpPr>
          <p:spPr>
            <a:xfrm>
              <a:off x="7367450" y="2729350"/>
              <a:ext cx="14400" cy="77600"/>
            </a:xfrm>
            <a:custGeom>
              <a:rect b="b" l="l" r="r" t="t"/>
              <a:pathLst>
                <a:path extrusionOk="0" h="3104" w="576">
                  <a:moveTo>
                    <a:pt x="104" y="1"/>
                  </a:moveTo>
                  <a:lnTo>
                    <a:pt x="68" y="47"/>
                  </a:lnTo>
                  <a:cubicBezTo>
                    <a:pt x="71" y="51"/>
                    <a:pt x="512" y="422"/>
                    <a:pt x="372" y="1244"/>
                  </a:cubicBezTo>
                  <a:cubicBezTo>
                    <a:pt x="332" y="1480"/>
                    <a:pt x="275" y="1685"/>
                    <a:pt x="224" y="1865"/>
                  </a:cubicBezTo>
                  <a:cubicBezTo>
                    <a:pt x="97" y="2349"/>
                    <a:pt x="0" y="2697"/>
                    <a:pt x="312" y="3104"/>
                  </a:cubicBezTo>
                  <a:lnTo>
                    <a:pt x="358" y="3068"/>
                  </a:lnTo>
                  <a:cubicBezTo>
                    <a:pt x="64" y="2687"/>
                    <a:pt x="151" y="2366"/>
                    <a:pt x="281" y="1881"/>
                  </a:cubicBezTo>
                  <a:cubicBezTo>
                    <a:pt x="332" y="1697"/>
                    <a:pt x="385" y="1491"/>
                    <a:pt x="429" y="1253"/>
                  </a:cubicBezTo>
                  <a:cubicBezTo>
                    <a:pt x="575" y="395"/>
                    <a:pt x="121" y="17"/>
                    <a:pt x="104" y="1"/>
                  </a:cubicBez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2" name="Google Shape;4902;p111"/>
            <p:cNvSpPr/>
            <p:nvPr/>
          </p:nvSpPr>
          <p:spPr>
            <a:xfrm>
              <a:off x="7354925" y="2851675"/>
              <a:ext cx="145925" cy="33800"/>
            </a:xfrm>
            <a:custGeom>
              <a:rect b="b" l="l" r="r" t="t"/>
              <a:pathLst>
                <a:path extrusionOk="0" h="1352" w="5837">
                  <a:moveTo>
                    <a:pt x="2135" y="1"/>
                  </a:moveTo>
                  <a:cubicBezTo>
                    <a:pt x="706" y="1"/>
                    <a:pt x="10" y="1310"/>
                    <a:pt x="0" y="1325"/>
                  </a:cubicBezTo>
                  <a:lnTo>
                    <a:pt x="54" y="1351"/>
                  </a:lnTo>
                  <a:cubicBezTo>
                    <a:pt x="60" y="1336"/>
                    <a:pt x="740" y="59"/>
                    <a:pt x="2134" y="59"/>
                  </a:cubicBezTo>
                  <a:cubicBezTo>
                    <a:pt x="2284" y="59"/>
                    <a:pt x="2441" y="73"/>
                    <a:pt x="2606" y="105"/>
                  </a:cubicBezTo>
                  <a:cubicBezTo>
                    <a:pt x="2944" y="169"/>
                    <a:pt x="3248" y="235"/>
                    <a:pt x="3515" y="295"/>
                  </a:cubicBezTo>
                  <a:cubicBezTo>
                    <a:pt x="4057" y="416"/>
                    <a:pt x="4485" y="511"/>
                    <a:pt x="4841" y="511"/>
                  </a:cubicBezTo>
                  <a:cubicBezTo>
                    <a:pt x="5244" y="511"/>
                    <a:pt x="5555" y="390"/>
                    <a:pt x="5837" y="49"/>
                  </a:cubicBezTo>
                  <a:lnTo>
                    <a:pt x="5793" y="12"/>
                  </a:lnTo>
                  <a:cubicBezTo>
                    <a:pt x="5524" y="337"/>
                    <a:pt x="5224" y="453"/>
                    <a:pt x="4835" y="453"/>
                  </a:cubicBezTo>
                  <a:cubicBezTo>
                    <a:pt x="4485" y="453"/>
                    <a:pt x="4063" y="359"/>
                    <a:pt x="3528" y="239"/>
                  </a:cubicBezTo>
                  <a:cubicBezTo>
                    <a:pt x="3258" y="179"/>
                    <a:pt x="2954" y="112"/>
                    <a:pt x="2617" y="49"/>
                  </a:cubicBezTo>
                  <a:cubicBezTo>
                    <a:pt x="2448" y="16"/>
                    <a:pt x="2288" y="1"/>
                    <a:pt x="2135" y="1"/>
                  </a:cubicBez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3" name="Google Shape;4903;p111"/>
            <p:cNvSpPr/>
            <p:nvPr/>
          </p:nvSpPr>
          <p:spPr>
            <a:xfrm>
              <a:off x="7415900" y="2534675"/>
              <a:ext cx="37675" cy="82700"/>
            </a:xfrm>
            <a:custGeom>
              <a:rect b="b" l="l" r="r" t="t"/>
              <a:pathLst>
                <a:path extrusionOk="0" h="3308" w="1507">
                  <a:moveTo>
                    <a:pt x="1453" y="0"/>
                  </a:moveTo>
                  <a:lnTo>
                    <a:pt x="1397" y="10"/>
                  </a:lnTo>
                  <a:cubicBezTo>
                    <a:pt x="1447" y="281"/>
                    <a:pt x="1377" y="371"/>
                    <a:pt x="989" y="872"/>
                  </a:cubicBezTo>
                  <a:cubicBezTo>
                    <a:pt x="899" y="985"/>
                    <a:pt x="796" y="1123"/>
                    <a:pt x="672" y="1286"/>
                  </a:cubicBezTo>
                  <a:cubicBezTo>
                    <a:pt x="0" y="2175"/>
                    <a:pt x="662" y="3298"/>
                    <a:pt x="668" y="3307"/>
                  </a:cubicBezTo>
                  <a:lnTo>
                    <a:pt x="719" y="3281"/>
                  </a:lnTo>
                  <a:cubicBezTo>
                    <a:pt x="712" y="3267"/>
                    <a:pt x="67" y="2179"/>
                    <a:pt x="719" y="1320"/>
                  </a:cubicBezTo>
                  <a:cubicBezTo>
                    <a:pt x="842" y="1156"/>
                    <a:pt x="946" y="1022"/>
                    <a:pt x="1032" y="905"/>
                  </a:cubicBezTo>
                  <a:cubicBezTo>
                    <a:pt x="1427" y="401"/>
                    <a:pt x="1507" y="294"/>
                    <a:pt x="1453" y="0"/>
                  </a:cubicBez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04" name="Google Shape;4904;p111"/>
          <p:cNvGrpSpPr/>
          <p:nvPr/>
        </p:nvGrpSpPr>
        <p:grpSpPr>
          <a:xfrm flipH="1">
            <a:off x="8053633" y="3658568"/>
            <a:ext cx="1090366" cy="1485204"/>
            <a:chOff x="6802225" y="2313150"/>
            <a:chExt cx="437775" cy="596300"/>
          </a:xfrm>
        </p:grpSpPr>
        <p:sp>
          <p:nvSpPr>
            <p:cNvPr id="4905" name="Google Shape;4905;p111"/>
            <p:cNvSpPr/>
            <p:nvPr/>
          </p:nvSpPr>
          <p:spPr>
            <a:xfrm>
              <a:off x="6802225" y="2313150"/>
              <a:ext cx="437775" cy="596300"/>
            </a:xfrm>
            <a:custGeom>
              <a:rect b="b" l="l" r="r" t="t"/>
              <a:pathLst>
                <a:path extrusionOk="0" h="23852" w="17511">
                  <a:moveTo>
                    <a:pt x="9288" y="1"/>
                  </a:moveTo>
                  <a:cubicBezTo>
                    <a:pt x="9209" y="1"/>
                    <a:pt x="9130" y="3"/>
                    <a:pt x="9050" y="8"/>
                  </a:cubicBezTo>
                  <a:cubicBezTo>
                    <a:pt x="7561" y="99"/>
                    <a:pt x="6572" y="763"/>
                    <a:pt x="5960" y="1775"/>
                  </a:cubicBezTo>
                  <a:cubicBezTo>
                    <a:pt x="4875" y="3570"/>
                    <a:pt x="4978" y="6463"/>
                    <a:pt x="5596" y="9196"/>
                  </a:cubicBezTo>
                  <a:cubicBezTo>
                    <a:pt x="5623" y="9316"/>
                    <a:pt x="5650" y="9432"/>
                    <a:pt x="5680" y="9549"/>
                  </a:cubicBezTo>
                  <a:cubicBezTo>
                    <a:pt x="6384" y="12450"/>
                    <a:pt x="4861" y="12269"/>
                    <a:pt x="3358" y="12991"/>
                  </a:cubicBezTo>
                  <a:cubicBezTo>
                    <a:pt x="2593" y="13355"/>
                    <a:pt x="1834" y="13953"/>
                    <a:pt x="1373" y="15299"/>
                  </a:cubicBezTo>
                  <a:cubicBezTo>
                    <a:pt x="0" y="19298"/>
                    <a:pt x="4617" y="23852"/>
                    <a:pt x="4617" y="23852"/>
                  </a:cubicBezTo>
                  <a:lnTo>
                    <a:pt x="15475" y="23852"/>
                  </a:lnTo>
                  <a:cubicBezTo>
                    <a:pt x="16484" y="23150"/>
                    <a:pt x="17015" y="22005"/>
                    <a:pt x="17176" y="20775"/>
                  </a:cubicBezTo>
                  <a:cubicBezTo>
                    <a:pt x="17511" y="18216"/>
                    <a:pt x="16234" y="15299"/>
                    <a:pt x="14275" y="15299"/>
                  </a:cubicBezTo>
                  <a:cubicBezTo>
                    <a:pt x="14260" y="15299"/>
                    <a:pt x="14245" y="15299"/>
                    <a:pt x="14229" y="15299"/>
                  </a:cubicBezTo>
                  <a:cubicBezTo>
                    <a:pt x="14181" y="15300"/>
                    <a:pt x="14132" y="15301"/>
                    <a:pt x="14085" y="15301"/>
                  </a:cubicBezTo>
                  <a:cubicBezTo>
                    <a:pt x="11259" y="15301"/>
                    <a:pt x="10216" y="13360"/>
                    <a:pt x="12792" y="9897"/>
                  </a:cubicBezTo>
                  <a:cubicBezTo>
                    <a:pt x="12979" y="9643"/>
                    <a:pt x="13143" y="9376"/>
                    <a:pt x="13284" y="9099"/>
                  </a:cubicBezTo>
                  <a:cubicBezTo>
                    <a:pt x="15064" y="5534"/>
                    <a:pt x="13074" y="1"/>
                    <a:pt x="9288" y="1"/>
                  </a:cubicBezTo>
                  <a:close/>
                </a:path>
              </a:pathLst>
            </a:custGeom>
            <a:solidFill>
              <a:srgbClr val="4F47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6" name="Google Shape;4906;p111"/>
            <p:cNvSpPr/>
            <p:nvPr/>
          </p:nvSpPr>
          <p:spPr>
            <a:xfrm>
              <a:off x="6902800" y="2699475"/>
              <a:ext cx="209875" cy="209975"/>
            </a:xfrm>
            <a:custGeom>
              <a:rect b="b" l="l" r="r" t="t"/>
              <a:pathLst>
                <a:path extrusionOk="0" h="8399" w="8395">
                  <a:moveTo>
                    <a:pt x="60" y="0"/>
                  </a:moveTo>
                  <a:lnTo>
                    <a:pt x="0" y="63"/>
                  </a:lnTo>
                  <a:lnTo>
                    <a:pt x="8335" y="8399"/>
                  </a:lnTo>
                  <a:lnTo>
                    <a:pt x="8395" y="8336"/>
                  </a:lnTo>
                  <a:lnTo>
                    <a:pt x="6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7" name="Google Shape;4907;p111"/>
            <p:cNvSpPr/>
            <p:nvPr/>
          </p:nvSpPr>
          <p:spPr>
            <a:xfrm>
              <a:off x="6941025" y="2439375"/>
              <a:ext cx="126400" cy="299875"/>
            </a:xfrm>
            <a:custGeom>
              <a:rect b="b" l="l" r="r" t="t"/>
              <a:pathLst>
                <a:path extrusionOk="0" h="11995" w="5056">
                  <a:moveTo>
                    <a:pt x="4972" y="1"/>
                  </a:moveTo>
                  <a:lnTo>
                    <a:pt x="1" y="11960"/>
                  </a:lnTo>
                  <a:lnTo>
                    <a:pt x="84" y="11994"/>
                  </a:lnTo>
                  <a:lnTo>
                    <a:pt x="5055" y="34"/>
                  </a:lnTo>
                  <a:lnTo>
                    <a:pt x="497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8" name="Google Shape;4908;p111"/>
            <p:cNvSpPr/>
            <p:nvPr/>
          </p:nvSpPr>
          <p:spPr>
            <a:xfrm>
              <a:off x="7031150" y="2492425"/>
              <a:ext cx="73200" cy="32100"/>
            </a:xfrm>
            <a:custGeom>
              <a:rect b="b" l="l" r="r" t="t"/>
              <a:pathLst>
                <a:path extrusionOk="0" h="1284" w="2928">
                  <a:moveTo>
                    <a:pt x="2894" y="0"/>
                  </a:moveTo>
                  <a:lnTo>
                    <a:pt x="1" y="1203"/>
                  </a:lnTo>
                  <a:lnTo>
                    <a:pt x="34" y="1283"/>
                  </a:lnTo>
                  <a:lnTo>
                    <a:pt x="2927" y="80"/>
                  </a:lnTo>
                  <a:lnTo>
                    <a:pt x="289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9" name="Google Shape;4909;p111"/>
            <p:cNvSpPr/>
            <p:nvPr/>
          </p:nvSpPr>
          <p:spPr>
            <a:xfrm>
              <a:off x="6971600" y="2493000"/>
              <a:ext cx="37200" cy="83375"/>
            </a:xfrm>
            <a:custGeom>
              <a:rect b="b" l="l" r="r" t="t"/>
              <a:pathLst>
                <a:path extrusionOk="0" h="3335" w="1488">
                  <a:moveTo>
                    <a:pt x="81" y="1"/>
                  </a:moveTo>
                  <a:lnTo>
                    <a:pt x="1" y="33"/>
                  </a:lnTo>
                  <a:lnTo>
                    <a:pt x="1404" y="3334"/>
                  </a:lnTo>
                  <a:lnTo>
                    <a:pt x="1487" y="3298"/>
                  </a:lnTo>
                  <a:lnTo>
                    <a:pt x="8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0" name="Google Shape;4910;p111"/>
            <p:cNvSpPr/>
            <p:nvPr/>
          </p:nvSpPr>
          <p:spPr>
            <a:xfrm>
              <a:off x="7058950" y="2771450"/>
              <a:ext cx="2225" cy="85300"/>
            </a:xfrm>
            <a:custGeom>
              <a:rect b="b" l="l" r="r" t="t"/>
              <a:pathLst>
                <a:path extrusionOk="0" h="3412" w="89">
                  <a:moveTo>
                    <a:pt x="1" y="0"/>
                  </a:moveTo>
                  <a:lnTo>
                    <a:pt x="1" y="3412"/>
                  </a:lnTo>
                  <a:lnTo>
                    <a:pt x="88" y="3412"/>
                  </a:lnTo>
                  <a:lnTo>
                    <a:pt x="8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1" name="Google Shape;4911;p111"/>
            <p:cNvSpPr/>
            <p:nvPr/>
          </p:nvSpPr>
          <p:spPr>
            <a:xfrm>
              <a:off x="6915475" y="2804950"/>
              <a:ext cx="93900" cy="2275"/>
            </a:xfrm>
            <a:custGeom>
              <a:rect b="b" l="l" r="r" t="t"/>
              <a:pathLst>
                <a:path extrusionOk="0" h="91" w="3756">
                  <a:moveTo>
                    <a:pt x="1" y="0"/>
                  </a:moveTo>
                  <a:lnTo>
                    <a:pt x="1" y="91"/>
                  </a:lnTo>
                  <a:lnTo>
                    <a:pt x="3755" y="91"/>
                  </a:lnTo>
                  <a:lnTo>
                    <a:pt x="375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12" name="Google Shape;4912;p111"/>
          <p:cNvSpPr txBox="1"/>
          <p:nvPr>
            <p:ph type="ctrTitle"/>
          </p:nvPr>
        </p:nvSpPr>
        <p:spPr>
          <a:xfrm flipH="1">
            <a:off x="973600" y="2285550"/>
            <a:ext cx="1463700" cy="572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a:t>The crackers experience</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7" name="Shape 4917"/>
        <p:cNvGrpSpPr/>
        <p:nvPr/>
      </p:nvGrpSpPr>
      <p:grpSpPr>
        <a:xfrm>
          <a:off x="0" y="0"/>
          <a:ext cx="0" cy="0"/>
          <a:chOff x="0" y="0"/>
          <a:chExt cx="0" cy="0"/>
        </a:xfrm>
      </p:grpSpPr>
      <p:sp>
        <p:nvSpPr>
          <p:cNvPr id="4918" name="Google Shape;4918;p112"/>
          <p:cNvSpPr txBox="1"/>
          <p:nvPr>
            <p:ph type="ctrTitle"/>
          </p:nvPr>
        </p:nvSpPr>
        <p:spPr>
          <a:xfrm flipH="1">
            <a:off x="973500" y="1951175"/>
            <a:ext cx="20634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400"/>
              <a:t>Physical design</a:t>
            </a:r>
            <a:endParaRPr sz="2400"/>
          </a:p>
        </p:txBody>
      </p:sp>
      <p:sp>
        <p:nvSpPr>
          <p:cNvPr id="4919" name="Google Shape;4919;p112"/>
          <p:cNvSpPr txBox="1"/>
          <p:nvPr>
            <p:ph idx="4294967295" type="subTitle"/>
          </p:nvPr>
        </p:nvSpPr>
        <p:spPr>
          <a:xfrm flipH="1">
            <a:off x="3671250" y="0"/>
            <a:ext cx="4645500" cy="5143500"/>
          </a:xfrm>
          <a:prstGeom prst="rect">
            <a:avLst/>
          </a:prstGeom>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en" sz="1400"/>
              <a:t>many constraints:</a:t>
            </a:r>
            <a:br>
              <a:rPr lang="en" sz="1400"/>
            </a:br>
            <a:r>
              <a:rPr lang="en" sz="1400"/>
              <a:t>–</a:t>
            </a:r>
            <a:r>
              <a:rPr lang="en" sz="1400"/>
              <a:t> ergonomic – minimum button size</a:t>
            </a:r>
            <a:br>
              <a:rPr lang="en" sz="1400"/>
            </a:br>
            <a:r>
              <a:rPr lang="en" sz="1400"/>
              <a:t>– physical – high-voltage switches are big</a:t>
            </a:r>
            <a:br>
              <a:rPr lang="en" sz="1400"/>
            </a:br>
            <a:r>
              <a:rPr lang="en" sz="1400"/>
              <a:t>– legal and safety – high cooker controls</a:t>
            </a:r>
            <a:br>
              <a:rPr lang="en" sz="1400"/>
            </a:br>
            <a:r>
              <a:rPr lang="en" sz="1400"/>
              <a:t>– context and environment – easy to clean</a:t>
            </a:r>
            <a:br>
              <a:rPr lang="en" sz="1400"/>
            </a:br>
            <a:r>
              <a:rPr lang="en" sz="1400"/>
              <a:t>– aesthetic – must look good</a:t>
            </a:r>
            <a:br>
              <a:rPr lang="en" sz="1400"/>
            </a:br>
            <a:r>
              <a:rPr lang="en" sz="1400"/>
              <a:t>– economic – … and not cost too much!</a:t>
            </a:r>
            <a:endParaRPr sz="1400"/>
          </a:p>
          <a:p>
            <a:pPr indent="0" lvl="0" marL="457200" rtl="0" algn="l">
              <a:spcBef>
                <a:spcPts val="1000"/>
              </a:spcBef>
              <a:spcAft>
                <a:spcPts val="1000"/>
              </a:spcAft>
              <a:buNone/>
            </a:pPr>
            <a:r>
              <a:t/>
            </a:r>
            <a:endParaRPr sz="1400"/>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4" name="Shape 4924"/>
        <p:cNvGrpSpPr/>
        <p:nvPr/>
      </p:nvGrpSpPr>
      <p:grpSpPr>
        <a:xfrm>
          <a:off x="0" y="0"/>
          <a:ext cx="0" cy="0"/>
          <a:chOff x="0" y="0"/>
          <a:chExt cx="0" cy="0"/>
        </a:xfrm>
      </p:grpSpPr>
      <p:sp>
        <p:nvSpPr>
          <p:cNvPr id="4925" name="Google Shape;4925;p113"/>
          <p:cNvSpPr txBox="1"/>
          <p:nvPr>
            <p:ph type="ctrTitle"/>
          </p:nvPr>
        </p:nvSpPr>
        <p:spPr>
          <a:xfrm flipH="1">
            <a:off x="973500" y="1951175"/>
            <a:ext cx="20634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400"/>
              <a:t>Design trade-offs</a:t>
            </a:r>
            <a:endParaRPr sz="2400"/>
          </a:p>
        </p:txBody>
      </p:sp>
      <p:sp>
        <p:nvSpPr>
          <p:cNvPr id="4926" name="Google Shape;4926;p113"/>
          <p:cNvSpPr txBox="1"/>
          <p:nvPr>
            <p:ph idx="4294967295" type="subTitle"/>
          </p:nvPr>
        </p:nvSpPr>
        <p:spPr>
          <a:xfrm flipH="1">
            <a:off x="3671250" y="0"/>
            <a:ext cx="4645500" cy="5143500"/>
          </a:xfrm>
          <a:prstGeom prst="rect">
            <a:avLst/>
          </a:prstGeom>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en" sz="1400"/>
              <a:t>constraints are contradictory … need trade-offs</a:t>
            </a:r>
            <a:endParaRPr sz="1400"/>
          </a:p>
          <a:p>
            <a:pPr indent="-317500" lvl="0" marL="457200" rtl="0" algn="l">
              <a:spcBef>
                <a:spcPts val="1000"/>
              </a:spcBef>
              <a:spcAft>
                <a:spcPts val="0"/>
              </a:spcAft>
              <a:buSzPts val="1400"/>
              <a:buChar char="●"/>
            </a:pPr>
            <a:r>
              <a:rPr lang="en" sz="1400"/>
              <a:t>within categories:</a:t>
            </a:r>
            <a:br>
              <a:rPr lang="en" sz="1400"/>
            </a:br>
            <a:r>
              <a:rPr lang="en" sz="1400"/>
              <a:t>e.g. safety – cooker controls</a:t>
            </a:r>
            <a:br>
              <a:rPr lang="en" sz="1400"/>
            </a:br>
            <a:r>
              <a:rPr lang="en" sz="1400"/>
              <a:t>front panel – safer for adult</a:t>
            </a:r>
            <a:br>
              <a:rPr lang="en" sz="1400"/>
            </a:br>
            <a:r>
              <a:rPr lang="en" sz="1400"/>
              <a:t>rear panel – safer for child</a:t>
            </a:r>
            <a:endParaRPr sz="1400"/>
          </a:p>
          <a:p>
            <a:pPr indent="-317500" lvl="0" marL="457200" rtl="0" algn="l">
              <a:spcBef>
                <a:spcPts val="1000"/>
              </a:spcBef>
              <a:spcAft>
                <a:spcPts val="1000"/>
              </a:spcAft>
              <a:buSzPts val="1400"/>
              <a:buChar char="●"/>
            </a:pPr>
            <a:r>
              <a:rPr lang="en" sz="1400"/>
              <a:t>between categories</a:t>
            </a:r>
            <a:br>
              <a:rPr lang="en" sz="1400"/>
            </a:br>
            <a:r>
              <a:rPr lang="en" sz="1400"/>
              <a:t>e.g. ergonomics vs. physical – MiniDisc remote</a:t>
            </a:r>
            <a:br>
              <a:rPr lang="en" sz="1400"/>
            </a:br>
            <a:r>
              <a:rPr lang="en" sz="1400"/>
              <a:t>ergonomics – controls need to be bigger</a:t>
            </a:r>
            <a:br>
              <a:rPr lang="en" sz="1400"/>
            </a:br>
            <a:r>
              <a:rPr lang="en" sz="1400"/>
              <a:t>physical – no room!</a:t>
            </a:r>
            <a:br>
              <a:rPr lang="en" sz="1400"/>
            </a:br>
            <a:r>
              <a:rPr lang="en" sz="1400"/>
              <a:t>solution – multifunction controls &amp; reduced functionality</a:t>
            </a:r>
            <a:endParaRPr sz="1400"/>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1" name="Shape 4931"/>
        <p:cNvGrpSpPr/>
        <p:nvPr/>
      </p:nvGrpSpPr>
      <p:grpSpPr>
        <a:xfrm>
          <a:off x="0" y="0"/>
          <a:ext cx="0" cy="0"/>
          <a:chOff x="0" y="0"/>
          <a:chExt cx="0" cy="0"/>
        </a:xfrm>
      </p:grpSpPr>
      <p:sp>
        <p:nvSpPr>
          <p:cNvPr id="4932" name="Google Shape;4932;p114"/>
          <p:cNvSpPr txBox="1"/>
          <p:nvPr>
            <p:ph type="ctrTitle"/>
          </p:nvPr>
        </p:nvSpPr>
        <p:spPr>
          <a:xfrm flipH="1">
            <a:off x="973500" y="1951175"/>
            <a:ext cx="20634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400"/>
              <a:t>Fluidity</a:t>
            </a:r>
            <a:endParaRPr sz="2400"/>
          </a:p>
        </p:txBody>
      </p:sp>
      <p:sp>
        <p:nvSpPr>
          <p:cNvPr id="4933" name="Google Shape;4933;p114"/>
          <p:cNvSpPr txBox="1"/>
          <p:nvPr>
            <p:ph idx="4294967295" type="subTitle"/>
          </p:nvPr>
        </p:nvSpPr>
        <p:spPr>
          <a:xfrm flipH="1">
            <a:off x="3671250" y="0"/>
            <a:ext cx="4645500" cy="5143500"/>
          </a:xfrm>
          <a:prstGeom prst="rect">
            <a:avLst/>
          </a:prstGeom>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en" sz="1400"/>
              <a:t>do external physical aspects reflect logical effect?</a:t>
            </a:r>
            <a:br>
              <a:rPr lang="en" sz="1400"/>
            </a:br>
            <a:r>
              <a:rPr lang="en" sz="1400"/>
              <a:t>– related to affordance </a:t>
            </a:r>
            <a:endParaRPr sz="1400"/>
          </a:p>
          <a:p>
            <a:pPr indent="-317500" lvl="0" marL="457200" rtl="0" algn="l">
              <a:spcBef>
                <a:spcPts val="1000"/>
              </a:spcBef>
              <a:spcAft>
                <a:spcPts val="0"/>
              </a:spcAft>
              <a:buSzPts val="1400"/>
              <a:buChar char="●"/>
            </a:pPr>
            <a:r>
              <a:rPr lang="en" sz="1400"/>
              <a:t>logical state revealed in physical state?</a:t>
            </a:r>
            <a:br>
              <a:rPr lang="en" sz="1400"/>
            </a:br>
            <a:r>
              <a:rPr lang="en" sz="1400"/>
              <a:t>e.g. on/off buttons</a:t>
            </a:r>
            <a:endParaRPr sz="1400"/>
          </a:p>
          <a:p>
            <a:pPr indent="-317500" lvl="0" marL="457200" rtl="0" algn="l">
              <a:spcBef>
                <a:spcPts val="1000"/>
              </a:spcBef>
              <a:spcAft>
                <a:spcPts val="1000"/>
              </a:spcAft>
              <a:buSzPts val="1400"/>
              <a:buChar char="●"/>
            </a:pPr>
            <a:r>
              <a:rPr lang="en" sz="1400"/>
              <a:t>inverse actions inverse effects?</a:t>
            </a:r>
            <a:br>
              <a:rPr lang="en" sz="1400"/>
            </a:br>
            <a:r>
              <a:rPr lang="en" sz="1400"/>
              <a:t>e.g. arrow buttons, twist controls</a:t>
            </a:r>
            <a:endParaRPr sz="1400"/>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8" name="Shape 4938"/>
        <p:cNvGrpSpPr/>
        <p:nvPr/>
      </p:nvGrpSpPr>
      <p:grpSpPr>
        <a:xfrm>
          <a:off x="0" y="0"/>
          <a:ext cx="0" cy="0"/>
          <a:chOff x="0" y="0"/>
          <a:chExt cx="0" cy="0"/>
        </a:xfrm>
      </p:grpSpPr>
      <p:sp>
        <p:nvSpPr>
          <p:cNvPr id="4939" name="Google Shape;4939;p115"/>
          <p:cNvSpPr txBox="1"/>
          <p:nvPr>
            <p:ph type="ctrTitle"/>
          </p:nvPr>
        </p:nvSpPr>
        <p:spPr>
          <a:xfrm flipH="1">
            <a:off x="973500" y="1951175"/>
            <a:ext cx="20634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400"/>
              <a:t>Inverse actions</a:t>
            </a:r>
            <a:endParaRPr sz="2400"/>
          </a:p>
        </p:txBody>
      </p:sp>
      <p:sp>
        <p:nvSpPr>
          <p:cNvPr id="4940" name="Google Shape;4940;p115"/>
          <p:cNvSpPr txBox="1"/>
          <p:nvPr>
            <p:ph idx="4294967295" type="subTitle"/>
          </p:nvPr>
        </p:nvSpPr>
        <p:spPr>
          <a:xfrm flipH="1">
            <a:off x="3671250" y="0"/>
            <a:ext cx="4645500" cy="5143500"/>
          </a:xfrm>
          <a:prstGeom prst="rect">
            <a:avLst/>
          </a:prstGeom>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en" sz="1400"/>
              <a:t>yes/no buttons</a:t>
            </a:r>
            <a:endParaRPr sz="1400"/>
          </a:p>
          <a:p>
            <a:pPr indent="-317500" lvl="0" marL="457200" rtl="0" algn="l">
              <a:spcBef>
                <a:spcPts val="1000"/>
              </a:spcBef>
              <a:spcAft>
                <a:spcPts val="0"/>
              </a:spcAft>
              <a:buSzPts val="1400"/>
              <a:buChar char="●"/>
            </a:pPr>
            <a:r>
              <a:rPr lang="en" sz="1400"/>
              <a:t>‘joystick’</a:t>
            </a:r>
            <a:endParaRPr sz="1400"/>
          </a:p>
          <a:p>
            <a:pPr indent="-317500" lvl="0" marL="457200" rtl="0" algn="l">
              <a:spcBef>
                <a:spcPts val="1000"/>
              </a:spcBef>
              <a:spcAft>
                <a:spcPts val="1000"/>
              </a:spcAft>
              <a:buSzPts val="1400"/>
              <a:buChar char="●"/>
            </a:pPr>
            <a:r>
              <a:rPr lang="en" sz="1400"/>
              <a:t>also left side control</a:t>
            </a:r>
            <a:endParaRPr sz="1400"/>
          </a:p>
        </p:txBody>
      </p:sp>
      <p:pic>
        <p:nvPicPr>
          <p:cNvPr id="4941" name="Google Shape;4941;p115"/>
          <p:cNvPicPr preferRelativeResize="0"/>
          <p:nvPr/>
        </p:nvPicPr>
        <p:blipFill>
          <a:blip r:embed="rId3">
            <a:alphaModFix/>
          </a:blip>
          <a:stretch>
            <a:fillRect/>
          </a:stretch>
        </p:blipFill>
        <p:spPr>
          <a:xfrm>
            <a:off x="6356250" y="852488"/>
            <a:ext cx="2228850" cy="3438525"/>
          </a:xfrm>
          <a:prstGeom prst="rect">
            <a:avLst/>
          </a:prstGeom>
          <a:noFill/>
          <a:ln>
            <a:noFill/>
          </a:ln>
        </p:spPr>
      </p:pic>
      <p:cxnSp>
        <p:nvCxnSpPr>
          <p:cNvPr id="4942" name="Google Shape;4942;p115"/>
          <p:cNvCxnSpPr/>
          <p:nvPr/>
        </p:nvCxnSpPr>
        <p:spPr>
          <a:xfrm>
            <a:off x="6255025" y="2302950"/>
            <a:ext cx="653700" cy="486900"/>
          </a:xfrm>
          <a:prstGeom prst="straightConnector1">
            <a:avLst/>
          </a:prstGeom>
          <a:noFill/>
          <a:ln cap="flat" cmpd="sng" w="28575">
            <a:solidFill>
              <a:srgbClr val="FF457A"/>
            </a:solidFill>
            <a:prstDash val="solid"/>
            <a:round/>
            <a:headEnd len="med" w="med" type="none"/>
            <a:tailEnd len="med" w="med" type="triangle"/>
          </a:ln>
        </p:spPr>
      </p:cxnSp>
      <p:cxnSp>
        <p:nvCxnSpPr>
          <p:cNvPr id="4943" name="Google Shape;4943;p115"/>
          <p:cNvCxnSpPr/>
          <p:nvPr/>
        </p:nvCxnSpPr>
        <p:spPr>
          <a:xfrm flipH="1">
            <a:off x="7940525" y="2273900"/>
            <a:ext cx="711900" cy="552000"/>
          </a:xfrm>
          <a:prstGeom prst="straightConnector1">
            <a:avLst/>
          </a:prstGeom>
          <a:noFill/>
          <a:ln cap="flat" cmpd="sng" w="28575">
            <a:solidFill>
              <a:srgbClr val="FF457A"/>
            </a:solidFill>
            <a:prstDash val="solid"/>
            <a:round/>
            <a:headEnd len="med" w="med" type="none"/>
            <a:tailEnd len="med" w="med" type="triangle"/>
          </a:ln>
        </p:spPr>
      </p:cxnSp>
      <p:cxnSp>
        <p:nvCxnSpPr>
          <p:cNvPr id="4944" name="Google Shape;4944;p115"/>
          <p:cNvCxnSpPr/>
          <p:nvPr/>
        </p:nvCxnSpPr>
        <p:spPr>
          <a:xfrm flipH="1" rot="10800000">
            <a:off x="6233225" y="2993025"/>
            <a:ext cx="1075200" cy="494100"/>
          </a:xfrm>
          <a:prstGeom prst="straightConnector1">
            <a:avLst/>
          </a:prstGeom>
          <a:noFill/>
          <a:ln cap="flat" cmpd="sng" w="28575">
            <a:solidFill>
              <a:srgbClr val="FF457A"/>
            </a:solidFill>
            <a:prstDash val="solid"/>
            <a:round/>
            <a:headEnd len="med" w="med" type="none"/>
            <a:tailEnd len="med" w="med" type="triangle"/>
          </a:ln>
        </p:spPr>
      </p:cxnSp>
      <p:cxnSp>
        <p:nvCxnSpPr>
          <p:cNvPr id="4945" name="Google Shape;4945;p115"/>
          <p:cNvCxnSpPr/>
          <p:nvPr/>
        </p:nvCxnSpPr>
        <p:spPr>
          <a:xfrm>
            <a:off x="6095200" y="1264075"/>
            <a:ext cx="595800" cy="167100"/>
          </a:xfrm>
          <a:prstGeom prst="straightConnector1">
            <a:avLst/>
          </a:prstGeom>
          <a:noFill/>
          <a:ln cap="flat" cmpd="sng" w="28575">
            <a:solidFill>
              <a:srgbClr val="FF457A"/>
            </a:solidFill>
            <a:prstDash val="solid"/>
            <a:round/>
            <a:headEnd len="med" w="med" type="none"/>
            <a:tailEnd len="med" w="med" type="triangle"/>
          </a:ln>
        </p:spPr>
      </p:cxn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0" name="Shape 4950"/>
        <p:cNvGrpSpPr/>
        <p:nvPr/>
      </p:nvGrpSpPr>
      <p:grpSpPr>
        <a:xfrm>
          <a:off x="0" y="0"/>
          <a:ext cx="0" cy="0"/>
          <a:chOff x="0" y="0"/>
          <a:chExt cx="0" cy="0"/>
        </a:xfrm>
      </p:grpSpPr>
      <p:sp>
        <p:nvSpPr>
          <p:cNvPr id="4951" name="Google Shape;4951;p116"/>
          <p:cNvSpPr txBox="1"/>
          <p:nvPr>
            <p:ph type="ctrTitle"/>
          </p:nvPr>
        </p:nvSpPr>
        <p:spPr>
          <a:xfrm flipH="1">
            <a:off x="973500" y="1951175"/>
            <a:ext cx="20634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400"/>
              <a:t>spring back controls</a:t>
            </a:r>
            <a:endParaRPr sz="2400"/>
          </a:p>
        </p:txBody>
      </p:sp>
      <p:sp>
        <p:nvSpPr>
          <p:cNvPr id="4952" name="Google Shape;4952;p116"/>
          <p:cNvSpPr txBox="1"/>
          <p:nvPr>
            <p:ph idx="4294967295" type="subTitle"/>
          </p:nvPr>
        </p:nvSpPr>
        <p:spPr>
          <a:xfrm flipH="1">
            <a:off x="3671250" y="0"/>
            <a:ext cx="4645500" cy="5143500"/>
          </a:xfrm>
          <a:prstGeom prst="rect">
            <a:avLst/>
          </a:prstGeom>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en" sz="1400"/>
              <a:t>one-shot buttons</a:t>
            </a:r>
            <a:endParaRPr sz="1400"/>
          </a:p>
          <a:p>
            <a:pPr indent="-317500" lvl="0" marL="457200" rtl="0" algn="l">
              <a:spcBef>
                <a:spcPts val="1000"/>
              </a:spcBef>
              <a:spcAft>
                <a:spcPts val="0"/>
              </a:spcAft>
              <a:buSzPts val="1400"/>
              <a:buChar char="●"/>
            </a:pPr>
            <a:r>
              <a:rPr lang="en" sz="1400"/>
              <a:t>joystick</a:t>
            </a:r>
            <a:endParaRPr sz="1400"/>
          </a:p>
          <a:p>
            <a:pPr indent="-317500" lvl="0" marL="457200" rtl="0" algn="l">
              <a:spcBef>
                <a:spcPts val="1000"/>
              </a:spcBef>
              <a:spcAft>
                <a:spcPts val="0"/>
              </a:spcAft>
              <a:buSzPts val="1400"/>
              <a:buChar char="●"/>
            </a:pPr>
            <a:r>
              <a:rPr lang="en" sz="1400"/>
              <a:t>some sliders</a:t>
            </a:r>
            <a:endParaRPr sz="1400"/>
          </a:p>
          <a:p>
            <a:pPr indent="0" lvl="0" marL="0" rtl="0" algn="l">
              <a:spcBef>
                <a:spcPts val="1000"/>
              </a:spcBef>
              <a:spcAft>
                <a:spcPts val="0"/>
              </a:spcAft>
              <a:buNone/>
            </a:pPr>
            <a:r>
              <a:rPr lang="en" sz="1400"/>
              <a:t>good – large selection sets</a:t>
            </a:r>
            <a:endParaRPr sz="1400"/>
          </a:p>
          <a:p>
            <a:pPr indent="0" lvl="0" marL="0" rtl="0" algn="l">
              <a:spcBef>
                <a:spcPts val="1000"/>
              </a:spcBef>
              <a:spcAft>
                <a:spcPts val="1000"/>
              </a:spcAft>
              <a:buNone/>
            </a:pPr>
            <a:r>
              <a:rPr lang="en" sz="1400"/>
              <a:t>bad – hidden state</a:t>
            </a:r>
            <a:endParaRPr sz="1400"/>
          </a:p>
        </p:txBody>
      </p:sp>
      <p:pic>
        <p:nvPicPr>
          <p:cNvPr id="4953" name="Google Shape;4953;p116"/>
          <p:cNvPicPr preferRelativeResize="0"/>
          <p:nvPr/>
        </p:nvPicPr>
        <p:blipFill>
          <a:blip r:embed="rId3">
            <a:alphaModFix/>
          </a:blip>
          <a:stretch>
            <a:fillRect/>
          </a:stretch>
        </p:blipFill>
        <p:spPr>
          <a:xfrm>
            <a:off x="6356250" y="852488"/>
            <a:ext cx="2228850" cy="3438525"/>
          </a:xfrm>
          <a:prstGeom prst="rect">
            <a:avLst/>
          </a:prstGeom>
          <a:noFill/>
          <a:ln>
            <a:noFill/>
          </a:ln>
        </p:spPr>
      </p:pic>
      <p:cxnSp>
        <p:nvCxnSpPr>
          <p:cNvPr id="4954" name="Google Shape;4954;p116"/>
          <p:cNvCxnSpPr/>
          <p:nvPr/>
        </p:nvCxnSpPr>
        <p:spPr>
          <a:xfrm>
            <a:off x="6255025" y="2302950"/>
            <a:ext cx="653700" cy="486900"/>
          </a:xfrm>
          <a:prstGeom prst="straightConnector1">
            <a:avLst/>
          </a:prstGeom>
          <a:noFill/>
          <a:ln cap="flat" cmpd="sng" w="28575">
            <a:solidFill>
              <a:srgbClr val="FF457A"/>
            </a:solidFill>
            <a:prstDash val="solid"/>
            <a:round/>
            <a:headEnd len="med" w="med" type="none"/>
            <a:tailEnd len="med" w="med" type="triangle"/>
          </a:ln>
        </p:spPr>
      </p:cxnSp>
      <p:cxnSp>
        <p:nvCxnSpPr>
          <p:cNvPr id="4955" name="Google Shape;4955;p116"/>
          <p:cNvCxnSpPr/>
          <p:nvPr/>
        </p:nvCxnSpPr>
        <p:spPr>
          <a:xfrm flipH="1">
            <a:off x="7940525" y="2273900"/>
            <a:ext cx="711900" cy="552000"/>
          </a:xfrm>
          <a:prstGeom prst="straightConnector1">
            <a:avLst/>
          </a:prstGeom>
          <a:noFill/>
          <a:ln cap="flat" cmpd="sng" w="28575">
            <a:solidFill>
              <a:srgbClr val="FF457A"/>
            </a:solidFill>
            <a:prstDash val="solid"/>
            <a:round/>
            <a:headEnd len="med" w="med" type="none"/>
            <a:tailEnd len="med" w="med" type="triangle"/>
          </a:ln>
        </p:spPr>
      </p:cxnSp>
      <p:cxnSp>
        <p:nvCxnSpPr>
          <p:cNvPr id="4956" name="Google Shape;4956;p116"/>
          <p:cNvCxnSpPr/>
          <p:nvPr/>
        </p:nvCxnSpPr>
        <p:spPr>
          <a:xfrm flipH="1" rot="10800000">
            <a:off x="6233225" y="2993025"/>
            <a:ext cx="1075200" cy="494100"/>
          </a:xfrm>
          <a:prstGeom prst="straightConnector1">
            <a:avLst/>
          </a:prstGeom>
          <a:noFill/>
          <a:ln cap="flat" cmpd="sng" w="28575">
            <a:solidFill>
              <a:srgbClr val="FF457A"/>
            </a:solidFill>
            <a:prstDash val="solid"/>
            <a:round/>
            <a:headEnd len="med" w="med" type="none"/>
            <a:tailEnd len="med" w="med" type="triangle"/>
          </a:ln>
        </p:spPr>
      </p:cxnSp>
      <p:cxnSp>
        <p:nvCxnSpPr>
          <p:cNvPr id="4957" name="Google Shape;4957;p116"/>
          <p:cNvCxnSpPr/>
          <p:nvPr/>
        </p:nvCxnSpPr>
        <p:spPr>
          <a:xfrm>
            <a:off x="6095200" y="1264075"/>
            <a:ext cx="595800" cy="167100"/>
          </a:xfrm>
          <a:prstGeom prst="straightConnector1">
            <a:avLst/>
          </a:prstGeom>
          <a:noFill/>
          <a:ln cap="flat" cmpd="sng" w="28575">
            <a:solidFill>
              <a:srgbClr val="FF457A"/>
            </a:solidFill>
            <a:prstDash val="solid"/>
            <a:round/>
            <a:headEnd len="med" w="med" type="none"/>
            <a:tailEnd len="med" w="med" type="triangle"/>
          </a:ln>
        </p:spPr>
      </p:cxn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2" name="Shape 4962"/>
        <p:cNvGrpSpPr/>
        <p:nvPr/>
      </p:nvGrpSpPr>
      <p:grpSpPr>
        <a:xfrm>
          <a:off x="0" y="0"/>
          <a:ext cx="0" cy="0"/>
          <a:chOff x="0" y="0"/>
          <a:chExt cx="0" cy="0"/>
        </a:xfrm>
      </p:grpSpPr>
      <p:pic>
        <p:nvPicPr>
          <p:cNvPr id="4963" name="Google Shape;4963;p117"/>
          <p:cNvPicPr preferRelativeResize="0"/>
          <p:nvPr/>
        </p:nvPicPr>
        <p:blipFill>
          <a:blip r:embed="rId3">
            <a:alphaModFix/>
          </a:blip>
          <a:stretch>
            <a:fillRect/>
          </a:stretch>
        </p:blipFill>
        <p:spPr>
          <a:xfrm>
            <a:off x="3166822" y="595472"/>
            <a:ext cx="5303100" cy="2019850"/>
          </a:xfrm>
          <a:prstGeom prst="rect">
            <a:avLst/>
          </a:prstGeom>
          <a:noFill/>
          <a:ln>
            <a:noFill/>
          </a:ln>
        </p:spPr>
      </p:pic>
      <p:sp>
        <p:nvSpPr>
          <p:cNvPr id="4964" name="Google Shape;4964;p117"/>
          <p:cNvSpPr txBox="1"/>
          <p:nvPr>
            <p:ph type="ctrTitle"/>
          </p:nvPr>
        </p:nvSpPr>
        <p:spPr>
          <a:xfrm flipH="1">
            <a:off x="973500" y="1951175"/>
            <a:ext cx="20634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400"/>
              <a:t>a minidisc controller</a:t>
            </a:r>
            <a:endParaRPr sz="2400"/>
          </a:p>
        </p:txBody>
      </p:sp>
      <p:sp>
        <p:nvSpPr>
          <p:cNvPr id="4965" name="Google Shape;4965;p117"/>
          <p:cNvSpPr txBox="1"/>
          <p:nvPr>
            <p:ph idx="4294967295" type="subTitle"/>
          </p:nvPr>
        </p:nvSpPr>
        <p:spPr>
          <a:xfrm flipH="1">
            <a:off x="3166725" y="2818725"/>
            <a:ext cx="2405400" cy="105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series of spring-back controls</a:t>
            </a:r>
            <a:endParaRPr sz="1400"/>
          </a:p>
          <a:p>
            <a:pPr indent="0" lvl="0" marL="0" rtl="0" algn="l">
              <a:spcBef>
                <a:spcPts val="0"/>
              </a:spcBef>
              <a:spcAft>
                <a:spcPts val="0"/>
              </a:spcAft>
              <a:buNone/>
            </a:pPr>
            <a:r>
              <a:rPr lang="en" sz="1400"/>
              <a:t>each cycle through some options</a:t>
            </a:r>
            <a:endParaRPr sz="1400"/>
          </a:p>
          <a:p>
            <a:pPr indent="0" lvl="0" marL="0" rtl="0" algn="l">
              <a:spcBef>
                <a:spcPts val="0"/>
              </a:spcBef>
              <a:spcAft>
                <a:spcPts val="0"/>
              </a:spcAft>
              <a:buNone/>
            </a:pPr>
            <a:r>
              <a:rPr lang="en" sz="1400"/>
              <a:t>–natural inverse back/forward</a:t>
            </a:r>
            <a:endParaRPr sz="1400"/>
          </a:p>
        </p:txBody>
      </p:sp>
      <p:cxnSp>
        <p:nvCxnSpPr>
          <p:cNvPr id="4966" name="Google Shape;4966;p117"/>
          <p:cNvCxnSpPr/>
          <p:nvPr/>
        </p:nvCxnSpPr>
        <p:spPr>
          <a:xfrm flipH="1" rot="10800000">
            <a:off x="4526000" y="1736175"/>
            <a:ext cx="65400" cy="995400"/>
          </a:xfrm>
          <a:prstGeom prst="straightConnector1">
            <a:avLst/>
          </a:prstGeom>
          <a:noFill/>
          <a:ln cap="flat" cmpd="sng" w="19050">
            <a:solidFill>
              <a:srgbClr val="FF457A"/>
            </a:solidFill>
            <a:prstDash val="solid"/>
            <a:round/>
            <a:headEnd len="med" w="med" type="none"/>
            <a:tailEnd len="med" w="med" type="triangle"/>
          </a:ln>
        </p:spPr>
      </p:cxnSp>
      <p:cxnSp>
        <p:nvCxnSpPr>
          <p:cNvPr id="4967" name="Google Shape;4967;p117"/>
          <p:cNvCxnSpPr/>
          <p:nvPr/>
        </p:nvCxnSpPr>
        <p:spPr>
          <a:xfrm flipH="1" rot="10800000">
            <a:off x="5049050" y="1750875"/>
            <a:ext cx="327000" cy="980700"/>
          </a:xfrm>
          <a:prstGeom prst="straightConnector1">
            <a:avLst/>
          </a:prstGeom>
          <a:noFill/>
          <a:ln cap="flat" cmpd="sng" w="19050">
            <a:solidFill>
              <a:srgbClr val="FF457A"/>
            </a:solidFill>
            <a:prstDash val="solid"/>
            <a:round/>
            <a:headEnd len="med" w="med" type="none"/>
            <a:tailEnd len="med" w="med" type="triangle"/>
          </a:ln>
        </p:spPr>
      </p:cxnSp>
      <p:cxnSp>
        <p:nvCxnSpPr>
          <p:cNvPr id="4968" name="Google Shape;4968;p117"/>
          <p:cNvCxnSpPr/>
          <p:nvPr/>
        </p:nvCxnSpPr>
        <p:spPr>
          <a:xfrm flipH="1" rot="10800000">
            <a:off x="5296050" y="1765425"/>
            <a:ext cx="581100" cy="1017000"/>
          </a:xfrm>
          <a:prstGeom prst="straightConnector1">
            <a:avLst/>
          </a:prstGeom>
          <a:noFill/>
          <a:ln cap="flat" cmpd="sng" w="19050">
            <a:solidFill>
              <a:srgbClr val="FF457A"/>
            </a:solidFill>
            <a:prstDash val="solid"/>
            <a:round/>
            <a:headEnd len="med" w="med" type="none"/>
            <a:tailEnd len="med" w="med" type="triangle"/>
          </a:ln>
        </p:spPr>
      </p:cxnSp>
      <p:cxnSp>
        <p:nvCxnSpPr>
          <p:cNvPr id="4969" name="Google Shape;4969;p117"/>
          <p:cNvCxnSpPr/>
          <p:nvPr/>
        </p:nvCxnSpPr>
        <p:spPr>
          <a:xfrm flipH="1" rot="10800000">
            <a:off x="4794800" y="1758000"/>
            <a:ext cx="145200" cy="966300"/>
          </a:xfrm>
          <a:prstGeom prst="straightConnector1">
            <a:avLst/>
          </a:prstGeom>
          <a:noFill/>
          <a:ln cap="flat" cmpd="sng" w="19050">
            <a:solidFill>
              <a:srgbClr val="FF457A"/>
            </a:solidFill>
            <a:prstDash val="solid"/>
            <a:round/>
            <a:headEnd len="med" w="med" type="none"/>
            <a:tailEnd len="med" w="med" type="triangle"/>
          </a:ln>
        </p:spPr>
      </p:cxnSp>
      <p:sp>
        <p:nvSpPr>
          <p:cNvPr id="4970" name="Google Shape;4970;p117"/>
          <p:cNvSpPr txBox="1"/>
          <p:nvPr>
            <p:ph idx="4294967295" type="subTitle"/>
          </p:nvPr>
        </p:nvSpPr>
        <p:spPr>
          <a:xfrm flipH="1">
            <a:off x="5948250" y="2818725"/>
            <a:ext cx="2693700" cy="105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Twist</a:t>
            </a:r>
            <a:r>
              <a:rPr lang="en" sz="1400"/>
              <a:t> of track movement</a:t>
            </a:r>
            <a:endParaRPr sz="1400"/>
          </a:p>
          <a:p>
            <a:pPr indent="0" lvl="0" marL="0" rtl="0" algn="l">
              <a:spcBef>
                <a:spcPts val="0"/>
              </a:spcBef>
              <a:spcAft>
                <a:spcPts val="0"/>
              </a:spcAft>
              <a:buNone/>
            </a:pPr>
            <a:r>
              <a:rPr lang="en" sz="1400"/>
              <a:t>pull and twist of volume</a:t>
            </a:r>
            <a:endParaRPr sz="1400"/>
          </a:p>
          <a:p>
            <a:pPr indent="-317500" lvl="0" marL="457200" rtl="0" algn="l">
              <a:spcBef>
                <a:spcPts val="0"/>
              </a:spcBef>
              <a:spcAft>
                <a:spcPts val="0"/>
              </a:spcAft>
              <a:buSzPts val="1400"/>
              <a:buChar char="-"/>
            </a:pPr>
            <a:r>
              <a:rPr lang="en" sz="1400"/>
              <a:t>Spring back</a:t>
            </a:r>
            <a:endParaRPr sz="1400"/>
          </a:p>
          <a:p>
            <a:pPr indent="-317500" lvl="0" marL="457200" rtl="0" algn="l">
              <a:spcBef>
                <a:spcPts val="0"/>
              </a:spcBef>
              <a:spcAft>
                <a:spcPts val="0"/>
              </a:spcAft>
              <a:buSzPts val="1400"/>
              <a:buChar char="-"/>
            </a:pPr>
            <a:r>
              <a:rPr lang="en" sz="1400"/>
              <a:t>Natural inverse for twist</a:t>
            </a:r>
            <a:endParaRPr sz="1400"/>
          </a:p>
        </p:txBody>
      </p:sp>
      <p:sp>
        <p:nvSpPr>
          <p:cNvPr id="4971" name="Google Shape;4971;p117"/>
          <p:cNvSpPr/>
          <p:nvPr/>
        </p:nvSpPr>
        <p:spPr>
          <a:xfrm>
            <a:off x="6843475" y="1104250"/>
            <a:ext cx="1235100" cy="1235100"/>
          </a:xfrm>
          <a:prstGeom prst="ellipse">
            <a:avLst/>
          </a:prstGeom>
          <a:noFill/>
          <a:ln cap="flat" cmpd="sng" w="19050">
            <a:solidFill>
              <a:srgbClr val="FF45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972" name="Google Shape;4972;p117"/>
          <p:cNvCxnSpPr>
            <a:endCxn id="4971" idx="4"/>
          </p:cNvCxnSpPr>
          <p:nvPr/>
        </p:nvCxnSpPr>
        <p:spPr>
          <a:xfrm rot="10800000">
            <a:off x="7461025" y="2339350"/>
            <a:ext cx="123300" cy="399600"/>
          </a:xfrm>
          <a:prstGeom prst="straightConnector1">
            <a:avLst/>
          </a:prstGeom>
          <a:noFill/>
          <a:ln cap="flat" cmpd="sng" w="19050">
            <a:solidFill>
              <a:srgbClr val="FF457A"/>
            </a:solidFill>
            <a:prstDash val="solid"/>
            <a:round/>
            <a:headEnd len="med" w="med" type="none"/>
            <a:tailEnd len="med" w="med" type="triangle"/>
          </a:ln>
        </p:spPr>
      </p:cxn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7" name="Shape 4977"/>
        <p:cNvGrpSpPr/>
        <p:nvPr/>
      </p:nvGrpSpPr>
      <p:grpSpPr>
        <a:xfrm>
          <a:off x="0" y="0"/>
          <a:ext cx="0" cy="0"/>
          <a:chOff x="0" y="0"/>
          <a:chExt cx="0" cy="0"/>
        </a:xfrm>
      </p:grpSpPr>
      <p:sp>
        <p:nvSpPr>
          <p:cNvPr id="4978" name="Google Shape;4978;p118"/>
          <p:cNvSpPr txBox="1"/>
          <p:nvPr>
            <p:ph type="ctrTitle"/>
          </p:nvPr>
        </p:nvSpPr>
        <p:spPr>
          <a:xfrm flipH="1">
            <a:off x="973500" y="1951175"/>
            <a:ext cx="20634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400"/>
              <a:t>physical layout</a:t>
            </a:r>
            <a:endParaRPr sz="2400"/>
          </a:p>
        </p:txBody>
      </p:sp>
      <p:sp>
        <p:nvSpPr>
          <p:cNvPr id="4979" name="Google Shape;4979;p118"/>
          <p:cNvSpPr txBox="1"/>
          <p:nvPr>
            <p:ph idx="4294967295" type="subTitle"/>
          </p:nvPr>
        </p:nvSpPr>
        <p:spPr>
          <a:xfrm flipH="1">
            <a:off x="3671250" y="0"/>
            <a:ext cx="4645500" cy="5143500"/>
          </a:xfrm>
          <a:prstGeom prst="rect">
            <a:avLst/>
          </a:prstGeom>
        </p:spPr>
        <p:txBody>
          <a:bodyPr anchorCtr="0" anchor="ctr" bIns="91425" lIns="91425" spcFirstLastPara="1" rIns="91425" wrap="square" tIns="91425">
            <a:noAutofit/>
          </a:bodyPr>
          <a:lstStyle/>
          <a:p>
            <a:pPr indent="-317500" lvl="0" marL="457200" rtl="0" algn="l">
              <a:spcBef>
                <a:spcPts val="0"/>
              </a:spcBef>
              <a:spcAft>
                <a:spcPts val="1000"/>
              </a:spcAft>
              <a:buSzPts val="1400"/>
              <a:buChar char="●"/>
            </a:pPr>
            <a:r>
              <a:rPr lang="en" sz="1400"/>
              <a:t>Controls:</a:t>
            </a:r>
            <a:br>
              <a:rPr lang="en" sz="1400"/>
            </a:br>
            <a:r>
              <a:rPr lang="en" sz="1400"/>
              <a:t>logical relationship</a:t>
            </a:r>
            <a:br>
              <a:rPr lang="en" sz="1400"/>
            </a:br>
            <a:r>
              <a:rPr lang="en" sz="1400"/>
              <a:t>~ spatial grouping</a:t>
            </a:r>
            <a:endParaRPr sz="1400"/>
          </a:p>
        </p:txBody>
      </p:sp>
      <p:pic>
        <p:nvPicPr>
          <p:cNvPr id="4980" name="Google Shape;4980;p118"/>
          <p:cNvPicPr preferRelativeResize="0"/>
          <p:nvPr/>
        </p:nvPicPr>
        <p:blipFill>
          <a:blip r:embed="rId3">
            <a:alphaModFix/>
          </a:blip>
          <a:stretch>
            <a:fillRect/>
          </a:stretch>
        </p:blipFill>
        <p:spPr>
          <a:xfrm>
            <a:off x="6468950" y="595725"/>
            <a:ext cx="1887200" cy="3952050"/>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5" name="Shape 4985"/>
        <p:cNvGrpSpPr/>
        <p:nvPr/>
      </p:nvGrpSpPr>
      <p:grpSpPr>
        <a:xfrm>
          <a:off x="0" y="0"/>
          <a:ext cx="0" cy="0"/>
          <a:chOff x="0" y="0"/>
          <a:chExt cx="0" cy="0"/>
        </a:xfrm>
      </p:grpSpPr>
      <p:sp>
        <p:nvSpPr>
          <p:cNvPr id="4986" name="Google Shape;4986;p119"/>
          <p:cNvSpPr txBox="1"/>
          <p:nvPr>
            <p:ph type="ctrTitle"/>
          </p:nvPr>
        </p:nvSpPr>
        <p:spPr>
          <a:xfrm flipH="1">
            <a:off x="973500" y="1951175"/>
            <a:ext cx="20634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400"/>
              <a:t>compliant interaction</a:t>
            </a:r>
            <a:endParaRPr sz="2400"/>
          </a:p>
        </p:txBody>
      </p:sp>
      <p:pic>
        <p:nvPicPr>
          <p:cNvPr id="4987" name="Google Shape;4987;p119"/>
          <p:cNvPicPr preferRelativeResize="0"/>
          <p:nvPr/>
        </p:nvPicPr>
        <p:blipFill>
          <a:blip r:embed="rId3">
            <a:alphaModFix/>
          </a:blip>
          <a:stretch>
            <a:fillRect/>
          </a:stretch>
        </p:blipFill>
        <p:spPr>
          <a:xfrm>
            <a:off x="3000400" y="1485800"/>
            <a:ext cx="5802300" cy="2171899"/>
          </a:xfrm>
          <a:prstGeom prst="rect">
            <a:avLst/>
          </a:prstGeom>
          <a:noFill/>
          <a:ln>
            <a:noFill/>
          </a:ln>
        </p:spPr>
      </p:pic>
      <p:sp>
        <p:nvSpPr>
          <p:cNvPr id="4988" name="Google Shape;4988;p119"/>
          <p:cNvSpPr txBox="1"/>
          <p:nvPr>
            <p:ph idx="4294967295" type="subTitle"/>
          </p:nvPr>
        </p:nvSpPr>
        <p:spPr>
          <a:xfrm flipH="1">
            <a:off x="3166725" y="3806750"/>
            <a:ext cx="2405400" cy="559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state evident in</a:t>
            </a:r>
            <a:endParaRPr sz="1400"/>
          </a:p>
          <a:p>
            <a:pPr indent="0" lvl="0" marL="0" rtl="0" algn="l">
              <a:spcBef>
                <a:spcPts val="0"/>
              </a:spcBef>
              <a:spcAft>
                <a:spcPts val="0"/>
              </a:spcAft>
              <a:buNone/>
            </a:pPr>
            <a:r>
              <a:rPr lang="en" sz="1400"/>
              <a:t>mechanical buttons</a:t>
            </a:r>
            <a:endParaRPr sz="1400"/>
          </a:p>
        </p:txBody>
      </p:sp>
      <p:cxnSp>
        <p:nvCxnSpPr>
          <p:cNvPr id="4989" name="Google Shape;4989;p119"/>
          <p:cNvCxnSpPr>
            <a:endCxn id="4990" idx="4"/>
          </p:cNvCxnSpPr>
          <p:nvPr/>
        </p:nvCxnSpPr>
        <p:spPr>
          <a:xfrm flipH="1" rot="10800000">
            <a:off x="3908500" y="3093750"/>
            <a:ext cx="36300" cy="647700"/>
          </a:xfrm>
          <a:prstGeom prst="straightConnector1">
            <a:avLst/>
          </a:prstGeom>
          <a:noFill/>
          <a:ln cap="flat" cmpd="sng" w="28575">
            <a:solidFill>
              <a:srgbClr val="FF457A"/>
            </a:solidFill>
            <a:prstDash val="solid"/>
            <a:round/>
            <a:headEnd len="med" w="med" type="none"/>
            <a:tailEnd len="med" w="med" type="triangle"/>
          </a:ln>
        </p:spPr>
      </p:cxnSp>
      <p:sp>
        <p:nvSpPr>
          <p:cNvPr id="4990" name="Google Shape;4990;p119"/>
          <p:cNvSpPr/>
          <p:nvPr/>
        </p:nvSpPr>
        <p:spPr>
          <a:xfrm>
            <a:off x="3254650" y="1713450"/>
            <a:ext cx="1380300" cy="1380300"/>
          </a:xfrm>
          <a:prstGeom prst="ellipse">
            <a:avLst/>
          </a:prstGeom>
          <a:noFill/>
          <a:ln cap="flat" cmpd="sng" w="28575">
            <a:solidFill>
              <a:srgbClr val="FF45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1" name="Google Shape;4991;p119"/>
          <p:cNvSpPr txBox="1"/>
          <p:nvPr>
            <p:ph idx="4294967295" type="subTitle"/>
          </p:nvPr>
        </p:nvSpPr>
        <p:spPr>
          <a:xfrm flipH="1">
            <a:off x="5927050" y="3806750"/>
            <a:ext cx="2930400" cy="559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rotary knobs reveal internal state</a:t>
            </a:r>
            <a:endParaRPr sz="1400"/>
          </a:p>
          <a:p>
            <a:pPr indent="0" lvl="0" marL="0" rtl="0" algn="l">
              <a:spcBef>
                <a:spcPts val="0"/>
              </a:spcBef>
              <a:spcAft>
                <a:spcPts val="0"/>
              </a:spcAft>
              <a:buNone/>
            </a:pPr>
            <a:r>
              <a:rPr lang="en" sz="1400"/>
              <a:t>and can be controlled by both user and machine</a:t>
            </a:r>
            <a:endParaRPr sz="1400"/>
          </a:p>
          <a:p>
            <a:pPr indent="0" lvl="0" marL="0" rtl="0" algn="l">
              <a:spcBef>
                <a:spcPts val="0"/>
              </a:spcBef>
              <a:spcAft>
                <a:spcPts val="0"/>
              </a:spcAft>
              <a:buNone/>
            </a:pPr>
            <a:r>
              <a:t/>
            </a:r>
            <a:endParaRPr sz="1400"/>
          </a:p>
        </p:txBody>
      </p:sp>
      <p:sp>
        <p:nvSpPr>
          <p:cNvPr id="4992" name="Google Shape;4992;p119"/>
          <p:cNvSpPr/>
          <p:nvPr/>
        </p:nvSpPr>
        <p:spPr>
          <a:xfrm>
            <a:off x="5005475" y="1862975"/>
            <a:ext cx="1329600" cy="1329600"/>
          </a:xfrm>
          <a:prstGeom prst="ellipse">
            <a:avLst/>
          </a:prstGeom>
          <a:noFill/>
          <a:ln cap="flat" cmpd="sng" w="28575">
            <a:solidFill>
              <a:srgbClr val="FF45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3" name="Google Shape;4993;p119"/>
          <p:cNvSpPr/>
          <p:nvPr/>
        </p:nvSpPr>
        <p:spPr>
          <a:xfrm>
            <a:off x="6894325" y="1819400"/>
            <a:ext cx="1329600" cy="1329600"/>
          </a:xfrm>
          <a:prstGeom prst="ellipse">
            <a:avLst/>
          </a:prstGeom>
          <a:noFill/>
          <a:ln cap="flat" cmpd="sng" w="28575">
            <a:solidFill>
              <a:srgbClr val="FF45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994" name="Google Shape;4994;p119"/>
          <p:cNvCxnSpPr/>
          <p:nvPr/>
        </p:nvCxnSpPr>
        <p:spPr>
          <a:xfrm rot="10800000">
            <a:off x="5870075" y="3189225"/>
            <a:ext cx="414000" cy="566700"/>
          </a:xfrm>
          <a:prstGeom prst="straightConnector1">
            <a:avLst/>
          </a:prstGeom>
          <a:noFill/>
          <a:ln cap="flat" cmpd="sng" w="28575">
            <a:solidFill>
              <a:srgbClr val="FF457A"/>
            </a:solidFill>
            <a:prstDash val="solid"/>
            <a:round/>
            <a:headEnd len="med" w="med" type="none"/>
            <a:tailEnd len="med" w="med" type="triangle"/>
          </a:ln>
        </p:spPr>
      </p:cxnSp>
      <p:cxnSp>
        <p:nvCxnSpPr>
          <p:cNvPr id="4995" name="Google Shape;4995;p119"/>
          <p:cNvCxnSpPr>
            <a:endCxn id="4993" idx="4"/>
          </p:cNvCxnSpPr>
          <p:nvPr/>
        </p:nvCxnSpPr>
        <p:spPr>
          <a:xfrm flipH="1" rot="10800000">
            <a:off x="7424725" y="3149000"/>
            <a:ext cx="134400" cy="592500"/>
          </a:xfrm>
          <a:prstGeom prst="straightConnector1">
            <a:avLst/>
          </a:prstGeom>
          <a:noFill/>
          <a:ln cap="flat" cmpd="sng" w="28575">
            <a:solidFill>
              <a:srgbClr val="FF457A"/>
            </a:solidFill>
            <a:prstDash val="solid"/>
            <a:round/>
            <a:headEnd len="med" w="med" type="none"/>
            <a:tailEnd len="med" w="med" type="triangle"/>
          </a:ln>
        </p:spPr>
      </p:cxn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0" name="Shape 5000"/>
        <p:cNvGrpSpPr/>
        <p:nvPr/>
      </p:nvGrpSpPr>
      <p:grpSpPr>
        <a:xfrm>
          <a:off x="0" y="0"/>
          <a:ext cx="0" cy="0"/>
          <a:chOff x="0" y="0"/>
          <a:chExt cx="0" cy="0"/>
        </a:xfrm>
      </p:grpSpPr>
      <p:sp>
        <p:nvSpPr>
          <p:cNvPr id="5001" name="Google Shape;5001;p120"/>
          <p:cNvSpPr txBox="1"/>
          <p:nvPr>
            <p:ph type="ctrTitle"/>
          </p:nvPr>
        </p:nvSpPr>
        <p:spPr>
          <a:xfrm flipH="1">
            <a:off x="973500" y="1951175"/>
            <a:ext cx="20634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400"/>
              <a:t>Managing value</a:t>
            </a:r>
            <a:endParaRPr sz="2400"/>
          </a:p>
        </p:txBody>
      </p:sp>
      <p:sp>
        <p:nvSpPr>
          <p:cNvPr id="5002" name="Google Shape;5002;p120"/>
          <p:cNvSpPr txBox="1"/>
          <p:nvPr>
            <p:ph idx="4294967295" type="subTitle"/>
          </p:nvPr>
        </p:nvSpPr>
        <p:spPr>
          <a:xfrm flipH="1">
            <a:off x="3671250" y="0"/>
            <a:ext cx="4645500" cy="5143500"/>
          </a:xfrm>
          <a:prstGeom prst="rect">
            <a:avLst/>
          </a:prstGeom>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en" sz="1400"/>
              <a:t>people use something</a:t>
            </a:r>
            <a:br>
              <a:rPr lang="en" sz="1400"/>
            </a:br>
            <a:br>
              <a:rPr lang="en" sz="1400"/>
            </a:br>
            <a:r>
              <a:rPr b="1" lang="en" sz="1400">
                <a:solidFill>
                  <a:schemeClr val="accent5"/>
                </a:solidFill>
              </a:rPr>
              <a:t>ONLY IF</a:t>
            </a:r>
            <a:br>
              <a:rPr lang="en" sz="1400"/>
            </a:br>
            <a:r>
              <a:rPr lang="en" sz="1400"/>
              <a:t>it has perceived value</a:t>
            </a:r>
            <a:br>
              <a:rPr lang="en" sz="1400"/>
            </a:br>
            <a:br>
              <a:rPr lang="en" sz="1400"/>
            </a:br>
            <a:r>
              <a:rPr b="1" lang="en" sz="1400">
                <a:solidFill>
                  <a:schemeClr val="accent5"/>
                </a:solidFill>
              </a:rPr>
              <a:t>AND</a:t>
            </a:r>
            <a:br>
              <a:rPr lang="en" sz="1400"/>
            </a:br>
            <a:r>
              <a:rPr lang="en" sz="1400"/>
              <a:t>value exceeds cost</a:t>
            </a:r>
            <a:endParaRPr sz="1400"/>
          </a:p>
          <a:p>
            <a:pPr indent="0" lvl="0" marL="457200" rtl="0" algn="l">
              <a:spcBef>
                <a:spcPts val="1000"/>
              </a:spcBef>
              <a:spcAft>
                <a:spcPts val="0"/>
              </a:spcAft>
              <a:buNone/>
            </a:pPr>
            <a:r>
              <a:t/>
            </a:r>
            <a:endParaRPr sz="1400"/>
          </a:p>
          <a:p>
            <a:pPr indent="-317500" lvl="0" marL="457200" rtl="0" algn="l">
              <a:spcBef>
                <a:spcPts val="1000"/>
              </a:spcBef>
              <a:spcAft>
                <a:spcPts val="0"/>
              </a:spcAft>
              <a:buSzPts val="1400"/>
              <a:buChar char="●"/>
            </a:pPr>
            <a:r>
              <a:rPr b="1" lang="en" sz="1400" u="sng"/>
              <a:t>BUT NOTE</a:t>
            </a:r>
            <a:endParaRPr b="1" sz="1400" u="sng"/>
          </a:p>
          <a:p>
            <a:pPr indent="-317500" lvl="1" marL="914400" rtl="0" algn="l">
              <a:spcBef>
                <a:spcPts val="1000"/>
              </a:spcBef>
              <a:spcAft>
                <a:spcPts val="0"/>
              </a:spcAft>
              <a:buSzPts val="1400"/>
              <a:buChar char="○"/>
            </a:pPr>
            <a:r>
              <a:rPr lang="en" sz="1400"/>
              <a:t>exceptions (e.g. habit)</a:t>
            </a:r>
            <a:endParaRPr sz="1400"/>
          </a:p>
          <a:p>
            <a:pPr indent="-317500" lvl="1" marL="914400" rtl="0" algn="l">
              <a:spcBef>
                <a:spcPts val="1000"/>
              </a:spcBef>
              <a:spcAft>
                <a:spcPts val="1000"/>
              </a:spcAft>
              <a:buSzPts val="1400"/>
              <a:buChar char="○"/>
            </a:pPr>
            <a:r>
              <a:rPr lang="en" sz="1400"/>
              <a:t>value </a:t>
            </a:r>
            <a:r>
              <a:rPr b="1" lang="en" sz="1400">
                <a:solidFill>
                  <a:srgbClr val="FF457A"/>
                </a:solidFill>
              </a:rPr>
              <a:t>NOT </a:t>
            </a:r>
            <a:r>
              <a:rPr lang="en" sz="1400"/>
              <a:t>necessarily personal gain or money</a:t>
            </a:r>
            <a:endParaRPr sz="1400"/>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7" name="Shape 5007"/>
        <p:cNvGrpSpPr/>
        <p:nvPr/>
      </p:nvGrpSpPr>
      <p:grpSpPr>
        <a:xfrm>
          <a:off x="0" y="0"/>
          <a:ext cx="0" cy="0"/>
          <a:chOff x="0" y="0"/>
          <a:chExt cx="0" cy="0"/>
        </a:xfrm>
      </p:grpSpPr>
      <p:sp>
        <p:nvSpPr>
          <p:cNvPr id="5008" name="Google Shape;5008;p121"/>
          <p:cNvSpPr txBox="1"/>
          <p:nvPr>
            <p:ph type="ctrTitle"/>
          </p:nvPr>
        </p:nvSpPr>
        <p:spPr>
          <a:xfrm flipH="1">
            <a:off x="973500" y="1951175"/>
            <a:ext cx="20634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400"/>
              <a:t>Weighing up value</a:t>
            </a:r>
            <a:endParaRPr sz="2400"/>
          </a:p>
        </p:txBody>
      </p:sp>
      <p:sp>
        <p:nvSpPr>
          <p:cNvPr id="5009" name="Google Shape;5009;p121"/>
          <p:cNvSpPr txBox="1"/>
          <p:nvPr>
            <p:ph idx="4294967295" type="subTitle"/>
          </p:nvPr>
        </p:nvSpPr>
        <p:spPr>
          <a:xfrm flipH="1">
            <a:off x="3671250" y="0"/>
            <a:ext cx="4645500" cy="5143500"/>
          </a:xfrm>
          <a:prstGeom prst="rect">
            <a:avLst/>
          </a:prstGeom>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en" sz="1400"/>
              <a:t>Value</a:t>
            </a:r>
            <a:endParaRPr sz="1400"/>
          </a:p>
          <a:p>
            <a:pPr indent="-317500" lvl="1" marL="914400" rtl="0" algn="l">
              <a:spcBef>
                <a:spcPts val="1000"/>
              </a:spcBef>
              <a:spcAft>
                <a:spcPts val="0"/>
              </a:spcAft>
              <a:buSzPts val="1400"/>
              <a:buChar char="○"/>
            </a:pPr>
            <a:r>
              <a:rPr lang="en" sz="1400"/>
              <a:t>helps me get my work done</a:t>
            </a:r>
            <a:endParaRPr sz="1400"/>
          </a:p>
          <a:p>
            <a:pPr indent="-317500" lvl="1" marL="914400" rtl="0" algn="l">
              <a:spcBef>
                <a:spcPts val="0"/>
              </a:spcBef>
              <a:spcAft>
                <a:spcPts val="0"/>
              </a:spcAft>
              <a:buSzPts val="1400"/>
              <a:buChar char="○"/>
            </a:pPr>
            <a:r>
              <a:rPr lang="en" sz="1400"/>
              <a:t>Fun</a:t>
            </a:r>
            <a:endParaRPr sz="1400"/>
          </a:p>
          <a:p>
            <a:pPr indent="-317500" lvl="1" marL="914400" rtl="0" algn="l">
              <a:spcBef>
                <a:spcPts val="0"/>
              </a:spcBef>
              <a:spcAft>
                <a:spcPts val="0"/>
              </a:spcAft>
              <a:buSzPts val="1400"/>
              <a:buChar char="○"/>
            </a:pPr>
            <a:r>
              <a:rPr lang="en" sz="1400"/>
              <a:t>good for others</a:t>
            </a:r>
            <a:br>
              <a:rPr lang="en" sz="1400"/>
            </a:br>
            <a:endParaRPr sz="1400"/>
          </a:p>
          <a:p>
            <a:pPr indent="-317500" lvl="0" marL="457200" rtl="0" algn="l">
              <a:spcBef>
                <a:spcPts val="0"/>
              </a:spcBef>
              <a:spcAft>
                <a:spcPts val="0"/>
              </a:spcAft>
              <a:buSzPts val="1400"/>
              <a:buChar char="●"/>
            </a:pPr>
            <a:r>
              <a:rPr lang="en" sz="1400"/>
              <a:t>Cost</a:t>
            </a:r>
            <a:endParaRPr sz="1400"/>
          </a:p>
          <a:p>
            <a:pPr indent="-317500" lvl="1" marL="914400" rtl="0" algn="l">
              <a:spcBef>
                <a:spcPts val="1000"/>
              </a:spcBef>
              <a:spcAft>
                <a:spcPts val="0"/>
              </a:spcAft>
              <a:buSzPts val="1400"/>
              <a:buChar char="○"/>
            </a:pPr>
            <a:r>
              <a:rPr lang="en" sz="1400"/>
              <a:t>download time</a:t>
            </a:r>
            <a:endParaRPr sz="1400"/>
          </a:p>
          <a:p>
            <a:pPr indent="-317500" lvl="1" marL="914400" rtl="0" algn="l">
              <a:spcBef>
                <a:spcPts val="0"/>
              </a:spcBef>
              <a:spcAft>
                <a:spcPts val="0"/>
              </a:spcAft>
              <a:buSzPts val="1400"/>
              <a:buChar char="○"/>
            </a:pPr>
            <a:r>
              <a:rPr lang="en" sz="1400"/>
              <a:t>money £, $, €</a:t>
            </a:r>
            <a:endParaRPr sz="1400"/>
          </a:p>
          <a:p>
            <a:pPr indent="-317500" lvl="1" marL="914400" rtl="0" algn="l">
              <a:spcBef>
                <a:spcPts val="0"/>
              </a:spcBef>
              <a:spcAft>
                <a:spcPts val="0"/>
              </a:spcAft>
              <a:buSzPts val="1400"/>
              <a:buChar char="○"/>
            </a:pPr>
            <a:r>
              <a:rPr lang="en" sz="1400"/>
              <a:t>learning effort</a:t>
            </a:r>
            <a:endParaRPr sz="1400"/>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014" name="Shape 5014"/>
        <p:cNvGrpSpPr/>
        <p:nvPr/>
      </p:nvGrpSpPr>
      <p:grpSpPr>
        <a:xfrm>
          <a:off x="0" y="0"/>
          <a:ext cx="0" cy="0"/>
          <a:chOff x="0" y="0"/>
          <a:chExt cx="0" cy="0"/>
        </a:xfrm>
      </p:grpSpPr>
      <p:sp>
        <p:nvSpPr>
          <p:cNvPr id="5015" name="Google Shape;5015;p122"/>
          <p:cNvSpPr txBox="1"/>
          <p:nvPr>
            <p:ph type="ctrTitle"/>
          </p:nvPr>
        </p:nvSpPr>
        <p:spPr>
          <a:xfrm flipH="1">
            <a:off x="973500" y="1951175"/>
            <a:ext cx="20634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400"/>
              <a:t>Discounted future</a:t>
            </a:r>
            <a:endParaRPr sz="2400"/>
          </a:p>
        </p:txBody>
      </p:sp>
      <p:sp>
        <p:nvSpPr>
          <p:cNvPr id="5016" name="Google Shape;5016;p122"/>
          <p:cNvSpPr txBox="1"/>
          <p:nvPr>
            <p:ph idx="4294967295" type="subTitle"/>
          </p:nvPr>
        </p:nvSpPr>
        <p:spPr>
          <a:xfrm flipH="1">
            <a:off x="3671250" y="0"/>
            <a:ext cx="4645500" cy="5143500"/>
          </a:xfrm>
          <a:prstGeom prst="rect">
            <a:avLst/>
          </a:prstGeom>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en" sz="1400"/>
              <a:t>in economics Net Present Value:</a:t>
            </a:r>
            <a:br>
              <a:rPr lang="en" sz="1400"/>
            </a:br>
            <a:r>
              <a:rPr lang="en" sz="1400"/>
              <a:t>– discount by (1+rate)years to wait</a:t>
            </a:r>
            <a:endParaRPr sz="1400"/>
          </a:p>
          <a:p>
            <a:pPr indent="-317500" lvl="0" marL="457200" rtl="0" algn="l">
              <a:spcBef>
                <a:spcPts val="1000"/>
              </a:spcBef>
              <a:spcAft>
                <a:spcPts val="1000"/>
              </a:spcAft>
              <a:buSzPts val="1400"/>
              <a:buChar char="●"/>
            </a:pPr>
            <a:r>
              <a:rPr lang="en" sz="1400"/>
              <a:t>in life people heavily discount</a:t>
            </a:r>
            <a:br>
              <a:rPr lang="en" sz="1400"/>
            </a:br>
            <a:r>
              <a:rPr lang="en" sz="1400"/>
              <a:t>– future value and future cost</a:t>
            </a:r>
            <a:br>
              <a:rPr lang="en" sz="1400"/>
            </a:br>
            <a:r>
              <a:rPr lang="en" sz="1400"/>
              <a:t>– hence resistance to learning</a:t>
            </a:r>
            <a:br>
              <a:rPr lang="en" sz="1400"/>
            </a:br>
            <a:r>
              <a:rPr lang="en" sz="1400"/>
              <a:t>– need low barriers and high perceived present value</a:t>
            </a:r>
            <a:endParaRPr sz="1400"/>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1" name="Shape 5021"/>
        <p:cNvGrpSpPr/>
        <p:nvPr/>
      </p:nvGrpSpPr>
      <p:grpSpPr>
        <a:xfrm>
          <a:off x="0" y="0"/>
          <a:ext cx="0" cy="0"/>
          <a:chOff x="0" y="0"/>
          <a:chExt cx="0" cy="0"/>
        </a:xfrm>
      </p:grpSpPr>
      <p:sp>
        <p:nvSpPr>
          <p:cNvPr id="5022" name="Google Shape;5022;p123"/>
          <p:cNvSpPr txBox="1"/>
          <p:nvPr>
            <p:ph type="ctrTitle"/>
          </p:nvPr>
        </p:nvSpPr>
        <p:spPr>
          <a:xfrm flipH="1">
            <a:off x="973500" y="1951175"/>
            <a:ext cx="20634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400"/>
              <a:t>Value and organisational design</a:t>
            </a:r>
            <a:endParaRPr sz="2400"/>
          </a:p>
        </p:txBody>
      </p:sp>
      <p:sp>
        <p:nvSpPr>
          <p:cNvPr id="5023" name="Google Shape;5023;p123"/>
          <p:cNvSpPr txBox="1"/>
          <p:nvPr>
            <p:ph idx="4294967295" type="subTitle"/>
          </p:nvPr>
        </p:nvSpPr>
        <p:spPr>
          <a:xfrm flipH="1">
            <a:off x="3671250" y="0"/>
            <a:ext cx="4645500" cy="5143500"/>
          </a:xfrm>
          <a:prstGeom prst="rect">
            <a:avLst/>
          </a:prstGeom>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en" sz="1400"/>
              <a:t>Coercion</a:t>
            </a:r>
            <a:endParaRPr sz="1400"/>
          </a:p>
          <a:p>
            <a:pPr indent="-317500" lvl="1" marL="914400" rtl="0" algn="l">
              <a:spcBef>
                <a:spcPts val="1000"/>
              </a:spcBef>
              <a:spcAft>
                <a:spcPts val="0"/>
              </a:spcAft>
              <a:buSzPts val="1400"/>
              <a:buChar char="○"/>
            </a:pPr>
            <a:r>
              <a:rPr lang="en" sz="1400"/>
              <a:t>tell people what to do!</a:t>
            </a:r>
            <a:endParaRPr sz="1400"/>
          </a:p>
          <a:p>
            <a:pPr indent="-317500" lvl="1" marL="914400" rtl="0" algn="l">
              <a:spcBef>
                <a:spcPts val="1000"/>
              </a:spcBef>
              <a:spcAft>
                <a:spcPts val="0"/>
              </a:spcAft>
              <a:buSzPts val="1400"/>
              <a:buChar char="○"/>
            </a:pPr>
            <a:r>
              <a:rPr lang="en" sz="1400"/>
              <a:t>value = keep your job</a:t>
            </a:r>
            <a:endParaRPr sz="1400"/>
          </a:p>
          <a:p>
            <a:pPr indent="-317500" lvl="0" marL="457200" rtl="0" algn="l">
              <a:spcBef>
                <a:spcPts val="1000"/>
              </a:spcBef>
              <a:spcAft>
                <a:spcPts val="0"/>
              </a:spcAft>
              <a:buSzPts val="1400"/>
              <a:buChar char="●"/>
            </a:pPr>
            <a:r>
              <a:rPr lang="en" sz="1400"/>
              <a:t>Enculturation</a:t>
            </a:r>
            <a:endParaRPr sz="1400"/>
          </a:p>
          <a:p>
            <a:pPr indent="-317500" lvl="1" marL="914400" rtl="0" algn="l">
              <a:spcBef>
                <a:spcPts val="1000"/>
              </a:spcBef>
              <a:spcAft>
                <a:spcPts val="0"/>
              </a:spcAft>
              <a:buSzPts val="1400"/>
              <a:buChar char="○"/>
            </a:pPr>
            <a:r>
              <a:rPr lang="en" sz="1400"/>
              <a:t>explain corporate values</a:t>
            </a:r>
            <a:endParaRPr sz="1400"/>
          </a:p>
          <a:p>
            <a:pPr indent="-317500" lvl="1" marL="914400" rtl="0" algn="l">
              <a:spcBef>
                <a:spcPts val="1000"/>
              </a:spcBef>
              <a:spcAft>
                <a:spcPts val="0"/>
              </a:spcAft>
              <a:buSzPts val="1400"/>
              <a:buChar char="○"/>
            </a:pPr>
            <a:r>
              <a:rPr lang="en" sz="1400"/>
              <a:t>establish support (e.g share options)</a:t>
            </a:r>
            <a:endParaRPr sz="1400"/>
          </a:p>
          <a:p>
            <a:pPr indent="-317500" lvl="0" marL="457200" rtl="0" algn="l">
              <a:spcBef>
                <a:spcPts val="1000"/>
              </a:spcBef>
              <a:spcAft>
                <a:spcPts val="0"/>
              </a:spcAft>
              <a:buSzPts val="1400"/>
              <a:buChar char="●"/>
            </a:pPr>
            <a:r>
              <a:rPr lang="en" sz="1400"/>
              <a:t>Emergence</a:t>
            </a:r>
            <a:endParaRPr sz="1400"/>
          </a:p>
          <a:p>
            <a:pPr indent="-317500" lvl="1" marL="914400" rtl="0" algn="l">
              <a:spcBef>
                <a:spcPts val="1000"/>
              </a:spcBef>
              <a:spcAft>
                <a:spcPts val="1000"/>
              </a:spcAft>
              <a:buSzPts val="1400"/>
              <a:buChar char="○"/>
            </a:pPr>
            <a:r>
              <a:rPr lang="en" sz="1400"/>
              <a:t>design process so that</a:t>
            </a:r>
            <a:br>
              <a:rPr lang="en" sz="1400"/>
            </a:br>
            <a:r>
              <a:rPr lang="en" sz="1400"/>
              <a:t>individuals value →  organisational value</a:t>
            </a:r>
            <a:endParaRPr sz="1400"/>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8" name="Shape 5028"/>
        <p:cNvGrpSpPr/>
        <p:nvPr/>
      </p:nvGrpSpPr>
      <p:grpSpPr>
        <a:xfrm>
          <a:off x="0" y="0"/>
          <a:ext cx="0" cy="0"/>
          <a:chOff x="0" y="0"/>
          <a:chExt cx="0" cy="0"/>
        </a:xfrm>
      </p:grpSpPr>
      <p:sp>
        <p:nvSpPr>
          <p:cNvPr id="5029" name="Google Shape;5029;p124"/>
          <p:cNvSpPr txBox="1"/>
          <p:nvPr>
            <p:ph type="ctrTitle"/>
          </p:nvPr>
        </p:nvSpPr>
        <p:spPr>
          <a:xfrm flipH="1">
            <a:off x="973500" y="1951175"/>
            <a:ext cx="2063400" cy="1241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400"/>
              <a:t>GENERAL LESSON</a:t>
            </a:r>
            <a:endParaRPr sz="2400"/>
          </a:p>
        </p:txBody>
      </p:sp>
      <p:sp>
        <p:nvSpPr>
          <p:cNvPr id="5030" name="Google Shape;5030;p124"/>
          <p:cNvSpPr txBox="1"/>
          <p:nvPr>
            <p:ph idx="4294967295" type="subTitle"/>
          </p:nvPr>
        </p:nvSpPr>
        <p:spPr>
          <a:xfrm flipH="1">
            <a:off x="3671250" y="0"/>
            <a:ext cx="4645500" cy="5143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400"/>
              <a:t>if you want someone to do something …</a:t>
            </a:r>
            <a:endParaRPr sz="1400"/>
          </a:p>
          <a:p>
            <a:pPr indent="-317500" lvl="0" marL="457200" rtl="0" algn="l">
              <a:spcBef>
                <a:spcPts val="1000"/>
              </a:spcBef>
              <a:spcAft>
                <a:spcPts val="0"/>
              </a:spcAft>
              <a:buSzPts val="1400"/>
              <a:buChar char="●"/>
            </a:pPr>
            <a:r>
              <a:rPr lang="en" sz="1400"/>
              <a:t>make it easy for them!</a:t>
            </a:r>
            <a:endParaRPr sz="1400"/>
          </a:p>
          <a:p>
            <a:pPr indent="-317500" lvl="0" marL="457200" rtl="0" algn="l">
              <a:spcBef>
                <a:spcPts val="1000"/>
              </a:spcBef>
              <a:spcAft>
                <a:spcPts val="1000"/>
              </a:spcAft>
              <a:buSzPts val="1400"/>
              <a:buChar char="●"/>
            </a:pPr>
            <a:r>
              <a:rPr lang="en" sz="1400"/>
              <a:t>understand their values</a:t>
            </a:r>
            <a:endParaRPr sz="1400"/>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4" name="Shape 5034"/>
        <p:cNvGrpSpPr/>
        <p:nvPr/>
      </p:nvGrpSpPr>
      <p:grpSpPr>
        <a:xfrm>
          <a:off x="0" y="0"/>
          <a:ext cx="0" cy="0"/>
          <a:chOff x="0" y="0"/>
          <a:chExt cx="0" cy="0"/>
        </a:xfrm>
      </p:grpSpPr>
      <p:sp>
        <p:nvSpPr>
          <p:cNvPr id="5035" name="Google Shape;5035;p125"/>
          <p:cNvSpPr txBox="1"/>
          <p:nvPr>
            <p:ph idx="1" type="subTitle"/>
          </p:nvPr>
        </p:nvSpPr>
        <p:spPr>
          <a:xfrm>
            <a:off x="2642550" y="2801819"/>
            <a:ext cx="3858900" cy="64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n">
                <a:solidFill>
                  <a:schemeClr val="dk1"/>
                </a:solidFill>
              </a:rPr>
              <a:t>Do you have any questions? </a:t>
            </a:r>
            <a:br>
              <a:rPr lang="en">
                <a:solidFill>
                  <a:schemeClr val="dk1"/>
                </a:solidFill>
              </a:rPr>
            </a:br>
            <a:r>
              <a:rPr lang="en">
                <a:solidFill>
                  <a:schemeClr val="dk1"/>
                </a:solidFill>
              </a:rPr>
              <a:t>chrizmonkey@gmail.com</a:t>
            </a:r>
            <a:endParaRPr>
              <a:solidFill>
                <a:schemeClr val="dk1"/>
              </a:solidFill>
            </a:endParaRPr>
          </a:p>
          <a:p>
            <a:pPr indent="0" lvl="0" marL="0" rtl="0" algn="ctr">
              <a:spcBef>
                <a:spcPts val="0"/>
              </a:spcBef>
              <a:spcAft>
                <a:spcPts val="0"/>
              </a:spcAft>
              <a:buNone/>
            </a:pPr>
            <a:r>
              <a:rPr lang="en">
                <a:solidFill>
                  <a:schemeClr val="dk1"/>
                </a:solidFill>
              </a:rPr>
              <a:t>+84  0937 566 561 </a:t>
            </a:r>
            <a:endParaRPr>
              <a:solidFill>
                <a:schemeClr val="dk1"/>
              </a:solidFill>
            </a:endParaRPr>
          </a:p>
        </p:txBody>
      </p:sp>
      <p:sp>
        <p:nvSpPr>
          <p:cNvPr id="5036" name="Google Shape;5036;p125"/>
          <p:cNvSpPr txBox="1"/>
          <p:nvPr>
            <p:ph type="title"/>
          </p:nvPr>
        </p:nvSpPr>
        <p:spPr>
          <a:xfrm>
            <a:off x="2642550" y="1772900"/>
            <a:ext cx="3858900" cy="640200"/>
          </a:xfrm>
          <a:prstGeom prst="rect">
            <a:avLst/>
          </a:prstGeom>
        </p:spPr>
        <p:txBody>
          <a:bodyPr anchorCtr="0" anchor="ctr" bIns="91425" lIns="0" spcFirstLastPara="1" rIns="0" wrap="square" tIns="91425">
            <a:noAutofit/>
          </a:bodyPr>
          <a:lstStyle/>
          <a:p>
            <a:pPr indent="0" lvl="0" marL="0" rtl="0" algn="ctr">
              <a:spcBef>
                <a:spcPts val="0"/>
              </a:spcBef>
              <a:spcAft>
                <a:spcPts val="0"/>
              </a:spcAft>
              <a:buNone/>
            </a:pPr>
            <a:r>
              <a:rPr lang="en"/>
              <a:t>Thanks!</a:t>
            </a:r>
            <a:endParaRPr/>
          </a:p>
        </p:txBody>
      </p:sp>
      <p:pic>
        <p:nvPicPr>
          <p:cNvPr id="5037" name="Google Shape;5037;p125"/>
          <p:cNvPicPr preferRelativeResize="0"/>
          <p:nvPr/>
        </p:nvPicPr>
        <p:blipFill rotWithShape="1">
          <a:blip r:embed="rId3">
            <a:alphaModFix/>
          </a:blip>
          <a:srcRect b="48422" l="4136" r="46625" t="19665"/>
          <a:stretch/>
        </p:blipFill>
        <p:spPr>
          <a:xfrm>
            <a:off x="974575" y="974550"/>
            <a:ext cx="2227550" cy="1082850"/>
          </a:xfrm>
          <a:prstGeom prst="rect">
            <a:avLst/>
          </a:prstGeom>
          <a:noFill/>
          <a:ln>
            <a:noFill/>
          </a:ln>
        </p:spPr>
      </p:pic>
      <p:pic>
        <p:nvPicPr>
          <p:cNvPr id="5038" name="Google Shape;5038;p125"/>
          <p:cNvPicPr preferRelativeResize="0"/>
          <p:nvPr/>
        </p:nvPicPr>
        <p:blipFill rotWithShape="1">
          <a:blip r:embed="rId4">
            <a:alphaModFix/>
          </a:blip>
          <a:srcRect b="24383" l="51266" r="4159" t="41817"/>
          <a:stretch/>
        </p:blipFill>
        <p:spPr>
          <a:xfrm>
            <a:off x="5731350" y="2219950"/>
            <a:ext cx="2026475" cy="1152449"/>
          </a:xfrm>
          <a:prstGeom prst="rect">
            <a:avLst/>
          </a:prstGeom>
          <a:noFill/>
          <a:ln>
            <a:noFill/>
          </a:ln>
        </p:spPr>
      </p:pic>
      <p:pic>
        <p:nvPicPr>
          <p:cNvPr id="5039" name="Google Shape;5039;p125"/>
          <p:cNvPicPr preferRelativeResize="0"/>
          <p:nvPr/>
        </p:nvPicPr>
        <p:blipFill rotWithShape="1">
          <a:blip r:embed="rId5">
            <a:alphaModFix/>
          </a:blip>
          <a:srcRect b="30194" l="16780" r="16793" t="30186"/>
          <a:stretch/>
        </p:blipFill>
        <p:spPr>
          <a:xfrm>
            <a:off x="3932188" y="362300"/>
            <a:ext cx="1279626" cy="76322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loomies Social Media by Slidesgo">
  <a:themeElements>
    <a:clrScheme name="Simple Light">
      <a:dk1>
        <a:srgbClr val="2E2E64"/>
      </a:dk1>
      <a:lt1>
        <a:srgbClr val="FFFFFF"/>
      </a:lt1>
      <a:dk2>
        <a:srgbClr val="F8F8F8"/>
      </a:dk2>
      <a:lt2>
        <a:srgbClr val="C9DAF8"/>
      </a:lt2>
      <a:accent1>
        <a:srgbClr val="921937"/>
      </a:accent1>
      <a:accent2>
        <a:srgbClr val="EFEFEF"/>
      </a:accent2>
      <a:accent3>
        <a:srgbClr val="A9FC4E"/>
      </a:accent3>
      <a:accent4>
        <a:srgbClr val="FFCF13"/>
      </a:accent4>
      <a:accent5>
        <a:srgbClr val="2177CF"/>
      </a:accent5>
      <a:accent6>
        <a:srgbClr val="000000"/>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